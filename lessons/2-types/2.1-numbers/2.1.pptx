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3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10" r:id="rId1"/>
    <p:sldMasterId id="2147483811" r:id="rId2"/>
    <p:sldMasterId id="2147483812" r:id="rId3"/>
    <p:sldMasterId id="2147483813" r:id="rId4"/>
  </p:sldMasterIdLst>
  <p:notesMasterIdLst>
    <p:notesMasterId r:id="rId4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97" r:id="rId13"/>
    <p:sldId id="298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5143500" type="screen16x9"/>
  <p:notesSz cx="6858000" cy="9144000"/>
  <p:embeddedFontLst>
    <p:embeddedFont>
      <p:font typeface="Itim" panose="020B0604020202020204" charset="-34"/>
      <p:regular r:id="rId49"/>
    </p:embeddedFont>
    <p:embeddedFont>
      <p:font typeface="Permanent Marker" panose="020B0604020202020204" charset="0"/>
      <p:regular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156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2.fntdata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3" name="Google Shape;4633;g258bb715513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4" name="Google Shape;4634;g258bb715513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0" name="Google Shape;4640;g258bb715513_0_6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1" name="Google Shape;4641;g258bb715513_0_6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0" name="Google Shape;4690;g267a10f2d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1" name="Google Shape;4691;g267a10f2d6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sure students know that Data Types are a way of representing Data like numbers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0" name="Google Shape;4740;g25cb9a5ed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1" name="Google Shape;4741;g25cb9a5ed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9" name="Google Shape;4749;g258dbfb9cd7_2_3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0" name="Google Shape;4750;g258dbfb9cd7_2_3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sure students can label which are Whole Numbers and Which are Decimals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well, make sure student know that 7.0 IS a decimal because there is a .0 (point zero)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4" name="Google Shape;4824;g267a10f2d6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5" name="Google Shape;4825;g267a10f2d62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sure students can identify the difference between Integer &amp; Float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3" name="Google Shape;4883;g258dbfb9cd7_2_4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4" name="Google Shape;4884;g258dbfb9cd7_2_4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 through activity with students and make sure they can identify the which are Integers &amp; Floats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7" name="Google Shape;4927;g293d922317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8" name="Google Shape;4928;g293d922317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 through activity with students and make sure they can identify the which are Integers &amp; Floats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6">
          <a:extLst>
            <a:ext uri="{FF2B5EF4-FFF2-40B4-BE49-F238E27FC236}">
              <a16:creationId xmlns:a16="http://schemas.microsoft.com/office/drawing/2014/main" id="{6E0EEFEF-25EE-8D41-1FAF-112D92826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7" name="Google Shape;4927;g293d9223175_0_1:notes">
            <a:extLst>
              <a:ext uri="{FF2B5EF4-FFF2-40B4-BE49-F238E27FC236}">
                <a16:creationId xmlns:a16="http://schemas.microsoft.com/office/drawing/2014/main" id="{934EA902-5CFE-66C9-6979-F5FDE02018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8" name="Google Shape;4928;g293d9223175_0_1:notes">
            <a:extLst>
              <a:ext uri="{FF2B5EF4-FFF2-40B4-BE49-F238E27FC236}">
                <a16:creationId xmlns:a16="http://schemas.microsoft.com/office/drawing/2014/main" id="{BC3660DB-3F76-FCFC-DB06-C4F9A7B893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 through activity with students and make sure they can identify the which are Integers &amp; Floats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8071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6">
          <a:extLst>
            <a:ext uri="{FF2B5EF4-FFF2-40B4-BE49-F238E27FC236}">
              <a16:creationId xmlns:a16="http://schemas.microsoft.com/office/drawing/2014/main" id="{5B887655-C4BF-9D00-371D-AC6B2BAA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7" name="Google Shape;4927;g293d9223175_0_1:notes">
            <a:extLst>
              <a:ext uri="{FF2B5EF4-FFF2-40B4-BE49-F238E27FC236}">
                <a16:creationId xmlns:a16="http://schemas.microsoft.com/office/drawing/2014/main" id="{F098C263-5D12-0EB2-D7A5-1F206B3026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8" name="Google Shape;4928;g293d9223175_0_1:notes">
            <a:extLst>
              <a:ext uri="{FF2B5EF4-FFF2-40B4-BE49-F238E27FC236}">
                <a16:creationId xmlns:a16="http://schemas.microsoft.com/office/drawing/2014/main" id="{3205AC85-20B1-82F8-ACC6-D73C292A24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 through activity with students and make sure they can identify the which are Integers &amp; Floats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67072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1" name="Google Shape;4971;g258dbfb9cd7_2_79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2" name="Google Shape;4972;g258dbfb9cd7_2_79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" name="Google Shape;5018;g258dbfb9cd7_2_9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9" name="Google Shape;5019;g258dbfb9cd7_2_9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sure students know the symbols for each operation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1" name="Google Shape;5061;g2314c8379df_0_4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2" name="Google Shape;5062;g2314c8379df_0_46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students predict what the program will 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" name="Google Shape;5099;g25fc8a76b48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0" name="Google Shape;5100;g25fc8a76b48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discussion with students about any confusion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7" name="Google Shape;5137;g25c3caabd1f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8" name="Google Shape;5138;g25c3caabd1f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students predict what the program will 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2" name="Google Shape;5172;g25fc8a76b48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3" name="Google Shape;5173;g25fc8a76b48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discussion with students about any confusion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3" name="Google Shape;5213;g25c3caabd1f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4" name="Google Shape;5214;g25c3caabd1f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students predict what the program will 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4" name="Google Shape;5254;g25fc8a76b48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5" name="Google Shape;5255;g25fc8a76b48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discussion with students about any confusion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5" name="Google Shape;5295;g25fc8a76b48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6" name="Google Shape;5296;g25fc8a76b48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students predict what the program will 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students are stuck follow the steps below: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the students to predict what the data type of “10 / 2” will 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Give them the options of Integer &amp; Float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And have a discussion  about it with students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0" name="Google Shape;5330;g25c3caabd1f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1" name="Google Shape;5331;g25c3caabd1f_1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discussion with students about any confusion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6" name="Google Shape;5366;g25c3caabd1f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7" name="Google Shape;5367;g25c3caabd1f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students predict what the program will 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7" name="Google Shape;5407;g25fc8a76b48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8" name="Google Shape;5408;g25fc8a76b48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discussion with students about any confusion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2" name="Google Shape;5442;g2314c8379df_0_1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3" name="Google Shape;5443;g2314c8379df_0_1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sure students are NOT doing print(23) as the answer for the first question or any of the other questions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7" name="Google Shape;5467;g2314c8379df_0_6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8" name="Google Shape;5468;g2314c8379df_0_6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discussion with students about any confusion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8" name="Google Shape;5508;g25fc8a76b48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9" name="Google Shape;5509;g25fc8a76b48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discussion with students about any confusion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9" name="Google Shape;5549;g25fc8a76b48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0" name="Google Shape;5550;g25fc8a76b48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discussion with students about any confusion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0" name="Google Shape;5590;g25fc8a76b48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1" name="Google Shape;5591;g25fc8a76b48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discussion with students about any confusion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1" name="Google Shape;5631;g25fc8a76b48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2" name="Google Shape;5632;g25fc8a76b48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discussion with students about any confusion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" name="Google Shape;5672;g2314c8379df_0_14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3" name="Google Shape;5673;g2314c8379df_0_14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7" name="Google Shape;5707;g2314c8379df_0_7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8" name="Google Shape;5708;g2314c8379df_0_7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sure students understand that Floor division is just normal division with the decimal cut off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8" name="Google Shape;5748;g2314c8379df_0_23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9" name="Google Shape;5749;g2314c8379df_0_23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how we are going to solve 9 // 2 as a class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to students we are changing 9 // 2 to 9  / 2 in order to solve the problem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Have students answer what 9 / 2 is before moving on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to students that we take 9 / 2 = 4.5 and we need to round it down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Have students answer what 4.5 is rounded down before moving 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Congratulate students because the answer is 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Then click to reveal that 9 // 2 = 4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9" name="Google Shape;5829;g2314c8379df_0_17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0" name="Google Shape;5830;g2314c8379df_0_17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students what the answer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They should say 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they are stuck follow these steps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students what 10 normal division 3 is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They should say 3.333333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2" name="Google Shape;5842;g25fc8a76b48_0_6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3" name="Google Shape;5843;g25fc8a76b48_0_6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discussion with students if any of them are confused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5" name="Google Shape;5855;g25fc8a76b48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6" name="Google Shape;5856;g25fc8a76b48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students what the answer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They should say -3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they are stuck ask them what -5 normal division 2 is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They should say -2.5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ask students what is -2.5 rounded </a:t>
            </a:r>
            <a:r>
              <a:rPr lang="en" b="1"/>
              <a:t>down</a:t>
            </a:r>
            <a:r>
              <a:rPr lang="en"/>
              <a:t> to the nearest whole number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They Should say -3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congratulate them and click to the next slide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8" name="Google Shape;5868;g25fc8a76b48_0_6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9" name="Google Shape;5869;g25fc8a76b48_0_6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discussion with students if any of them are confused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1" name="Google Shape;5881;g25fc8a76b4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2" name="Google Shape;5882;g25fc8a76b4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2" name="Google Shape;5922;g2314c8379df_0_20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3" name="Google Shape;5923;g2314c8379df_0_20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how we are going to solve 10 % 4 as a class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to students we are changing 10 % 4 to 10 // 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Have students answer what 10 // 4 is before moving on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to students that we take the denominator of 10 % 4 which is 4 and then multiple by 2 which we got from the answer of 10 // 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Have students answer what 4 * 2 is before moving 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to students that we now take the numerator of 10 % 4 which is 10 and subtract 8 from it which we got from the last question of 4 * 2 = 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Have students answer what 10 - 8 is before moving 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Congratulate students because the answer is 2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Then click to reveal that 10 % 4 = 2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9" name="Google Shape;5979;g25fc8a76b48_0_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0" name="Google Shape;5980;g25fc8a76b48_0_6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USE WHITE BOARD TO KEEP TRACK OF INFORMATION WITH STUDENTS</a:t>
            </a:r>
            <a:endParaRPr b="1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Ask students what the answer to the code on screen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They should say 6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they are stuck walk through these steps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them what is 13 floor division 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They should say 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ask them what is 7 times 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They should say 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ask students what is 13 - 7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They should say 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congratulate them because 13 modular 7 is 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click to next slide to show them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2" name="Google Shape;5992;g25fc8a76b48_0_7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3" name="Google Shape;5993;g25fc8a76b48_0_7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discussion with students if any of them are confused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5" name="Google Shape;6005;g25fc8a76b48_0_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6" name="Google Shape;6006;g25fc8a76b48_0_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u="sng">
                <a:solidFill>
                  <a:schemeClr val="dk1"/>
                </a:solidFill>
              </a:rPr>
              <a:t>USE WHITE BOARD TO KEEP TRACK OF INFORMATION WITH STUDENTS</a:t>
            </a:r>
            <a:endParaRPr b="1" u="sng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Ask students what the answer to the code on screen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They should say -3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they are stuck walk through these steps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Ask them what is 9  floor division -4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They should say 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ask them what is 4 times 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They should say 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ask students what is 9 - 12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They should say -3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congratulate them because 9 modular -4 is -3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8" name="Google Shape;6018;g25fc8a76b48_0_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9" name="Google Shape;6019;g25fc8a76b48_0_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discussion with students if any of them are confused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" name="Google Shape;6031;g25fc8a76b48_0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2" name="Google Shape;6032;g25fc8a76b48_0_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" name="Google Shape;6082;g2314c8379df_0_25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3" name="Google Shape;6083;g2314c8379df_0_25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Answers: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Any Whole Number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Any Decimal Number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Floor Division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Modular Division or Remainder Division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://bit.ly/2TtBDfr" TargetMode="Externa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4.xml"/><Relationship Id="rId4" Type="http://schemas.openxmlformats.org/officeDocument/2006/relationships/hyperlink" Target="http://bit.ly/2TtBDfr" TargetMode="Externa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716575" y="0"/>
            <a:ext cx="8579795" cy="5143484"/>
          </a:xfrm>
          <a:custGeom>
            <a:avLst/>
            <a:gdLst/>
            <a:ahLst/>
            <a:cxnLst/>
            <a:rect l="l" t="t" r="r" b="b"/>
            <a:pathLst>
              <a:path w="128517" h="78770" extrusionOk="0">
                <a:moveTo>
                  <a:pt x="35" y="1"/>
                </a:moveTo>
                <a:lnTo>
                  <a:pt x="0" y="78769"/>
                </a:lnTo>
                <a:lnTo>
                  <a:pt x="128517" y="78769"/>
                </a:lnTo>
                <a:cubicBezTo>
                  <a:pt x="61260" y="76442"/>
                  <a:pt x="7739" y="332"/>
                  <a:pt x="7739" y="332"/>
                </a:cubicBezTo>
                <a:lnTo>
                  <a:pt x="35" y="1"/>
                </a:lnTo>
                <a:close/>
              </a:path>
            </a:pathLst>
          </a:custGeom>
          <a:solidFill>
            <a:srgbClr val="B0D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3"/>
          <p:cNvSpPr/>
          <p:nvPr/>
        </p:nvSpPr>
        <p:spPr>
          <a:xfrm>
            <a:off x="1754550" y="1135650"/>
            <a:ext cx="5634900" cy="2872200"/>
          </a:xfrm>
          <a:prstGeom prst="plaque">
            <a:avLst>
              <a:gd name="adj" fmla="val 11691"/>
            </a:avLst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" name="Google Shape;53;p13"/>
          <p:cNvCxnSpPr/>
          <p:nvPr/>
        </p:nvCxnSpPr>
        <p:spPr>
          <a:xfrm>
            <a:off x="2572800" y="31168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" name="Google Shape;54;p13"/>
          <p:cNvCxnSpPr/>
          <p:nvPr/>
        </p:nvCxnSpPr>
        <p:spPr>
          <a:xfrm>
            <a:off x="2572800" y="22227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" name="Google Shape;55;p13"/>
          <p:cNvGrpSpPr/>
          <p:nvPr/>
        </p:nvGrpSpPr>
        <p:grpSpPr>
          <a:xfrm rot="697126">
            <a:off x="8280187" y="-46678"/>
            <a:ext cx="1305393" cy="1346461"/>
            <a:chOff x="1492000" y="427450"/>
            <a:chExt cx="1188000" cy="1225375"/>
          </a:xfrm>
        </p:grpSpPr>
        <p:sp>
          <p:nvSpPr>
            <p:cNvPr id="56" name="Google Shape;56;p13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13"/>
          <p:cNvSpPr/>
          <p:nvPr/>
        </p:nvSpPr>
        <p:spPr>
          <a:xfrm>
            <a:off x="-50900" y="-21500"/>
            <a:ext cx="771000" cy="5165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" name="Google Shape;68;p13"/>
          <p:cNvGrpSpPr/>
          <p:nvPr/>
        </p:nvGrpSpPr>
        <p:grpSpPr>
          <a:xfrm rot="-1976796" flipH="1">
            <a:off x="5917481" y="3990133"/>
            <a:ext cx="3474354" cy="888893"/>
            <a:chOff x="3809875" y="1963175"/>
            <a:chExt cx="1923600" cy="492150"/>
          </a:xfrm>
        </p:grpSpPr>
        <p:sp>
          <p:nvSpPr>
            <p:cNvPr id="69" name="Google Shape;69;p13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" name="Google Shape;80;p13"/>
          <p:cNvGrpSpPr/>
          <p:nvPr/>
        </p:nvGrpSpPr>
        <p:grpSpPr>
          <a:xfrm rot="-375097">
            <a:off x="1228557" y="-253382"/>
            <a:ext cx="711742" cy="793298"/>
            <a:chOff x="6554696" y="509501"/>
            <a:chExt cx="711709" cy="793261"/>
          </a:xfrm>
        </p:grpSpPr>
        <p:sp>
          <p:nvSpPr>
            <p:cNvPr id="81" name="Google Shape;81;p13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13"/>
          <p:cNvGrpSpPr/>
          <p:nvPr/>
        </p:nvGrpSpPr>
        <p:grpSpPr>
          <a:xfrm rot="807122">
            <a:off x="809300" y="4708652"/>
            <a:ext cx="2497551" cy="2401906"/>
            <a:chOff x="1857000" y="3245400"/>
            <a:chExt cx="1233825" cy="1186575"/>
          </a:xfrm>
        </p:grpSpPr>
        <p:sp>
          <p:nvSpPr>
            <p:cNvPr id="84" name="Google Shape;84;p13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13"/>
          <p:cNvSpPr/>
          <p:nvPr/>
        </p:nvSpPr>
        <p:spPr>
          <a:xfrm rot="-381518">
            <a:off x="1317430" y="-146232"/>
            <a:ext cx="102933" cy="551241"/>
          </a:xfrm>
          <a:prstGeom prst="roundRect">
            <a:avLst>
              <a:gd name="adj" fmla="val 50000"/>
            </a:avLst>
          </a:prstGeom>
          <a:solidFill>
            <a:srgbClr val="EEEEEE">
              <a:alpha val="474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2351850" y="1460922"/>
            <a:ext cx="4440300" cy="17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Itim"/>
              <a:buNone/>
              <a:defRPr sz="6000" b="1"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2351850" y="3287050"/>
            <a:ext cx="44403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716575" y="0"/>
            <a:ext cx="8579795" cy="5143484"/>
          </a:xfrm>
          <a:custGeom>
            <a:avLst/>
            <a:gdLst/>
            <a:ahLst/>
            <a:cxnLst/>
            <a:rect l="l" t="t" r="r" b="b"/>
            <a:pathLst>
              <a:path w="128517" h="78770" extrusionOk="0">
                <a:moveTo>
                  <a:pt x="35" y="1"/>
                </a:moveTo>
                <a:lnTo>
                  <a:pt x="0" y="78769"/>
                </a:lnTo>
                <a:lnTo>
                  <a:pt x="128517" y="78769"/>
                </a:lnTo>
                <a:cubicBezTo>
                  <a:pt x="61260" y="76442"/>
                  <a:pt x="7739" y="332"/>
                  <a:pt x="7739" y="332"/>
                </a:cubicBezTo>
                <a:lnTo>
                  <a:pt x="35" y="1"/>
                </a:lnTo>
                <a:close/>
              </a:path>
            </a:pathLst>
          </a:custGeom>
          <a:solidFill>
            <a:srgbClr val="B0D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1754550" y="1135650"/>
            <a:ext cx="5634900" cy="2872200"/>
          </a:xfrm>
          <a:prstGeom prst="plaque">
            <a:avLst>
              <a:gd name="adj" fmla="val 11691"/>
            </a:avLst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0" name="Google Shape;100;p15"/>
          <p:cNvCxnSpPr/>
          <p:nvPr/>
        </p:nvCxnSpPr>
        <p:spPr>
          <a:xfrm>
            <a:off x="2572800" y="31168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5"/>
          <p:cNvCxnSpPr/>
          <p:nvPr/>
        </p:nvCxnSpPr>
        <p:spPr>
          <a:xfrm>
            <a:off x="2572800" y="22227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" name="Google Shape;102;p15"/>
          <p:cNvGrpSpPr/>
          <p:nvPr/>
        </p:nvGrpSpPr>
        <p:grpSpPr>
          <a:xfrm rot="697126">
            <a:off x="8280187" y="-46678"/>
            <a:ext cx="1305393" cy="1346461"/>
            <a:chOff x="1492000" y="427450"/>
            <a:chExt cx="1188000" cy="1225375"/>
          </a:xfrm>
        </p:grpSpPr>
        <p:sp>
          <p:nvSpPr>
            <p:cNvPr id="103" name="Google Shape;103;p15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15"/>
          <p:cNvSpPr/>
          <p:nvPr/>
        </p:nvSpPr>
        <p:spPr>
          <a:xfrm>
            <a:off x="-50900" y="-21500"/>
            <a:ext cx="771000" cy="5165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15"/>
          <p:cNvGrpSpPr/>
          <p:nvPr/>
        </p:nvGrpSpPr>
        <p:grpSpPr>
          <a:xfrm rot="-1976796" flipH="1">
            <a:off x="5917481" y="3990133"/>
            <a:ext cx="3474354" cy="888893"/>
            <a:chOff x="3809875" y="1963175"/>
            <a:chExt cx="1923600" cy="492150"/>
          </a:xfrm>
        </p:grpSpPr>
        <p:sp>
          <p:nvSpPr>
            <p:cNvPr id="116" name="Google Shape;116;p15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" name="Google Shape;127;p15"/>
          <p:cNvGrpSpPr/>
          <p:nvPr/>
        </p:nvGrpSpPr>
        <p:grpSpPr>
          <a:xfrm rot="-375097">
            <a:off x="1228557" y="-253382"/>
            <a:ext cx="711742" cy="793298"/>
            <a:chOff x="6554696" y="509501"/>
            <a:chExt cx="711709" cy="793261"/>
          </a:xfrm>
        </p:grpSpPr>
        <p:sp>
          <p:nvSpPr>
            <p:cNvPr id="128" name="Google Shape;128;p15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15"/>
          <p:cNvGrpSpPr/>
          <p:nvPr/>
        </p:nvGrpSpPr>
        <p:grpSpPr>
          <a:xfrm rot="807122">
            <a:off x="809300" y="4708652"/>
            <a:ext cx="2497551" cy="2401906"/>
            <a:chOff x="1857000" y="3245400"/>
            <a:chExt cx="1233825" cy="1186575"/>
          </a:xfrm>
        </p:grpSpPr>
        <p:sp>
          <p:nvSpPr>
            <p:cNvPr id="131" name="Google Shape;131;p15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15"/>
          <p:cNvSpPr/>
          <p:nvPr/>
        </p:nvSpPr>
        <p:spPr>
          <a:xfrm rot="-381518">
            <a:off x="1317430" y="-146232"/>
            <a:ext cx="102933" cy="551241"/>
          </a:xfrm>
          <a:prstGeom prst="roundRect">
            <a:avLst>
              <a:gd name="adj" fmla="val 50000"/>
            </a:avLst>
          </a:prstGeom>
          <a:solidFill>
            <a:srgbClr val="EEEEEE">
              <a:alpha val="474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ctrTitle"/>
          </p:nvPr>
        </p:nvSpPr>
        <p:spPr>
          <a:xfrm>
            <a:off x="2351850" y="1460922"/>
            <a:ext cx="4440300" cy="174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Itim"/>
              <a:buNone/>
              <a:defRPr sz="6000" b="1"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subTitle" idx="1"/>
          </p:nvPr>
        </p:nvSpPr>
        <p:spPr>
          <a:xfrm>
            <a:off x="2351850" y="3287050"/>
            <a:ext cx="4440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42" name="Google Shape;142;p1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16"/>
          <p:cNvSpPr txBox="1">
            <a:spLocks noGrp="1"/>
          </p:cNvSpPr>
          <p:nvPr>
            <p:ph type="subTitle" idx="1"/>
          </p:nvPr>
        </p:nvSpPr>
        <p:spPr>
          <a:xfrm>
            <a:off x="3117150" y="3530226"/>
            <a:ext cx="29097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title"/>
          </p:nvPr>
        </p:nvSpPr>
        <p:spPr>
          <a:xfrm>
            <a:off x="1918650" y="1613852"/>
            <a:ext cx="5306700" cy="17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6" name="Google Shape;166;p16"/>
          <p:cNvSpPr txBox="1">
            <a:spLocks noGrp="1"/>
          </p:cNvSpPr>
          <p:nvPr>
            <p:ph type="title" idx="2" hasCustomPrompt="1"/>
          </p:nvPr>
        </p:nvSpPr>
        <p:spPr>
          <a:xfrm>
            <a:off x="3843750" y="591078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67" name="Google Shape;167;p16"/>
          <p:cNvGrpSpPr/>
          <p:nvPr/>
        </p:nvGrpSpPr>
        <p:grpSpPr>
          <a:xfrm rot="-697126" flipH="1">
            <a:off x="569287" y="-351303"/>
            <a:ext cx="1305393" cy="1346461"/>
            <a:chOff x="1492000" y="427450"/>
            <a:chExt cx="1188000" cy="1225375"/>
          </a:xfrm>
        </p:grpSpPr>
        <p:sp>
          <p:nvSpPr>
            <p:cNvPr id="168" name="Google Shape;168;p16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/>
          <p:nvPr/>
        </p:nvSpPr>
        <p:spPr>
          <a:xfrm>
            <a:off x="8740343" y="1780347"/>
            <a:ext cx="20479" cy="58449"/>
          </a:xfrm>
          <a:custGeom>
            <a:avLst/>
            <a:gdLst/>
            <a:ahLst/>
            <a:cxnLst/>
            <a:rect l="l" t="t" r="r" b="b"/>
            <a:pathLst>
              <a:path w="488" h="1403" extrusionOk="0">
                <a:moveTo>
                  <a:pt x="249" y="0"/>
                </a:moveTo>
                <a:cubicBezTo>
                  <a:pt x="193" y="0"/>
                  <a:pt x="139" y="35"/>
                  <a:pt x="118" y="90"/>
                </a:cubicBezTo>
                <a:cubicBezTo>
                  <a:pt x="73" y="190"/>
                  <a:pt x="46" y="289"/>
                  <a:pt x="28" y="397"/>
                </a:cubicBezTo>
                <a:cubicBezTo>
                  <a:pt x="19" y="442"/>
                  <a:pt x="1" y="496"/>
                  <a:pt x="19" y="541"/>
                </a:cubicBezTo>
                <a:cubicBezTo>
                  <a:pt x="19" y="559"/>
                  <a:pt x="28" y="568"/>
                  <a:pt x="37" y="586"/>
                </a:cubicBezTo>
                <a:cubicBezTo>
                  <a:pt x="64" y="595"/>
                  <a:pt x="145" y="613"/>
                  <a:pt x="145" y="622"/>
                </a:cubicBezTo>
                <a:cubicBezTo>
                  <a:pt x="145" y="631"/>
                  <a:pt x="100" y="649"/>
                  <a:pt x="73" y="658"/>
                </a:cubicBezTo>
                <a:cubicBezTo>
                  <a:pt x="37" y="667"/>
                  <a:pt x="46" y="685"/>
                  <a:pt x="46" y="694"/>
                </a:cubicBezTo>
                <a:cubicBezTo>
                  <a:pt x="37" y="902"/>
                  <a:pt x="46" y="1100"/>
                  <a:pt x="109" y="1307"/>
                </a:cubicBezTo>
                <a:cubicBezTo>
                  <a:pt x="118" y="1343"/>
                  <a:pt x="154" y="1379"/>
                  <a:pt x="190" y="1397"/>
                </a:cubicBezTo>
                <a:cubicBezTo>
                  <a:pt x="203" y="1401"/>
                  <a:pt x="215" y="1402"/>
                  <a:pt x="228" y="1402"/>
                </a:cubicBezTo>
                <a:cubicBezTo>
                  <a:pt x="289" y="1402"/>
                  <a:pt x="348" y="1367"/>
                  <a:pt x="371" y="1307"/>
                </a:cubicBezTo>
                <a:cubicBezTo>
                  <a:pt x="434" y="1109"/>
                  <a:pt x="443" y="902"/>
                  <a:pt x="443" y="703"/>
                </a:cubicBezTo>
                <a:cubicBezTo>
                  <a:pt x="443" y="685"/>
                  <a:pt x="452" y="676"/>
                  <a:pt x="416" y="658"/>
                </a:cubicBezTo>
                <a:cubicBezTo>
                  <a:pt x="389" y="649"/>
                  <a:pt x="344" y="640"/>
                  <a:pt x="344" y="622"/>
                </a:cubicBezTo>
                <a:cubicBezTo>
                  <a:pt x="344" y="613"/>
                  <a:pt x="425" y="595"/>
                  <a:pt x="443" y="586"/>
                </a:cubicBezTo>
                <a:cubicBezTo>
                  <a:pt x="461" y="577"/>
                  <a:pt x="470" y="559"/>
                  <a:pt x="470" y="550"/>
                </a:cubicBezTo>
                <a:cubicBezTo>
                  <a:pt x="488" y="496"/>
                  <a:pt x="470" y="451"/>
                  <a:pt x="461" y="397"/>
                </a:cubicBezTo>
                <a:cubicBezTo>
                  <a:pt x="443" y="298"/>
                  <a:pt x="416" y="190"/>
                  <a:pt x="380" y="90"/>
                </a:cubicBezTo>
                <a:cubicBezTo>
                  <a:pt x="362" y="54"/>
                  <a:pt x="335" y="27"/>
                  <a:pt x="298" y="9"/>
                </a:cubicBezTo>
                <a:cubicBezTo>
                  <a:pt x="282" y="3"/>
                  <a:pt x="266" y="0"/>
                  <a:pt x="2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" name="Google Shape;181;p1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82" name="Google Shape;182;p1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" name="Google Shape;204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body" idx="1"/>
          </p:nvPr>
        </p:nvSpPr>
        <p:spPr>
          <a:xfrm>
            <a:off x="720000" y="1170724"/>
            <a:ext cx="7704000" cy="38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1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08" name="Google Shape;208;p18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209" name="Google Shape;209;p18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0" name="Google Shape;210;p1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11" name="Google Shape;211;p18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212" name="Google Shape;212;p1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7" name="Google Shape;227;p18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228" name="Google Shape;228;p1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1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43" name="Google Shape;243;p18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18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18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18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Google Shape;247;p18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1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9" name="Google Shape;249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8"/>
          <p:cNvSpPr txBox="1">
            <a:spLocks noGrp="1"/>
          </p:cNvSpPr>
          <p:nvPr>
            <p:ph type="body" idx="1"/>
          </p:nvPr>
        </p:nvSpPr>
        <p:spPr>
          <a:xfrm>
            <a:off x="720000" y="2980194"/>
            <a:ext cx="31293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1" name="Google Shape;251;p18"/>
          <p:cNvSpPr txBox="1">
            <a:spLocks noGrp="1"/>
          </p:cNvSpPr>
          <p:nvPr>
            <p:ph type="body" idx="2"/>
          </p:nvPr>
        </p:nvSpPr>
        <p:spPr>
          <a:xfrm>
            <a:off x="5368500" y="2980194"/>
            <a:ext cx="30555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2" name="Google Shape;252;p18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19"/>
          <p:cNvGrpSpPr/>
          <p:nvPr/>
        </p:nvGrpSpPr>
        <p:grpSpPr>
          <a:xfrm>
            <a:off x="352670" y="6764"/>
            <a:ext cx="8793030" cy="5129556"/>
            <a:chOff x="514825" y="859725"/>
            <a:chExt cx="6865800" cy="4005275"/>
          </a:xfrm>
        </p:grpSpPr>
        <p:sp>
          <p:nvSpPr>
            <p:cNvPr id="256" name="Google Shape;256;p1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" name="Google Shape;277;p19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4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2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80" name="Google Shape;280;p2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" name="Google Shape;299;p20"/>
          <p:cNvSpPr txBox="1">
            <a:spLocks noGrp="1"/>
          </p:cNvSpPr>
          <p:nvPr>
            <p:ph type="subTitle" idx="1"/>
          </p:nvPr>
        </p:nvSpPr>
        <p:spPr>
          <a:xfrm>
            <a:off x="890100" y="1760244"/>
            <a:ext cx="7533900" cy="27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10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2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03" name="Google Shape;303;p2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22" name="Google Shape;322;p21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3" name="Google Shape;323;p21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1"/>
          <p:cNvSpPr txBox="1">
            <a:spLocks noGrp="1"/>
          </p:cNvSpPr>
          <p:nvPr>
            <p:ph type="title"/>
          </p:nvPr>
        </p:nvSpPr>
        <p:spPr>
          <a:xfrm>
            <a:off x="720000" y="1560650"/>
            <a:ext cx="3519300" cy="16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5" name="Google Shape;325;p21"/>
          <p:cNvSpPr txBox="1">
            <a:spLocks noGrp="1"/>
          </p:cNvSpPr>
          <p:nvPr>
            <p:ph type="subTitle" idx="1"/>
          </p:nvPr>
        </p:nvSpPr>
        <p:spPr>
          <a:xfrm rot="684086">
            <a:off x="5771626" y="1941489"/>
            <a:ext cx="1878775" cy="154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2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28" name="Google Shape;328;p2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1061575" y="1472687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8" name="Google Shape;348;p22"/>
          <p:cNvSpPr txBox="1">
            <a:spLocks noGrp="1"/>
          </p:cNvSpPr>
          <p:nvPr>
            <p:ph type="body" idx="1"/>
          </p:nvPr>
        </p:nvSpPr>
        <p:spPr>
          <a:xfrm>
            <a:off x="1061575" y="2468991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349" name="Google Shape;349;p22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0" name="Google Shape;350;p22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"/>
          <p:cNvSpPr txBox="1">
            <a:spLocks noGrp="1"/>
          </p:cNvSpPr>
          <p:nvPr>
            <p:ph type="title"/>
          </p:nvPr>
        </p:nvSpPr>
        <p:spPr>
          <a:xfrm>
            <a:off x="3223200" y="1570950"/>
            <a:ext cx="2697600" cy="20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2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55" name="Google Shape;355;p2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74" name="Google Shape;374;p24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5" name="Google Shape;375;p24"/>
          <p:cNvSpPr txBox="1">
            <a:spLocks noGrp="1"/>
          </p:cNvSpPr>
          <p:nvPr>
            <p:ph type="title" hasCustomPrompt="1"/>
          </p:nvPr>
        </p:nvSpPr>
        <p:spPr>
          <a:xfrm>
            <a:off x="1768200" y="1654521"/>
            <a:ext cx="5607600" cy="84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6" name="Google Shape;376;p24"/>
          <p:cNvSpPr txBox="1">
            <a:spLocks noGrp="1"/>
          </p:cNvSpPr>
          <p:nvPr>
            <p:ph type="body" idx="1"/>
          </p:nvPr>
        </p:nvSpPr>
        <p:spPr>
          <a:xfrm>
            <a:off x="2710050" y="2650221"/>
            <a:ext cx="3723900" cy="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26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381" name="Google Shape;381;p26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82" name="Google Shape;382;p2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83" name="Google Shape;383;p26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384" name="Google Shape;384;p2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9" name="Google Shape;399;p26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400" name="Google Shape;400;p2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15" name="Google Shape;415;p26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6" name="Google Shape;416;p26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7" name="Google Shape;417;p26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" name="Google Shape;418;p26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" name="Google Shape;419;p26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0" name="Google Shape;420;p2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21" name="Google Shape;421;p2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68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22" name="Google Shape;422;p26"/>
          <p:cNvSpPr txBox="1">
            <a:spLocks noGrp="1"/>
          </p:cNvSpPr>
          <p:nvPr>
            <p:ph type="subTitle" idx="1"/>
          </p:nvPr>
        </p:nvSpPr>
        <p:spPr>
          <a:xfrm>
            <a:off x="90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3" name="Google Shape;423;p26"/>
          <p:cNvSpPr txBox="1">
            <a:spLocks noGrp="1"/>
          </p:cNvSpPr>
          <p:nvPr>
            <p:ph type="subTitle" idx="2"/>
          </p:nvPr>
        </p:nvSpPr>
        <p:spPr>
          <a:xfrm>
            <a:off x="567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4" name="Google Shape;424;p26"/>
          <p:cNvSpPr txBox="1">
            <a:spLocks noGrp="1"/>
          </p:cNvSpPr>
          <p:nvPr>
            <p:ph type="subTitle" idx="3"/>
          </p:nvPr>
        </p:nvSpPr>
        <p:spPr>
          <a:xfrm>
            <a:off x="90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5" name="Google Shape;425;p26"/>
          <p:cNvSpPr txBox="1">
            <a:spLocks noGrp="1"/>
          </p:cNvSpPr>
          <p:nvPr>
            <p:ph type="subTitle" idx="4"/>
          </p:nvPr>
        </p:nvSpPr>
        <p:spPr>
          <a:xfrm>
            <a:off x="567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6" name="Google Shape;426;p26"/>
          <p:cNvSpPr txBox="1">
            <a:spLocks noGrp="1"/>
          </p:cNvSpPr>
          <p:nvPr>
            <p:ph type="subTitle" idx="5"/>
          </p:nvPr>
        </p:nvSpPr>
        <p:spPr>
          <a:xfrm>
            <a:off x="90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26"/>
          <p:cNvSpPr txBox="1">
            <a:spLocks noGrp="1"/>
          </p:cNvSpPr>
          <p:nvPr>
            <p:ph type="subTitle" idx="6"/>
          </p:nvPr>
        </p:nvSpPr>
        <p:spPr>
          <a:xfrm>
            <a:off x="567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8" name="Google Shape;428;p26"/>
          <p:cNvSpPr txBox="1">
            <a:spLocks noGrp="1"/>
          </p:cNvSpPr>
          <p:nvPr>
            <p:ph type="subTitle" idx="7"/>
          </p:nvPr>
        </p:nvSpPr>
        <p:spPr>
          <a:xfrm>
            <a:off x="90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9" name="Google Shape;429;p26"/>
          <p:cNvSpPr txBox="1">
            <a:spLocks noGrp="1"/>
          </p:cNvSpPr>
          <p:nvPr>
            <p:ph type="subTitle" idx="8"/>
          </p:nvPr>
        </p:nvSpPr>
        <p:spPr>
          <a:xfrm>
            <a:off x="567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2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32" name="Google Shape;432;p2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4" name="Google Shape;454;p27"/>
          <p:cNvSpPr txBox="1">
            <a:spLocks noGrp="1"/>
          </p:cNvSpPr>
          <p:nvPr>
            <p:ph type="ctrTitle"/>
          </p:nvPr>
        </p:nvSpPr>
        <p:spPr>
          <a:xfrm>
            <a:off x="5908324" y="1290427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55" name="Google Shape;455;p27"/>
          <p:cNvSpPr txBox="1">
            <a:spLocks noGrp="1"/>
          </p:cNvSpPr>
          <p:nvPr>
            <p:ph type="subTitle" idx="1"/>
          </p:nvPr>
        </p:nvSpPr>
        <p:spPr>
          <a:xfrm>
            <a:off x="590832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6" name="Google Shape;456;p27"/>
          <p:cNvSpPr txBox="1">
            <a:spLocks noGrp="1"/>
          </p:cNvSpPr>
          <p:nvPr>
            <p:ph type="title" idx="2" hasCustomPrompt="1"/>
          </p:nvPr>
        </p:nvSpPr>
        <p:spPr>
          <a:xfrm>
            <a:off x="4903953" y="1280000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457" name="Google Shape;457;p27"/>
          <p:cNvSpPr txBox="1">
            <a:spLocks noGrp="1"/>
          </p:cNvSpPr>
          <p:nvPr>
            <p:ph type="subTitle" idx="3"/>
          </p:nvPr>
        </p:nvSpPr>
        <p:spPr>
          <a:xfrm>
            <a:off x="590832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8" name="Google Shape;458;p27"/>
          <p:cNvSpPr txBox="1">
            <a:spLocks noGrp="1"/>
          </p:cNvSpPr>
          <p:nvPr>
            <p:ph type="title" idx="4" hasCustomPrompt="1"/>
          </p:nvPr>
        </p:nvSpPr>
        <p:spPr>
          <a:xfrm>
            <a:off x="4903953" y="327730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5"/>
          </p:nvPr>
        </p:nvSpPr>
        <p:spPr>
          <a:xfrm>
            <a:off x="5908324" y="2589180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0" name="Google Shape;460;p27"/>
          <p:cNvSpPr txBox="1">
            <a:spLocks noGrp="1"/>
          </p:cNvSpPr>
          <p:nvPr>
            <p:ph type="title" idx="6" hasCustomPrompt="1"/>
          </p:nvPr>
        </p:nvSpPr>
        <p:spPr>
          <a:xfrm>
            <a:off x="4903953" y="230664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461" name="Google Shape;461;p27"/>
          <p:cNvSpPr txBox="1">
            <a:spLocks noGrp="1"/>
          </p:cNvSpPr>
          <p:nvPr>
            <p:ph type="ctrTitle" idx="7"/>
          </p:nvPr>
        </p:nvSpPr>
        <p:spPr>
          <a:xfrm>
            <a:off x="5908324" y="231110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62" name="Google Shape;462;p27"/>
          <p:cNvSpPr txBox="1">
            <a:spLocks noGrp="1"/>
          </p:cNvSpPr>
          <p:nvPr>
            <p:ph type="ctrTitle" idx="8"/>
          </p:nvPr>
        </p:nvSpPr>
        <p:spPr>
          <a:xfrm>
            <a:off x="5908324" y="328299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63" name="Google Shape;463;p27"/>
          <p:cNvSpPr txBox="1">
            <a:spLocks noGrp="1"/>
          </p:cNvSpPr>
          <p:nvPr>
            <p:ph type="ctrTitle" idx="9"/>
          </p:nvPr>
        </p:nvSpPr>
        <p:spPr>
          <a:xfrm>
            <a:off x="1912664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64" name="Google Shape;464;p27"/>
          <p:cNvSpPr txBox="1">
            <a:spLocks noGrp="1"/>
          </p:cNvSpPr>
          <p:nvPr>
            <p:ph type="subTitle" idx="13"/>
          </p:nvPr>
        </p:nvSpPr>
        <p:spPr>
          <a:xfrm>
            <a:off x="191266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5" name="Google Shape;465;p27"/>
          <p:cNvSpPr txBox="1">
            <a:spLocks noGrp="1"/>
          </p:cNvSpPr>
          <p:nvPr>
            <p:ph type="title" idx="14" hasCustomPrompt="1"/>
          </p:nvPr>
        </p:nvSpPr>
        <p:spPr>
          <a:xfrm>
            <a:off x="784376" y="1286887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5"/>
          </p:nvPr>
        </p:nvSpPr>
        <p:spPr>
          <a:xfrm>
            <a:off x="191266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7" name="Google Shape;467;p27"/>
          <p:cNvSpPr txBox="1">
            <a:spLocks noGrp="1"/>
          </p:cNvSpPr>
          <p:nvPr>
            <p:ph type="title" idx="16" hasCustomPrompt="1"/>
          </p:nvPr>
        </p:nvSpPr>
        <p:spPr>
          <a:xfrm>
            <a:off x="784376" y="3284192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468" name="Google Shape;468;p27"/>
          <p:cNvSpPr txBox="1">
            <a:spLocks noGrp="1"/>
          </p:cNvSpPr>
          <p:nvPr>
            <p:ph type="subTitle" idx="17"/>
          </p:nvPr>
        </p:nvSpPr>
        <p:spPr>
          <a:xfrm>
            <a:off x="1912664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9" name="Google Shape;469;p27"/>
          <p:cNvSpPr txBox="1">
            <a:spLocks noGrp="1"/>
          </p:cNvSpPr>
          <p:nvPr>
            <p:ph type="title" idx="18" hasCustomPrompt="1"/>
          </p:nvPr>
        </p:nvSpPr>
        <p:spPr>
          <a:xfrm>
            <a:off x="784376" y="2313531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470" name="Google Shape;470;p27"/>
          <p:cNvSpPr txBox="1">
            <a:spLocks noGrp="1"/>
          </p:cNvSpPr>
          <p:nvPr>
            <p:ph type="ctrTitle" idx="19"/>
          </p:nvPr>
        </p:nvSpPr>
        <p:spPr>
          <a:xfrm>
            <a:off x="1912664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71" name="Google Shape;471;p27"/>
          <p:cNvSpPr txBox="1">
            <a:spLocks noGrp="1"/>
          </p:cNvSpPr>
          <p:nvPr>
            <p:ph type="ctrTitle" idx="20"/>
          </p:nvPr>
        </p:nvSpPr>
        <p:spPr>
          <a:xfrm>
            <a:off x="1912664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72" name="Google Shape;472;p27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28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75" name="Google Shape;475;p2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7" name="Google Shape;497;p28"/>
          <p:cNvSpPr txBox="1">
            <a:spLocks noGrp="1"/>
          </p:cNvSpPr>
          <p:nvPr>
            <p:ph type="subTitle" idx="1"/>
          </p:nvPr>
        </p:nvSpPr>
        <p:spPr>
          <a:xfrm>
            <a:off x="2059950" y="2514140"/>
            <a:ext cx="43272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8" name="Google Shape;498;p28"/>
          <p:cNvSpPr txBox="1">
            <a:spLocks noGrp="1"/>
          </p:cNvSpPr>
          <p:nvPr>
            <p:ph type="title"/>
          </p:nvPr>
        </p:nvSpPr>
        <p:spPr>
          <a:xfrm>
            <a:off x="1080450" y="1555960"/>
            <a:ext cx="5306700" cy="89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9" name="Google Shape;499;p28"/>
          <p:cNvSpPr txBox="1">
            <a:spLocks noGrp="1"/>
          </p:cNvSpPr>
          <p:nvPr>
            <p:ph type="title" idx="2" hasCustomPrompt="1"/>
          </p:nvPr>
        </p:nvSpPr>
        <p:spPr>
          <a:xfrm>
            <a:off x="6853050" y="2092943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500" name="Google Shape;500;p28"/>
          <p:cNvGrpSpPr/>
          <p:nvPr/>
        </p:nvGrpSpPr>
        <p:grpSpPr>
          <a:xfrm rot="-5072894" flipH="1">
            <a:off x="-1007770" y="1789630"/>
            <a:ext cx="3474349" cy="888902"/>
            <a:chOff x="3809875" y="1963175"/>
            <a:chExt cx="1923600" cy="492150"/>
          </a:xfrm>
        </p:grpSpPr>
        <p:sp>
          <p:nvSpPr>
            <p:cNvPr id="501" name="Google Shape;501;p28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8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8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8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8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8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8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8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8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8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2" name="Google Shape;512;p28"/>
          <p:cNvGrpSpPr/>
          <p:nvPr/>
        </p:nvGrpSpPr>
        <p:grpSpPr>
          <a:xfrm rot="-375097">
            <a:off x="7330557" y="3418618"/>
            <a:ext cx="711742" cy="793298"/>
            <a:chOff x="6554696" y="509501"/>
            <a:chExt cx="711709" cy="793261"/>
          </a:xfrm>
        </p:grpSpPr>
        <p:sp>
          <p:nvSpPr>
            <p:cNvPr id="513" name="Google Shape;513;p28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8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oogle Shape;516;p29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17" name="Google Shape;517;p2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9" name="Google Shape;539;p29"/>
          <p:cNvSpPr txBox="1">
            <a:spLocks noGrp="1"/>
          </p:cNvSpPr>
          <p:nvPr>
            <p:ph type="title"/>
          </p:nvPr>
        </p:nvSpPr>
        <p:spPr>
          <a:xfrm>
            <a:off x="3168000" y="1478819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40" name="Google Shape;540;p29"/>
          <p:cNvSpPr txBox="1">
            <a:spLocks noGrp="1"/>
          </p:cNvSpPr>
          <p:nvPr>
            <p:ph type="body" idx="1"/>
          </p:nvPr>
        </p:nvSpPr>
        <p:spPr>
          <a:xfrm>
            <a:off x="3168000" y="2469364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4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3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43" name="Google Shape;543;p3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5" name="Google Shape;565;p30"/>
          <p:cNvSpPr txBox="1">
            <a:spLocks noGrp="1"/>
          </p:cNvSpPr>
          <p:nvPr>
            <p:ph type="subTitle" idx="1"/>
          </p:nvPr>
        </p:nvSpPr>
        <p:spPr>
          <a:xfrm>
            <a:off x="398370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6" name="Google Shape;566;p30"/>
          <p:cNvSpPr txBox="1">
            <a:spLocks noGrp="1"/>
          </p:cNvSpPr>
          <p:nvPr>
            <p:ph type="ctrTitle"/>
          </p:nvPr>
        </p:nvSpPr>
        <p:spPr>
          <a:xfrm>
            <a:off x="58758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567" name="Google Shape;567;p30"/>
          <p:cNvGrpSpPr/>
          <p:nvPr/>
        </p:nvGrpSpPr>
        <p:grpSpPr>
          <a:xfrm>
            <a:off x="7673759" y="-287513"/>
            <a:ext cx="788762" cy="861588"/>
            <a:chOff x="7673759" y="-287513"/>
            <a:chExt cx="788762" cy="861588"/>
          </a:xfrm>
        </p:grpSpPr>
        <p:grpSp>
          <p:nvGrpSpPr>
            <p:cNvPr id="568" name="Google Shape;568;p30"/>
            <p:cNvGrpSpPr/>
            <p:nvPr/>
          </p:nvGrpSpPr>
          <p:grpSpPr>
            <a:xfrm rot="350572">
              <a:off x="7712287" y="-253348"/>
              <a:ext cx="711705" cy="793257"/>
              <a:chOff x="6554696" y="509501"/>
              <a:chExt cx="711709" cy="793261"/>
            </a:xfrm>
          </p:grpSpPr>
          <p:sp>
            <p:nvSpPr>
              <p:cNvPr id="569" name="Google Shape;569;p30"/>
              <p:cNvSpPr/>
              <p:nvPr/>
            </p:nvSpPr>
            <p:spPr>
              <a:xfrm>
                <a:off x="6560695" y="516700"/>
                <a:ext cx="696978" cy="779230"/>
              </a:xfrm>
              <a:custGeom>
                <a:avLst/>
                <a:gdLst/>
                <a:ahLst/>
                <a:cxnLst/>
                <a:rect l="l" t="t" r="r" b="b"/>
                <a:pathLst>
                  <a:path w="20913" h="23381" extrusionOk="0">
                    <a:moveTo>
                      <a:pt x="4201" y="1"/>
                    </a:moveTo>
                    <a:cubicBezTo>
                      <a:pt x="1903" y="1"/>
                      <a:pt x="28" y="1866"/>
                      <a:pt x="28" y="4165"/>
                    </a:cubicBezTo>
                    <a:lnTo>
                      <a:pt x="1" y="17073"/>
                    </a:lnTo>
                    <a:cubicBezTo>
                      <a:pt x="1" y="18903"/>
                      <a:pt x="1190" y="20516"/>
                      <a:pt x="2930" y="21057"/>
                    </a:cubicBezTo>
                    <a:lnTo>
                      <a:pt x="9736" y="23193"/>
                    </a:lnTo>
                    <a:cubicBezTo>
                      <a:pt x="10143" y="23318"/>
                      <a:pt x="10563" y="23381"/>
                      <a:pt x="10982" y="23381"/>
                    </a:cubicBezTo>
                    <a:cubicBezTo>
                      <a:pt x="11444" y="23381"/>
                      <a:pt x="11906" y="23304"/>
                      <a:pt x="12350" y="23148"/>
                    </a:cubicBezTo>
                    <a:lnTo>
                      <a:pt x="18092" y="21147"/>
                    </a:lnTo>
                    <a:cubicBezTo>
                      <a:pt x="19759" y="20570"/>
                      <a:pt x="20886" y="18993"/>
                      <a:pt x="20886" y="17217"/>
                    </a:cubicBezTo>
                    <a:lnTo>
                      <a:pt x="20913" y="4201"/>
                    </a:lnTo>
                    <a:cubicBezTo>
                      <a:pt x="20913" y="1903"/>
                      <a:pt x="19047" y="28"/>
                      <a:pt x="16748" y="28"/>
                    </a:cubicBezTo>
                    <a:lnTo>
                      <a:pt x="42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0"/>
              <p:cNvSpPr/>
              <p:nvPr/>
            </p:nvSpPr>
            <p:spPr>
              <a:xfrm>
                <a:off x="6554696" y="509501"/>
                <a:ext cx="711709" cy="793261"/>
              </a:xfrm>
              <a:custGeom>
                <a:avLst/>
                <a:gdLst/>
                <a:ahLst/>
                <a:cxnLst/>
                <a:rect l="l" t="t" r="r" b="b"/>
                <a:pathLst>
                  <a:path w="21355" h="23802" extrusionOk="0">
                    <a:moveTo>
                      <a:pt x="5138" y="442"/>
                    </a:moveTo>
                    <a:lnTo>
                      <a:pt x="7572" y="451"/>
                    </a:lnTo>
                    <a:lnTo>
                      <a:pt x="12440" y="469"/>
                    </a:lnTo>
                    <a:lnTo>
                      <a:pt x="14873" y="469"/>
                    </a:lnTo>
                    <a:lnTo>
                      <a:pt x="16090" y="478"/>
                    </a:lnTo>
                    <a:cubicBezTo>
                      <a:pt x="16249" y="478"/>
                      <a:pt x="16412" y="477"/>
                      <a:pt x="16574" y="477"/>
                    </a:cubicBezTo>
                    <a:cubicBezTo>
                      <a:pt x="16817" y="477"/>
                      <a:pt x="17058" y="480"/>
                      <a:pt x="17280" y="496"/>
                    </a:cubicBezTo>
                    <a:cubicBezTo>
                      <a:pt x="17659" y="541"/>
                      <a:pt x="18037" y="622"/>
                      <a:pt x="18389" y="766"/>
                    </a:cubicBezTo>
                    <a:cubicBezTo>
                      <a:pt x="18740" y="920"/>
                      <a:pt x="19083" y="1109"/>
                      <a:pt x="19380" y="1352"/>
                    </a:cubicBezTo>
                    <a:cubicBezTo>
                      <a:pt x="19669" y="1596"/>
                      <a:pt x="19939" y="1866"/>
                      <a:pt x="20155" y="2191"/>
                    </a:cubicBezTo>
                    <a:cubicBezTo>
                      <a:pt x="20363" y="2506"/>
                      <a:pt x="20534" y="2849"/>
                      <a:pt x="20651" y="3209"/>
                    </a:cubicBezTo>
                    <a:cubicBezTo>
                      <a:pt x="20759" y="3579"/>
                      <a:pt x="20832" y="3948"/>
                      <a:pt x="20832" y="4336"/>
                    </a:cubicBezTo>
                    <a:cubicBezTo>
                      <a:pt x="20841" y="4733"/>
                      <a:pt x="20832" y="5147"/>
                      <a:pt x="20832" y="5544"/>
                    </a:cubicBezTo>
                    <a:lnTo>
                      <a:pt x="20841" y="7978"/>
                    </a:lnTo>
                    <a:lnTo>
                      <a:pt x="20850" y="12845"/>
                    </a:lnTo>
                    <a:lnTo>
                      <a:pt x="20850" y="15279"/>
                    </a:lnTo>
                    <a:lnTo>
                      <a:pt x="20850" y="16496"/>
                    </a:lnTo>
                    <a:lnTo>
                      <a:pt x="20850" y="17109"/>
                    </a:lnTo>
                    <a:lnTo>
                      <a:pt x="20859" y="17406"/>
                    </a:lnTo>
                    <a:lnTo>
                      <a:pt x="20841" y="17704"/>
                    </a:lnTo>
                    <a:cubicBezTo>
                      <a:pt x="20795" y="18470"/>
                      <a:pt x="20516" y="19218"/>
                      <a:pt x="20047" y="19831"/>
                    </a:cubicBezTo>
                    <a:cubicBezTo>
                      <a:pt x="19579" y="20453"/>
                      <a:pt x="18930" y="20921"/>
                      <a:pt x="18208" y="21183"/>
                    </a:cubicBezTo>
                    <a:lnTo>
                      <a:pt x="13602" y="22769"/>
                    </a:lnTo>
                    <a:lnTo>
                      <a:pt x="12458" y="23175"/>
                    </a:lnTo>
                    <a:cubicBezTo>
                      <a:pt x="12088" y="23292"/>
                      <a:pt x="11709" y="23364"/>
                      <a:pt x="11322" y="23382"/>
                    </a:cubicBezTo>
                    <a:cubicBezTo>
                      <a:pt x="11267" y="23385"/>
                      <a:pt x="11211" y="23386"/>
                      <a:pt x="11156" y="23386"/>
                    </a:cubicBezTo>
                    <a:cubicBezTo>
                      <a:pt x="10830" y="23386"/>
                      <a:pt x="10500" y="23342"/>
                      <a:pt x="10177" y="23265"/>
                    </a:cubicBezTo>
                    <a:cubicBezTo>
                      <a:pt x="9997" y="23211"/>
                      <a:pt x="9798" y="23148"/>
                      <a:pt x="9609" y="23085"/>
                    </a:cubicBezTo>
                    <a:lnTo>
                      <a:pt x="9023" y="22905"/>
                    </a:lnTo>
                    <a:lnTo>
                      <a:pt x="4381" y="21453"/>
                    </a:lnTo>
                    <a:lnTo>
                      <a:pt x="3218" y="21093"/>
                    </a:lnTo>
                    <a:cubicBezTo>
                      <a:pt x="2849" y="20976"/>
                      <a:pt x="2497" y="20813"/>
                      <a:pt x="2173" y="20597"/>
                    </a:cubicBezTo>
                    <a:cubicBezTo>
                      <a:pt x="1542" y="20173"/>
                      <a:pt x="1001" y="19578"/>
                      <a:pt x="676" y="18866"/>
                    </a:cubicBezTo>
                    <a:cubicBezTo>
                      <a:pt x="505" y="18515"/>
                      <a:pt x="397" y="18136"/>
                      <a:pt x="343" y="17749"/>
                    </a:cubicBezTo>
                    <a:cubicBezTo>
                      <a:pt x="298" y="17361"/>
                      <a:pt x="316" y="16955"/>
                      <a:pt x="316" y="16550"/>
                    </a:cubicBezTo>
                    <a:lnTo>
                      <a:pt x="334" y="14116"/>
                    </a:lnTo>
                    <a:lnTo>
                      <a:pt x="388" y="9248"/>
                    </a:lnTo>
                    <a:cubicBezTo>
                      <a:pt x="397" y="7626"/>
                      <a:pt x="406" y="6003"/>
                      <a:pt x="415" y="4381"/>
                    </a:cubicBezTo>
                    <a:cubicBezTo>
                      <a:pt x="424" y="3993"/>
                      <a:pt x="478" y="3606"/>
                      <a:pt x="586" y="3245"/>
                    </a:cubicBezTo>
                    <a:cubicBezTo>
                      <a:pt x="703" y="2876"/>
                      <a:pt x="866" y="2524"/>
                      <a:pt x="1082" y="2200"/>
                    </a:cubicBezTo>
                    <a:cubicBezTo>
                      <a:pt x="1298" y="1884"/>
                      <a:pt x="1551" y="1596"/>
                      <a:pt x="1848" y="1343"/>
                    </a:cubicBezTo>
                    <a:cubicBezTo>
                      <a:pt x="2155" y="1109"/>
                      <a:pt x="2479" y="902"/>
                      <a:pt x="2831" y="748"/>
                    </a:cubicBezTo>
                    <a:cubicBezTo>
                      <a:pt x="3191" y="604"/>
                      <a:pt x="3561" y="505"/>
                      <a:pt x="3948" y="460"/>
                    </a:cubicBezTo>
                    <a:cubicBezTo>
                      <a:pt x="4039" y="451"/>
                      <a:pt x="4138" y="451"/>
                      <a:pt x="4237" y="442"/>
                    </a:cubicBezTo>
                    <a:close/>
                    <a:moveTo>
                      <a:pt x="4381" y="0"/>
                    </a:moveTo>
                    <a:lnTo>
                      <a:pt x="4219" y="9"/>
                    </a:lnTo>
                    <a:cubicBezTo>
                      <a:pt x="4111" y="18"/>
                      <a:pt x="4003" y="18"/>
                      <a:pt x="3894" y="27"/>
                    </a:cubicBezTo>
                    <a:cubicBezTo>
                      <a:pt x="3471" y="81"/>
                      <a:pt x="3056" y="190"/>
                      <a:pt x="2668" y="352"/>
                    </a:cubicBezTo>
                    <a:cubicBezTo>
                      <a:pt x="2272" y="523"/>
                      <a:pt x="1911" y="748"/>
                      <a:pt x="1578" y="1019"/>
                    </a:cubicBezTo>
                    <a:cubicBezTo>
                      <a:pt x="1253" y="1289"/>
                      <a:pt x="965" y="1614"/>
                      <a:pt x="731" y="1965"/>
                    </a:cubicBezTo>
                    <a:cubicBezTo>
                      <a:pt x="496" y="2326"/>
                      <a:pt x="316" y="2713"/>
                      <a:pt x="190" y="3119"/>
                    </a:cubicBezTo>
                    <a:cubicBezTo>
                      <a:pt x="63" y="3534"/>
                      <a:pt x="9" y="3957"/>
                      <a:pt x="0" y="4381"/>
                    </a:cubicBezTo>
                    <a:cubicBezTo>
                      <a:pt x="0" y="6003"/>
                      <a:pt x="0" y="7626"/>
                      <a:pt x="9" y="9248"/>
                    </a:cubicBezTo>
                    <a:lnTo>
                      <a:pt x="54" y="14116"/>
                    </a:lnTo>
                    <a:lnTo>
                      <a:pt x="54" y="16550"/>
                    </a:lnTo>
                    <a:lnTo>
                      <a:pt x="54" y="17154"/>
                    </a:lnTo>
                    <a:cubicBezTo>
                      <a:pt x="54" y="17253"/>
                      <a:pt x="54" y="17361"/>
                      <a:pt x="63" y="17469"/>
                    </a:cubicBezTo>
                    <a:cubicBezTo>
                      <a:pt x="63" y="17568"/>
                      <a:pt x="72" y="17676"/>
                      <a:pt x="81" y="17776"/>
                    </a:cubicBezTo>
                    <a:cubicBezTo>
                      <a:pt x="127" y="18190"/>
                      <a:pt x="217" y="18605"/>
                      <a:pt x="370" y="19002"/>
                    </a:cubicBezTo>
                    <a:cubicBezTo>
                      <a:pt x="676" y="19786"/>
                      <a:pt x="1226" y="20489"/>
                      <a:pt x="1947" y="20949"/>
                    </a:cubicBezTo>
                    <a:cubicBezTo>
                      <a:pt x="2299" y="21183"/>
                      <a:pt x="2696" y="21363"/>
                      <a:pt x="3092" y="21489"/>
                    </a:cubicBezTo>
                    <a:lnTo>
                      <a:pt x="4255" y="21859"/>
                    </a:lnTo>
                    <a:lnTo>
                      <a:pt x="8897" y="23310"/>
                    </a:lnTo>
                    <a:lnTo>
                      <a:pt x="9483" y="23490"/>
                    </a:lnTo>
                    <a:cubicBezTo>
                      <a:pt x="9672" y="23554"/>
                      <a:pt x="9862" y="23617"/>
                      <a:pt x="10078" y="23671"/>
                    </a:cubicBezTo>
                    <a:cubicBezTo>
                      <a:pt x="10418" y="23761"/>
                      <a:pt x="10777" y="23801"/>
                      <a:pt x="11133" y="23801"/>
                    </a:cubicBezTo>
                    <a:cubicBezTo>
                      <a:pt x="11202" y="23801"/>
                      <a:pt x="11271" y="23800"/>
                      <a:pt x="11340" y="23797"/>
                    </a:cubicBezTo>
                    <a:cubicBezTo>
                      <a:pt x="11764" y="23779"/>
                      <a:pt x="12187" y="23698"/>
                      <a:pt x="12593" y="23563"/>
                    </a:cubicBezTo>
                    <a:lnTo>
                      <a:pt x="13738" y="23157"/>
                    </a:lnTo>
                    <a:lnTo>
                      <a:pt x="18335" y="21552"/>
                    </a:lnTo>
                    <a:cubicBezTo>
                      <a:pt x="19137" y="21273"/>
                      <a:pt x="19858" y="20759"/>
                      <a:pt x="20372" y="20083"/>
                    </a:cubicBezTo>
                    <a:cubicBezTo>
                      <a:pt x="20895" y="19407"/>
                      <a:pt x="21210" y="18578"/>
                      <a:pt x="21273" y="17731"/>
                    </a:cubicBezTo>
                    <a:lnTo>
                      <a:pt x="21282" y="17406"/>
                    </a:lnTo>
                    <a:lnTo>
                      <a:pt x="21282" y="17109"/>
                    </a:lnTo>
                    <a:lnTo>
                      <a:pt x="21291" y="16496"/>
                    </a:lnTo>
                    <a:lnTo>
                      <a:pt x="21291" y="15279"/>
                    </a:lnTo>
                    <a:lnTo>
                      <a:pt x="21309" y="12845"/>
                    </a:lnTo>
                    <a:lnTo>
                      <a:pt x="21327" y="7978"/>
                    </a:lnTo>
                    <a:lnTo>
                      <a:pt x="21345" y="5544"/>
                    </a:lnTo>
                    <a:cubicBezTo>
                      <a:pt x="21345" y="5138"/>
                      <a:pt x="21354" y="4742"/>
                      <a:pt x="21345" y="4327"/>
                    </a:cubicBezTo>
                    <a:cubicBezTo>
                      <a:pt x="21336" y="3894"/>
                      <a:pt x="21255" y="3471"/>
                      <a:pt x="21129" y="3056"/>
                    </a:cubicBezTo>
                    <a:cubicBezTo>
                      <a:pt x="20994" y="2650"/>
                      <a:pt x="20795" y="2263"/>
                      <a:pt x="20561" y="1911"/>
                    </a:cubicBezTo>
                    <a:cubicBezTo>
                      <a:pt x="20309" y="1551"/>
                      <a:pt x="20011" y="1244"/>
                      <a:pt x="19678" y="974"/>
                    </a:cubicBezTo>
                    <a:cubicBezTo>
                      <a:pt x="19344" y="694"/>
                      <a:pt x="18966" y="487"/>
                      <a:pt x="18569" y="325"/>
                    </a:cubicBezTo>
                    <a:cubicBezTo>
                      <a:pt x="18172" y="153"/>
                      <a:pt x="17749" y="72"/>
                      <a:pt x="17325" y="18"/>
                    </a:cubicBezTo>
                    <a:cubicBezTo>
                      <a:pt x="17109" y="5"/>
                      <a:pt x="16901" y="2"/>
                      <a:pt x="16698" y="2"/>
                    </a:cubicBezTo>
                    <a:cubicBezTo>
                      <a:pt x="16596" y="2"/>
                      <a:pt x="16494" y="3"/>
                      <a:pt x="16393" y="3"/>
                    </a:cubicBezTo>
                    <a:cubicBezTo>
                      <a:pt x="16292" y="3"/>
                      <a:pt x="16192" y="2"/>
                      <a:pt x="160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1" name="Google Shape;571;p30"/>
            <p:cNvSpPr/>
            <p:nvPr/>
          </p:nvSpPr>
          <p:spPr>
            <a:xfrm rot="442426">
              <a:off x="8229710" y="-161880"/>
              <a:ext cx="102851" cy="55127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5"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" name="Google Shape;573;p31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74" name="Google Shape;574;p3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6" name="Google Shape;596;p31"/>
          <p:cNvSpPr txBox="1">
            <a:spLocks noGrp="1"/>
          </p:cNvSpPr>
          <p:nvPr>
            <p:ph type="subTitle" idx="1"/>
          </p:nvPr>
        </p:nvSpPr>
        <p:spPr>
          <a:xfrm>
            <a:off x="235185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97" name="Google Shape;597;p31"/>
          <p:cNvSpPr txBox="1">
            <a:spLocks noGrp="1"/>
          </p:cNvSpPr>
          <p:nvPr>
            <p:ph type="ctrTitle"/>
          </p:nvPr>
        </p:nvSpPr>
        <p:spPr>
          <a:xfrm>
            <a:off x="32979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3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00" name="Google Shape;600;p3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2" name="Google Shape;622;p32"/>
          <p:cNvSpPr txBox="1">
            <a:spLocks noGrp="1"/>
          </p:cNvSpPr>
          <p:nvPr>
            <p:ph type="subTitle" idx="1"/>
          </p:nvPr>
        </p:nvSpPr>
        <p:spPr>
          <a:xfrm>
            <a:off x="906900" y="298732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3" name="Google Shape;623;p32"/>
          <p:cNvSpPr txBox="1">
            <a:spLocks noGrp="1"/>
          </p:cNvSpPr>
          <p:nvPr>
            <p:ph type="subTitle" idx="2"/>
          </p:nvPr>
        </p:nvSpPr>
        <p:spPr>
          <a:xfrm>
            <a:off x="906900" y="12797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4" name="Google Shape;624;p32"/>
          <p:cNvSpPr txBox="1">
            <a:spLocks noGrp="1"/>
          </p:cNvSpPr>
          <p:nvPr>
            <p:ph type="subTitle" idx="3"/>
          </p:nvPr>
        </p:nvSpPr>
        <p:spPr>
          <a:xfrm>
            <a:off x="906900" y="1743949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5" name="Google Shape;625;p32"/>
          <p:cNvSpPr txBox="1">
            <a:spLocks noGrp="1"/>
          </p:cNvSpPr>
          <p:nvPr>
            <p:ph type="subTitle" idx="4"/>
          </p:nvPr>
        </p:nvSpPr>
        <p:spPr>
          <a:xfrm>
            <a:off x="906900" y="3464338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6" name="Google Shape;626;p3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7"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oogle Shape;628;p3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29" name="Google Shape;629;p3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1" name="Google Shape;651;p33"/>
          <p:cNvSpPr txBox="1">
            <a:spLocks noGrp="1"/>
          </p:cNvSpPr>
          <p:nvPr>
            <p:ph type="ctrTitle"/>
          </p:nvPr>
        </p:nvSpPr>
        <p:spPr>
          <a:xfrm>
            <a:off x="52729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52" name="Google Shape;652;p33"/>
          <p:cNvSpPr txBox="1">
            <a:spLocks noGrp="1"/>
          </p:cNvSpPr>
          <p:nvPr>
            <p:ph type="subTitle" idx="1"/>
          </p:nvPr>
        </p:nvSpPr>
        <p:spPr>
          <a:xfrm>
            <a:off x="52729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3" name="Google Shape;653;p33"/>
          <p:cNvSpPr txBox="1">
            <a:spLocks noGrp="1"/>
          </p:cNvSpPr>
          <p:nvPr>
            <p:ph type="subTitle" idx="2"/>
          </p:nvPr>
        </p:nvSpPr>
        <p:spPr>
          <a:xfrm>
            <a:off x="52729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33"/>
          <p:cNvSpPr txBox="1">
            <a:spLocks noGrp="1"/>
          </p:cNvSpPr>
          <p:nvPr>
            <p:ph type="ctrTitle" idx="3"/>
          </p:nvPr>
        </p:nvSpPr>
        <p:spPr>
          <a:xfrm>
            <a:off x="52729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55" name="Google Shape;655;p33"/>
          <p:cNvSpPr txBox="1">
            <a:spLocks noGrp="1"/>
          </p:cNvSpPr>
          <p:nvPr>
            <p:ph type="ctrTitle" idx="4"/>
          </p:nvPr>
        </p:nvSpPr>
        <p:spPr>
          <a:xfrm>
            <a:off x="14197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56" name="Google Shape;656;p33"/>
          <p:cNvSpPr txBox="1">
            <a:spLocks noGrp="1"/>
          </p:cNvSpPr>
          <p:nvPr>
            <p:ph type="subTitle" idx="5"/>
          </p:nvPr>
        </p:nvSpPr>
        <p:spPr>
          <a:xfrm>
            <a:off x="14197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7" name="Google Shape;657;p33"/>
          <p:cNvSpPr txBox="1">
            <a:spLocks noGrp="1"/>
          </p:cNvSpPr>
          <p:nvPr>
            <p:ph type="subTitle" idx="6"/>
          </p:nvPr>
        </p:nvSpPr>
        <p:spPr>
          <a:xfrm>
            <a:off x="14197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8" name="Google Shape;658;p33"/>
          <p:cNvSpPr txBox="1">
            <a:spLocks noGrp="1"/>
          </p:cNvSpPr>
          <p:nvPr>
            <p:ph type="ctrTitle" idx="7"/>
          </p:nvPr>
        </p:nvSpPr>
        <p:spPr>
          <a:xfrm>
            <a:off x="14197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59" name="Google Shape;659;p33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8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1" name="Google Shape;661;p34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662" name="Google Shape;662;p34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63" name="Google Shape;663;p3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64" name="Google Shape;664;p34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665" name="Google Shape;665;p3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0" name="Google Shape;680;p34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681" name="Google Shape;681;p3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6" name="Google Shape;696;p34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7" name="Google Shape;697;p34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8" name="Google Shape;698;p34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9" name="Google Shape;699;p34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" name="Google Shape;700;p34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1" name="Google Shape;701;p3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02" name="Google Shape;702;p3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087300" cy="145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3" name="Google Shape;703;p34"/>
          <p:cNvSpPr txBox="1">
            <a:spLocks noGrp="1"/>
          </p:cNvSpPr>
          <p:nvPr>
            <p:ph type="subTitle" idx="1"/>
          </p:nvPr>
        </p:nvSpPr>
        <p:spPr>
          <a:xfrm>
            <a:off x="5703898" y="86720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4" name="Google Shape;704;p34"/>
          <p:cNvSpPr txBox="1">
            <a:spLocks noGrp="1"/>
          </p:cNvSpPr>
          <p:nvPr>
            <p:ph type="subTitle" idx="2"/>
          </p:nvPr>
        </p:nvSpPr>
        <p:spPr>
          <a:xfrm>
            <a:off x="5703898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5" name="Google Shape;705;p34"/>
          <p:cNvSpPr txBox="1">
            <a:spLocks noGrp="1"/>
          </p:cNvSpPr>
          <p:nvPr>
            <p:ph type="subTitle" idx="3"/>
          </p:nvPr>
        </p:nvSpPr>
        <p:spPr>
          <a:xfrm>
            <a:off x="906900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6" name="Google Shape;706;p34"/>
          <p:cNvSpPr txBox="1">
            <a:spLocks noGrp="1"/>
          </p:cNvSpPr>
          <p:nvPr>
            <p:ph type="subTitle" idx="4"/>
          </p:nvPr>
        </p:nvSpPr>
        <p:spPr>
          <a:xfrm>
            <a:off x="906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7" name="Google Shape;707;p34"/>
          <p:cNvSpPr txBox="1">
            <a:spLocks noGrp="1"/>
          </p:cNvSpPr>
          <p:nvPr>
            <p:ph type="subTitle" idx="5"/>
          </p:nvPr>
        </p:nvSpPr>
        <p:spPr>
          <a:xfrm>
            <a:off x="5703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8" name="Google Shape;708;p34"/>
          <p:cNvSpPr txBox="1">
            <a:spLocks noGrp="1"/>
          </p:cNvSpPr>
          <p:nvPr>
            <p:ph type="subTitle" idx="6"/>
          </p:nvPr>
        </p:nvSpPr>
        <p:spPr>
          <a:xfrm>
            <a:off x="5703900" y="1247983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9"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0" name="Google Shape;710;p3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11" name="Google Shape;711;p3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3" name="Google Shape;733;p35"/>
          <p:cNvSpPr txBox="1">
            <a:spLocks noGrp="1"/>
          </p:cNvSpPr>
          <p:nvPr>
            <p:ph type="ctrTitle"/>
          </p:nvPr>
        </p:nvSpPr>
        <p:spPr>
          <a:xfrm>
            <a:off x="3443850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34" name="Google Shape;734;p35"/>
          <p:cNvSpPr txBox="1">
            <a:spLocks noGrp="1"/>
          </p:cNvSpPr>
          <p:nvPr>
            <p:ph type="subTitle" idx="1"/>
          </p:nvPr>
        </p:nvSpPr>
        <p:spPr>
          <a:xfrm>
            <a:off x="344384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5" name="Google Shape;735;p35"/>
          <p:cNvSpPr txBox="1">
            <a:spLocks noGrp="1"/>
          </p:cNvSpPr>
          <p:nvPr>
            <p:ph type="subTitle" idx="2"/>
          </p:nvPr>
        </p:nvSpPr>
        <p:spPr>
          <a:xfrm>
            <a:off x="4759920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35"/>
          <p:cNvSpPr txBox="1">
            <a:spLocks noGrp="1"/>
          </p:cNvSpPr>
          <p:nvPr>
            <p:ph type="ctrTitle" idx="3"/>
          </p:nvPr>
        </p:nvSpPr>
        <p:spPr>
          <a:xfrm>
            <a:off x="475992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37" name="Google Shape;737;p35"/>
          <p:cNvSpPr txBox="1">
            <a:spLocks noGrp="1"/>
          </p:cNvSpPr>
          <p:nvPr>
            <p:ph type="ctrTitle" idx="4"/>
          </p:nvPr>
        </p:nvSpPr>
        <p:spPr>
          <a:xfrm>
            <a:off x="81170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38" name="Google Shape;738;p35"/>
          <p:cNvSpPr txBox="1">
            <a:spLocks noGrp="1"/>
          </p:cNvSpPr>
          <p:nvPr>
            <p:ph type="subTitle" idx="5"/>
          </p:nvPr>
        </p:nvSpPr>
        <p:spPr>
          <a:xfrm>
            <a:off x="81170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9" name="Google Shape;739;p35"/>
          <p:cNvSpPr txBox="1">
            <a:spLocks noGrp="1"/>
          </p:cNvSpPr>
          <p:nvPr>
            <p:ph type="subTitle" idx="6"/>
          </p:nvPr>
        </p:nvSpPr>
        <p:spPr>
          <a:xfrm>
            <a:off x="2127778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0" name="Google Shape;740;p35"/>
          <p:cNvSpPr txBox="1">
            <a:spLocks noGrp="1"/>
          </p:cNvSpPr>
          <p:nvPr>
            <p:ph type="ctrTitle" idx="7"/>
          </p:nvPr>
        </p:nvSpPr>
        <p:spPr>
          <a:xfrm>
            <a:off x="212778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41" name="Google Shape;741;p35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42" name="Google Shape;742;p35"/>
          <p:cNvSpPr txBox="1">
            <a:spLocks noGrp="1"/>
          </p:cNvSpPr>
          <p:nvPr>
            <p:ph type="ctrTitle" idx="9"/>
          </p:nvPr>
        </p:nvSpPr>
        <p:spPr>
          <a:xfrm>
            <a:off x="607599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43" name="Google Shape;743;p35"/>
          <p:cNvSpPr txBox="1">
            <a:spLocks noGrp="1"/>
          </p:cNvSpPr>
          <p:nvPr>
            <p:ph type="subTitle" idx="13"/>
          </p:nvPr>
        </p:nvSpPr>
        <p:spPr>
          <a:xfrm>
            <a:off x="607599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3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46" name="Google Shape;746;p3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8" name="Google Shape;768;p36"/>
          <p:cNvSpPr txBox="1">
            <a:spLocks noGrp="1"/>
          </p:cNvSpPr>
          <p:nvPr>
            <p:ph type="title"/>
          </p:nvPr>
        </p:nvSpPr>
        <p:spPr>
          <a:xfrm>
            <a:off x="5314275" y="1089028"/>
            <a:ext cx="3109500" cy="13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9" name="Google Shape;769;p36"/>
          <p:cNvSpPr txBox="1">
            <a:spLocks noGrp="1"/>
          </p:cNvSpPr>
          <p:nvPr>
            <p:ph type="subTitle" idx="1"/>
          </p:nvPr>
        </p:nvSpPr>
        <p:spPr>
          <a:xfrm>
            <a:off x="6241125" y="2611969"/>
            <a:ext cx="2182800" cy="14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34"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1" name="Google Shape;771;p3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72" name="Google Shape;772;p3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4" name="Google Shape;794;p37"/>
          <p:cNvSpPr txBox="1">
            <a:spLocks noGrp="1"/>
          </p:cNvSpPr>
          <p:nvPr>
            <p:ph type="title"/>
          </p:nvPr>
        </p:nvSpPr>
        <p:spPr>
          <a:xfrm>
            <a:off x="717000" y="1491225"/>
            <a:ext cx="3870300" cy="93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95" name="Google Shape;795;p37"/>
          <p:cNvSpPr txBox="1">
            <a:spLocks noGrp="1"/>
          </p:cNvSpPr>
          <p:nvPr>
            <p:ph type="subTitle" idx="1"/>
          </p:nvPr>
        </p:nvSpPr>
        <p:spPr>
          <a:xfrm>
            <a:off x="1870200" y="2570158"/>
            <a:ext cx="27171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1"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7" name="Google Shape;797;p38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98" name="Google Shape;798;p3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0" name="Google Shape;820;p38"/>
          <p:cNvSpPr txBox="1">
            <a:spLocks noGrp="1"/>
          </p:cNvSpPr>
          <p:nvPr>
            <p:ph type="ctrTitle"/>
          </p:nvPr>
        </p:nvSpPr>
        <p:spPr>
          <a:xfrm>
            <a:off x="988403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821" name="Google Shape;821;p38"/>
          <p:cNvSpPr txBox="1">
            <a:spLocks noGrp="1"/>
          </p:cNvSpPr>
          <p:nvPr>
            <p:ph type="subTitle" idx="1"/>
          </p:nvPr>
        </p:nvSpPr>
        <p:spPr>
          <a:xfrm>
            <a:off x="988403" y="1579523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2" name="Google Shape;822;p38"/>
          <p:cNvSpPr txBox="1">
            <a:spLocks noGrp="1"/>
          </p:cNvSpPr>
          <p:nvPr>
            <p:ph type="subTitle" idx="2"/>
          </p:nvPr>
        </p:nvSpPr>
        <p:spPr>
          <a:xfrm>
            <a:off x="988403" y="3577425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3" name="Google Shape;823;p38"/>
          <p:cNvSpPr txBox="1">
            <a:spLocks noGrp="1"/>
          </p:cNvSpPr>
          <p:nvPr>
            <p:ph type="subTitle" idx="3"/>
          </p:nvPr>
        </p:nvSpPr>
        <p:spPr>
          <a:xfrm>
            <a:off x="988403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4" name="Google Shape;824;p38"/>
          <p:cNvSpPr txBox="1">
            <a:spLocks noGrp="1"/>
          </p:cNvSpPr>
          <p:nvPr>
            <p:ph type="ctrTitle" idx="4"/>
          </p:nvPr>
        </p:nvSpPr>
        <p:spPr>
          <a:xfrm>
            <a:off x="988403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825" name="Google Shape;825;p38"/>
          <p:cNvSpPr txBox="1">
            <a:spLocks noGrp="1"/>
          </p:cNvSpPr>
          <p:nvPr>
            <p:ph type="ctrTitle" idx="5"/>
          </p:nvPr>
        </p:nvSpPr>
        <p:spPr>
          <a:xfrm>
            <a:off x="988403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826" name="Google Shape;826;p38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9"/>
          <p:cNvSpPr txBox="1">
            <a:spLocks noGrp="1"/>
          </p:cNvSpPr>
          <p:nvPr>
            <p:ph type="title"/>
          </p:nvPr>
        </p:nvSpPr>
        <p:spPr>
          <a:xfrm>
            <a:off x="5059850" y="3019625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1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0"/>
          <p:cNvSpPr txBox="1">
            <a:spLocks noGrp="1"/>
          </p:cNvSpPr>
          <p:nvPr>
            <p:ph type="title"/>
          </p:nvPr>
        </p:nvSpPr>
        <p:spPr>
          <a:xfrm>
            <a:off x="1249850" y="873387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4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" name="Google Shape;832;p41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833" name="Google Shape;833;p4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5" name="Google Shape;855;p41"/>
          <p:cNvSpPr txBox="1">
            <a:spLocks noGrp="1"/>
          </p:cNvSpPr>
          <p:nvPr>
            <p:ph type="title"/>
          </p:nvPr>
        </p:nvSpPr>
        <p:spPr>
          <a:xfrm>
            <a:off x="1232825" y="1765317"/>
            <a:ext cx="66783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6" name="Google Shape;856;p41"/>
          <p:cNvSpPr txBox="1">
            <a:spLocks noGrp="1"/>
          </p:cNvSpPr>
          <p:nvPr>
            <p:ph type="body" idx="1"/>
          </p:nvPr>
        </p:nvSpPr>
        <p:spPr>
          <a:xfrm>
            <a:off x="2155325" y="2698083"/>
            <a:ext cx="48333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USTOM_32"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8" name="Google Shape;858;p4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859" name="Google Shape;859;p4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1" name="Google Shape;881;p42"/>
          <p:cNvSpPr txBox="1">
            <a:spLocks noGrp="1"/>
          </p:cNvSpPr>
          <p:nvPr>
            <p:ph type="title"/>
          </p:nvPr>
        </p:nvSpPr>
        <p:spPr>
          <a:xfrm>
            <a:off x="3800500" y="1351950"/>
            <a:ext cx="3933000" cy="15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82" name="Google Shape;882;p42"/>
          <p:cNvSpPr txBox="1">
            <a:spLocks noGrp="1"/>
          </p:cNvSpPr>
          <p:nvPr>
            <p:ph type="body" idx="1"/>
          </p:nvPr>
        </p:nvSpPr>
        <p:spPr>
          <a:xfrm>
            <a:off x="3800550" y="3111475"/>
            <a:ext cx="39330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r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5"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4" name="Google Shape;884;p4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885" name="Google Shape;885;p4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7" name="Google Shape;907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6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9" name="Google Shape;909;p44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910" name="Google Shape;910;p44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11" name="Google Shape;911;p4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12" name="Google Shape;912;p44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913" name="Google Shape;913;p4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4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4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4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4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4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4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8" name="Google Shape;928;p44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929" name="Google Shape;929;p4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944" name="Google Shape;944;p44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5" name="Google Shape;945;p44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6" name="Google Shape;946;p44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7" name="Google Shape;947;p44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8" name="Google Shape;948;p44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9" name="Google Shape;949;p4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50" name="Google Shape;950;p44"/>
          <p:cNvSpPr txBox="1">
            <a:spLocks noGrp="1"/>
          </p:cNvSpPr>
          <p:nvPr>
            <p:ph type="subTitle" idx="1"/>
          </p:nvPr>
        </p:nvSpPr>
        <p:spPr>
          <a:xfrm>
            <a:off x="906900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1" name="Google Shape;951;p44"/>
          <p:cNvSpPr txBox="1">
            <a:spLocks noGrp="1"/>
          </p:cNvSpPr>
          <p:nvPr>
            <p:ph type="subTitle" idx="2"/>
          </p:nvPr>
        </p:nvSpPr>
        <p:spPr>
          <a:xfrm>
            <a:off x="5565696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2" name="Google Shape;952;p44"/>
          <p:cNvSpPr txBox="1">
            <a:spLocks noGrp="1"/>
          </p:cNvSpPr>
          <p:nvPr>
            <p:ph type="subTitle" idx="3"/>
          </p:nvPr>
        </p:nvSpPr>
        <p:spPr>
          <a:xfrm>
            <a:off x="906900" y="208403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3" name="Google Shape;953;p44"/>
          <p:cNvSpPr txBox="1">
            <a:spLocks noGrp="1"/>
          </p:cNvSpPr>
          <p:nvPr>
            <p:ph type="subTitle" idx="4"/>
          </p:nvPr>
        </p:nvSpPr>
        <p:spPr>
          <a:xfrm>
            <a:off x="5565688" y="2094806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4" name="Google Shape;954;p44"/>
          <p:cNvSpPr txBox="1">
            <a:spLocks noGrp="1"/>
          </p:cNvSpPr>
          <p:nvPr>
            <p:ph type="subTitle" idx="5"/>
          </p:nvPr>
        </p:nvSpPr>
        <p:spPr>
          <a:xfrm>
            <a:off x="906900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5" name="Google Shape;955;p44"/>
          <p:cNvSpPr txBox="1">
            <a:spLocks noGrp="1"/>
          </p:cNvSpPr>
          <p:nvPr>
            <p:ph type="subTitle" idx="6"/>
          </p:nvPr>
        </p:nvSpPr>
        <p:spPr>
          <a:xfrm>
            <a:off x="5565688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6" name="Google Shape;956;p44"/>
          <p:cNvSpPr txBox="1">
            <a:spLocks noGrp="1"/>
          </p:cNvSpPr>
          <p:nvPr>
            <p:ph type="subTitle" idx="7"/>
          </p:nvPr>
        </p:nvSpPr>
        <p:spPr>
          <a:xfrm>
            <a:off x="906900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7" name="Google Shape;957;p44"/>
          <p:cNvSpPr txBox="1">
            <a:spLocks noGrp="1"/>
          </p:cNvSpPr>
          <p:nvPr>
            <p:ph type="subTitle" idx="8"/>
          </p:nvPr>
        </p:nvSpPr>
        <p:spPr>
          <a:xfrm>
            <a:off x="5565688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8" name="Google Shape;958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30000" cy="99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7"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0" name="Google Shape;960;p4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961" name="Google Shape;961;p4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3" name="Google Shape;983;p45"/>
          <p:cNvSpPr txBox="1">
            <a:spLocks noGrp="1"/>
          </p:cNvSpPr>
          <p:nvPr>
            <p:ph type="ctrTitle"/>
          </p:nvPr>
        </p:nvSpPr>
        <p:spPr>
          <a:xfrm>
            <a:off x="5295149" y="1449725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984" name="Google Shape;984;p45"/>
          <p:cNvSpPr txBox="1">
            <a:spLocks noGrp="1"/>
          </p:cNvSpPr>
          <p:nvPr>
            <p:ph type="subTitle" idx="1"/>
          </p:nvPr>
        </p:nvSpPr>
        <p:spPr>
          <a:xfrm>
            <a:off x="5295149" y="1731948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5" name="Google Shape;985;p45"/>
          <p:cNvSpPr txBox="1">
            <a:spLocks noGrp="1"/>
          </p:cNvSpPr>
          <p:nvPr>
            <p:ph type="subTitle" idx="2"/>
          </p:nvPr>
        </p:nvSpPr>
        <p:spPr>
          <a:xfrm>
            <a:off x="5295149" y="3281876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6" name="Google Shape;986;p45"/>
          <p:cNvSpPr txBox="1">
            <a:spLocks noGrp="1"/>
          </p:cNvSpPr>
          <p:nvPr>
            <p:ph type="ctrTitle" idx="3"/>
          </p:nvPr>
        </p:nvSpPr>
        <p:spPr>
          <a:xfrm>
            <a:off x="5295153" y="2989856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987" name="Google Shape;987;p45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8"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9" name="Google Shape;989;p4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990" name="Google Shape;990;p4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2" name="Google Shape;1012;p4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24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4" name="Google Shape;1014;p4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015" name="Google Shape;1015;p4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7" name="Google Shape;1037;p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99100" cy="87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9"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9" name="Google Shape;1039;p4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040" name="Google Shape;1040;p4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2" name="Google Shape;1062;p48"/>
          <p:cNvSpPr txBox="1">
            <a:spLocks noGrp="1"/>
          </p:cNvSpPr>
          <p:nvPr>
            <p:ph type="subTitle" idx="1"/>
          </p:nvPr>
        </p:nvSpPr>
        <p:spPr>
          <a:xfrm>
            <a:off x="8041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063" name="Google Shape;1063;p48"/>
          <p:cNvSpPr txBox="1">
            <a:spLocks noGrp="1"/>
          </p:cNvSpPr>
          <p:nvPr>
            <p:ph type="subTitle" idx="2"/>
          </p:nvPr>
        </p:nvSpPr>
        <p:spPr>
          <a:xfrm>
            <a:off x="58336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064" name="Google Shape;1064;p48"/>
          <p:cNvSpPr txBox="1">
            <a:spLocks noGrp="1"/>
          </p:cNvSpPr>
          <p:nvPr>
            <p:ph type="subTitle" idx="3"/>
          </p:nvPr>
        </p:nvSpPr>
        <p:spPr>
          <a:xfrm>
            <a:off x="8041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065" name="Google Shape;1065;p48"/>
          <p:cNvSpPr txBox="1">
            <a:spLocks noGrp="1"/>
          </p:cNvSpPr>
          <p:nvPr>
            <p:ph type="subTitle" idx="4"/>
          </p:nvPr>
        </p:nvSpPr>
        <p:spPr>
          <a:xfrm>
            <a:off x="58336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066" name="Google Shape;1066;p48"/>
          <p:cNvSpPr txBox="1">
            <a:spLocks noGrp="1"/>
          </p:cNvSpPr>
          <p:nvPr>
            <p:ph type="subTitle" idx="5"/>
          </p:nvPr>
        </p:nvSpPr>
        <p:spPr>
          <a:xfrm>
            <a:off x="331890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067" name="Google Shape;1067;p48"/>
          <p:cNvSpPr txBox="1">
            <a:spLocks noGrp="1"/>
          </p:cNvSpPr>
          <p:nvPr>
            <p:ph type="subTitle" idx="6"/>
          </p:nvPr>
        </p:nvSpPr>
        <p:spPr>
          <a:xfrm>
            <a:off x="331890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068" name="Google Shape;1068;p4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69" name="Google Shape;1069;p48"/>
          <p:cNvSpPr txBox="1">
            <a:spLocks noGrp="1"/>
          </p:cNvSpPr>
          <p:nvPr>
            <p:ph type="subTitle" idx="7"/>
          </p:nvPr>
        </p:nvSpPr>
        <p:spPr>
          <a:xfrm>
            <a:off x="8041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0" name="Google Shape;1070;p48"/>
          <p:cNvSpPr txBox="1">
            <a:spLocks noGrp="1"/>
          </p:cNvSpPr>
          <p:nvPr>
            <p:ph type="subTitle" idx="8"/>
          </p:nvPr>
        </p:nvSpPr>
        <p:spPr>
          <a:xfrm>
            <a:off x="58336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1" name="Google Shape;1071;p48"/>
          <p:cNvSpPr txBox="1">
            <a:spLocks noGrp="1"/>
          </p:cNvSpPr>
          <p:nvPr>
            <p:ph type="subTitle" idx="9"/>
          </p:nvPr>
        </p:nvSpPr>
        <p:spPr>
          <a:xfrm>
            <a:off x="8041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2" name="Google Shape;1072;p48"/>
          <p:cNvSpPr txBox="1">
            <a:spLocks noGrp="1"/>
          </p:cNvSpPr>
          <p:nvPr>
            <p:ph type="subTitle" idx="13"/>
          </p:nvPr>
        </p:nvSpPr>
        <p:spPr>
          <a:xfrm>
            <a:off x="58336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3" name="Google Shape;1073;p48"/>
          <p:cNvSpPr txBox="1">
            <a:spLocks noGrp="1"/>
          </p:cNvSpPr>
          <p:nvPr>
            <p:ph type="subTitle" idx="14"/>
          </p:nvPr>
        </p:nvSpPr>
        <p:spPr>
          <a:xfrm>
            <a:off x="331890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4" name="Google Shape;1074;p48"/>
          <p:cNvSpPr txBox="1">
            <a:spLocks noGrp="1"/>
          </p:cNvSpPr>
          <p:nvPr>
            <p:ph type="subTitle" idx="15"/>
          </p:nvPr>
        </p:nvSpPr>
        <p:spPr>
          <a:xfrm>
            <a:off x="331890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7"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6" name="Google Shape;1076;p4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077" name="Google Shape;1077;p4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9" name="Google Shape;1099;p49"/>
          <p:cNvSpPr txBox="1">
            <a:spLocks noGrp="1"/>
          </p:cNvSpPr>
          <p:nvPr>
            <p:ph type="subTitle" idx="1"/>
          </p:nvPr>
        </p:nvSpPr>
        <p:spPr>
          <a:xfrm>
            <a:off x="8041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100" name="Google Shape;1100;p49"/>
          <p:cNvSpPr txBox="1">
            <a:spLocks noGrp="1"/>
          </p:cNvSpPr>
          <p:nvPr>
            <p:ph type="subTitle" idx="2"/>
          </p:nvPr>
        </p:nvSpPr>
        <p:spPr>
          <a:xfrm>
            <a:off x="58336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101" name="Google Shape;1101;p49"/>
          <p:cNvSpPr txBox="1">
            <a:spLocks noGrp="1"/>
          </p:cNvSpPr>
          <p:nvPr>
            <p:ph type="subTitle" idx="3"/>
          </p:nvPr>
        </p:nvSpPr>
        <p:spPr>
          <a:xfrm>
            <a:off x="3318900" y="20030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102" name="Google Shape;1102;p49"/>
          <p:cNvSpPr txBox="1">
            <a:spLocks noGrp="1"/>
          </p:cNvSpPr>
          <p:nvPr>
            <p:ph type="title"/>
          </p:nvPr>
        </p:nvSpPr>
        <p:spPr>
          <a:xfrm>
            <a:off x="5917800" y="540000"/>
            <a:ext cx="25062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3" name="Google Shape;1103;p49"/>
          <p:cNvSpPr txBox="1">
            <a:spLocks noGrp="1"/>
          </p:cNvSpPr>
          <p:nvPr>
            <p:ph type="subTitle" idx="4"/>
          </p:nvPr>
        </p:nvSpPr>
        <p:spPr>
          <a:xfrm>
            <a:off x="8041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04" name="Google Shape;1104;p49"/>
          <p:cNvSpPr txBox="1">
            <a:spLocks noGrp="1"/>
          </p:cNvSpPr>
          <p:nvPr>
            <p:ph type="subTitle" idx="5"/>
          </p:nvPr>
        </p:nvSpPr>
        <p:spPr>
          <a:xfrm>
            <a:off x="58336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05" name="Google Shape;1105;p49"/>
          <p:cNvSpPr txBox="1">
            <a:spLocks noGrp="1"/>
          </p:cNvSpPr>
          <p:nvPr>
            <p:ph type="subTitle" idx="6"/>
          </p:nvPr>
        </p:nvSpPr>
        <p:spPr>
          <a:xfrm>
            <a:off x="3318900" y="2389956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28"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7" name="Google Shape;1107;p50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108" name="Google Shape;1108;p5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5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5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5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5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0" name="Google Shape;1130;p50"/>
          <p:cNvSpPr txBox="1">
            <a:spLocks noGrp="1"/>
          </p:cNvSpPr>
          <p:nvPr>
            <p:ph type="subTitle" idx="1"/>
          </p:nvPr>
        </p:nvSpPr>
        <p:spPr>
          <a:xfrm>
            <a:off x="1342450" y="3241403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131" name="Google Shape;1131;p50"/>
          <p:cNvSpPr txBox="1">
            <a:spLocks noGrp="1"/>
          </p:cNvSpPr>
          <p:nvPr>
            <p:ph type="subTitle" idx="2"/>
          </p:nvPr>
        </p:nvSpPr>
        <p:spPr>
          <a:xfrm>
            <a:off x="5295350" y="3232090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132" name="Google Shape;1132;p5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3" name="Google Shape;1133;p50"/>
          <p:cNvSpPr txBox="1">
            <a:spLocks noGrp="1"/>
          </p:cNvSpPr>
          <p:nvPr>
            <p:ph type="subTitle" idx="3"/>
          </p:nvPr>
        </p:nvSpPr>
        <p:spPr>
          <a:xfrm>
            <a:off x="1342450" y="3615440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34" name="Google Shape;1134;p50"/>
          <p:cNvSpPr txBox="1">
            <a:spLocks noGrp="1"/>
          </p:cNvSpPr>
          <p:nvPr>
            <p:ph type="subTitle" idx="4"/>
          </p:nvPr>
        </p:nvSpPr>
        <p:spPr>
          <a:xfrm>
            <a:off x="5295350" y="3606127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CUSTOM_20"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" name="Google Shape;1136;p51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137" name="Google Shape;1137;p5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5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5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5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5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5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5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5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5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5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5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5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5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5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5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5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5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5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9" name="Google Shape;1159;p51"/>
          <p:cNvSpPr txBox="1">
            <a:spLocks noGrp="1"/>
          </p:cNvSpPr>
          <p:nvPr>
            <p:ph type="ctrTitle"/>
          </p:nvPr>
        </p:nvSpPr>
        <p:spPr>
          <a:xfrm>
            <a:off x="3443847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160" name="Google Shape;1160;p51"/>
          <p:cNvSpPr txBox="1">
            <a:spLocks noGrp="1"/>
          </p:cNvSpPr>
          <p:nvPr>
            <p:ph type="subTitle" idx="1"/>
          </p:nvPr>
        </p:nvSpPr>
        <p:spPr>
          <a:xfrm>
            <a:off x="3443847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61" name="Google Shape;1161;p51"/>
          <p:cNvSpPr txBox="1">
            <a:spLocks noGrp="1"/>
          </p:cNvSpPr>
          <p:nvPr>
            <p:ph type="subTitle" idx="2"/>
          </p:nvPr>
        </p:nvSpPr>
        <p:spPr>
          <a:xfrm>
            <a:off x="475992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62" name="Google Shape;1162;p51"/>
          <p:cNvSpPr txBox="1">
            <a:spLocks noGrp="1"/>
          </p:cNvSpPr>
          <p:nvPr>
            <p:ph type="ctrTitle" idx="3"/>
          </p:nvPr>
        </p:nvSpPr>
        <p:spPr>
          <a:xfrm>
            <a:off x="475992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163" name="Google Shape;1163;p51"/>
          <p:cNvSpPr txBox="1">
            <a:spLocks noGrp="1"/>
          </p:cNvSpPr>
          <p:nvPr>
            <p:ph type="ctrTitle" idx="4"/>
          </p:nvPr>
        </p:nvSpPr>
        <p:spPr>
          <a:xfrm>
            <a:off x="81170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164" name="Google Shape;1164;p51"/>
          <p:cNvSpPr txBox="1">
            <a:spLocks noGrp="1"/>
          </p:cNvSpPr>
          <p:nvPr>
            <p:ph type="subTitle" idx="5"/>
          </p:nvPr>
        </p:nvSpPr>
        <p:spPr>
          <a:xfrm>
            <a:off x="81170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65" name="Google Shape;1165;p51"/>
          <p:cNvSpPr txBox="1">
            <a:spLocks noGrp="1"/>
          </p:cNvSpPr>
          <p:nvPr>
            <p:ph type="subTitle" idx="6"/>
          </p:nvPr>
        </p:nvSpPr>
        <p:spPr>
          <a:xfrm>
            <a:off x="212778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66" name="Google Shape;1166;p51"/>
          <p:cNvSpPr txBox="1">
            <a:spLocks noGrp="1"/>
          </p:cNvSpPr>
          <p:nvPr>
            <p:ph type="ctrTitle" idx="7"/>
          </p:nvPr>
        </p:nvSpPr>
        <p:spPr>
          <a:xfrm>
            <a:off x="212778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167" name="Google Shape;1167;p51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68" name="Google Shape;1168;p51"/>
          <p:cNvSpPr txBox="1">
            <a:spLocks noGrp="1"/>
          </p:cNvSpPr>
          <p:nvPr>
            <p:ph type="ctrTitle" idx="9"/>
          </p:nvPr>
        </p:nvSpPr>
        <p:spPr>
          <a:xfrm>
            <a:off x="607599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169" name="Google Shape;1169;p51"/>
          <p:cNvSpPr txBox="1">
            <a:spLocks noGrp="1"/>
          </p:cNvSpPr>
          <p:nvPr>
            <p:ph type="subTitle" idx="13"/>
          </p:nvPr>
        </p:nvSpPr>
        <p:spPr>
          <a:xfrm>
            <a:off x="607599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CUSTOM_21"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1171;p5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172" name="Google Shape;1172;p5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5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5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5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5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5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5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5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5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5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5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5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5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5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5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5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5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5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5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1" name="Google Shape;1191;p52"/>
          <p:cNvSpPr txBox="1">
            <a:spLocks noGrp="1"/>
          </p:cNvSpPr>
          <p:nvPr>
            <p:ph type="title" hasCustomPrompt="1"/>
          </p:nvPr>
        </p:nvSpPr>
        <p:spPr>
          <a:xfrm>
            <a:off x="715349" y="1829975"/>
            <a:ext cx="52644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2" name="Google Shape;1192;p52"/>
          <p:cNvSpPr txBox="1">
            <a:spLocks noGrp="1"/>
          </p:cNvSpPr>
          <p:nvPr>
            <p:ph type="body" idx="1"/>
          </p:nvPr>
        </p:nvSpPr>
        <p:spPr>
          <a:xfrm>
            <a:off x="715350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_33"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4" name="Google Shape;1194;p5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195" name="Google Shape;1195;p5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5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5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5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5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5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5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5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5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5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5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5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5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5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5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5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5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5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5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4" name="Google Shape;1214;p53"/>
          <p:cNvSpPr txBox="1">
            <a:spLocks noGrp="1"/>
          </p:cNvSpPr>
          <p:nvPr>
            <p:ph type="title" hasCustomPrompt="1"/>
          </p:nvPr>
        </p:nvSpPr>
        <p:spPr>
          <a:xfrm>
            <a:off x="3772625" y="1829975"/>
            <a:ext cx="45693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5" name="Google Shape;1215;p53"/>
          <p:cNvSpPr txBox="1">
            <a:spLocks noGrp="1"/>
          </p:cNvSpPr>
          <p:nvPr>
            <p:ph type="body" idx="1"/>
          </p:nvPr>
        </p:nvSpPr>
        <p:spPr>
          <a:xfrm>
            <a:off x="3772649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2"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7" name="Google Shape;1217;p54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218" name="Google Shape;1218;p54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19" name="Google Shape;1219;p5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20" name="Google Shape;1220;p54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221" name="Google Shape;1221;p5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5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5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5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5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5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5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5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5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5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5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5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5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5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5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6" name="Google Shape;1236;p54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237" name="Google Shape;1237;p5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5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5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5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5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5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5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5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5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5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5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5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5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5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5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52" name="Google Shape;1252;p54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3" name="Google Shape;1253;p54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4" name="Google Shape;1254;p54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5" name="Google Shape;1255;p54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6" name="Google Shape;1256;p54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7" name="Google Shape;1257;p5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58" name="Google Shape;1258;p54"/>
          <p:cNvSpPr txBox="1">
            <a:spLocks noGrp="1"/>
          </p:cNvSpPr>
          <p:nvPr>
            <p:ph type="title" hasCustomPrompt="1"/>
          </p:nvPr>
        </p:nvSpPr>
        <p:spPr>
          <a:xfrm>
            <a:off x="720000" y="1143700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59" name="Google Shape;1259;p54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60" name="Google Shape;1260;p54"/>
          <p:cNvSpPr txBox="1">
            <a:spLocks noGrp="1"/>
          </p:cNvSpPr>
          <p:nvPr>
            <p:ph type="title" idx="3" hasCustomPrompt="1"/>
          </p:nvPr>
        </p:nvSpPr>
        <p:spPr>
          <a:xfrm>
            <a:off x="5094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61" name="Google Shape;1261;p54"/>
          <p:cNvSpPr txBox="1">
            <a:spLocks noGrp="1"/>
          </p:cNvSpPr>
          <p:nvPr>
            <p:ph type="subTitle" idx="1"/>
          </p:nvPr>
        </p:nvSpPr>
        <p:spPr>
          <a:xfrm>
            <a:off x="915300" y="1964863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62" name="Google Shape;1262;p54"/>
          <p:cNvSpPr txBox="1">
            <a:spLocks noGrp="1"/>
          </p:cNvSpPr>
          <p:nvPr>
            <p:ph type="subTitle" idx="4"/>
          </p:nvPr>
        </p:nvSpPr>
        <p:spPr>
          <a:xfrm>
            <a:off x="915300" y="3754738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63" name="Google Shape;1263;p54"/>
          <p:cNvSpPr txBox="1">
            <a:spLocks noGrp="1"/>
          </p:cNvSpPr>
          <p:nvPr>
            <p:ph type="subTitle" idx="5"/>
          </p:nvPr>
        </p:nvSpPr>
        <p:spPr>
          <a:xfrm>
            <a:off x="5192850" y="3754772"/>
            <a:ext cx="31323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3"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5" name="Google Shape;1265;p5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266" name="Google Shape;1266;p5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5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5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5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5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5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5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5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5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5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5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5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5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5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5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5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5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5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5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5" name="Google Shape;1285;p55"/>
          <p:cNvSpPr txBox="1">
            <a:spLocks noGrp="1"/>
          </p:cNvSpPr>
          <p:nvPr>
            <p:ph type="title" hasCustomPrompt="1"/>
          </p:nvPr>
        </p:nvSpPr>
        <p:spPr>
          <a:xfrm>
            <a:off x="3285938" y="11437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86" name="Google Shape;1286;p55"/>
          <p:cNvSpPr txBox="1">
            <a:spLocks noGrp="1"/>
          </p:cNvSpPr>
          <p:nvPr>
            <p:ph type="subTitle" idx="1"/>
          </p:nvPr>
        </p:nvSpPr>
        <p:spPr>
          <a:xfrm>
            <a:off x="3285938" y="1964876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87" name="Google Shape;1287;p55"/>
          <p:cNvSpPr txBox="1">
            <a:spLocks noGrp="1"/>
          </p:cNvSpPr>
          <p:nvPr>
            <p:ph type="title" idx="2" hasCustomPrompt="1"/>
          </p:nvPr>
        </p:nvSpPr>
        <p:spPr>
          <a:xfrm>
            <a:off x="3285938" y="29701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88" name="Google Shape;1288;p55"/>
          <p:cNvSpPr txBox="1">
            <a:spLocks noGrp="1"/>
          </p:cNvSpPr>
          <p:nvPr>
            <p:ph type="subTitle" idx="3"/>
          </p:nvPr>
        </p:nvSpPr>
        <p:spPr>
          <a:xfrm>
            <a:off x="3285938" y="3791277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89" name="Google Shape;1289;p55"/>
          <p:cNvSpPr txBox="1">
            <a:spLocks noGrp="1"/>
          </p:cNvSpPr>
          <p:nvPr>
            <p:ph type="title" idx="4" hasCustomPrompt="1"/>
          </p:nvPr>
        </p:nvSpPr>
        <p:spPr>
          <a:xfrm>
            <a:off x="6030113" y="11563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90" name="Google Shape;1290;p55"/>
          <p:cNvSpPr txBox="1">
            <a:spLocks noGrp="1"/>
          </p:cNvSpPr>
          <p:nvPr>
            <p:ph type="subTitle" idx="5"/>
          </p:nvPr>
        </p:nvSpPr>
        <p:spPr>
          <a:xfrm>
            <a:off x="6030113" y="19775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91" name="Google Shape;1291;p55"/>
          <p:cNvSpPr txBox="1">
            <a:spLocks noGrp="1"/>
          </p:cNvSpPr>
          <p:nvPr>
            <p:ph type="title" idx="6" hasCustomPrompt="1"/>
          </p:nvPr>
        </p:nvSpPr>
        <p:spPr>
          <a:xfrm>
            <a:off x="6030113" y="29827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92" name="Google Shape;1292;p55"/>
          <p:cNvSpPr txBox="1">
            <a:spLocks noGrp="1"/>
          </p:cNvSpPr>
          <p:nvPr>
            <p:ph type="subTitle" idx="7"/>
          </p:nvPr>
        </p:nvSpPr>
        <p:spPr>
          <a:xfrm>
            <a:off x="6030113" y="38039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5"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4" name="Google Shape;1294;p56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295" name="Google Shape;1295;p56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96" name="Google Shape;1296;p5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97" name="Google Shape;1297;p56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298" name="Google Shape;1298;p5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5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5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5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5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5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5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5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5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5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5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5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5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5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5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3" name="Google Shape;1313;p56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314" name="Google Shape;1314;p5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5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5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5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5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5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5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5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5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5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5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5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5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5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5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29" name="Google Shape;1329;p56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0" name="Google Shape;1330;p56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1" name="Google Shape;1331;p56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2" name="Google Shape;1332;p56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3" name="Google Shape;1333;p56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4" name="Google Shape;1334;p5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35" name="Google Shape;1335;p56"/>
          <p:cNvSpPr txBox="1">
            <a:spLocks noGrp="1"/>
          </p:cNvSpPr>
          <p:nvPr>
            <p:ph type="subTitle" idx="1"/>
          </p:nvPr>
        </p:nvSpPr>
        <p:spPr>
          <a:xfrm>
            <a:off x="720000" y="2532242"/>
            <a:ext cx="23004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36" name="Google Shape;1336;p56"/>
          <p:cNvSpPr txBox="1">
            <a:spLocks noGrp="1"/>
          </p:cNvSpPr>
          <p:nvPr>
            <p:ph type="title"/>
          </p:nvPr>
        </p:nvSpPr>
        <p:spPr>
          <a:xfrm>
            <a:off x="720000" y="1452200"/>
            <a:ext cx="1554900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6"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8" name="Google Shape;1338;p57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339" name="Google Shape;1339;p57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40" name="Google Shape;1340;p5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41" name="Google Shape;1341;p57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342" name="Google Shape;1342;p5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5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5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5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5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5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5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5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5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5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5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5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5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5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5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7" name="Google Shape;1357;p57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358" name="Google Shape;1358;p5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5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5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5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5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5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5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5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5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5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5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5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5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5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5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73" name="Google Shape;1373;p57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4" name="Google Shape;1374;p57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5" name="Google Shape;1375;p57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6" name="Google Shape;1376;p57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7" name="Google Shape;1377;p57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8" name="Google Shape;1378;p5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79" name="Google Shape;1379;p57"/>
          <p:cNvSpPr txBox="1">
            <a:spLocks noGrp="1"/>
          </p:cNvSpPr>
          <p:nvPr>
            <p:ph type="subTitle" idx="1"/>
          </p:nvPr>
        </p:nvSpPr>
        <p:spPr>
          <a:xfrm>
            <a:off x="6302975" y="2571750"/>
            <a:ext cx="21213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80" name="Google Shape;1380;p57"/>
          <p:cNvSpPr txBox="1">
            <a:spLocks noGrp="1"/>
          </p:cNvSpPr>
          <p:nvPr>
            <p:ph type="title"/>
          </p:nvPr>
        </p:nvSpPr>
        <p:spPr>
          <a:xfrm>
            <a:off x="6682500" y="1452213"/>
            <a:ext cx="1741500" cy="9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30"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2" name="Google Shape;1382;p58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383" name="Google Shape;1383;p5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5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5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5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5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5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5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5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5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5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5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5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5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5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5" name="Google Shape;1405;p5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06" name="Google Shape;1406;p58"/>
          <p:cNvSpPr txBox="1">
            <a:spLocks noGrp="1"/>
          </p:cNvSpPr>
          <p:nvPr>
            <p:ph type="body" idx="1"/>
          </p:nvPr>
        </p:nvSpPr>
        <p:spPr>
          <a:xfrm>
            <a:off x="720000" y="1246924"/>
            <a:ext cx="7704000" cy="3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9"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8" name="Google Shape;1408;p5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409" name="Google Shape;1409;p5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5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5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5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5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5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5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5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5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5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5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5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5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5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5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5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5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5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5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428" name="Google Shape;1428;p59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9" name="Google Shape;1429;p59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59"/>
          <p:cNvSpPr txBox="1">
            <a:spLocks noGrp="1"/>
          </p:cNvSpPr>
          <p:nvPr>
            <p:ph type="ctrTitle"/>
          </p:nvPr>
        </p:nvSpPr>
        <p:spPr>
          <a:xfrm>
            <a:off x="2351875" y="540000"/>
            <a:ext cx="4440300" cy="92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31" name="Google Shape;1431;p59"/>
          <p:cNvSpPr txBox="1"/>
          <p:nvPr/>
        </p:nvSpPr>
        <p:spPr>
          <a:xfrm>
            <a:off x="2422213" y="3592175"/>
            <a:ext cx="42996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CREDITS: This presentation template was created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, including icons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 and infographics &amp; images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432" name="Google Shape;1432;p59"/>
          <p:cNvSpPr txBox="1">
            <a:spLocks noGrp="1"/>
          </p:cNvSpPr>
          <p:nvPr>
            <p:ph type="subTitle" idx="1"/>
          </p:nvPr>
        </p:nvSpPr>
        <p:spPr>
          <a:xfrm>
            <a:off x="2955600" y="2255325"/>
            <a:ext cx="3232800" cy="13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1433" name="Google Shape;1433;p59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1434" name="Google Shape;1434;p59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59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59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59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59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59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59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59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59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59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59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5"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6" name="Google Shape;1446;p60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447" name="Google Shape;1447;p60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8" name="Google Shape;1448;p60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49" name="Google Shape;1449;p60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450" name="Google Shape;1450;p60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60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60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60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60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60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60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0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60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60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0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60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60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60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60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5" name="Google Shape;1465;p60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466" name="Google Shape;1466;p60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60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60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60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60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60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60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60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60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60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60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60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60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60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60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81" name="Google Shape;1481;p60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60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60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4" name="Google Shape;1484;p60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5" name="Google Shape;1485;p60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6" name="Google Shape;1486;p60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6"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8" name="Google Shape;1488;p6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489" name="Google Shape;1489;p6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6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6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6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6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6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6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6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6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6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6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6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6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6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6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6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6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6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6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08" name="Google Shape;1508;p61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9" name="Google Shape;1509;p61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0" name="Google Shape;1510;p61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1511" name="Google Shape;1511;p61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61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61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61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61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61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61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61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61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61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61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7"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3" name="Google Shape;1523;p6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524" name="Google Shape;1524;p6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6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6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6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6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6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6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6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6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6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6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6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6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6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6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6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6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6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6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6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6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6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8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6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548" name="Google Shape;1548;p6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6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6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6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6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6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6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6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6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6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6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6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6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6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6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6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6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6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6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6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6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6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0" name="Google Shape;1570;p63"/>
          <p:cNvGrpSpPr/>
          <p:nvPr/>
        </p:nvGrpSpPr>
        <p:grpSpPr>
          <a:xfrm>
            <a:off x="2995920" y="1056023"/>
            <a:ext cx="3152176" cy="3031462"/>
            <a:chOff x="1857000" y="3245400"/>
            <a:chExt cx="1233825" cy="1186575"/>
          </a:xfrm>
        </p:grpSpPr>
        <p:sp>
          <p:nvSpPr>
            <p:cNvPr id="1571" name="Google Shape;1571;p63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63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63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63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63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63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39">
    <p:spTree>
      <p:nvGrpSpPr>
        <p:cNvPr id="1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8" name="Google Shape;1578;p64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579" name="Google Shape;1579;p6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6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6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6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6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6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6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6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6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6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6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6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6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6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6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6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6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6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6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6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6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6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1" name="Google Shape;1601;p64"/>
          <p:cNvGrpSpPr/>
          <p:nvPr/>
        </p:nvGrpSpPr>
        <p:grpSpPr>
          <a:xfrm>
            <a:off x="262" y="2729663"/>
            <a:ext cx="2995174" cy="2414033"/>
            <a:chOff x="6562292" y="3785209"/>
            <a:chExt cx="1875030" cy="1511226"/>
          </a:xfrm>
        </p:grpSpPr>
        <p:grpSp>
          <p:nvGrpSpPr>
            <p:cNvPr id="1602" name="Google Shape;1602;p64"/>
            <p:cNvGrpSpPr/>
            <p:nvPr/>
          </p:nvGrpSpPr>
          <p:grpSpPr>
            <a:xfrm>
              <a:off x="7717466" y="3785209"/>
              <a:ext cx="719856" cy="680112"/>
              <a:chOff x="7717200" y="3905550"/>
              <a:chExt cx="592377" cy="559671"/>
            </a:xfrm>
          </p:grpSpPr>
          <p:sp>
            <p:nvSpPr>
              <p:cNvPr id="1603" name="Google Shape;1603;p64"/>
              <p:cNvSpPr/>
              <p:nvPr/>
            </p:nvSpPr>
            <p:spPr>
              <a:xfrm>
                <a:off x="7724869" y="3917054"/>
                <a:ext cx="581268" cy="532152"/>
              </a:xfrm>
              <a:custGeom>
                <a:avLst/>
                <a:gdLst/>
                <a:ahLst/>
                <a:cxnLst/>
                <a:rect l="l" t="t" r="r" b="b"/>
                <a:pathLst>
                  <a:path w="10308" h="9437" extrusionOk="0">
                    <a:moveTo>
                      <a:pt x="10129" y="1"/>
                    </a:moveTo>
                    <a:cubicBezTo>
                      <a:pt x="9518" y="1"/>
                      <a:pt x="4203" y="2425"/>
                      <a:pt x="3814" y="2672"/>
                    </a:cubicBezTo>
                    <a:cubicBezTo>
                      <a:pt x="3407" y="2932"/>
                      <a:pt x="0" y="4549"/>
                      <a:pt x="0" y="4684"/>
                    </a:cubicBezTo>
                    <a:cubicBezTo>
                      <a:pt x="0" y="4808"/>
                      <a:pt x="2382" y="5425"/>
                      <a:pt x="2382" y="5425"/>
                    </a:cubicBezTo>
                    <a:cubicBezTo>
                      <a:pt x="2382" y="5425"/>
                      <a:pt x="2456" y="6129"/>
                      <a:pt x="2580" y="6771"/>
                    </a:cubicBezTo>
                    <a:cubicBezTo>
                      <a:pt x="2703" y="7400"/>
                      <a:pt x="2963" y="8511"/>
                      <a:pt x="2963" y="8511"/>
                    </a:cubicBezTo>
                    <a:cubicBezTo>
                      <a:pt x="3308" y="8474"/>
                      <a:pt x="4901" y="7104"/>
                      <a:pt x="4901" y="7104"/>
                    </a:cubicBezTo>
                    <a:cubicBezTo>
                      <a:pt x="4901" y="7104"/>
                      <a:pt x="6308" y="9424"/>
                      <a:pt x="6542" y="9437"/>
                    </a:cubicBezTo>
                    <a:cubicBezTo>
                      <a:pt x="6543" y="9437"/>
                      <a:pt x="6543" y="9437"/>
                      <a:pt x="6543" y="9437"/>
                    </a:cubicBezTo>
                    <a:cubicBezTo>
                      <a:pt x="6786" y="9437"/>
                      <a:pt x="10307" y="265"/>
                      <a:pt x="10184" y="18"/>
                    </a:cubicBezTo>
                    <a:cubicBezTo>
                      <a:pt x="10177" y="6"/>
                      <a:pt x="10159" y="1"/>
                      <a:pt x="101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64"/>
              <p:cNvSpPr/>
              <p:nvPr/>
            </p:nvSpPr>
            <p:spPr>
              <a:xfrm>
                <a:off x="7717200" y="3905550"/>
                <a:ext cx="592377" cy="559671"/>
              </a:xfrm>
              <a:custGeom>
                <a:avLst/>
                <a:gdLst/>
                <a:ahLst/>
                <a:cxnLst/>
                <a:rect l="l" t="t" r="r" b="b"/>
                <a:pathLst>
                  <a:path w="10505" h="9925" extrusionOk="0">
                    <a:moveTo>
                      <a:pt x="9764" y="420"/>
                    </a:moveTo>
                    <a:cubicBezTo>
                      <a:pt x="9147" y="827"/>
                      <a:pt x="8518" y="1247"/>
                      <a:pt x="7913" y="1654"/>
                    </a:cubicBezTo>
                    <a:cubicBezTo>
                      <a:pt x="7715" y="1802"/>
                      <a:pt x="7505" y="1938"/>
                      <a:pt x="7283" y="2086"/>
                    </a:cubicBezTo>
                    <a:cubicBezTo>
                      <a:pt x="6111" y="2889"/>
                      <a:pt x="4728" y="3839"/>
                      <a:pt x="3382" y="4851"/>
                    </a:cubicBezTo>
                    <a:cubicBezTo>
                      <a:pt x="3148" y="5037"/>
                      <a:pt x="2926" y="5209"/>
                      <a:pt x="2728" y="5382"/>
                    </a:cubicBezTo>
                    <a:lnTo>
                      <a:pt x="2679" y="5419"/>
                    </a:lnTo>
                    <a:lnTo>
                      <a:pt x="2605" y="5493"/>
                    </a:lnTo>
                    <a:cubicBezTo>
                      <a:pt x="2506" y="5432"/>
                      <a:pt x="2407" y="5382"/>
                      <a:pt x="2296" y="5370"/>
                    </a:cubicBezTo>
                    <a:lnTo>
                      <a:pt x="2197" y="5345"/>
                    </a:lnTo>
                    <a:cubicBezTo>
                      <a:pt x="1963" y="5259"/>
                      <a:pt x="1728" y="5197"/>
                      <a:pt x="1482" y="5123"/>
                    </a:cubicBezTo>
                    <a:cubicBezTo>
                      <a:pt x="1087" y="5000"/>
                      <a:pt x="716" y="4913"/>
                      <a:pt x="358" y="4839"/>
                    </a:cubicBezTo>
                    <a:lnTo>
                      <a:pt x="371" y="4839"/>
                    </a:lnTo>
                    <a:lnTo>
                      <a:pt x="420" y="4802"/>
                    </a:lnTo>
                    <a:cubicBezTo>
                      <a:pt x="506" y="4740"/>
                      <a:pt x="605" y="4679"/>
                      <a:pt x="704" y="4629"/>
                    </a:cubicBezTo>
                    <a:cubicBezTo>
                      <a:pt x="815" y="4568"/>
                      <a:pt x="938" y="4518"/>
                      <a:pt x="1062" y="4456"/>
                    </a:cubicBezTo>
                    <a:lnTo>
                      <a:pt x="1210" y="4382"/>
                    </a:lnTo>
                    <a:cubicBezTo>
                      <a:pt x="1802" y="4098"/>
                      <a:pt x="2407" y="3790"/>
                      <a:pt x="3062" y="3457"/>
                    </a:cubicBezTo>
                    <a:cubicBezTo>
                      <a:pt x="3432" y="3259"/>
                      <a:pt x="3827" y="3062"/>
                      <a:pt x="4296" y="2827"/>
                    </a:cubicBezTo>
                    <a:cubicBezTo>
                      <a:pt x="5975" y="1988"/>
                      <a:pt x="7382" y="1309"/>
                      <a:pt x="8876" y="729"/>
                    </a:cubicBezTo>
                    <a:cubicBezTo>
                      <a:pt x="9159" y="605"/>
                      <a:pt x="9468" y="506"/>
                      <a:pt x="9764" y="420"/>
                    </a:cubicBezTo>
                    <a:close/>
                    <a:moveTo>
                      <a:pt x="9949" y="494"/>
                    </a:moveTo>
                    <a:lnTo>
                      <a:pt x="9949" y="494"/>
                    </a:lnTo>
                    <a:cubicBezTo>
                      <a:pt x="9814" y="630"/>
                      <a:pt x="9678" y="790"/>
                      <a:pt x="9542" y="938"/>
                    </a:cubicBezTo>
                    <a:cubicBezTo>
                      <a:pt x="9468" y="1037"/>
                      <a:pt x="9394" y="1124"/>
                      <a:pt x="9320" y="1198"/>
                    </a:cubicBezTo>
                    <a:cubicBezTo>
                      <a:pt x="8900" y="1654"/>
                      <a:pt x="8468" y="2111"/>
                      <a:pt x="8049" y="2568"/>
                    </a:cubicBezTo>
                    <a:cubicBezTo>
                      <a:pt x="7296" y="3358"/>
                      <a:pt x="6543" y="4148"/>
                      <a:pt x="5790" y="4938"/>
                    </a:cubicBezTo>
                    <a:lnTo>
                      <a:pt x="5283" y="5469"/>
                    </a:lnTo>
                    <a:lnTo>
                      <a:pt x="4913" y="5864"/>
                    </a:lnTo>
                    <a:cubicBezTo>
                      <a:pt x="4777" y="6012"/>
                      <a:pt x="4642" y="6160"/>
                      <a:pt x="4493" y="6308"/>
                    </a:cubicBezTo>
                    <a:lnTo>
                      <a:pt x="4469" y="6308"/>
                    </a:lnTo>
                    <a:cubicBezTo>
                      <a:pt x="4358" y="6370"/>
                      <a:pt x="4259" y="6456"/>
                      <a:pt x="4197" y="6567"/>
                    </a:cubicBezTo>
                    <a:cubicBezTo>
                      <a:pt x="4173" y="6580"/>
                      <a:pt x="4160" y="6604"/>
                      <a:pt x="4148" y="6617"/>
                    </a:cubicBezTo>
                    <a:cubicBezTo>
                      <a:pt x="4061" y="6740"/>
                      <a:pt x="3987" y="6863"/>
                      <a:pt x="3913" y="6987"/>
                    </a:cubicBezTo>
                    <a:lnTo>
                      <a:pt x="3864" y="7086"/>
                    </a:lnTo>
                    <a:cubicBezTo>
                      <a:pt x="3790" y="7209"/>
                      <a:pt x="3716" y="7320"/>
                      <a:pt x="3642" y="7431"/>
                    </a:cubicBezTo>
                    <a:cubicBezTo>
                      <a:pt x="3580" y="7555"/>
                      <a:pt x="3518" y="7641"/>
                      <a:pt x="3444" y="7752"/>
                    </a:cubicBezTo>
                    <a:lnTo>
                      <a:pt x="3173" y="8221"/>
                    </a:lnTo>
                    <a:lnTo>
                      <a:pt x="3123" y="8295"/>
                    </a:lnTo>
                    <a:cubicBezTo>
                      <a:pt x="3025" y="7876"/>
                      <a:pt x="2950" y="7444"/>
                      <a:pt x="2889" y="7024"/>
                    </a:cubicBezTo>
                    <a:cubicBezTo>
                      <a:pt x="2827" y="6592"/>
                      <a:pt x="2765" y="6148"/>
                      <a:pt x="2654" y="5728"/>
                    </a:cubicBezTo>
                    <a:cubicBezTo>
                      <a:pt x="2679" y="5678"/>
                      <a:pt x="2691" y="5629"/>
                      <a:pt x="2679" y="5580"/>
                    </a:cubicBezTo>
                    <a:cubicBezTo>
                      <a:pt x="2827" y="5456"/>
                      <a:pt x="2975" y="5333"/>
                      <a:pt x="3136" y="5222"/>
                    </a:cubicBezTo>
                    <a:cubicBezTo>
                      <a:pt x="3210" y="5172"/>
                      <a:pt x="3284" y="5123"/>
                      <a:pt x="3358" y="5074"/>
                    </a:cubicBezTo>
                    <a:cubicBezTo>
                      <a:pt x="3950" y="4629"/>
                      <a:pt x="4568" y="4197"/>
                      <a:pt x="5098" y="3815"/>
                    </a:cubicBezTo>
                    <a:cubicBezTo>
                      <a:pt x="6333" y="2950"/>
                      <a:pt x="7666" y="2025"/>
                      <a:pt x="9024" y="1111"/>
                    </a:cubicBezTo>
                    <a:lnTo>
                      <a:pt x="9196" y="988"/>
                    </a:lnTo>
                    <a:cubicBezTo>
                      <a:pt x="9443" y="827"/>
                      <a:pt x="9703" y="654"/>
                      <a:pt x="9949" y="494"/>
                    </a:cubicBezTo>
                    <a:close/>
                    <a:moveTo>
                      <a:pt x="4530" y="6530"/>
                    </a:moveTo>
                    <a:cubicBezTo>
                      <a:pt x="4555" y="6555"/>
                      <a:pt x="4580" y="6580"/>
                      <a:pt x="4592" y="6617"/>
                    </a:cubicBezTo>
                    <a:lnTo>
                      <a:pt x="4617" y="6641"/>
                    </a:lnTo>
                    <a:cubicBezTo>
                      <a:pt x="4679" y="6777"/>
                      <a:pt x="4753" y="6901"/>
                      <a:pt x="4802" y="7036"/>
                    </a:cubicBezTo>
                    <a:lnTo>
                      <a:pt x="4839" y="7110"/>
                    </a:lnTo>
                    <a:cubicBezTo>
                      <a:pt x="4864" y="7160"/>
                      <a:pt x="4888" y="7221"/>
                      <a:pt x="4925" y="7283"/>
                    </a:cubicBezTo>
                    <a:cubicBezTo>
                      <a:pt x="4802" y="7345"/>
                      <a:pt x="4691" y="7419"/>
                      <a:pt x="4580" y="7505"/>
                    </a:cubicBezTo>
                    <a:cubicBezTo>
                      <a:pt x="4555" y="7530"/>
                      <a:pt x="4530" y="7542"/>
                      <a:pt x="4493" y="7567"/>
                    </a:cubicBezTo>
                    <a:cubicBezTo>
                      <a:pt x="4333" y="7691"/>
                      <a:pt x="4160" y="7826"/>
                      <a:pt x="4000" y="7950"/>
                    </a:cubicBezTo>
                    <a:cubicBezTo>
                      <a:pt x="3901" y="8024"/>
                      <a:pt x="3815" y="8098"/>
                      <a:pt x="3728" y="8172"/>
                    </a:cubicBezTo>
                    <a:lnTo>
                      <a:pt x="3580" y="8308"/>
                    </a:lnTo>
                    <a:lnTo>
                      <a:pt x="3518" y="8357"/>
                    </a:lnTo>
                    <a:cubicBezTo>
                      <a:pt x="3457" y="8406"/>
                      <a:pt x="3395" y="8456"/>
                      <a:pt x="3321" y="8505"/>
                    </a:cubicBezTo>
                    <a:cubicBezTo>
                      <a:pt x="3407" y="8382"/>
                      <a:pt x="3481" y="8258"/>
                      <a:pt x="3555" y="8135"/>
                    </a:cubicBezTo>
                    <a:cubicBezTo>
                      <a:pt x="3703" y="7876"/>
                      <a:pt x="3864" y="7629"/>
                      <a:pt x="4000" y="7370"/>
                    </a:cubicBezTo>
                    <a:cubicBezTo>
                      <a:pt x="4049" y="7296"/>
                      <a:pt x="4086" y="7209"/>
                      <a:pt x="4135" y="7123"/>
                    </a:cubicBezTo>
                    <a:cubicBezTo>
                      <a:pt x="4222" y="6925"/>
                      <a:pt x="4333" y="6752"/>
                      <a:pt x="4469" y="6592"/>
                    </a:cubicBezTo>
                    <a:cubicBezTo>
                      <a:pt x="4493" y="6567"/>
                      <a:pt x="4506" y="6543"/>
                      <a:pt x="4530" y="6530"/>
                    </a:cubicBezTo>
                    <a:close/>
                    <a:moveTo>
                      <a:pt x="9912" y="877"/>
                    </a:moveTo>
                    <a:lnTo>
                      <a:pt x="9912" y="877"/>
                    </a:lnTo>
                    <a:cubicBezTo>
                      <a:pt x="9826" y="1087"/>
                      <a:pt x="9752" y="1296"/>
                      <a:pt x="9690" y="1469"/>
                    </a:cubicBezTo>
                    <a:cubicBezTo>
                      <a:pt x="9431" y="2222"/>
                      <a:pt x="9147" y="2963"/>
                      <a:pt x="8876" y="3654"/>
                    </a:cubicBezTo>
                    <a:cubicBezTo>
                      <a:pt x="8567" y="4444"/>
                      <a:pt x="8258" y="5246"/>
                      <a:pt x="7950" y="6049"/>
                    </a:cubicBezTo>
                    <a:cubicBezTo>
                      <a:pt x="7654" y="6802"/>
                      <a:pt x="7357" y="7567"/>
                      <a:pt x="7073" y="8320"/>
                    </a:cubicBezTo>
                    <a:cubicBezTo>
                      <a:pt x="7012" y="8456"/>
                      <a:pt x="6962" y="8604"/>
                      <a:pt x="6913" y="8740"/>
                    </a:cubicBezTo>
                    <a:cubicBezTo>
                      <a:pt x="6839" y="8962"/>
                      <a:pt x="6752" y="9196"/>
                      <a:pt x="6666" y="9406"/>
                    </a:cubicBezTo>
                    <a:cubicBezTo>
                      <a:pt x="6580" y="9258"/>
                      <a:pt x="6506" y="9110"/>
                      <a:pt x="6407" y="8974"/>
                    </a:cubicBezTo>
                    <a:lnTo>
                      <a:pt x="6333" y="8863"/>
                    </a:lnTo>
                    <a:lnTo>
                      <a:pt x="6197" y="8666"/>
                    </a:lnTo>
                    <a:cubicBezTo>
                      <a:pt x="6073" y="8468"/>
                      <a:pt x="5938" y="8258"/>
                      <a:pt x="5814" y="8061"/>
                    </a:cubicBezTo>
                    <a:cubicBezTo>
                      <a:pt x="5580" y="7715"/>
                      <a:pt x="5345" y="7345"/>
                      <a:pt x="5086" y="6851"/>
                    </a:cubicBezTo>
                    <a:lnTo>
                      <a:pt x="5061" y="6814"/>
                    </a:lnTo>
                    <a:cubicBezTo>
                      <a:pt x="4975" y="6666"/>
                      <a:pt x="4839" y="6407"/>
                      <a:pt x="4654" y="6333"/>
                    </a:cubicBezTo>
                    <a:cubicBezTo>
                      <a:pt x="5197" y="5839"/>
                      <a:pt x="5703" y="5308"/>
                      <a:pt x="6197" y="4790"/>
                    </a:cubicBezTo>
                    <a:cubicBezTo>
                      <a:pt x="6320" y="4654"/>
                      <a:pt x="6444" y="4530"/>
                      <a:pt x="6567" y="4395"/>
                    </a:cubicBezTo>
                    <a:cubicBezTo>
                      <a:pt x="7394" y="3531"/>
                      <a:pt x="8382" y="2494"/>
                      <a:pt x="9345" y="1469"/>
                    </a:cubicBezTo>
                    <a:cubicBezTo>
                      <a:pt x="9419" y="1383"/>
                      <a:pt x="9493" y="1309"/>
                      <a:pt x="9579" y="1222"/>
                    </a:cubicBezTo>
                    <a:cubicBezTo>
                      <a:pt x="9690" y="1111"/>
                      <a:pt x="9801" y="1000"/>
                      <a:pt x="9912" y="877"/>
                    </a:cubicBezTo>
                    <a:close/>
                    <a:moveTo>
                      <a:pt x="10172" y="0"/>
                    </a:moveTo>
                    <a:cubicBezTo>
                      <a:pt x="10085" y="0"/>
                      <a:pt x="10011" y="13"/>
                      <a:pt x="9937" y="25"/>
                    </a:cubicBezTo>
                    <a:cubicBezTo>
                      <a:pt x="9653" y="99"/>
                      <a:pt x="9369" y="185"/>
                      <a:pt x="9098" y="297"/>
                    </a:cubicBezTo>
                    <a:cubicBezTo>
                      <a:pt x="8258" y="605"/>
                      <a:pt x="7444" y="988"/>
                      <a:pt x="6691" y="1346"/>
                    </a:cubicBezTo>
                    <a:cubicBezTo>
                      <a:pt x="5506" y="1914"/>
                      <a:pt x="4271" y="2543"/>
                      <a:pt x="2913" y="3247"/>
                    </a:cubicBezTo>
                    <a:cubicBezTo>
                      <a:pt x="2407" y="3518"/>
                      <a:pt x="1889" y="3777"/>
                      <a:pt x="1370" y="4024"/>
                    </a:cubicBezTo>
                    <a:lnTo>
                      <a:pt x="667" y="4382"/>
                    </a:lnTo>
                    <a:cubicBezTo>
                      <a:pt x="482" y="4469"/>
                      <a:pt x="309" y="4568"/>
                      <a:pt x="161" y="4703"/>
                    </a:cubicBezTo>
                    <a:cubicBezTo>
                      <a:pt x="136" y="4728"/>
                      <a:pt x="111" y="4765"/>
                      <a:pt x="99" y="4802"/>
                    </a:cubicBezTo>
                    <a:cubicBezTo>
                      <a:pt x="50" y="4814"/>
                      <a:pt x="25" y="4851"/>
                      <a:pt x="13" y="4888"/>
                    </a:cubicBezTo>
                    <a:cubicBezTo>
                      <a:pt x="0" y="4938"/>
                      <a:pt x="25" y="4975"/>
                      <a:pt x="62" y="5000"/>
                    </a:cubicBezTo>
                    <a:cubicBezTo>
                      <a:pt x="482" y="5172"/>
                      <a:pt x="914" y="5333"/>
                      <a:pt x="1346" y="5456"/>
                    </a:cubicBezTo>
                    <a:cubicBezTo>
                      <a:pt x="1593" y="5530"/>
                      <a:pt x="1827" y="5617"/>
                      <a:pt x="2074" y="5691"/>
                    </a:cubicBezTo>
                    <a:cubicBezTo>
                      <a:pt x="2160" y="5715"/>
                      <a:pt x="2235" y="5740"/>
                      <a:pt x="2321" y="5765"/>
                    </a:cubicBezTo>
                    <a:lnTo>
                      <a:pt x="2395" y="5790"/>
                    </a:lnTo>
                    <a:lnTo>
                      <a:pt x="2407" y="5802"/>
                    </a:lnTo>
                    <a:cubicBezTo>
                      <a:pt x="2432" y="5814"/>
                      <a:pt x="2444" y="5827"/>
                      <a:pt x="2469" y="5827"/>
                    </a:cubicBezTo>
                    <a:cubicBezTo>
                      <a:pt x="2494" y="6061"/>
                      <a:pt x="2518" y="6283"/>
                      <a:pt x="2543" y="6518"/>
                    </a:cubicBezTo>
                    <a:cubicBezTo>
                      <a:pt x="2617" y="7246"/>
                      <a:pt x="2691" y="7999"/>
                      <a:pt x="2950" y="8690"/>
                    </a:cubicBezTo>
                    <a:lnTo>
                      <a:pt x="2950" y="8703"/>
                    </a:lnTo>
                    <a:cubicBezTo>
                      <a:pt x="2950" y="8740"/>
                      <a:pt x="2963" y="8764"/>
                      <a:pt x="2987" y="8789"/>
                    </a:cubicBezTo>
                    <a:cubicBezTo>
                      <a:pt x="3012" y="8838"/>
                      <a:pt x="3062" y="8876"/>
                      <a:pt x="3111" y="8876"/>
                    </a:cubicBezTo>
                    <a:lnTo>
                      <a:pt x="3148" y="8876"/>
                    </a:lnTo>
                    <a:cubicBezTo>
                      <a:pt x="3457" y="8764"/>
                      <a:pt x="3728" y="8604"/>
                      <a:pt x="3975" y="8382"/>
                    </a:cubicBezTo>
                    <a:cubicBezTo>
                      <a:pt x="4012" y="8345"/>
                      <a:pt x="4061" y="8308"/>
                      <a:pt x="4111" y="8271"/>
                    </a:cubicBezTo>
                    <a:cubicBezTo>
                      <a:pt x="4222" y="8184"/>
                      <a:pt x="4333" y="8098"/>
                      <a:pt x="4444" y="8024"/>
                    </a:cubicBezTo>
                    <a:lnTo>
                      <a:pt x="4617" y="7900"/>
                    </a:lnTo>
                    <a:lnTo>
                      <a:pt x="4765" y="7789"/>
                    </a:lnTo>
                    <a:cubicBezTo>
                      <a:pt x="4864" y="7728"/>
                      <a:pt x="4963" y="7653"/>
                      <a:pt x="5049" y="7579"/>
                    </a:cubicBezTo>
                    <a:cubicBezTo>
                      <a:pt x="5160" y="7777"/>
                      <a:pt x="5296" y="7999"/>
                      <a:pt x="5444" y="8258"/>
                    </a:cubicBezTo>
                    <a:cubicBezTo>
                      <a:pt x="5617" y="8530"/>
                      <a:pt x="5790" y="8814"/>
                      <a:pt x="5950" y="9061"/>
                    </a:cubicBezTo>
                    <a:cubicBezTo>
                      <a:pt x="6012" y="9147"/>
                      <a:pt x="6061" y="9246"/>
                      <a:pt x="6123" y="9345"/>
                    </a:cubicBezTo>
                    <a:cubicBezTo>
                      <a:pt x="6222" y="9530"/>
                      <a:pt x="6345" y="9703"/>
                      <a:pt x="6468" y="9875"/>
                    </a:cubicBezTo>
                    <a:cubicBezTo>
                      <a:pt x="6493" y="9900"/>
                      <a:pt x="6543" y="9925"/>
                      <a:pt x="6580" y="9925"/>
                    </a:cubicBezTo>
                    <a:cubicBezTo>
                      <a:pt x="6629" y="9925"/>
                      <a:pt x="6666" y="9900"/>
                      <a:pt x="6703" y="9875"/>
                    </a:cubicBezTo>
                    <a:cubicBezTo>
                      <a:pt x="6728" y="9838"/>
                      <a:pt x="6752" y="9789"/>
                      <a:pt x="6752" y="9740"/>
                    </a:cubicBezTo>
                    <a:cubicBezTo>
                      <a:pt x="6925" y="9431"/>
                      <a:pt x="7073" y="9110"/>
                      <a:pt x="7209" y="8801"/>
                    </a:cubicBezTo>
                    <a:lnTo>
                      <a:pt x="7258" y="8703"/>
                    </a:lnTo>
                    <a:cubicBezTo>
                      <a:pt x="7555" y="8024"/>
                      <a:pt x="7851" y="7333"/>
                      <a:pt x="8123" y="6666"/>
                    </a:cubicBezTo>
                    <a:lnTo>
                      <a:pt x="8147" y="6592"/>
                    </a:lnTo>
                    <a:cubicBezTo>
                      <a:pt x="8740" y="5185"/>
                      <a:pt x="9406" y="3518"/>
                      <a:pt x="10024" y="1827"/>
                    </a:cubicBezTo>
                    <a:cubicBezTo>
                      <a:pt x="10135" y="1519"/>
                      <a:pt x="10258" y="1210"/>
                      <a:pt x="10357" y="877"/>
                    </a:cubicBezTo>
                    <a:lnTo>
                      <a:pt x="10369" y="827"/>
                    </a:lnTo>
                    <a:cubicBezTo>
                      <a:pt x="10443" y="654"/>
                      <a:pt x="10480" y="469"/>
                      <a:pt x="10468" y="284"/>
                    </a:cubicBezTo>
                    <a:cubicBezTo>
                      <a:pt x="10505" y="222"/>
                      <a:pt x="10493" y="148"/>
                      <a:pt x="10443" y="111"/>
                    </a:cubicBezTo>
                    <a:cubicBezTo>
                      <a:pt x="10369" y="37"/>
                      <a:pt x="10270" y="0"/>
                      <a:pt x="101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5" name="Google Shape;1605;p64"/>
            <p:cNvSpPr/>
            <p:nvPr/>
          </p:nvSpPr>
          <p:spPr>
            <a:xfrm>
              <a:off x="6562292" y="4354432"/>
              <a:ext cx="1368335" cy="942004"/>
            </a:xfrm>
            <a:custGeom>
              <a:avLst/>
              <a:gdLst/>
              <a:ahLst/>
              <a:cxnLst/>
              <a:rect l="l" t="t" r="r" b="b"/>
              <a:pathLst>
                <a:path w="16999" h="11703" extrusionOk="0">
                  <a:moveTo>
                    <a:pt x="16961" y="211"/>
                  </a:moveTo>
                  <a:cubicBezTo>
                    <a:pt x="16998" y="87"/>
                    <a:pt x="16850" y="1"/>
                    <a:pt x="16764" y="100"/>
                  </a:cubicBezTo>
                  <a:cubicBezTo>
                    <a:pt x="16752" y="112"/>
                    <a:pt x="16752" y="124"/>
                    <a:pt x="16739" y="137"/>
                  </a:cubicBezTo>
                  <a:lnTo>
                    <a:pt x="16727" y="186"/>
                  </a:lnTo>
                  <a:lnTo>
                    <a:pt x="16715" y="235"/>
                  </a:lnTo>
                  <a:lnTo>
                    <a:pt x="16690" y="285"/>
                  </a:lnTo>
                  <a:lnTo>
                    <a:pt x="16665" y="346"/>
                  </a:lnTo>
                  <a:cubicBezTo>
                    <a:pt x="16616" y="495"/>
                    <a:pt x="16826" y="569"/>
                    <a:pt x="16887" y="433"/>
                  </a:cubicBezTo>
                  <a:lnTo>
                    <a:pt x="16912" y="359"/>
                  </a:lnTo>
                  <a:lnTo>
                    <a:pt x="16924" y="309"/>
                  </a:lnTo>
                  <a:lnTo>
                    <a:pt x="16949" y="260"/>
                  </a:lnTo>
                  <a:close/>
                  <a:moveTo>
                    <a:pt x="260" y="10197"/>
                  </a:moveTo>
                  <a:cubicBezTo>
                    <a:pt x="137" y="10110"/>
                    <a:pt x="1" y="10283"/>
                    <a:pt x="112" y="10382"/>
                  </a:cubicBezTo>
                  <a:lnTo>
                    <a:pt x="186" y="10444"/>
                  </a:lnTo>
                  <a:lnTo>
                    <a:pt x="248" y="10481"/>
                  </a:lnTo>
                  <a:lnTo>
                    <a:pt x="309" y="10530"/>
                  </a:lnTo>
                  <a:cubicBezTo>
                    <a:pt x="433" y="10617"/>
                    <a:pt x="569" y="10431"/>
                    <a:pt x="445" y="10345"/>
                  </a:cubicBezTo>
                  <a:lnTo>
                    <a:pt x="384" y="10296"/>
                  </a:lnTo>
                  <a:lnTo>
                    <a:pt x="334" y="10259"/>
                  </a:lnTo>
                  <a:close/>
                  <a:moveTo>
                    <a:pt x="1013" y="10728"/>
                  </a:moveTo>
                  <a:cubicBezTo>
                    <a:pt x="890" y="10617"/>
                    <a:pt x="741" y="10789"/>
                    <a:pt x="853" y="10900"/>
                  </a:cubicBezTo>
                  <a:cubicBezTo>
                    <a:pt x="865" y="10900"/>
                    <a:pt x="877" y="10913"/>
                    <a:pt x="890" y="10925"/>
                  </a:cubicBezTo>
                  <a:lnTo>
                    <a:pt x="951" y="10962"/>
                  </a:lnTo>
                  <a:lnTo>
                    <a:pt x="1013" y="10999"/>
                  </a:lnTo>
                  <a:lnTo>
                    <a:pt x="1087" y="11036"/>
                  </a:lnTo>
                  <a:cubicBezTo>
                    <a:pt x="1211" y="11135"/>
                    <a:pt x="1359" y="10962"/>
                    <a:pt x="1248" y="10863"/>
                  </a:cubicBezTo>
                  <a:cubicBezTo>
                    <a:pt x="1235" y="10851"/>
                    <a:pt x="1223" y="10839"/>
                    <a:pt x="1211" y="10839"/>
                  </a:cubicBezTo>
                  <a:lnTo>
                    <a:pt x="1136" y="10802"/>
                  </a:lnTo>
                  <a:lnTo>
                    <a:pt x="1075" y="10765"/>
                  </a:lnTo>
                  <a:close/>
                  <a:moveTo>
                    <a:pt x="1828" y="11123"/>
                  </a:moveTo>
                  <a:cubicBezTo>
                    <a:pt x="1680" y="11073"/>
                    <a:pt x="1593" y="11283"/>
                    <a:pt x="1741" y="11345"/>
                  </a:cubicBezTo>
                  <a:lnTo>
                    <a:pt x="1791" y="11370"/>
                  </a:lnTo>
                  <a:lnTo>
                    <a:pt x="1852" y="11382"/>
                  </a:lnTo>
                  <a:lnTo>
                    <a:pt x="1914" y="11407"/>
                  </a:lnTo>
                  <a:lnTo>
                    <a:pt x="1964" y="11431"/>
                  </a:lnTo>
                  <a:cubicBezTo>
                    <a:pt x="2001" y="11444"/>
                    <a:pt x="2050" y="11431"/>
                    <a:pt x="2075" y="11394"/>
                  </a:cubicBezTo>
                  <a:cubicBezTo>
                    <a:pt x="2136" y="11345"/>
                    <a:pt x="2124" y="11234"/>
                    <a:pt x="2038" y="11209"/>
                  </a:cubicBezTo>
                  <a:lnTo>
                    <a:pt x="1988" y="11184"/>
                  </a:lnTo>
                  <a:lnTo>
                    <a:pt x="1927" y="11172"/>
                  </a:lnTo>
                  <a:lnTo>
                    <a:pt x="1877" y="11147"/>
                  </a:lnTo>
                  <a:close/>
                  <a:moveTo>
                    <a:pt x="2692" y="11382"/>
                  </a:moveTo>
                  <a:cubicBezTo>
                    <a:pt x="2568" y="11370"/>
                    <a:pt x="2507" y="11518"/>
                    <a:pt x="2605" y="11592"/>
                  </a:cubicBezTo>
                  <a:cubicBezTo>
                    <a:pt x="2618" y="11604"/>
                    <a:pt x="2630" y="11616"/>
                    <a:pt x="2642" y="11616"/>
                  </a:cubicBezTo>
                  <a:lnTo>
                    <a:pt x="2717" y="11629"/>
                  </a:lnTo>
                  <a:lnTo>
                    <a:pt x="2778" y="11641"/>
                  </a:lnTo>
                  <a:lnTo>
                    <a:pt x="2840" y="11653"/>
                  </a:lnTo>
                  <a:lnTo>
                    <a:pt x="2877" y="11653"/>
                  </a:lnTo>
                  <a:cubicBezTo>
                    <a:pt x="3013" y="11666"/>
                    <a:pt x="3062" y="11481"/>
                    <a:pt x="2939" y="11431"/>
                  </a:cubicBezTo>
                  <a:lnTo>
                    <a:pt x="2914" y="11431"/>
                  </a:lnTo>
                  <a:lnTo>
                    <a:pt x="2865" y="11431"/>
                  </a:lnTo>
                  <a:lnTo>
                    <a:pt x="2815" y="11419"/>
                  </a:lnTo>
                  <a:lnTo>
                    <a:pt x="2766" y="11407"/>
                  </a:lnTo>
                  <a:lnTo>
                    <a:pt x="2692" y="11394"/>
                  </a:lnTo>
                  <a:close/>
                  <a:moveTo>
                    <a:pt x="3593" y="11468"/>
                  </a:moveTo>
                  <a:cubicBezTo>
                    <a:pt x="3457" y="11481"/>
                    <a:pt x="3432" y="11653"/>
                    <a:pt x="3556" y="11690"/>
                  </a:cubicBezTo>
                  <a:cubicBezTo>
                    <a:pt x="3568" y="11703"/>
                    <a:pt x="3581" y="11703"/>
                    <a:pt x="3593" y="11690"/>
                  </a:cubicBezTo>
                  <a:lnTo>
                    <a:pt x="3679" y="11690"/>
                  </a:lnTo>
                  <a:lnTo>
                    <a:pt x="3741" y="11690"/>
                  </a:lnTo>
                  <a:lnTo>
                    <a:pt x="3790" y="11690"/>
                  </a:lnTo>
                  <a:lnTo>
                    <a:pt x="3827" y="11690"/>
                  </a:lnTo>
                  <a:cubicBezTo>
                    <a:pt x="3963" y="11690"/>
                    <a:pt x="3988" y="11518"/>
                    <a:pt x="3865" y="11468"/>
                  </a:cubicBezTo>
                  <a:cubicBezTo>
                    <a:pt x="3852" y="11468"/>
                    <a:pt x="3840" y="11468"/>
                    <a:pt x="3815" y="11468"/>
                  </a:cubicBezTo>
                  <a:lnTo>
                    <a:pt x="3778" y="11468"/>
                  </a:lnTo>
                  <a:lnTo>
                    <a:pt x="3729" y="11468"/>
                  </a:lnTo>
                  <a:lnTo>
                    <a:pt x="3593" y="11468"/>
                  </a:lnTo>
                  <a:close/>
                  <a:moveTo>
                    <a:pt x="4482" y="11357"/>
                  </a:moveTo>
                  <a:cubicBezTo>
                    <a:pt x="4371" y="11394"/>
                    <a:pt x="4371" y="11567"/>
                    <a:pt x="4482" y="11592"/>
                  </a:cubicBezTo>
                  <a:cubicBezTo>
                    <a:pt x="4506" y="11592"/>
                    <a:pt x="4519" y="11592"/>
                    <a:pt x="4531" y="11592"/>
                  </a:cubicBezTo>
                  <a:lnTo>
                    <a:pt x="4593" y="11579"/>
                  </a:lnTo>
                  <a:lnTo>
                    <a:pt x="4642" y="11567"/>
                  </a:lnTo>
                  <a:lnTo>
                    <a:pt x="4704" y="11555"/>
                  </a:lnTo>
                  <a:lnTo>
                    <a:pt x="4766" y="11530"/>
                  </a:lnTo>
                  <a:cubicBezTo>
                    <a:pt x="4864" y="11505"/>
                    <a:pt x="4877" y="11370"/>
                    <a:pt x="4790" y="11320"/>
                  </a:cubicBezTo>
                  <a:cubicBezTo>
                    <a:pt x="4766" y="11308"/>
                    <a:pt x="4729" y="11295"/>
                    <a:pt x="4704" y="11308"/>
                  </a:cubicBezTo>
                  <a:lnTo>
                    <a:pt x="4642" y="11320"/>
                  </a:lnTo>
                  <a:lnTo>
                    <a:pt x="4593" y="11333"/>
                  </a:lnTo>
                  <a:lnTo>
                    <a:pt x="4543" y="11345"/>
                  </a:lnTo>
                  <a:lnTo>
                    <a:pt x="4482" y="11370"/>
                  </a:lnTo>
                  <a:close/>
                  <a:moveTo>
                    <a:pt x="5346" y="11073"/>
                  </a:moveTo>
                  <a:cubicBezTo>
                    <a:pt x="5222" y="11123"/>
                    <a:pt x="5272" y="11308"/>
                    <a:pt x="5395" y="11295"/>
                  </a:cubicBezTo>
                  <a:cubicBezTo>
                    <a:pt x="5408" y="11295"/>
                    <a:pt x="5432" y="11295"/>
                    <a:pt x="5445" y="11283"/>
                  </a:cubicBezTo>
                  <a:lnTo>
                    <a:pt x="5469" y="11271"/>
                  </a:lnTo>
                  <a:lnTo>
                    <a:pt x="5519" y="11258"/>
                  </a:lnTo>
                  <a:lnTo>
                    <a:pt x="5568" y="11234"/>
                  </a:lnTo>
                  <a:lnTo>
                    <a:pt x="5617" y="11209"/>
                  </a:lnTo>
                  <a:lnTo>
                    <a:pt x="5654" y="11184"/>
                  </a:lnTo>
                  <a:cubicBezTo>
                    <a:pt x="5741" y="11147"/>
                    <a:pt x="5741" y="11012"/>
                    <a:pt x="5642" y="10975"/>
                  </a:cubicBezTo>
                  <a:cubicBezTo>
                    <a:pt x="5617" y="10962"/>
                    <a:pt x="5580" y="10962"/>
                    <a:pt x="5556" y="10975"/>
                  </a:cubicBezTo>
                  <a:lnTo>
                    <a:pt x="5469" y="11012"/>
                  </a:lnTo>
                  <a:lnTo>
                    <a:pt x="5420" y="11036"/>
                  </a:lnTo>
                  <a:lnTo>
                    <a:pt x="5346" y="11073"/>
                  </a:lnTo>
                  <a:close/>
                  <a:moveTo>
                    <a:pt x="6136" y="10641"/>
                  </a:moveTo>
                  <a:cubicBezTo>
                    <a:pt x="6099" y="10666"/>
                    <a:pt x="6086" y="10703"/>
                    <a:pt x="6086" y="10752"/>
                  </a:cubicBezTo>
                  <a:cubicBezTo>
                    <a:pt x="6111" y="10839"/>
                    <a:pt x="6198" y="10876"/>
                    <a:pt x="6272" y="10839"/>
                  </a:cubicBezTo>
                  <a:lnTo>
                    <a:pt x="6333" y="10789"/>
                  </a:lnTo>
                  <a:lnTo>
                    <a:pt x="6370" y="10765"/>
                  </a:lnTo>
                  <a:lnTo>
                    <a:pt x="6420" y="10728"/>
                  </a:lnTo>
                  <a:lnTo>
                    <a:pt x="6469" y="10703"/>
                  </a:lnTo>
                  <a:cubicBezTo>
                    <a:pt x="6580" y="10617"/>
                    <a:pt x="6481" y="10444"/>
                    <a:pt x="6358" y="10493"/>
                  </a:cubicBezTo>
                  <a:lnTo>
                    <a:pt x="6333" y="10505"/>
                  </a:lnTo>
                  <a:lnTo>
                    <a:pt x="6247" y="10567"/>
                  </a:lnTo>
                  <a:cubicBezTo>
                    <a:pt x="6210" y="10592"/>
                    <a:pt x="6173" y="10617"/>
                    <a:pt x="6136" y="10641"/>
                  </a:cubicBezTo>
                  <a:close/>
                  <a:moveTo>
                    <a:pt x="6864" y="10086"/>
                  </a:moveTo>
                  <a:cubicBezTo>
                    <a:pt x="6753" y="10160"/>
                    <a:pt x="6864" y="10333"/>
                    <a:pt x="6988" y="10271"/>
                  </a:cubicBezTo>
                  <a:cubicBezTo>
                    <a:pt x="7000" y="10271"/>
                    <a:pt x="7000" y="10259"/>
                    <a:pt x="7012" y="10259"/>
                  </a:cubicBezTo>
                  <a:lnTo>
                    <a:pt x="7185" y="10098"/>
                  </a:lnTo>
                  <a:cubicBezTo>
                    <a:pt x="7222" y="10061"/>
                    <a:pt x="7234" y="10012"/>
                    <a:pt x="7210" y="9962"/>
                  </a:cubicBezTo>
                  <a:cubicBezTo>
                    <a:pt x="7173" y="9888"/>
                    <a:pt x="7086" y="9876"/>
                    <a:pt x="7025" y="9925"/>
                  </a:cubicBezTo>
                  <a:cubicBezTo>
                    <a:pt x="6975" y="9987"/>
                    <a:pt x="6913" y="10036"/>
                    <a:pt x="6864" y="10086"/>
                  </a:cubicBezTo>
                  <a:close/>
                  <a:moveTo>
                    <a:pt x="7494" y="9432"/>
                  </a:moveTo>
                  <a:cubicBezTo>
                    <a:pt x="7395" y="9543"/>
                    <a:pt x="7568" y="9703"/>
                    <a:pt x="7679" y="9580"/>
                  </a:cubicBezTo>
                  <a:lnTo>
                    <a:pt x="7827" y="9407"/>
                  </a:lnTo>
                  <a:cubicBezTo>
                    <a:pt x="7926" y="9296"/>
                    <a:pt x="7790" y="9148"/>
                    <a:pt x="7679" y="9222"/>
                  </a:cubicBezTo>
                  <a:cubicBezTo>
                    <a:pt x="7666" y="9234"/>
                    <a:pt x="7654" y="9246"/>
                    <a:pt x="7642" y="9259"/>
                  </a:cubicBezTo>
                  <a:cubicBezTo>
                    <a:pt x="7592" y="9320"/>
                    <a:pt x="7543" y="9370"/>
                    <a:pt x="7494" y="9432"/>
                  </a:cubicBezTo>
                  <a:close/>
                  <a:moveTo>
                    <a:pt x="8049" y="8703"/>
                  </a:moveTo>
                  <a:cubicBezTo>
                    <a:pt x="7963" y="8827"/>
                    <a:pt x="8160" y="8975"/>
                    <a:pt x="8247" y="8827"/>
                  </a:cubicBezTo>
                  <a:cubicBezTo>
                    <a:pt x="8296" y="8765"/>
                    <a:pt x="8333" y="8703"/>
                    <a:pt x="8382" y="8629"/>
                  </a:cubicBezTo>
                  <a:cubicBezTo>
                    <a:pt x="8456" y="8518"/>
                    <a:pt x="8308" y="8382"/>
                    <a:pt x="8210" y="8481"/>
                  </a:cubicBezTo>
                  <a:cubicBezTo>
                    <a:pt x="8197" y="8493"/>
                    <a:pt x="8185" y="8493"/>
                    <a:pt x="8185" y="8506"/>
                  </a:cubicBezTo>
                  <a:cubicBezTo>
                    <a:pt x="8136" y="8567"/>
                    <a:pt x="8098" y="8642"/>
                    <a:pt x="8061" y="8703"/>
                  </a:cubicBezTo>
                  <a:close/>
                  <a:moveTo>
                    <a:pt x="8518" y="7913"/>
                  </a:moveTo>
                  <a:cubicBezTo>
                    <a:pt x="8493" y="7963"/>
                    <a:pt x="8506" y="8024"/>
                    <a:pt x="8543" y="8061"/>
                  </a:cubicBezTo>
                  <a:cubicBezTo>
                    <a:pt x="8605" y="8111"/>
                    <a:pt x="8691" y="8086"/>
                    <a:pt x="8728" y="8024"/>
                  </a:cubicBezTo>
                  <a:cubicBezTo>
                    <a:pt x="8765" y="7950"/>
                    <a:pt x="8802" y="7889"/>
                    <a:pt x="8827" y="7814"/>
                  </a:cubicBezTo>
                  <a:cubicBezTo>
                    <a:pt x="8888" y="7703"/>
                    <a:pt x="8740" y="7592"/>
                    <a:pt x="8654" y="7679"/>
                  </a:cubicBezTo>
                  <a:cubicBezTo>
                    <a:pt x="8642" y="7691"/>
                    <a:pt x="8629" y="7703"/>
                    <a:pt x="8629" y="7716"/>
                  </a:cubicBezTo>
                  <a:cubicBezTo>
                    <a:pt x="8592" y="7777"/>
                    <a:pt x="8555" y="7852"/>
                    <a:pt x="8518" y="7913"/>
                  </a:cubicBezTo>
                  <a:close/>
                  <a:moveTo>
                    <a:pt x="8901" y="7086"/>
                  </a:moveTo>
                  <a:cubicBezTo>
                    <a:pt x="8851" y="7197"/>
                    <a:pt x="9000" y="7296"/>
                    <a:pt x="9098" y="7210"/>
                  </a:cubicBezTo>
                  <a:cubicBezTo>
                    <a:pt x="9111" y="7197"/>
                    <a:pt x="9111" y="7185"/>
                    <a:pt x="9123" y="7173"/>
                  </a:cubicBezTo>
                  <a:cubicBezTo>
                    <a:pt x="9148" y="7099"/>
                    <a:pt x="9172" y="7024"/>
                    <a:pt x="9197" y="6950"/>
                  </a:cubicBezTo>
                  <a:cubicBezTo>
                    <a:pt x="9246" y="6827"/>
                    <a:pt x="9086" y="6728"/>
                    <a:pt x="9012" y="6839"/>
                  </a:cubicBezTo>
                  <a:cubicBezTo>
                    <a:pt x="9000" y="6839"/>
                    <a:pt x="8987" y="6852"/>
                    <a:pt x="8987" y="6876"/>
                  </a:cubicBezTo>
                  <a:cubicBezTo>
                    <a:pt x="8963" y="6938"/>
                    <a:pt x="8926" y="7012"/>
                    <a:pt x="8901" y="7086"/>
                  </a:cubicBezTo>
                  <a:close/>
                  <a:moveTo>
                    <a:pt x="9197" y="6222"/>
                  </a:moveTo>
                  <a:cubicBezTo>
                    <a:pt x="9160" y="6370"/>
                    <a:pt x="9382" y="6432"/>
                    <a:pt x="9419" y="6284"/>
                  </a:cubicBezTo>
                  <a:cubicBezTo>
                    <a:pt x="9444" y="6197"/>
                    <a:pt x="9456" y="6123"/>
                    <a:pt x="9481" y="6049"/>
                  </a:cubicBezTo>
                  <a:cubicBezTo>
                    <a:pt x="9506" y="5951"/>
                    <a:pt x="9395" y="5864"/>
                    <a:pt x="9308" y="5926"/>
                  </a:cubicBezTo>
                  <a:cubicBezTo>
                    <a:pt x="9284" y="5938"/>
                    <a:pt x="9259" y="5963"/>
                    <a:pt x="9246" y="6000"/>
                  </a:cubicBezTo>
                  <a:cubicBezTo>
                    <a:pt x="9234" y="6074"/>
                    <a:pt x="9209" y="6148"/>
                    <a:pt x="9197" y="6222"/>
                  </a:cubicBezTo>
                  <a:close/>
                  <a:moveTo>
                    <a:pt x="9382" y="5321"/>
                  </a:moveTo>
                  <a:cubicBezTo>
                    <a:pt x="9358" y="5444"/>
                    <a:pt x="9530" y="5506"/>
                    <a:pt x="9592" y="5407"/>
                  </a:cubicBezTo>
                  <a:cubicBezTo>
                    <a:pt x="9604" y="5395"/>
                    <a:pt x="9617" y="5370"/>
                    <a:pt x="9617" y="5358"/>
                  </a:cubicBezTo>
                  <a:cubicBezTo>
                    <a:pt x="9629" y="5284"/>
                    <a:pt x="9629" y="5198"/>
                    <a:pt x="9641" y="5124"/>
                  </a:cubicBezTo>
                  <a:cubicBezTo>
                    <a:pt x="9641" y="5099"/>
                    <a:pt x="9641" y="5087"/>
                    <a:pt x="9641" y="5062"/>
                  </a:cubicBezTo>
                  <a:cubicBezTo>
                    <a:pt x="9666" y="5000"/>
                    <a:pt x="9629" y="4938"/>
                    <a:pt x="9567" y="4926"/>
                  </a:cubicBezTo>
                  <a:cubicBezTo>
                    <a:pt x="9555" y="4914"/>
                    <a:pt x="9543" y="4914"/>
                    <a:pt x="9530" y="4926"/>
                  </a:cubicBezTo>
                  <a:cubicBezTo>
                    <a:pt x="9456" y="4926"/>
                    <a:pt x="9370" y="4926"/>
                    <a:pt x="9296" y="4926"/>
                  </a:cubicBezTo>
                  <a:cubicBezTo>
                    <a:pt x="9172" y="4926"/>
                    <a:pt x="9135" y="5111"/>
                    <a:pt x="9259" y="5148"/>
                  </a:cubicBezTo>
                  <a:cubicBezTo>
                    <a:pt x="9271" y="5161"/>
                    <a:pt x="9284" y="5161"/>
                    <a:pt x="9308" y="5161"/>
                  </a:cubicBezTo>
                  <a:lnTo>
                    <a:pt x="9419" y="5161"/>
                  </a:lnTo>
                  <a:cubicBezTo>
                    <a:pt x="9419" y="5222"/>
                    <a:pt x="9395" y="5272"/>
                    <a:pt x="9395" y="5333"/>
                  </a:cubicBezTo>
                  <a:close/>
                  <a:moveTo>
                    <a:pt x="9456" y="4420"/>
                  </a:moveTo>
                  <a:cubicBezTo>
                    <a:pt x="9469" y="4556"/>
                    <a:pt x="9666" y="4556"/>
                    <a:pt x="9679" y="4420"/>
                  </a:cubicBezTo>
                  <a:lnTo>
                    <a:pt x="9679" y="4358"/>
                  </a:lnTo>
                  <a:lnTo>
                    <a:pt x="9679" y="4173"/>
                  </a:lnTo>
                  <a:cubicBezTo>
                    <a:pt x="9679" y="4050"/>
                    <a:pt x="9506" y="4025"/>
                    <a:pt x="9456" y="4136"/>
                  </a:cubicBezTo>
                  <a:cubicBezTo>
                    <a:pt x="9456" y="4161"/>
                    <a:pt x="9456" y="4173"/>
                    <a:pt x="9456" y="4185"/>
                  </a:cubicBezTo>
                  <a:lnTo>
                    <a:pt x="9456" y="4420"/>
                  </a:lnTo>
                  <a:close/>
                  <a:moveTo>
                    <a:pt x="9395" y="3506"/>
                  </a:moveTo>
                  <a:cubicBezTo>
                    <a:pt x="9407" y="3642"/>
                    <a:pt x="9604" y="3642"/>
                    <a:pt x="9617" y="3506"/>
                  </a:cubicBezTo>
                  <a:lnTo>
                    <a:pt x="9617" y="3482"/>
                  </a:lnTo>
                  <a:cubicBezTo>
                    <a:pt x="9604" y="3395"/>
                    <a:pt x="9592" y="3321"/>
                    <a:pt x="9580" y="3235"/>
                  </a:cubicBezTo>
                  <a:cubicBezTo>
                    <a:pt x="9555" y="3111"/>
                    <a:pt x="9370" y="3111"/>
                    <a:pt x="9358" y="3235"/>
                  </a:cubicBezTo>
                  <a:cubicBezTo>
                    <a:pt x="9345" y="3260"/>
                    <a:pt x="9345" y="3272"/>
                    <a:pt x="9358" y="3284"/>
                  </a:cubicBezTo>
                  <a:cubicBezTo>
                    <a:pt x="9370" y="3358"/>
                    <a:pt x="9382" y="3432"/>
                    <a:pt x="9395" y="3506"/>
                  </a:cubicBezTo>
                  <a:close/>
                  <a:moveTo>
                    <a:pt x="9111" y="2692"/>
                  </a:moveTo>
                  <a:cubicBezTo>
                    <a:pt x="9197" y="2791"/>
                    <a:pt x="9358" y="2716"/>
                    <a:pt x="9321" y="2593"/>
                  </a:cubicBezTo>
                  <a:cubicBezTo>
                    <a:pt x="9308" y="2568"/>
                    <a:pt x="9308" y="2556"/>
                    <a:pt x="9296" y="2544"/>
                  </a:cubicBezTo>
                  <a:cubicBezTo>
                    <a:pt x="9234" y="2482"/>
                    <a:pt x="9172" y="2420"/>
                    <a:pt x="9098" y="2371"/>
                  </a:cubicBezTo>
                  <a:cubicBezTo>
                    <a:pt x="8987" y="2297"/>
                    <a:pt x="8851" y="2433"/>
                    <a:pt x="8938" y="2544"/>
                  </a:cubicBezTo>
                  <a:cubicBezTo>
                    <a:pt x="8950" y="2544"/>
                    <a:pt x="8963" y="2556"/>
                    <a:pt x="8975" y="2568"/>
                  </a:cubicBezTo>
                  <a:cubicBezTo>
                    <a:pt x="9024" y="2593"/>
                    <a:pt x="9074" y="2642"/>
                    <a:pt x="9111" y="2692"/>
                  </a:cubicBezTo>
                  <a:close/>
                  <a:moveTo>
                    <a:pt x="8395" y="2544"/>
                  </a:moveTo>
                  <a:cubicBezTo>
                    <a:pt x="8531" y="2507"/>
                    <a:pt x="8493" y="2309"/>
                    <a:pt x="8358" y="2321"/>
                  </a:cubicBezTo>
                  <a:cubicBezTo>
                    <a:pt x="8345" y="2321"/>
                    <a:pt x="8333" y="2321"/>
                    <a:pt x="8321" y="2321"/>
                  </a:cubicBezTo>
                  <a:cubicBezTo>
                    <a:pt x="8247" y="2346"/>
                    <a:pt x="8173" y="2383"/>
                    <a:pt x="8098" y="2420"/>
                  </a:cubicBezTo>
                  <a:cubicBezTo>
                    <a:pt x="8074" y="2433"/>
                    <a:pt x="8049" y="2445"/>
                    <a:pt x="8037" y="2470"/>
                  </a:cubicBezTo>
                  <a:cubicBezTo>
                    <a:pt x="8000" y="2568"/>
                    <a:pt x="8098" y="2679"/>
                    <a:pt x="8197" y="2630"/>
                  </a:cubicBezTo>
                  <a:cubicBezTo>
                    <a:pt x="8259" y="2593"/>
                    <a:pt x="8333" y="2568"/>
                    <a:pt x="8395" y="2544"/>
                  </a:cubicBezTo>
                  <a:close/>
                  <a:moveTo>
                    <a:pt x="7642" y="3000"/>
                  </a:moveTo>
                  <a:cubicBezTo>
                    <a:pt x="7666" y="2976"/>
                    <a:pt x="7679" y="2951"/>
                    <a:pt x="7679" y="2926"/>
                  </a:cubicBezTo>
                  <a:cubicBezTo>
                    <a:pt x="7691" y="2815"/>
                    <a:pt x="7568" y="2754"/>
                    <a:pt x="7494" y="2815"/>
                  </a:cubicBezTo>
                  <a:cubicBezTo>
                    <a:pt x="7420" y="2877"/>
                    <a:pt x="7370" y="2926"/>
                    <a:pt x="7308" y="3000"/>
                  </a:cubicBezTo>
                  <a:cubicBezTo>
                    <a:pt x="7284" y="3037"/>
                    <a:pt x="7271" y="3087"/>
                    <a:pt x="7296" y="3136"/>
                  </a:cubicBezTo>
                  <a:cubicBezTo>
                    <a:pt x="7346" y="3198"/>
                    <a:pt x="7432" y="3210"/>
                    <a:pt x="7481" y="3149"/>
                  </a:cubicBezTo>
                  <a:cubicBezTo>
                    <a:pt x="7531" y="3087"/>
                    <a:pt x="7580" y="3037"/>
                    <a:pt x="7642" y="2988"/>
                  </a:cubicBezTo>
                  <a:close/>
                  <a:moveTo>
                    <a:pt x="7259" y="3692"/>
                  </a:moveTo>
                  <a:cubicBezTo>
                    <a:pt x="7259" y="3655"/>
                    <a:pt x="7234" y="3605"/>
                    <a:pt x="7185" y="3593"/>
                  </a:cubicBezTo>
                  <a:cubicBezTo>
                    <a:pt x="7111" y="3568"/>
                    <a:pt x="7025" y="3630"/>
                    <a:pt x="7037" y="3704"/>
                  </a:cubicBezTo>
                  <a:cubicBezTo>
                    <a:pt x="7037" y="3790"/>
                    <a:pt x="7049" y="3877"/>
                    <a:pt x="7086" y="3963"/>
                  </a:cubicBezTo>
                  <a:cubicBezTo>
                    <a:pt x="7123" y="4099"/>
                    <a:pt x="7321" y="4050"/>
                    <a:pt x="7308" y="3914"/>
                  </a:cubicBezTo>
                  <a:cubicBezTo>
                    <a:pt x="7308" y="3914"/>
                    <a:pt x="7308" y="3901"/>
                    <a:pt x="7308" y="3889"/>
                  </a:cubicBezTo>
                  <a:cubicBezTo>
                    <a:pt x="7284" y="3827"/>
                    <a:pt x="7271" y="3766"/>
                    <a:pt x="7271" y="3692"/>
                  </a:cubicBezTo>
                  <a:close/>
                  <a:moveTo>
                    <a:pt x="7666" y="4408"/>
                  </a:moveTo>
                  <a:cubicBezTo>
                    <a:pt x="7568" y="4321"/>
                    <a:pt x="7420" y="4432"/>
                    <a:pt x="7481" y="4556"/>
                  </a:cubicBezTo>
                  <a:cubicBezTo>
                    <a:pt x="7481" y="4556"/>
                    <a:pt x="7494" y="4568"/>
                    <a:pt x="7506" y="4580"/>
                  </a:cubicBezTo>
                  <a:cubicBezTo>
                    <a:pt x="7555" y="4642"/>
                    <a:pt x="7617" y="4691"/>
                    <a:pt x="7679" y="4741"/>
                  </a:cubicBezTo>
                  <a:cubicBezTo>
                    <a:pt x="7802" y="4840"/>
                    <a:pt x="7950" y="4667"/>
                    <a:pt x="7839" y="4568"/>
                  </a:cubicBezTo>
                  <a:cubicBezTo>
                    <a:pt x="7778" y="4519"/>
                    <a:pt x="7728" y="4469"/>
                    <a:pt x="7666" y="4408"/>
                  </a:cubicBezTo>
                  <a:close/>
                  <a:moveTo>
                    <a:pt x="8395" y="4852"/>
                  </a:moveTo>
                  <a:cubicBezTo>
                    <a:pt x="8271" y="4815"/>
                    <a:pt x="8197" y="4988"/>
                    <a:pt x="8308" y="5062"/>
                  </a:cubicBezTo>
                  <a:cubicBezTo>
                    <a:pt x="8321" y="5062"/>
                    <a:pt x="8333" y="5074"/>
                    <a:pt x="8345" y="5074"/>
                  </a:cubicBezTo>
                  <a:cubicBezTo>
                    <a:pt x="8419" y="5099"/>
                    <a:pt x="8493" y="5111"/>
                    <a:pt x="8580" y="5124"/>
                  </a:cubicBezTo>
                  <a:cubicBezTo>
                    <a:pt x="8703" y="5136"/>
                    <a:pt x="8765" y="4963"/>
                    <a:pt x="8654" y="4901"/>
                  </a:cubicBezTo>
                  <a:cubicBezTo>
                    <a:pt x="8642" y="4901"/>
                    <a:pt x="8629" y="4889"/>
                    <a:pt x="8617" y="4889"/>
                  </a:cubicBezTo>
                  <a:cubicBezTo>
                    <a:pt x="8543" y="4877"/>
                    <a:pt x="8469" y="4864"/>
                    <a:pt x="8395" y="4852"/>
                  </a:cubicBezTo>
                  <a:close/>
                  <a:moveTo>
                    <a:pt x="10197" y="4852"/>
                  </a:moveTo>
                  <a:cubicBezTo>
                    <a:pt x="10074" y="4864"/>
                    <a:pt x="10074" y="5049"/>
                    <a:pt x="10197" y="5074"/>
                  </a:cubicBezTo>
                  <a:cubicBezTo>
                    <a:pt x="10209" y="5074"/>
                    <a:pt x="10222" y="5074"/>
                    <a:pt x="10234" y="5074"/>
                  </a:cubicBezTo>
                  <a:lnTo>
                    <a:pt x="10469" y="5037"/>
                  </a:lnTo>
                  <a:cubicBezTo>
                    <a:pt x="10592" y="5012"/>
                    <a:pt x="10592" y="4827"/>
                    <a:pt x="10469" y="4815"/>
                  </a:cubicBezTo>
                  <a:cubicBezTo>
                    <a:pt x="10456" y="4803"/>
                    <a:pt x="10431" y="4803"/>
                    <a:pt x="10419" y="4815"/>
                  </a:cubicBezTo>
                  <a:cubicBezTo>
                    <a:pt x="10345" y="4827"/>
                    <a:pt x="10271" y="4840"/>
                    <a:pt x="10197" y="4852"/>
                  </a:cubicBezTo>
                  <a:close/>
                  <a:moveTo>
                    <a:pt x="11098" y="4667"/>
                  </a:moveTo>
                  <a:cubicBezTo>
                    <a:pt x="11012" y="4691"/>
                    <a:pt x="10975" y="4803"/>
                    <a:pt x="11049" y="4864"/>
                  </a:cubicBezTo>
                  <a:cubicBezTo>
                    <a:pt x="11073" y="4889"/>
                    <a:pt x="11123" y="4901"/>
                    <a:pt x="11160" y="4901"/>
                  </a:cubicBezTo>
                  <a:lnTo>
                    <a:pt x="11382" y="4840"/>
                  </a:lnTo>
                  <a:cubicBezTo>
                    <a:pt x="11518" y="4803"/>
                    <a:pt x="11493" y="4593"/>
                    <a:pt x="11345" y="4605"/>
                  </a:cubicBezTo>
                  <a:lnTo>
                    <a:pt x="11320" y="4605"/>
                  </a:lnTo>
                  <a:lnTo>
                    <a:pt x="11098" y="4667"/>
                  </a:lnTo>
                  <a:close/>
                  <a:moveTo>
                    <a:pt x="11987" y="4408"/>
                  </a:moveTo>
                  <a:cubicBezTo>
                    <a:pt x="11851" y="4457"/>
                    <a:pt x="11888" y="4642"/>
                    <a:pt x="12024" y="4642"/>
                  </a:cubicBezTo>
                  <a:cubicBezTo>
                    <a:pt x="12036" y="4642"/>
                    <a:pt x="12049" y="4642"/>
                    <a:pt x="12061" y="4642"/>
                  </a:cubicBezTo>
                  <a:lnTo>
                    <a:pt x="12283" y="4556"/>
                  </a:lnTo>
                  <a:cubicBezTo>
                    <a:pt x="12394" y="4519"/>
                    <a:pt x="12369" y="4334"/>
                    <a:pt x="12246" y="4334"/>
                  </a:cubicBezTo>
                  <a:cubicBezTo>
                    <a:pt x="12221" y="4334"/>
                    <a:pt x="12209" y="4334"/>
                    <a:pt x="12197" y="4346"/>
                  </a:cubicBezTo>
                  <a:lnTo>
                    <a:pt x="11987" y="4420"/>
                  </a:lnTo>
                  <a:close/>
                  <a:moveTo>
                    <a:pt x="12839" y="4074"/>
                  </a:moveTo>
                  <a:cubicBezTo>
                    <a:pt x="12727" y="4124"/>
                    <a:pt x="12764" y="4296"/>
                    <a:pt x="12888" y="4296"/>
                  </a:cubicBezTo>
                  <a:cubicBezTo>
                    <a:pt x="12900" y="4296"/>
                    <a:pt x="12913" y="4296"/>
                    <a:pt x="12925" y="4284"/>
                  </a:cubicBezTo>
                  <a:lnTo>
                    <a:pt x="13147" y="4185"/>
                  </a:lnTo>
                  <a:cubicBezTo>
                    <a:pt x="13258" y="4136"/>
                    <a:pt x="13209" y="3951"/>
                    <a:pt x="13085" y="3963"/>
                  </a:cubicBezTo>
                  <a:cubicBezTo>
                    <a:pt x="13073" y="3963"/>
                    <a:pt x="13061" y="3976"/>
                    <a:pt x="13048" y="3976"/>
                  </a:cubicBezTo>
                  <a:close/>
                  <a:moveTo>
                    <a:pt x="13653" y="3655"/>
                  </a:moveTo>
                  <a:cubicBezTo>
                    <a:pt x="13542" y="3729"/>
                    <a:pt x="13604" y="3889"/>
                    <a:pt x="13727" y="3877"/>
                  </a:cubicBezTo>
                  <a:cubicBezTo>
                    <a:pt x="13740" y="3877"/>
                    <a:pt x="13752" y="3864"/>
                    <a:pt x="13764" y="3864"/>
                  </a:cubicBezTo>
                  <a:cubicBezTo>
                    <a:pt x="13838" y="3827"/>
                    <a:pt x="13900" y="3778"/>
                    <a:pt x="13974" y="3741"/>
                  </a:cubicBezTo>
                  <a:cubicBezTo>
                    <a:pt x="14098" y="3655"/>
                    <a:pt x="13987" y="3457"/>
                    <a:pt x="13851" y="3544"/>
                  </a:cubicBezTo>
                  <a:close/>
                  <a:moveTo>
                    <a:pt x="14419" y="3161"/>
                  </a:moveTo>
                  <a:cubicBezTo>
                    <a:pt x="14320" y="3235"/>
                    <a:pt x="14394" y="3395"/>
                    <a:pt x="14517" y="3371"/>
                  </a:cubicBezTo>
                  <a:cubicBezTo>
                    <a:pt x="14530" y="3371"/>
                    <a:pt x="14554" y="3358"/>
                    <a:pt x="14567" y="3358"/>
                  </a:cubicBezTo>
                  <a:cubicBezTo>
                    <a:pt x="14628" y="3309"/>
                    <a:pt x="14690" y="3260"/>
                    <a:pt x="14752" y="3210"/>
                  </a:cubicBezTo>
                  <a:cubicBezTo>
                    <a:pt x="14826" y="3149"/>
                    <a:pt x="14801" y="3013"/>
                    <a:pt x="14690" y="3000"/>
                  </a:cubicBezTo>
                  <a:cubicBezTo>
                    <a:pt x="14665" y="3000"/>
                    <a:pt x="14628" y="3013"/>
                    <a:pt x="14604" y="3025"/>
                  </a:cubicBezTo>
                  <a:close/>
                  <a:moveTo>
                    <a:pt x="15135" y="2581"/>
                  </a:moveTo>
                  <a:cubicBezTo>
                    <a:pt x="15097" y="2605"/>
                    <a:pt x="15085" y="2655"/>
                    <a:pt x="15097" y="2692"/>
                  </a:cubicBezTo>
                  <a:cubicBezTo>
                    <a:pt x="15110" y="2778"/>
                    <a:pt x="15221" y="2815"/>
                    <a:pt x="15295" y="2754"/>
                  </a:cubicBezTo>
                  <a:cubicBezTo>
                    <a:pt x="15344" y="2704"/>
                    <a:pt x="15406" y="2642"/>
                    <a:pt x="15455" y="2593"/>
                  </a:cubicBezTo>
                  <a:cubicBezTo>
                    <a:pt x="15579" y="2482"/>
                    <a:pt x="15418" y="2309"/>
                    <a:pt x="15307" y="2420"/>
                  </a:cubicBezTo>
                  <a:cubicBezTo>
                    <a:pt x="15246" y="2470"/>
                    <a:pt x="15196" y="2531"/>
                    <a:pt x="15135" y="2581"/>
                  </a:cubicBezTo>
                  <a:close/>
                  <a:moveTo>
                    <a:pt x="15752" y="1926"/>
                  </a:moveTo>
                  <a:cubicBezTo>
                    <a:pt x="15715" y="1951"/>
                    <a:pt x="15715" y="2001"/>
                    <a:pt x="15739" y="2050"/>
                  </a:cubicBezTo>
                  <a:cubicBezTo>
                    <a:pt x="15776" y="2124"/>
                    <a:pt x="15875" y="2124"/>
                    <a:pt x="15925" y="2062"/>
                  </a:cubicBezTo>
                  <a:cubicBezTo>
                    <a:pt x="15974" y="2001"/>
                    <a:pt x="16023" y="1939"/>
                    <a:pt x="16073" y="1877"/>
                  </a:cubicBezTo>
                  <a:cubicBezTo>
                    <a:pt x="16134" y="1778"/>
                    <a:pt x="16023" y="1655"/>
                    <a:pt x="15925" y="1717"/>
                  </a:cubicBezTo>
                  <a:cubicBezTo>
                    <a:pt x="15912" y="1717"/>
                    <a:pt x="15900" y="1729"/>
                    <a:pt x="15900" y="1741"/>
                  </a:cubicBezTo>
                  <a:cubicBezTo>
                    <a:pt x="15850" y="1803"/>
                    <a:pt x="15801" y="1865"/>
                    <a:pt x="15752" y="1926"/>
                  </a:cubicBezTo>
                  <a:close/>
                  <a:moveTo>
                    <a:pt x="16270" y="1173"/>
                  </a:moveTo>
                  <a:cubicBezTo>
                    <a:pt x="16159" y="1285"/>
                    <a:pt x="16332" y="1445"/>
                    <a:pt x="16443" y="1322"/>
                  </a:cubicBezTo>
                  <a:cubicBezTo>
                    <a:pt x="16455" y="1322"/>
                    <a:pt x="16455" y="1309"/>
                    <a:pt x="16468" y="1297"/>
                  </a:cubicBezTo>
                  <a:lnTo>
                    <a:pt x="16492" y="1248"/>
                  </a:lnTo>
                  <a:lnTo>
                    <a:pt x="16542" y="1149"/>
                  </a:lnTo>
                  <a:lnTo>
                    <a:pt x="16579" y="1087"/>
                  </a:lnTo>
                  <a:cubicBezTo>
                    <a:pt x="16653" y="964"/>
                    <a:pt x="16480" y="853"/>
                    <a:pt x="16394" y="951"/>
                  </a:cubicBezTo>
                  <a:cubicBezTo>
                    <a:pt x="16381" y="964"/>
                    <a:pt x="16381" y="976"/>
                    <a:pt x="16381" y="976"/>
                  </a:cubicBezTo>
                  <a:lnTo>
                    <a:pt x="16344" y="1038"/>
                  </a:lnTo>
                  <a:lnTo>
                    <a:pt x="16295" y="11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66"/>
          <p:cNvSpPr/>
          <p:nvPr/>
        </p:nvSpPr>
        <p:spPr>
          <a:xfrm>
            <a:off x="716575" y="0"/>
            <a:ext cx="8579795" cy="5143484"/>
          </a:xfrm>
          <a:custGeom>
            <a:avLst/>
            <a:gdLst/>
            <a:ahLst/>
            <a:cxnLst/>
            <a:rect l="l" t="t" r="r" b="b"/>
            <a:pathLst>
              <a:path w="128517" h="78770" extrusionOk="0">
                <a:moveTo>
                  <a:pt x="35" y="1"/>
                </a:moveTo>
                <a:lnTo>
                  <a:pt x="0" y="78769"/>
                </a:lnTo>
                <a:lnTo>
                  <a:pt x="128517" y="78769"/>
                </a:lnTo>
                <a:cubicBezTo>
                  <a:pt x="61260" y="76442"/>
                  <a:pt x="7739" y="332"/>
                  <a:pt x="7739" y="332"/>
                </a:cubicBezTo>
                <a:lnTo>
                  <a:pt x="35" y="1"/>
                </a:lnTo>
                <a:close/>
              </a:path>
            </a:pathLst>
          </a:custGeom>
          <a:solidFill>
            <a:srgbClr val="B0D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2" name="Google Shape;1612;p66"/>
          <p:cNvSpPr/>
          <p:nvPr/>
        </p:nvSpPr>
        <p:spPr>
          <a:xfrm>
            <a:off x="1754550" y="1135650"/>
            <a:ext cx="5634900" cy="2872200"/>
          </a:xfrm>
          <a:prstGeom prst="plaque">
            <a:avLst>
              <a:gd name="adj" fmla="val 11691"/>
            </a:avLst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13" name="Google Shape;1613;p66"/>
          <p:cNvCxnSpPr/>
          <p:nvPr/>
        </p:nvCxnSpPr>
        <p:spPr>
          <a:xfrm>
            <a:off x="2572800" y="31168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4" name="Google Shape;1614;p66"/>
          <p:cNvCxnSpPr/>
          <p:nvPr/>
        </p:nvCxnSpPr>
        <p:spPr>
          <a:xfrm>
            <a:off x="2572800" y="22227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15" name="Google Shape;1615;p66"/>
          <p:cNvGrpSpPr/>
          <p:nvPr/>
        </p:nvGrpSpPr>
        <p:grpSpPr>
          <a:xfrm rot="697126">
            <a:off x="8280187" y="-46678"/>
            <a:ext cx="1305393" cy="1346461"/>
            <a:chOff x="1492000" y="427450"/>
            <a:chExt cx="1188000" cy="1225375"/>
          </a:xfrm>
        </p:grpSpPr>
        <p:sp>
          <p:nvSpPr>
            <p:cNvPr id="1616" name="Google Shape;1616;p66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66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66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66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66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66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66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66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66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66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66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7" name="Google Shape;1627;p66"/>
          <p:cNvSpPr/>
          <p:nvPr/>
        </p:nvSpPr>
        <p:spPr>
          <a:xfrm>
            <a:off x="-50900" y="-21500"/>
            <a:ext cx="771000" cy="5165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8" name="Google Shape;1628;p66"/>
          <p:cNvGrpSpPr/>
          <p:nvPr/>
        </p:nvGrpSpPr>
        <p:grpSpPr>
          <a:xfrm rot="-1976796" flipH="1">
            <a:off x="5917481" y="3990133"/>
            <a:ext cx="3474354" cy="888893"/>
            <a:chOff x="3809875" y="1963175"/>
            <a:chExt cx="1923600" cy="492150"/>
          </a:xfrm>
        </p:grpSpPr>
        <p:sp>
          <p:nvSpPr>
            <p:cNvPr id="1629" name="Google Shape;1629;p66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66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66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66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66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66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66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66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66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6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66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0" name="Google Shape;1640;p66"/>
          <p:cNvGrpSpPr/>
          <p:nvPr/>
        </p:nvGrpSpPr>
        <p:grpSpPr>
          <a:xfrm rot="-375097">
            <a:off x="1228557" y="-253382"/>
            <a:ext cx="711742" cy="793298"/>
            <a:chOff x="6554696" y="509501"/>
            <a:chExt cx="711709" cy="793261"/>
          </a:xfrm>
        </p:grpSpPr>
        <p:sp>
          <p:nvSpPr>
            <p:cNvPr id="1641" name="Google Shape;1641;p66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66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3" name="Google Shape;1643;p66"/>
          <p:cNvGrpSpPr/>
          <p:nvPr/>
        </p:nvGrpSpPr>
        <p:grpSpPr>
          <a:xfrm rot="807122">
            <a:off x="809300" y="4708652"/>
            <a:ext cx="2497551" cy="2401906"/>
            <a:chOff x="1857000" y="3245400"/>
            <a:chExt cx="1233825" cy="1186575"/>
          </a:xfrm>
        </p:grpSpPr>
        <p:sp>
          <p:nvSpPr>
            <p:cNvPr id="1644" name="Google Shape;1644;p66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66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66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66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66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66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0" name="Google Shape;1650;p66"/>
          <p:cNvSpPr/>
          <p:nvPr/>
        </p:nvSpPr>
        <p:spPr>
          <a:xfrm rot="-381518">
            <a:off x="1317430" y="-146232"/>
            <a:ext cx="102933" cy="551241"/>
          </a:xfrm>
          <a:prstGeom prst="roundRect">
            <a:avLst>
              <a:gd name="adj" fmla="val 50000"/>
            </a:avLst>
          </a:prstGeom>
          <a:solidFill>
            <a:srgbClr val="EEEEEE">
              <a:alpha val="474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1" name="Google Shape;1651;p66"/>
          <p:cNvSpPr txBox="1">
            <a:spLocks noGrp="1"/>
          </p:cNvSpPr>
          <p:nvPr>
            <p:ph type="ctrTitle"/>
          </p:nvPr>
        </p:nvSpPr>
        <p:spPr>
          <a:xfrm>
            <a:off x="2351850" y="1460922"/>
            <a:ext cx="4440300" cy="174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Itim"/>
              <a:buNone/>
              <a:defRPr sz="6000" b="1"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52" name="Google Shape;1652;p66"/>
          <p:cNvSpPr txBox="1">
            <a:spLocks noGrp="1"/>
          </p:cNvSpPr>
          <p:nvPr>
            <p:ph type="subTitle" idx="1"/>
          </p:nvPr>
        </p:nvSpPr>
        <p:spPr>
          <a:xfrm>
            <a:off x="2351850" y="3287050"/>
            <a:ext cx="4440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4" name="Google Shape;1654;p6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655" name="Google Shape;1655;p6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6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6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6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6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6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6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6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6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6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6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6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6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6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6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6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6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6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6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6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6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6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7" name="Google Shape;1677;p67"/>
          <p:cNvSpPr txBox="1">
            <a:spLocks noGrp="1"/>
          </p:cNvSpPr>
          <p:nvPr>
            <p:ph type="subTitle" idx="1"/>
          </p:nvPr>
        </p:nvSpPr>
        <p:spPr>
          <a:xfrm>
            <a:off x="3117150" y="3530226"/>
            <a:ext cx="29097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78" name="Google Shape;1678;p67"/>
          <p:cNvSpPr txBox="1">
            <a:spLocks noGrp="1"/>
          </p:cNvSpPr>
          <p:nvPr>
            <p:ph type="title"/>
          </p:nvPr>
        </p:nvSpPr>
        <p:spPr>
          <a:xfrm>
            <a:off x="1918650" y="1613852"/>
            <a:ext cx="5306700" cy="17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79" name="Google Shape;1679;p67"/>
          <p:cNvSpPr txBox="1">
            <a:spLocks noGrp="1"/>
          </p:cNvSpPr>
          <p:nvPr>
            <p:ph type="title" idx="2" hasCustomPrompt="1"/>
          </p:nvPr>
        </p:nvSpPr>
        <p:spPr>
          <a:xfrm>
            <a:off x="3843750" y="591078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680" name="Google Shape;1680;p67"/>
          <p:cNvGrpSpPr/>
          <p:nvPr/>
        </p:nvGrpSpPr>
        <p:grpSpPr>
          <a:xfrm rot="-697126" flipH="1">
            <a:off x="569287" y="-351303"/>
            <a:ext cx="1305393" cy="1346461"/>
            <a:chOff x="1492000" y="427450"/>
            <a:chExt cx="1188000" cy="1225375"/>
          </a:xfrm>
        </p:grpSpPr>
        <p:sp>
          <p:nvSpPr>
            <p:cNvPr id="1681" name="Google Shape;1681;p67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67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67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67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67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67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67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67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67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67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67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68"/>
          <p:cNvSpPr/>
          <p:nvPr/>
        </p:nvSpPr>
        <p:spPr>
          <a:xfrm>
            <a:off x="8740343" y="1780347"/>
            <a:ext cx="20479" cy="58449"/>
          </a:xfrm>
          <a:custGeom>
            <a:avLst/>
            <a:gdLst/>
            <a:ahLst/>
            <a:cxnLst/>
            <a:rect l="l" t="t" r="r" b="b"/>
            <a:pathLst>
              <a:path w="488" h="1403" extrusionOk="0">
                <a:moveTo>
                  <a:pt x="249" y="0"/>
                </a:moveTo>
                <a:cubicBezTo>
                  <a:pt x="193" y="0"/>
                  <a:pt x="139" y="35"/>
                  <a:pt x="118" y="90"/>
                </a:cubicBezTo>
                <a:cubicBezTo>
                  <a:pt x="73" y="190"/>
                  <a:pt x="46" y="289"/>
                  <a:pt x="28" y="397"/>
                </a:cubicBezTo>
                <a:cubicBezTo>
                  <a:pt x="19" y="442"/>
                  <a:pt x="1" y="496"/>
                  <a:pt x="19" y="541"/>
                </a:cubicBezTo>
                <a:cubicBezTo>
                  <a:pt x="19" y="559"/>
                  <a:pt x="28" y="568"/>
                  <a:pt x="37" y="586"/>
                </a:cubicBezTo>
                <a:cubicBezTo>
                  <a:pt x="64" y="595"/>
                  <a:pt x="145" y="613"/>
                  <a:pt x="145" y="622"/>
                </a:cubicBezTo>
                <a:cubicBezTo>
                  <a:pt x="145" y="631"/>
                  <a:pt x="100" y="649"/>
                  <a:pt x="73" y="658"/>
                </a:cubicBezTo>
                <a:cubicBezTo>
                  <a:pt x="37" y="667"/>
                  <a:pt x="46" y="685"/>
                  <a:pt x="46" y="694"/>
                </a:cubicBezTo>
                <a:cubicBezTo>
                  <a:pt x="37" y="902"/>
                  <a:pt x="46" y="1100"/>
                  <a:pt x="109" y="1307"/>
                </a:cubicBezTo>
                <a:cubicBezTo>
                  <a:pt x="118" y="1343"/>
                  <a:pt x="154" y="1379"/>
                  <a:pt x="190" y="1397"/>
                </a:cubicBezTo>
                <a:cubicBezTo>
                  <a:pt x="203" y="1401"/>
                  <a:pt x="215" y="1402"/>
                  <a:pt x="228" y="1402"/>
                </a:cubicBezTo>
                <a:cubicBezTo>
                  <a:pt x="289" y="1402"/>
                  <a:pt x="348" y="1367"/>
                  <a:pt x="371" y="1307"/>
                </a:cubicBezTo>
                <a:cubicBezTo>
                  <a:pt x="434" y="1109"/>
                  <a:pt x="443" y="902"/>
                  <a:pt x="443" y="703"/>
                </a:cubicBezTo>
                <a:cubicBezTo>
                  <a:pt x="443" y="685"/>
                  <a:pt x="452" y="676"/>
                  <a:pt x="416" y="658"/>
                </a:cubicBezTo>
                <a:cubicBezTo>
                  <a:pt x="389" y="649"/>
                  <a:pt x="344" y="640"/>
                  <a:pt x="344" y="622"/>
                </a:cubicBezTo>
                <a:cubicBezTo>
                  <a:pt x="344" y="613"/>
                  <a:pt x="425" y="595"/>
                  <a:pt x="443" y="586"/>
                </a:cubicBezTo>
                <a:cubicBezTo>
                  <a:pt x="461" y="577"/>
                  <a:pt x="470" y="559"/>
                  <a:pt x="470" y="550"/>
                </a:cubicBezTo>
                <a:cubicBezTo>
                  <a:pt x="488" y="496"/>
                  <a:pt x="470" y="451"/>
                  <a:pt x="461" y="397"/>
                </a:cubicBezTo>
                <a:cubicBezTo>
                  <a:pt x="443" y="298"/>
                  <a:pt x="416" y="190"/>
                  <a:pt x="380" y="90"/>
                </a:cubicBezTo>
                <a:cubicBezTo>
                  <a:pt x="362" y="54"/>
                  <a:pt x="335" y="27"/>
                  <a:pt x="298" y="9"/>
                </a:cubicBezTo>
                <a:cubicBezTo>
                  <a:pt x="282" y="3"/>
                  <a:pt x="266" y="0"/>
                  <a:pt x="2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94" name="Google Shape;1694;p6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695" name="Google Shape;1695;p6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6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6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6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6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6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6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6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6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6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6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6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6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6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6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6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6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6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6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6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6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6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7" name="Google Shape;1717;p6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18" name="Google Shape;1718;p68"/>
          <p:cNvSpPr txBox="1">
            <a:spLocks noGrp="1"/>
          </p:cNvSpPr>
          <p:nvPr>
            <p:ph type="body" idx="1"/>
          </p:nvPr>
        </p:nvSpPr>
        <p:spPr>
          <a:xfrm>
            <a:off x="720000" y="1170724"/>
            <a:ext cx="7704000" cy="38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1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21" name="Google Shape;1721;p69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722" name="Google Shape;1722;p69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23" name="Google Shape;1723;p69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724" name="Google Shape;1724;p69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725" name="Google Shape;1725;p69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69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69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69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69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69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69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69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69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69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69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69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69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69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69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0" name="Google Shape;1740;p69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741" name="Google Shape;1741;p69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69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69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69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69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69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69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69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69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69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69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69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69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69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69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756" name="Google Shape;1756;p69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7" name="Google Shape;1757;p69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8" name="Google Shape;1758;p69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9" name="Google Shape;1759;p69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0" name="Google Shape;1760;p69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1" name="Google Shape;1761;p69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62" name="Google Shape;1762;p6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63" name="Google Shape;1763;p69"/>
          <p:cNvSpPr txBox="1">
            <a:spLocks noGrp="1"/>
          </p:cNvSpPr>
          <p:nvPr>
            <p:ph type="body" idx="1"/>
          </p:nvPr>
        </p:nvSpPr>
        <p:spPr>
          <a:xfrm>
            <a:off x="720000" y="2980194"/>
            <a:ext cx="31293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64" name="Google Shape;1764;p69"/>
          <p:cNvSpPr txBox="1">
            <a:spLocks noGrp="1"/>
          </p:cNvSpPr>
          <p:nvPr>
            <p:ph type="body" idx="2"/>
          </p:nvPr>
        </p:nvSpPr>
        <p:spPr>
          <a:xfrm>
            <a:off x="5368500" y="2980194"/>
            <a:ext cx="30555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65" name="Google Shape;1765;p69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66" name="Google Shape;1766;p69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8" name="Google Shape;1768;p70"/>
          <p:cNvGrpSpPr/>
          <p:nvPr/>
        </p:nvGrpSpPr>
        <p:grpSpPr>
          <a:xfrm>
            <a:off x="352670" y="6764"/>
            <a:ext cx="8793030" cy="5129556"/>
            <a:chOff x="514825" y="859725"/>
            <a:chExt cx="6865800" cy="4005275"/>
          </a:xfrm>
        </p:grpSpPr>
        <p:sp>
          <p:nvSpPr>
            <p:cNvPr id="1769" name="Google Shape;1769;p7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7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7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7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7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7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7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7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7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7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7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7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7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7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7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7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7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7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7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7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7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0" name="Google Shape;1790;p70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4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2" name="Google Shape;1792;p7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793" name="Google Shape;1793;p7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7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7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7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7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7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7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7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7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7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7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7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7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7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7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7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7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7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7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2" name="Google Shape;1812;p71"/>
          <p:cNvSpPr txBox="1">
            <a:spLocks noGrp="1"/>
          </p:cNvSpPr>
          <p:nvPr>
            <p:ph type="subTitle" idx="1"/>
          </p:nvPr>
        </p:nvSpPr>
        <p:spPr>
          <a:xfrm>
            <a:off x="890100" y="1760244"/>
            <a:ext cx="7533900" cy="27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13" name="Google Shape;1813;p71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10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5" name="Google Shape;1815;p7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816" name="Google Shape;1816;p7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7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7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7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7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7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7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7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7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7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7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7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7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7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7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7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7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7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7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835" name="Google Shape;1835;p72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6" name="Google Shape;1836;p72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72"/>
          <p:cNvSpPr txBox="1">
            <a:spLocks noGrp="1"/>
          </p:cNvSpPr>
          <p:nvPr>
            <p:ph type="title"/>
          </p:nvPr>
        </p:nvSpPr>
        <p:spPr>
          <a:xfrm>
            <a:off x="720000" y="1560650"/>
            <a:ext cx="3519300" cy="16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838" name="Google Shape;1838;p72"/>
          <p:cNvSpPr txBox="1">
            <a:spLocks noGrp="1"/>
          </p:cNvSpPr>
          <p:nvPr>
            <p:ph type="subTitle" idx="1"/>
          </p:nvPr>
        </p:nvSpPr>
        <p:spPr>
          <a:xfrm rot="684086">
            <a:off x="5771626" y="1941489"/>
            <a:ext cx="1878775" cy="154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0" name="Google Shape;1840;p7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841" name="Google Shape;1841;p7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7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7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7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7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7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7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7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7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7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7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7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7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7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7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7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7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7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7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0" name="Google Shape;1860;p73"/>
          <p:cNvSpPr txBox="1">
            <a:spLocks noGrp="1"/>
          </p:cNvSpPr>
          <p:nvPr>
            <p:ph type="title"/>
          </p:nvPr>
        </p:nvSpPr>
        <p:spPr>
          <a:xfrm>
            <a:off x="1061575" y="1472687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61" name="Google Shape;1861;p73"/>
          <p:cNvSpPr txBox="1">
            <a:spLocks noGrp="1"/>
          </p:cNvSpPr>
          <p:nvPr>
            <p:ph type="body" idx="1"/>
          </p:nvPr>
        </p:nvSpPr>
        <p:spPr>
          <a:xfrm>
            <a:off x="1061575" y="2468991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1862" name="Google Shape;1862;p73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3" name="Google Shape;1863;p73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74"/>
          <p:cNvSpPr txBox="1">
            <a:spLocks noGrp="1"/>
          </p:cNvSpPr>
          <p:nvPr>
            <p:ph type="title"/>
          </p:nvPr>
        </p:nvSpPr>
        <p:spPr>
          <a:xfrm>
            <a:off x="3223200" y="1570950"/>
            <a:ext cx="2697600" cy="20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7" name="Google Shape;1867;p7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868" name="Google Shape;1868;p7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7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7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7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7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7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7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7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7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7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7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7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7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7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7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7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7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7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7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887" name="Google Shape;1887;p75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8" name="Google Shape;1888;p75"/>
          <p:cNvSpPr txBox="1">
            <a:spLocks noGrp="1"/>
          </p:cNvSpPr>
          <p:nvPr>
            <p:ph type="title" hasCustomPrompt="1"/>
          </p:nvPr>
        </p:nvSpPr>
        <p:spPr>
          <a:xfrm>
            <a:off x="1768200" y="1654521"/>
            <a:ext cx="5607600" cy="84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9" name="Google Shape;1889;p75"/>
          <p:cNvSpPr txBox="1">
            <a:spLocks noGrp="1"/>
          </p:cNvSpPr>
          <p:nvPr>
            <p:ph type="body" idx="1"/>
          </p:nvPr>
        </p:nvSpPr>
        <p:spPr>
          <a:xfrm>
            <a:off x="2710050" y="2650221"/>
            <a:ext cx="3723900" cy="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3" name="Google Shape;1893;p77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894" name="Google Shape;1894;p77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95" name="Google Shape;1895;p7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96" name="Google Shape;1896;p77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897" name="Google Shape;1897;p7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7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7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7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7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7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7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7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7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7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7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7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7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7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7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12" name="Google Shape;1912;p77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913" name="Google Shape;1913;p7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7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7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7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7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7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7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7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7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7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7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7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7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7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7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928" name="Google Shape;1928;p77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9" name="Google Shape;1929;p77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0" name="Google Shape;1930;p77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1" name="Google Shape;1931;p77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2" name="Google Shape;1932;p77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3" name="Google Shape;1933;p7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34" name="Google Shape;1934;p7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68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935" name="Google Shape;1935;p77"/>
          <p:cNvSpPr txBox="1">
            <a:spLocks noGrp="1"/>
          </p:cNvSpPr>
          <p:nvPr>
            <p:ph type="subTitle" idx="1"/>
          </p:nvPr>
        </p:nvSpPr>
        <p:spPr>
          <a:xfrm>
            <a:off x="90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36" name="Google Shape;1936;p77"/>
          <p:cNvSpPr txBox="1">
            <a:spLocks noGrp="1"/>
          </p:cNvSpPr>
          <p:nvPr>
            <p:ph type="subTitle" idx="2"/>
          </p:nvPr>
        </p:nvSpPr>
        <p:spPr>
          <a:xfrm>
            <a:off x="567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37" name="Google Shape;1937;p77"/>
          <p:cNvSpPr txBox="1">
            <a:spLocks noGrp="1"/>
          </p:cNvSpPr>
          <p:nvPr>
            <p:ph type="subTitle" idx="3"/>
          </p:nvPr>
        </p:nvSpPr>
        <p:spPr>
          <a:xfrm>
            <a:off x="90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38" name="Google Shape;1938;p77"/>
          <p:cNvSpPr txBox="1">
            <a:spLocks noGrp="1"/>
          </p:cNvSpPr>
          <p:nvPr>
            <p:ph type="subTitle" idx="4"/>
          </p:nvPr>
        </p:nvSpPr>
        <p:spPr>
          <a:xfrm>
            <a:off x="567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39" name="Google Shape;1939;p77"/>
          <p:cNvSpPr txBox="1">
            <a:spLocks noGrp="1"/>
          </p:cNvSpPr>
          <p:nvPr>
            <p:ph type="subTitle" idx="5"/>
          </p:nvPr>
        </p:nvSpPr>
        <p:spPr>
          <a:xfrm>
            <a:off x="90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40" name="Google Shape;1940;p77"/>
          <p:cNvSpPr txBox="1">
            <a:spLocks noGrp="1"/>
          </p:cNvSpPr>
          <p:nvPr>
            <p:ph type="subTitle" idx="6"/>
          </p:nvPr>
        </p:nvSpPr>
        <p:spPr>
          <a:xfrm>
            <a:off x="567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41" name="Google Shape;1941;p77"/>
          <p:cNvSpPr txBox="1">
            <a:spLocks noGrp="1"/>
          </p:cNvSpPr>
          <p:nvPr>
            <p:ph type="subTitle" idx="7"/>
          </p:nvPr>
        </p:nvSpPr>
        <p:spPr>
          <a:xfrm>
            <a:off x="90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42" name="Google Shape;1942;p77"/>
          <p:cNvSpPr txBox="1">
            <a:spLocks noGrp="1"/>
          </p:cNvSpPr>
          <p:nvPr>
            <p:ph type="subTitle" idx="8"/>
          </p:nvPr>
        </p:nvSpPr>
        <p:spPr>
          <a:xfrm>
            <a:off x="567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"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4" name="Google Shape;1944;p7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945" name="Google Shape;1945;p7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7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7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7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7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7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7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7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7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7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7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7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7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7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7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7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7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7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7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7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7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7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7" name="Google Shape;1967;p78"/>
          <p:cNvSpPr txBox="1">
            <a:spLocks noGrp="1"/>
          </p:cNvSpPr>
          <p:nvPr>
            <p:ph type="ctrTitle"/>
          </p:nvPr>
        </p:nvSpPr>
        <p:spPr>
          <a:xfrm>
            <a:off x="5908324" y="1290427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968" name="Google Shape;1968;p78"/>
          <p:cNvSpPr txBox="1">
            <a:spLocks noGrp="1"/>
          </p:cNvSpPr>
          <p:nvPr>
            <p:ph type="subTitle" idx="1"/>
          </p:nvPr>
        </p:nvSpPr>
        <p:spPr>
          <a:xfrm>
            <a:off x="590832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69" name="Google Shape;1969;p78"/>
          <p:cNvSpPr txBox="1">
            <a:spLocks noGrp="1"/>
          </p:cNvSpPr>
          <p:nvPr>
            <p:ph type="title" idx="2" hasCustomPrompt="1"/>
          </p:nvPr>
        </p:nvSpPr>
        <p:spPr>
          <a:xfrm>
            <a:off x="4903953" y="1280000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1970" name="Google Shape;1970;p78"/>
          <p:cNvSpPr txBox="1">
            <a:spLocks noGrp="1"/>
          </p:cNvSpPr>
          <p:nvPr>
            <p:ph type="subTitle" idx="3"/>
          </p:nvPr>
        </p:nvSpPr>
        <p:spPr>
          <a:xfrm>
            <a:off x="590832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71" name="Google Shape;1971;p78"/>
          <p:cNvSpPr txBox="1">
            <a:spLocks noGrp="1"/>
          </p:cNvSpPr>
          <p:nvPr>
            <p:ph type="title" idx="4" hasCustomPrompt="1"/>
          </p:nvPr>
        </p:nvSpPr>
        <p:spPr>
          <a:xfrm>
            <a:off x="4903953" y="327730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1972" name="Google Shape;1972;p78"/>
          <p:cNvSpPr txBox="1">
            <a:spLocks noGrp="1"/>
          </p:cNvSpPr>
          <p:nvPr>
            <p:ph type="subTitle" idx="5"/>
          </p:nvPr>
        </p:nvSpPr>
        <p:spPr>
          <a:xfrm>
            <a:off x="5908324" y="2589180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73" name="Google Shape;1973;p78"/>
          <p:cNvSpPr txBox="1">
            <a:spLocks noGrp="1"/>
          </p:cNvSpPr>
          <p:nvPr>
            <p:ph type="title" idx="6" hasCustomPrompt="1"/>
          </p:nvPr>
        </p:nvSpPr>
        <p:spPr>
          <a:xfrm>
            <a:off x="4903953" y="230664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1974" name="Google Shape;1974;p78"/>
          <p:cNvSpPr txBox="1">
            <a:spLocks noGrp="1"/>
          </p:cNvSpPr>
          <p:nvPr>
            <p:ph type="ctrTitle" idx="7"/>
          </p:nvPr>
        </p:nvSpPr>
        <p:spPr>
          <a:xfrm>
            <a:off x="5908324" y="231110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975" name="Google Shape;1975;p78"/>
          <p:cNvSpPr txBox="1">
            <a:spLocks noGrp="1"/>
          </p:cNvSpPr>
          <p:nvPr>
            <p:ph type="ctrTitle" idx="8"/>
          </p:nvPr>
        </p:nvSpPr>
        <p:spPr>
          <a:xfrm>
            <a:off x="5908324" y="328299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976" name="Google Shape;1976;p78"/>
          <p:cNvSpPr txBox="1">
            <a:spLocks noGrp="1"/>
          </p:cNvSpPr>
          <p:nvPr>
            <p:ph type="ctrTitle" idx="9"/>
          </p:nvPr>
        </p:nvSpPr>
        <p:spPr>
          <a:xfrm>
            <a:off x="1912664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977" name="Google Shape;1977;p78"/>
          <p:cNvSpPr txBox="1">
            <a:spLocks noGrp="1"/>
          </p:cNvSpPr>
          <p:nvPr>
            <p:ph type="subTitle" idx="13"/>
          </p:nvPr>
        </p:nvSpPr>
        <p:spPr>
          <a:xfrm>
            <a:off x="191266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78" name="Google Shape;1978;p78"/>
          <p:cNvSpPr txBox="1">
            <a:spLocks noGrp="1"/>
          </p:cNvSpPr>
          <p:nvPr>
            <p:ph type="title" idx="14" hasCustomPrompt="1"/>
          </p:nvPr>
        </p:nvSpPr>
        <p:spPr>
          <a:xfrm>
            <a:off x="784376" y="1286887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1979" name="Google Shape;1979;p78"/>
          <p:cNvSpPr txBox="1">
            <a:spLocks noGrp="1"/>
          </p:cNvSpPr>
          <p:nvPr>
            <p:ph type="subTitle" idx="15"/>
          </p:nvPr>
        </p:nvSpPr>
        <p:spPr>
          <a:xfrm>
            <a:off x="191266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80" name="Google Shape;1980;p78"/>
          <p:cNvSpPr txBox="1">
            <a:spLocks noGrp="1"/>
          </p:cNvSpPr>
          <p:nvPr>
            <p:ph type="title" idx="16" hasCustomPrompt="1"/>
          </p:nvPr>
        </p:nvSpPr>
        <p:spPr>
          <a:xfrm>
            <a:off x="784376" y="3284192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1981" name="Google Shape;1981;p78"/>
          <p:cNvSpPr txBox="1">
            <a:spLocks noGrp="1"/>
          </p:cNvSpPr>
          <p:nvPr>
            <p:ph type="subTitle" idx="17"/>
          </p:nvPr>
        </p:nvSpPr>
        <p:spPr>
          <a:xfrm>
            <a:off x="1912664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82" name="Google Shape;1982;p78"/>
          <p:cNvSpPr txBox="1">
            <a:spLocks noGrp="1"/>
          </p:cNvSpPr>
          <p:nvPr>
            <p:ph type="title" idx="18" hasCustomPrompt="1"/>
          </p:nvPr>
        </p:nvSpPr>
        <p:spPr>
          <a:xfrm>
            <a:off x="784376" y="2313531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1983" name="Google Shape;1983;p78"/>
          <p:cNvSpPr txBox="1">
            <a:spLocks noGrp="1"/>
          </p:cNvSpPr>
          <p:nvPr>
            <p:ph type="ctrTitle" idx="19"/>
          </p:nvPr>
        </p:nvSpPr>
        <p:spPr>
          <a:xfrm>
            <a:off x="1912664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984" name="Google Shape;1984;p78"/>
          <p:cNvSpPr txBox="1">
            <a:spLocks noGrp="1"/>
          </p:cNvSpPr>
          <p:nvPr>
            <p:ph type="ctrTitle" idx="20"/>
          </p:nvPr>
        </p:nvSpPr>
        <p:spPr>
          <a:xfrm>
            <a:off x="1912664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985" name="Google Shape;1985;p78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7" name="Google Shape;1987;p79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988" name="Google Shape;1988;p7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7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7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7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7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7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7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7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7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7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7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7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7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7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7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7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7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7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7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7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7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7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10" name="Google Shape;2010;p79"/>
          <p:cNvSpPr txBox="1">
            <a:spLocks noGrp="1"/>
          </p:cNvSpPr>
          <p:nvPr>
            <p:ph type="subTitle" idx="1"/>
          </p:nvPr>
        </p:nvSpPr>
        <p:spPr>
          <a:xfrm>
            <a:off x="2059950" y="2514140"/>
            <a:ext cx="43272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11" name="Google Shape;2011;p79"/>
          <p:cNvSpPr txBox="1">
            <a:spLocks noGrp="1"/>
          </p:cNvSpPr>
          <p:nvPr>
            <p:ph type="title"/>
          </p:nvPr>
        </p:nvSpPr>
        <p:spPr>
          <a:xfrm>
            <a:off x="1080450" y="1555960"/>
            <a:ext cx="5306700" cy="89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012" name="Google Shape;2012;p79"/>
          <p:cNvSpPr txBox="1">
            <a:spLocks noGrp="1"/>
          </p:cNvSpPr>
          <p:nvPr>
            <p:ph type="title" idx="2" hasCustomPrompt="1"/>
          </p:nvPr>
        </p:nvSpPr>
        <p:spPr>
          <a:xfrm>
            <a:off x="6853050" y="2092943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2013" name="Google Shape;2013;p79"/>
          <p:cNvGrpSpPr/>
          <p:nvPr/>
        </p:nvGrpSpPr>
        <p:grpSpPr>
          <a:xfrm rot="-5072894" flipH="1">
            <a:off x="-1007770" y="1789630"/>
            <a:ext cx="3474349" cy="888902"/>
            <a:chOff x="3809875" y="1963175"/>
            <a:chExt cx="1923600" cy="492150"/>
          </a:xfrm>
        </p:grpSpPr>
        <p:sp>
          <p:nvSpPr>
            <p:cNvPr id="2014" name="Google Shape;2014;p79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79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79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79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79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79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79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79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79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79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79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5" name="Google Shape;2025;p79"/>
          <p:cNvGrpSpPr/>
          <p:nvPr/>
        </p:nvGrpSpPr>
        <p:grpSpPr>
          <a:xfrm rot="-375097">
            <a:off x="7330557" y="3418618"/>
            <a:ext cx="711742" cy="793298"/>
            <a:chOff x="6554696" y="509501"/>
            <a:chExt cx="711709" cy="793261"/>
          </a:xfrm>
        </p:grpSpPr>
        <p:sp>
          <p:nvSpPr>
            <p:cNvPr id="2026" name="Google Shape;2026;p79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79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9" name="Google Shape;2029;p80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030" name="Google Shape;2030;p8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8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8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8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8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8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8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8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8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8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8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8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8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8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8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8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8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8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8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8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8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8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2" name="Google Shape;2052;p80"/>
          <p:cNvSpPr txBox="1">
            <a:spLocks noGrp="1"/>
          </p:cNvSpPr>
          <p:nvPr>
            <p:ph type="title"/>
          </p:nvPr>
        </p:nvSpPr>
        <p:spPr>
          <a:xfrm>
            <a:off x="3168000" y="1478819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53" name="Google Shape;2053;p80"/>
          <p:cNvSpPr txBox="1">
            <a:spLocks noGrp="1"/>
          </p:cNvSpPr>
          <p:nvPr>
            <p:ph type="body" idx="1"/>
          </p:nvPr>
        </p:nvSpPr>
        <p:spPr>
          <a:xfrm>
            <a:off x="3168000" y="2469364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4"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5" name="Google Shape;2055;p8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056" name="Google Shape;2056;p8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8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8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8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8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8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8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8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8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8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8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8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8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8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8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8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8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8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8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8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8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8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8" name="Google Shape;2078;p81"/>
          <p:cNvSpPr txBox="1">
            <a:spLocks noGrp="1"/>
          </p:cNvSpPr>
          <p:nvPr>
            <p:ph type="subTitle" idx="1"/>
          </p:nvPr>
        </p:nvSpPr>
        <p:spPr>
          <a:xfrm>
            <a:off x="398370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79" name="Google Shape;2079;p81"/>
          <p:cNvSpPr txBox="1">
            <a:spLocks noGrp="1"/>
          </p:cNvSpPr>
          <p:nvPr>
            <p:ph type="ctrTitle"/>
          </p:nvPr>
        </p:nvSpPr>
        <p:spPr>
          <a:xfrm>
            <a:off x="58758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2080" name="Google Shape;2080;p81"/>
          <p:cNvGrpSpPr/>
          <p:nvPr/>
        </p:nvGrpSpPr>
        <p:grpSpPr>
          <a:xfrm>
            <a:off x="7673759" y="-287513"/>
            <a:ext cx="788762" cy="861588"/>
            <a:chOff x="7673759" y="-287513"/>
            <a:chExt cx="788762" cy="861588"/>
          </a:xfrm>
        </p:grpSpPr>
        <p:grpSp>
          <p:nvGrpSpPr>
            <p:cNvPr id="2081" name="Google Shape;2081;p81"/>
            <p:cNvGrpSpPr/>
            <p:nvPr/>
          </p:nvGrpSpPr>
          <p:grpSpPr>
            <a:xfrm rot="350572">
              <a:off x="7712287" y="-253348"/>
              <a:ext cx="711705" cy="793257"/>
              <a:chOff x="6554696" y="509501"/>
              <a:chExt cx="711709" cy="793261"/>
            </a:xfrm>
          </p:grpSpPr>
          <p:sp>
            <p:nvSpPr>
              <p:cNvPr id="2082" name="Google Shape;2082;p81"/>
              <p:cNvSpPr/>
              <p:nvPr/>
            </p:nvSpPr>
            <p:spPr>
              <a:xfrm>
                <a:off x="6560695" y="516700"/>
                <a:ext cx="696978" cy="779230"/>
              </a:xfrm>
              <a:custGeom>
                <a:avLst/>
                <a:gdLst/>
                <a:ahLst/>
                <a:cxnLst/>
                <a:rect l="l" t="t" r="r" b="b"/>
                <a:pathLst>
                  <a:path w="20913" h="23381" extrusionOk="0">
                    <a:moveTo>
                      <a:pt x="4201" y="1"/>
                    </a:moveTo>
                    <a:cubicBezTo>
                      <a:pt x="1903" y="1"/>
                      <a:pt x="28" y="1866"/>
                      <a:pt x="28" y="4165"/>
                    </a:cubicBezTo>
                    <a:lnTo>
                      <a:pt x="1" y="17073"/>
                    </a:lnTo>
                    <a:cubicBezTo>
                      <a:pt x="1" y="18903"/>
                      <a:pt x="1190" y="20516"/>
                      <a:pt x="2930" y="21057"/>
                    </a:cubicBezTo>
                    <a:lnTo>
                      <a:pt x="9736" y="23193"/>
                    </a:lnTo>
                    <a:cubicBezTo>
                      <a:pt x="10143" y="23318"/>
                      <a:pt x="10563" y="23381"/>
                      <a:pt x="10982" y="23381"/>
                    </a:cubicBezTo>
                    <a:cubicBezTo>
                      <a:pt x="11444" y="23381"/>
                      <a:pt x="11906" y="23304"/>
                      <a:pt x="12350" y="23148"/>
                    </a:cubicBezTo>
                    <a:lnTo>
                      <a:pt x="18092" y="21147"/>
                    </a:lnTo>
                    <a:cubicBezTo>
                      <a:pt x="19759" y="20570"/>
                      <a:pt x="20886" y="18993"/>
                      <a:pt x="20886" y="17217"/>
                    </a:cubicBezTo>
                    <a:lnTo>
                      <a:pt x="20913" y="4201"/>
                    </a:lnTo>
                    <a:cubicBezTo>
                      <a:pt x="20913" y="1903"/>
                      <a:pt x="19047" y="28"/>
                      <a:pt x="16748" y="28"/>
                    </a:cubicBezTo>
                    <a:lnTo>
                      <a:pt x="42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81"/>
              <p:cNvSpPr/>
              <p:nvPr/>
            </p:nvSpPr>
            <p:spPr>
              <a:xfrm>
                <a:off x="6554696" y="509501"/>
                <a:ext cx="711709" cy="793261"/>
              </a:xfrm>
              <a:custGeom>
                <a:avLst/>
                <a:gdLst/>
                <a:ahLst/>
                <a:cxnLst/>
                <a:rect l="l" t="t" r="r" b="b"/>
                <a:pathLst>
                  <a:path w="21355" h="23802" extrusionOk="0">
                    <a:moveTo>
                      <a:pt x="5138" y="442"/>
                    </a:moveTo>
                    <a:lnTo>
                      <a:pt x="7572" y="451"/>
                    </a:lnTo>
                    <a:lnTo>
                      <a:pt x="12440" y="469"/>
                    </a:lnTo>
                    <a:lnTo>
                      <a:pt x="14873" y="469"/>
                    </a:lnTo>
                    <a:lnTo>
                      <a:pt x="16090" y="478"/>
                    </a:lnTo>
                    <a:cubicBezTo>
                      <a:pt x="16249" y="478"/>
                      <a:pt x="16412" y="477"/>
                      <a:pt x="16574" y="477"/>
                    </a:cubicBezTo>
                    <a:cubicBezTo>
                      <a:pt x="16817" y="477"/>
                      <a:pt x="17058" y="480"/>
                      <a:pt x="17280" y="496"/>
                    </a:cubicBezTo>
                    <a:cubicBezTo>
                      <a:pt x="17659" y="541"/>
                      <a:pt x="18037" y="622"/>
                      <a:pt x="18389" y="766"/>
                    </a:cubicBezTo>
                    <a:cubicBezTo>
                      <a:pt x="18740" y="920"/>
                      <a:pt x="19083" y="1109"/>
                      <a:pt x="19380" y="1352"/>
                    </a:cubicBezTo>
                    <a:cubicBezTo>
                      <a:pt x="19669" y="1596"/>
                      <a:pt x="19939" y="1866"/>
                      <a:pt x="20155" y="2191"/>
                    </a:cubicBezTo>
                    <a:cubicBezTo>
                      <a:pt x="20363" y="2506"/>
                      <a:pt x="20534" y="2849"/>
                      <a:pt x="20651" y="3209"/>
                    </a:cubicBezTo>
                    <a:cubicBezTo>
                      <a:pt x="20759" y="3579"/>
                      <a:pt x="20832" y="3948"/>
                      <a:pt x="20832" y="4336"/>
                    </a:cubicBezTo>
                    <a:cubicBezTo>
                      <a:pt x="20841" y="4733"/>
                      <a:pt x="20832" y="5147"/>
                      <a:pt x="20832" y="5544"/>
                    </a:cubicBezTo>
                    <a:lnTo>
                      <a:pt x="20841" y="7978"/>
                    </a:lnTo>
                    <a:lnTo>
                      <a:pt x="20850" y="12845"/>
                    </a:lnTo>
                    <a:lnTo>
                      <a:pt x="20850" y="15279"/>
                    </a:lnTo>
                    <a:lnTo>
                      <a:pt x="20850" y="16496"/>
                    </a:lnTo>
                    <a:lnTo>
                      <a:pt x="20850" y="17109"/>
                    </a:lnTo>
                    <a:lnTo>
                      <a:pt x="20859" y="17406"/>
                    </a:lnTo>
                    <a:lnTo>
                      <a:pt x="20841" y="17704"/>
                    </a:lnTo>
                    <a:cubicBezTo>
                      <a:pt x="20795" y="18470"/>
                      <a:pt x="20516" y="19218"/>
                      <a:pt x="20047" y="19831"/>
                    </a:cubicBezTo>
                    <a:cubicBezTo>
                      <a:pt x="19579" y="20453"/>
                      <a:pt x="18930" y="20921"/>
                      <a:pt x="18208" y="21183"/>
                    </a:cubicBezTo>
                    <a:lnTo>
                      <a:pt x="13602" y="22769"/>
                    </a:lnTo>
                    <a:lnTo>
                      <a:pt x="12458" y="23175"/>
                    </a:lnTo>
                    <a:cubicBezTo>
                      <a:pt x="12088" y="23292"/>
                      <a:pt x="11709" y="23364"/>
                      <a:pt x="11322" y="23382"/>
                    </a:cubicBezTo>
                    <a:cubicBezTo>
                      <a:pt x="11267" y="23385"/>
                      <a:pt x="11211" y="23386"/>
                      <a:pt x="11156" y="23386"/>
                    </a:cubicBezTo>
                    <a:cubicBezTo>
                      <a:pt x="10830" y="23386"/>
                      <a:pt x="10500" y="23342"/>
                      <a:pt x="10177" y="23265"/>
                    </a:cubicBezTo>
                    <a:cubicBezTo>
                      <a:pt x="9997" y="23211"/>
                      <a:pt x="9798" y="23148"/>
                      <a:pt x="9609" y="23085"/>
                    </a:cubicBezTo>
                    <a:lnTo>
                      <a:pt x="9023" y="22905"/>
                    </a:lnTo>
                    <a:lnTo>
                      <a:pt x="4381" y="21453"/>
                    </a:lnTo>
                    <a:lnTo>
                      <a:pt x="3218" y="21093"/>
                    </a:lnTo>
                    <a:cubicBezTo>
                      <a:pt x="2849" y="20976"/>
                      <a:pt x="2497" y="20813"/>
                      <a:pt x="2173" y="20597"/>
                    </a:cubicBezTo>
                    <a:cubicBezTo>
                      <a:pt x="1542" y="20173"/>
                      <a:pt x="1001" y="19578"/>
                      <a:pt x="676" y="18866"/>
                    </a:cubicBezTo>
                    <a:cubicBezTo>
                      <a:pt x="505" y="18515"/>
                      <a:pt x="397" y="18136"/>
                      <a:pt x="343" y="17749"/>
                    </a:cubicBezTo>
                    <a:cubicBezTo>
                      <a:pt x="298" y="17361"/>
                      <a:pt x="316" y="16955"/>
                      <a:pt x="316" y="16550"/>
                    </a:cubicBezTo>
                    <a:lnTo>
                      <a:pt x="334" y="14116"/>
                    </a:lnTo>
                    <a:lnTo>
                      <a:pt x="388" y="9248"/>
                    </a:lnTo>
                    <a:cubicBezTo>
                      <a:pt x="397" y="7626"/>
                      <a:pt x="406" y="6003"/>
                      <a:pt x="415" y="4381"/>
                    </a:cubicBezTo>
                    <a:cubicBezTo>
                      <a:pt x="424" y="3993"/>
                      <a:pt x="478" y="3606"/>
                      <a:pt x="586" y="3245"/>
                    </a:cubicBezTo>
                    <a:cubicBezTo>
                      <a:pt x="703" y="2876"/>
                      <a:pt x="866" y="2524"/>
                      <a:pt x="1082" y="2200"/>
                    </a:cubicBezTo>
                    <a:cubicBezTo>
                      <a:pt x="1298" y="1884"/>
                      <a:pt x="1551" y="1596"/>
                      <a:pt x="1848" y="1343"/>
                    </a:cubicBezTo>
                    <a:cubicBezTo>
                      <a:pt x="2155" y="1109"/>
                      <a:pt x="2479" y="902"/>
                      <a:pt x="2831" y="748"/>
                    </a:cubicBezTo>
                    <a:cubicBezTo>
                      <a:pt x="3191" y="604"/>
                      <a:pt x="3561" y="505"/>
                      <a:pt x="3948" y="460"/>
                    </a:cubicBezTo>
                    <a:cubicBezTo>
                      <a:pt x="4039" y="451"/>
                      <a:pt x="4138" y="451"/>
                      <a:pt x="4237" y="442"/>
                    </a:cubicBezTo>
                    <a:close/>
                    <a:moveTo>
                      <a:pt x="4381" y="0"/>
                    </a:moveTo>
                    <a:lnTo>
                      <a:pt x="4219" y="9"/>
                    </a:lnTo>
                    <a:cubicBezTo>
                      <a:pt x="4111" y="18"/>
                      <a:pt x="4003" y="18"/>
                      <a:pt x="3894" y="27"/>
                    </a:cubicBezTo>
                    <a:cubicBezTo>
                      <a:pt x="3471" y="81"/>
                      <a:pt x="3056" y="190"/>
                      <a:pt x="2668" y="352"/>
                    </a:cubicBezTo>
                    <a:cubicBezTo>
                      <a:pt x="2272" y="523"/>
                      <a:pt x="1911" y="748"/>
                      <a:pt x="1578" y="1019"/>
                    </a:cubicBezTo>
                    <a:cubicBezTo>
                      <a:pt x="1253" y="1289"/>
                      <a:pt x="965" y="1614"/>
                      <a:pt x="731" y="1965"/>
                    </a:cubicBezTo>
                    <a:cubicBezTo>
                      <a:pt x="496" y="2326"/>
                      <a:pt x="316" y="2713"/>
                      <a:pt x="190" y="3119"/>
                    </a:cubicBezTo>
                    <a:cubicBezTo>
                      <a:pt x="63" y="3534"/>
                      <a:pt x="9" y="3957"/>
                      <a:pt x="0" y="4381"/>
                    </a:cubicBezTo>
                    <a:cubicBezTo>
                      <a:pt x="0" y="6003"/>
                      <a:pt x="0" y="7626"/>
                      <a:pt x="9" y="9248"/>
                    </a:cubicBezTo>
                    <a:lnTo>
                      <a:pt x="54" y="14116"/>
                    </a:lnTo>
                    <a:lnTo>
                      <a:pt x="54" y="16550"/>
                    </a:lnTo>
                    <a:lnTo>
                      <a:pt x="54" y="17154"/>
                    </a:lnTo>
                    <a:cubicBezTo>
                      <a:pt x="54" y="17253"/>
                      <a:pt x="54" y="17361"/>
                      <a:pt x="63" y="17469"/>
                    </a:cubicBezTo>
                    <a:cubicBezTo>
                      <a:pt x="63" y="17568"/>
                      <a:pt x="72" y="17676"/>
                      <a:pt x="81" y="17776"/>
                    </a:cubicBezTo>
                    <a:cubicBezTo>
                      <a:pt x="127" y="18190"/>
                      <a:pt x="217" y="18605"/>
                      <a:pt x="370" y="19002"/>
                    </a:cubicBezTo>
                    <a:cubicBezTo>
                      <a:pt x="676" y="19786"/>
                      <a:pt x="1226" y="20489"/>
                      <a:pt x="1947" y="20949"/>
                    </a:cubicBezTo>
                    <a:cubicBezTo>
                      <a:pt x="2299" y="21183"/>
                      <a:pt x="2696" y="21363"/>
                      <a:pt x="3092" y="21489"/>
                    </a:cubicBezTo>
                    <a:lnTo>
                      <a:pt x="4255" y="21859"/>
                    </a:lnTo>
                    <a:lnTo>
                      <a:pt x="8897" y="23310"/>
                    </a:lnTo>
                    <a:lnTo>
                      <a:pt x="9483" y="23490"/>
                    </a:lnTo>
                    <a:cubicBezTo>
                      <a:pt x="9672" y="23554"/>
                      <a:pt x="9862" y="23617"/>
                      <a:pt x="10078" y="23671"/>
                    </a:cubicBezTo>
                    <a:cubicBezTo>
                      <a:pt x="10418" y="23761"/>
                      <a:pt x="10777" y="23801"/>
                      <a:pt x="11133" y="23801"/>
                    </a:cubicBezTo>
                    <a:cubicBezTo>
                      <a:pt x="11202" y="23801"/>
                      <a:pt x="11271" y="23800"/>
                      <a:pt x="11340" y="23797"/>
                    </a:cubicBezTo>
                    <a:cubicBezTo>
                      <a:pt x="11764" y="23779"/>
                      <a:pt x="12187" y="23698"/>
                      <a:pt x="12593" y="23563"/>
                    </a:cubicBezTo>
                    <a:lnTo>
                      <a:pt x="13738" y="23157"/>
                    </a:lnTo>
                    <a:lnTo>
                      <a:pt x="18335" y="21552"/>
                    </a:lnTo>
                    <a:cubicBezTo>
                      <a:pt x="19137" y="21273"/>
                      <a:pt x="19858" y="20759"/>
                      <a:pt x="20372" y="20083"/>
                    </a:cubicBezTo>
                    <a:cubicBezTo>
                      <a:pt x="20895" y="19407"/>
                      <a:pt x="21210" y="18578"/>
                      <a:pt x="21273" y="17731"/>
                    </a:cubicBezTo>
                    <a:lnTo>
                      <a:pt x="21282" y="17406"/>
                    </a:lnTo>
                    <a:lnTo>
                      <a:pt x="21282" y="17109"/>
                    </a:lnTo>
                    <a:lnTo>
                      <a:pt x="21291" y="16496"/>
                    </a:lnTo>
                    <a:lnTo>
                      <a:pt x="21291" y="15279"/>
                    </a:lnTo>
                    <a:lnTo>
                      <a:pt x="21309" y="12845"/>
                    </a:lnTo>
                    <a:lnTo>
                      <a:pt x="21327" y="7978"/>
                    </a:lnTo>
                    <a:lnTo>
                      <a:pt x="21345" y="5544"/>
                    </a:lnTo>
                    <a:cubicBezTo>
                      <a:pt x="21345" y="5138"/>
                      <a:pt x="21354" y="4742"/>
                      <a:pt x="21345" y="4327"/>
                    </a:cubicBezTo>
                    <a:cubicBezTo>
                      <a:pt x="21336" y="3894"/>
                      <a:pt x="21255" y="3471"/>
                      <a:pt x="21129" y="3056"/>
                    </a:cubicBezTo>
                    <a:cubicBezTo>
                      <a:pt x="20994" y="2650"/>
                      <a:pt x="20795" y="2263"/>
                      <a:pt x="20561" y="1911"/>
                    </a:cubicBezTo>
                    <a:cubicBezTo>
                      <a:pt x="20309" y="1551"/>
                      <a:pt x="20011" y="1244"/>
                      <a:pt x="19678" y="974"/>
                    </a:cubicBezTo>
                    <a:cubicBezTo>
                      <a:pt x="19344" y="694"/>
                      <a:pt x="18966" y="487"/>
                      <a:pt x="18569" y="325"/>
                    </a:cubicBezTo>
                    <a:cubicBezTo>
                      <a:pt x="18172" y="153"/>
                      <a:pt x="17749" y="72"/>
                      <a:pt x="17325" y="18"/>
                    </a:cubicBezTo>
                    <a:cubicBezTo>
                      <a:pt x="17109" y="5"/>
                      <a:pt x="16901" y="2"/>
                      <a:pt x="16698" y="2"/>
                    </a:cubicBezTo>
                    <a:cubicBezTo>
                      <a:pt x="16596" y="2"/>
                      <a:pt x="16494" y="3"/>
                      <a:pt x="16393" y="3"/>
                    </a:cubicBezTo>
                    <a:cubicBezTo>
                      <a:pt x="16292" y="3"/>
                      <a:pt x="16192" y="2"/>
                      <a:pt x="160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84" name="Google Shape;2084;p81"/>
            <p:cNvSpPr/>
            <p:nvPr/>
          </p:nvSpPr>
          <p:spPr>
            <a:xfrm rot="442426">
              <a:off x="8229710" y="-161880"/>
              <a:ext cx="102851" cy="55127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5">
    <p:spTree>
      <p:nvGrpSpPr>
        <p:cNvPr id="1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6" name="Google Shape;2086;p8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087" name="Google Shape;2087;p8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8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8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8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8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8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8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8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8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8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8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8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8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8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8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8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8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8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8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8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8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8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9" name="Google Shape;2109;p82"/>
          <p:cNvSpPr txBox="1">
            <a:spLocks noGrp="1"/>
          </p:cNvSpPr>
          <p:nvPr>
            <p:ph type="subTitle" idx="1"/>
          </p:nvPr>
        </p:nvSpPr>
        <p:spPr>
          <a:xfrm>
            <a:off x="235185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10" name="Google Shape;2110;p82"/>
          <p:cNvSpPr txBox="1">
            <a:spLocks noGrp="1"/>
          </p:cNvSpPr>
          <p:nvPr>
            <p:ph type="ctrTitle"/>
          </p:nvPr>
        </p:nvSpPr>
        <p:spPr>
          <a:xfrm>
            <a:off x="32979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2" name="Google Shape;2112;p8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113" name="Google Shape;2113;p8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8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8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8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8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8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8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8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8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8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8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8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8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8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8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8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8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8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8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8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8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8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5" name="Google Shape;2135;p83"/>
          <p:cNvSpPr txBox="1">
            <a:spLocks noGrp="1"/>
          </p:cNvSpPr>
          <p:nvPr>
            <p:ph type="subTitle" idx="1"/>
          </p:nvPr>
        </p:nvSpPr>
        <p:spPr>
          <a:xfrm>
            <a:off x="906900" y="298732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36" name="Google Shape;2136;p83"/>
          <p:cNvSpPr txBox="1">
            <a:spLocks noGrp="1"/>
          </p:cNvSpPr>
          <p:nvPr>
            <p:ph type="subTitle" idx="2"/>
          </p:nvPr>
        </p:nvSpPr>
        <p:spPr>
          <a:xfrm>
            <a:off x="906900" y="12797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37" name="Google Shape;2137;p83"/>
          <p:cNvSpPr txBox="1">
            <a:spLocks noGrp="1"/>
          </p:cNvSpPr>
          <p:nvPr>
            <p:ph type="subTitle" idx="3"/>
          </p:nvPr>
        </p:nvSpPr>
        <p:spPr>
          <a:xfrm>
            <a:off x="906900" y="1743949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38" name="Google Shape;2138;p83"/>
          <p:cNvSpPr txBox="1">
            <a:spLocks noGrp="1"/>
          </p:cNvSpPr>
          <p:nvPr>
            <p:ph type="subTitle" idx="4"/>
          </p:nvPr>
        </p:nvSpPr>
        <p:spPr>
          <a:xfrm>
            <a:off x="906900" y="3464338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39" name="Google Shape;2139;p8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7"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1" name="Google Shape;2141;p8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142" name="Google Shape;2142;p8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8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8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8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8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8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8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8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8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8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8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8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8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8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8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8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8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8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8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8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8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8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4" name="Google Shape;2164;p84"/>
          <p:cNvSpPr txBox="1">
            <a:spLocks noGrp="1"/>
          </p:cNvSpPr>
          <p:nvPr>
            <p:ph type="ctrTitle"/>
          </p:nvPr>
        </p:nvSpPr>
        <p:spPr>
          <a:xfrm>
            <a:off x="52729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165" name="Google Shape;2165;p84"/>
          <p:cNvSpPr txBox="1">
            <a:spLocks noGrp="1"/>
          </p:cNvSpPr>
          <p:nvPr>
            <p:ph type="subTitle" idx="1"/>
          </p:nvPr>
        </p:nvSpPr>
        <p:spPr>
          <a:xfrm>
            <a:off x="52729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6" name="Google Shape;2166;p84"/>
          <p:cNvSpPr txBox="1">
            <a:spLocks noGrp="1"/>
          </p:cNvSpPr>
          <p:nvPr>
            <p:ph type="subTitle" idx="2"/>
          </p:nvPr>
        </p:nvSpPr>
        <p:spPr>
          <a:xfrm>
            <a:off x="52729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7" name="Google Shape;2167;p84"/>
          <p:cNvSpPr txBox="1">
            <a:spLocks noGrp="1"/>
          </p:cNvSpPr>
          <p:nvPr>
            <p:ph type="ctrTitle" idx="3"/>
          </p:nvPr>
        </p:nvSpPr>
        <p:spPr>
          <a:xfrm>
            <a:off x="52729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168" name="Google Shape;2168;p84"/>
          <p:cNvSpPr txBox="1">
            <a:spLocks noGrp="1"/>
          </p:cNvSpPr>
          <p:nvPr>
            <p:ph type="ctrTitle" idx="4"/>
          </p:nvPr>
        </p:nvSpPr>
        <p:spPr>
          <a:xfrm>
            <a:off x="14197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169" name="Google Shape;2169;p84"/>
          <p:cNvSpPr txBox="1">
            <a:spLocks noGrp="1"/>
          </p:cNvSpPr>
          <p:nvPr>
            <p:ph type="subTitle" idx="5"/>
          </p:nvPr>
        </p:nvSpPr>
        <p:spPr>
          <a:xfrm>
            <a:off x="14197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70" name="Google Shape;2170;p84"/>
          <p:cNvSpPr txBox="1">
            <a:spLocks noGrp="1"/>
          </p:cNvSpPr>
          <p:nvPr>
            <p:ph type="subTitle" idx="6"/>
          </p:nvPr>
        </p:nvSpPr>
        <p:spPr>
          <a:xfrm>
            <a:off x="14197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71" name="Google Shape;2171;p84"/>
          <p:cNvSpPr txBox="1">
            <a:spLocks noGrp="1"/>
          </p:cNvSpPr>
          <p:nvPr>
            <p:ph type="ctrTitle" idx="7"/>
          </p:nvPr>
        </p:nvSpPr>
        <p:spPr>
          <a:xfrm>
            <a:off x="14197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172" name="Google Shape;2172;p84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8">
    <p:spTree>
      <p:nvGrpSpPr>
        <p:cNvPr id="1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4" name="Google Shape;2174;p85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2175" name="Google Shape;2175;p85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76" name="Google Shape;2176;p85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177" name="Google Shape;2177;p85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2178" name="Google Shape;2178;p85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85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85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85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85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85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85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85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85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85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85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85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85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85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85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3" name="Google Shape;2193;p85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2194" name="Google Shape;2194;p85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85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85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85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85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85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85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85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85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85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85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85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85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85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85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209" name="Google Shape;2209;p85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0" name="Google Shape;2210;p85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1" name="Google Shape;2211;p85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2" name="Google Shape;2212;p85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3" name="Google Shape;2213;p85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4" name="Google Shape;2214;p85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15" name="Google Shape;2215;p8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087300" cy="145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16" name="Google Shape;2216;p85"/>
          <p:cNvSpPr txBox="1">
            <a:spLocks noGrp="1"/>
          </p:cNvSpPr>
          <p:nvPr>
            <p:ph type="subTitle" idx="1"/>
          </p:nvPr>
        </p:nvSpPr>
        <p:spPr>
          <a:xfrm>
            <a:off x="5703898" y="86720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17" name="Google Shape;2217;p85"/>
          <p:cNvSpPr txBox="1">
            <a:spLocks noGrp="1"/>
          </p:cNvSpPr>
          <p:nvPr>
            <p:ph type="subTitle" idx="2"/>
          </p:nvPr>
        </p:nvSpPr>
        <p:spPr>
          <a:xfrm>
            <a:off x="5703898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18" name="Google Shape;2218;p85"/>
          <p:cNvSpPr txBox="1">
            <a:spLocks noGrp="1"/>
          </p:cNvSpPr>
          <p:nvPr>
            <p:ph type="subTitle" idx="3"/>
          </p:nvPr>
        </p:nvSpPr>
        <p:spPr>
          <a:xfrm>
            <a:off x="906900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19" name="Google Shape;2219;p85"/>
          <p:cNvSpPr txBox="1">
            <a:spLocks noGrp="1"/>
          </p:cNvSpPr>
          <p:nvPr>
            <p:ph type="subTitle" idx="4"/>
          </p:nvPr>
        </p:nvSpPr>
        <p:spPr>
          <a:xfrm>
            <a:off x="906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20" name="Google Shape;2220;p85"/>
          <p:cNvSpPr txBox="1">
            <a:spLocks noGrp="1"/>
          </p:cNvSpPr>
          <p:nvPr>
            <p:ph type="subTitle" idx="5"/>
          </p:nvPr>
        </p:nvSpPr>
        <p:spPr>
          <a:xfrm>
            <a:off x="5703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21" name="Google Shape;2221;p85"/>
          <p:cNvSpPr txBox="1">
            <a:spLocks noGrp="1"/>
          </p:cNvSpPr>
          <p:nvPr>
            <p:ph type="subTitle" idx="6"/>
          </p:nvPr>
        </p:nvSpPr>
        <p:spPr>
          <a:xfrm>
            <a:off x="5703900" y="1247983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9">
    <p:spTree>
      <p:nvGrpSpPr>
        <p:cNvPr id="1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3" name="Google Shape;2223;p8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224" name="Google Shape;2224;p8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8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8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8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8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8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8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8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8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8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8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8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8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8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8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8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8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8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8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8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8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8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46" name="Google Shape;2246;p86"/>
          <p:cNvSpPr txBox="1">
            <a:spLocks noGrp="1"/>
          </p:cNvSpPr>
          <p:nvPr>
            <p:ph type="ctrTitle"/>
          </p:nvPr>
        </p:nvSpPr>
        <p:spPr>
          <a:xfrm>
            <a:off x="3443850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247" name="Google Shape;2247;p86"/>
          <p:cNvSpPr txBox="1">
            <a:spLocks noGrp="1"/>
          </p:cNvSpPr>
          <p:nvPr>
            <p:ph type="subTitle" idx="1"/>
          </p:nvPr>
        </p:nvSpPr>
        <p:spPr>
          <a:xfrm>
            <a:off x="344384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48" name="Google Shape;2248;p86"/>
          <p:cNvSpPr txBox="1">
            <a:spLocks noGrp="1"/>
          </p:cNvSpPr>
          <p:nvPr>
            <p:ph type="subTitle" idx="2"/>
          </p:nvPr>
        </p:nvSpPr>
        <p:spPr>
          <a:xfrm>
            <a:off x="4759920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49" name="Google Shape;2249;p86"/>
          <p:cNvSpPr txBox="1">
            <a:spLocks noGrp="1"/>
          </p:cNvSpPr>
          <p:nvPr>
            <p:ph type="ctrTitle" idx="3"/>
          </p:nvPr>
        </p:nvSpPr>
        <p:spPr>
          <a:xfrm>
            <a:off x="475992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250" name="Google Shape;2250;p86"/>
          <p:cNvSpPr txBox="1">
            <a:spLocks noGrp="1"/>
          </p:cNvSpPr>
          <p:nvPr>
            <p:ph type="ctrTitle" idx="4"/>
          </p:nvPr>
        </p:nvSpPr>
        <p:spPr>
          <a:xfrm>
            <a:off x="81170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251" name="Google Shape;2251;p86"/>
          <p:cNvSpPr txBox="1">
            <a:spLocks noGrp="1"/>
          </p:cNvSpPr>
          <p:nvPr>
            <p:ph type="subTitle" idx="5"/>
          </p:nvPr>
        </p:nvSpPr>
        <p:spPr>
          <a:xfrm>
            <a:off x="81170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52" name="Google Shape;2252;p86"/>
          <p:cNvSpPr txBox="1">
            <a:spLocks noGrp="1"/>
          </p:cNvSpPr>
          <p:nvPr>
            <p:ph type="subTitle" idx="6"/>
          </p:nvPr>
        </p:nvSpPr>
        <p:spPr>
          <a:xfrm>
            <a:off x="2127778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53" name="Google Shape;2253;p86"/>
          <p:cNvSpPr txBox="1">
            <a:spLocks noGrp="1"/>
          </p:cNvSpPr>
          <p:nvPr>
            <p:ph type="ctrTitle" idx="7"/>
          </p:nvPr>
        </p:nvSpPr>
        <p:spPr>
          <a:xfrm>
            <a:off x="212778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254" name="Google Shape;2254;p86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255" name="Google Shape;2255;p86"/>
          <p:cNvSpPr txBox="1">
            <a:spLocks noGrp="1"/>
          </p:cNvSpPr>
          <p:nvPr>
            <p:ph type="ctrTitle" idx="9"/>
          </p:nvPr>
        </p:nvSpPr>
        <p:spPr>
          <a:xfrm>
            <a:off x="607599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256" name="Google Shape;2256;p86"/>
          <p:cNvSpPr txBox="1">
            <a:spLocks noGrp="1"/>
          </p:cNvSpPr>
          <p:nvPr>
            <p:ph type="subTitle" idx="13"/>
          </p:nvPr>
        </p:nvSpPr>
        <p:spPr>
          <a:xfrm>
            <a:off x="607599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8" name="Google Shape;2258;p8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259" name="Google Shape;2259;p8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8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8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8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8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8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8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8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8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8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8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8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8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8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8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8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8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8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8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8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8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8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1" name="Google Shape;2281;p87"/>
          <p:cNvSpPr txBox="1">
            <a:spLocks noGrp="1"/>
          </p:cNvSpPr>
          <p:nvPr>
            <p:ph type="title"/>
          </p:nvPr>
        </p:nvSpPr>
        <p:spPr>
          <a:xfrm>
            <a:off x="5314275" y="1089028"/>
            <a:ext cx="3109500" cy="13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82" name="Google Shape;2282;p87"/>
          <p:cNvSpPr txBox="1">
            <a:spLocks noGrp="1"/>
          </p:cNvSpPr>
          <p:nvPr>
            <p:ph type="subTitle" idx="1"/>
          </p:nvPr>
        </p:nvSpPr>
        <p:spPr>
          <a:xfrm>
            <a:off x="6241125" y="2611969"/>
            <a:ext cx="2182800" cy="14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34"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4" name="Google Shape;2284;p8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285" name="Google Shape;2285;p8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8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8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8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8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8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8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8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8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8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8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8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8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8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8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8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8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8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8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8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8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8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7" name="Google Shape;2307;p88"/>
          <p:cNvSpPr txBox="1">
            <a:spLocks noGrp="1"/>
          </p:cNvSpPr>
          <p:nvPr>
            <p:ph type="title"/>
          </p:nvPr>
        </p:nvSpPr>
        <p:spPr>
          <a:xfrm>
            <a:off x="717000" y="1491225"/>
            <a:ext cx="3870300" cy="93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08" name="Google Shape;2308;p88"/>
          <p:cNvSpPr txBox="1">
            <a:spLocks noGrp="1"/>
          </p:cNvSpPr>
          <p:nvPr>
            <p:ph type="subTitle" idx="1"/>
          </p:nvPr>
        </p:nvSpPr>
        <p:spPr>
          <a:xfrm>
            <a:off x="1870200" y="2570158"/>
            <a:ext cx="27171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1">
    <p:spTree>
      <p:nvGrpSpPr>
        <p:cNvPr id="1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0" name="Google Shape;2310;p89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311" name="Google Shape;2311;p8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8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8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8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8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8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8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8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8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8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8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8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8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8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8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8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8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8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8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8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8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8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3" name="Google Shape;2333;p89"/>
          <p:cNvSpPr txBox="1">
            <a:spLocks noGrp="1"/>
          </p:cNvSpPr>
          <p:nvPr>
            <p:ph type="ctrTitle"/>
          </p:nvPr>
        </p:nvSpPr>
        <p:spPr>
          <a:xfrm>
            <a:off x="988403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334" name="Google Shape;2334;p89"/>
          <p:cNvSpPr txBox="1">
            <a:spLocks noGrp="1"/>
          </p:cNvSpPr>
          <p:nvPr>
            <p:ph type="subTitle" idx="1"/>
          </p:nvPr>
        </p:nvSpPr>
        <p:spPr>
          <a:xfrm>
            <a:off x="988403" y="1579523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35" name="Google Shape;2335;p89"/>
          <p:cNvSpPr txBox="1">
            <a:spLocks noGrp="1"/>
          </p:cNvSpPr>
          <p:nvPr>
            <p:ph type="subTitle" idx="2"/>
          </p:nvPr>
        </p:nvSpPr>
        <p:spPr>
          <a:xfrm>
            <a:off x="988403" y="3577425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36" name="Google Shape;2336;p89"/>
          <p:cNvSpPr txBox="1">
            <a:spLocks noGrp="1"/>
          </p:cNvSpPr>
          <p:nvPr>
            <p:ph type="subTitle" idx="3"/>
          </p:nvPr>
        </p:nvSpPr>
        <p:spPr>
          <a:xfrm>
            <a:off x="988403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37" name="Google Shape;2337;p89"/>
          <p:cNvSpPr txBox="1">
            <a:spLocks noGrp="1"/>
          </p:cNvSpPr>
          <p:nvPr>
            <p:ph type="ctrTitle" idx="4"/>
          </p:nvPr>
        </p:nvSpPr>
        <p:spPr>
          <a:xfrm>
            <a:off x="988403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338" name="Google Shape;2338;p89"/>
          <p:cNvSpPr txBox="1">
            <a:spLocks noGrp="1"/>
          </p:cNvSpPr>
          <p:nvPr>
            <p:ph type="ctrTitle" idx="5"/>
          </p:nvPr>
        </p:nvSpPr>
        <p:spPr>
          <a:xfrm>
            <a:off x="988403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339" name="Google Shape;2339;p89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90"/>
          <p:cNvSpPr txBox="1">
            <a:spLocks noGrp="1"/>
          </p:cNvSpPr>
          <p:nvPr>
            <p:ph type="title"/>
          </p:nvPr>
        </p:nvSpPr>
        <p:spPr>
          <a:xfrm>
            <a:off x="5059850" y="3019625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1">
    <p:spTree>
      <p:nvGrpSpPr>
        <p:cNvPr id="1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p91"/>
          <p:cNvSpPr txBox="1">
            <a:spLocks noGrp="1"/>
          </p:cNvSpPr>
          <p:nvPr>
            <p:ph type="title"/>
          </p:nvPr>
        </p:nvSpPr>
        <p:spPr>
          <a:xfrm>
            <a:off x="1249850" y="873387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4">
    <p:spTree>
      <p:nvGrpSpPr>
        <p:cNvPr id="1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5" name="Google Shape;2345;p9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346" name="Google Shape;2346;p9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9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9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9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9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9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9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9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9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9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9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9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9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9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9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9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9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9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9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9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9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9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8" name="Google Shape;2368;p92"/>
          <p:cNvSpPr txBox="1">
            <a:spLocks noGrp="1"/>
          </p:cNvSpPr>
          <p:nvPr>
            <p:ph type="title"/>
          </p:nvPr>
        </p:nvSpPr>
        <p:spPr>
          <a:xfrm>
            <a:off x="1232825" y="1765317"/>
            <a:ext cx="66783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69" name="Google Shape;2369;p92"/>
          <p:cNvSpPr txBox="1">
            <a:spLocks noGrp="1"/>
          </p:cNvSpPr>
          <p:nvPr>
            <p:ph type="body" idx="1"/>
          </p:nvPr>
        </p:nvSpPr>
        <p:spPr>
          <a:xfrm>
            <a:off x="2155325" y="2698083"/>
            <a:ext cx="48333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USTOM_32">
    <p:spTree>
      <p:nvGrpSpPr>
        <p:cNvPr id="1" name="Shape 2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1" name="Google Shape;2371;p9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372" name="Google Shape;2372;p9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9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9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9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9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9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9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9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9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9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9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9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9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9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9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9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9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9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9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9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9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9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4" name="Google Shape;2394;p93"/>
          <p:cNvSpPr txBox="1">
            <a:spLocks noGrp="1"/>
          </p:cNvSpPr>
          <p:nvPr>
            <p:ph type="title"/>
          </p:nvPr>
        </p:nvSpPr>
        <p:spPr>
          <a:xfrm>
            <a:off x="3800500" y="1351950"/>
            <a:ext cx="3933000" cy="15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95" name="Google Shape;2395;p93"/>
          <p:cNvSpPr txBox="1">
            <a:spLocks noGrp="1"/>
          </p:cNvSpPr>
          <p:nvPr>
            <p:ph type="body" idx="1"/>
          </p:nvPr>
        </p:nvSpPr>
        <p:spPr>
          <a:xfrm>
            <a:off x="3800550" y="3111475"/>
            <a:ext cx="39330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r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5">
    <p:spTree>
      <p:nvGrpSpPr>
        <p:cNvPr id="1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7" name="Google Shape;2397;p94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398" name="Google Shape;2398;p9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9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9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9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9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9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9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9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9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9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9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9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9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9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9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9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9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9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9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9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9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9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0" name="Google Shape;2420;p9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6">
    <p:spTree>
      <p:nvGrpSpPr>
        <p:cNvPr id="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2" name="Google Shape;2422;p95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2423" name="Google Shape;2423;p95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24" name="Google Shape;2424;p95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25" name="Google Shape;2425;p95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2426" name="Google Shape;2426;p95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95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95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95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95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95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95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95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95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95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95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95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95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95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95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1" name="Google Shape;2441;p95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2442" name="Google Shape;2442;p95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95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95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95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95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Google Shape;2447;p95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2448;p95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2449;p95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95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95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Google Shape;2452;p95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2453;p95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95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95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456;p95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457" name="Google Shape;2457;p95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8" name="Google Shape;2458;p95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9" name="Google Shape;2459;p95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0" name="Google Shape;2460;p95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1" name="Google Shape;2461;p95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2" name="Google Shape;2462;p95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63" name="Google Shape;2463;p95"/>
          <p:cNvSpPr txBox="1">
            <a:spLocks noGrp="1"/>
          </p:cNvSpPr>
          <p:nvPr>
            <p:ph type="subTitle" idx="1"/>
          </p:nvPr>
        </p:nvSpPr>
        <p:spPr>
          <a:xfrm>
            <a:off x="906900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64" name="Google Shape;2464;p95"/>
          <p:cNvSpPr txBox="1">
            <a:spLocks noGrp="1"/>
          </p:cNvSpPr>
          <p:nvPr>
            <p:ph type="subTitle" idx="2"/>
          </p:nvPr>
        </p:nvSpPr>
        <p:spPr>
          <a:xfrm>
            <a:off x="5565696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65" name="Google Shape;2465;p95"/>
          <p:cNvSpPr txBox="1">
            <a:spLocks noGrp="1"/>
          </p:cNvSpPr>
          <p:nvPr>
            <p:ph type="subTitle" idx="3"/>
          </p:nvPr>
        </p:nvSpPr>
        <p:spPr>
          <a:xfrm>
            <a:off x="906900" y="208403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66" name="Google Shape;2466;p95"/>
          <p:cNvSpPr txBox="1">
            <a:spLocks noGrp="1"/>
          </p:cNvSpPr>
          <p:nvPr>
            <p:ph type="subTitle" idx="4"/>
          </p:nvPr>
        </p:nvSpPr>
        <p:spPr>
          <a:xfrm>
            <a:off x="5565688" y="2094806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67" name="Google Shape;2467;p95"/>
          <p:cNvSpPr txBox="1">
            <a:spLocks noGrp="1"/>
          </p:cNvSpPr>
          <p:nvPr>
            <p:ph type="subTitle" idx="5"/>
          </p:nvPr>
        </p:nvSpPr>
        <p:spPr>
          <a:xfrm>
            <a:off x="906900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68" name="Google Shape;2468;p95"/>
          <p:cNvSpPr txBox="1">
            <a:spLocks noGrp="1"/>
          </p:cNvSpPr>
          <p:nvPr>
            <p:ph type="subTitle" idx="6"/>
          </p:nvPr>
        </p:nvSpPr>
        <p:spPr>
          <a:xfrm>
            <a:off x="5565688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69" name="Google Shape;2469;p95"/>
          <p:cNvSpPr txBox="1">
            <a:spLocks noGrp="1"/>
          </p:cNvSpPr>
          <p:nvPr>
            <p:ph type="subTitle" idx="7"/>
          </p:nvPr>
        </p:nvSpPr>
        <p:spPr>
          <a:xfrm>
            <a:off x="906900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70" name="Google Shape;2470;p95"/>
          <p:cNvSpPr txBox="1">
            <a:spLocks noGrp="1"/>
          </p:cNvSpPr>
          <p:nvPr>
            <p:ph type="subTitle" idx="8"/>
          </p:nvPr>
        </p:nvSpPr>
        <p:spPr>
          <a:xfrm>
            <a:off x="5565688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71" name="Google Shape;2471;p9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30000" cy="99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7"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3" name="Google Shape;2473;p96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474" name="Google Shape;2474;p9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9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9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9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9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9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9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9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9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9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9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9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9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9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9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9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9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9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9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9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9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9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6" name="Google Shape;2496;p96"/>
          <p:cNvSpPr txBox="1">
            <a:spLocks noGrp="1"/>
          </p:cNvSpPr>
          <p:nvPr>
            <p:ph type="ctrTitle"/>
          </p:nvPr>
        </p:nvSpPr>
        <p:spPr>
          <a:xfrm>
            <a:off x="5295149" y="1449725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497" name="Google Shape;2497;p96"/>
          <p:cNvSpPr txBox="1">
            <a:spLocks noGrp="1"/>
          </p:cNvSpPr>
          <p:nvPr>
            <p:ph type="subTitle" idx="1"/>
          </p:nvPr>
        </p:nvSpPr>
        <p:spPr>
          <a:xfrm>
            <a:off x="5295149" y="1731948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98" name="Google Shape;2498;p96"/>
          <p:cNvSpPr txBox="1">
            <a:spLocks noGrp="1"/>
          </p:cNvSpPr>
          <p:nvPr>
            <p:ph type="subTitle" idx="2"/>
          </p:nvPr>
        </p:nvSpPr>
        <p:spPr>
          <a:xfrm>
            <a:off x="5295149" y="3281876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99" name="Google Shape;2499;p96"/>
          <p:cNvSpPr txBox="1">
            <a:spLocks noGrp="1"/>
          </p:cNvSpPr>
          <p:nvPr>
            <p:ph type="ctrTitle" idx="3"/>
          </p:nvPr>
        </p:nvSpPr>
        <p:spPr>
          <a:xfrm>
            <a:off x="5295153" y="2989856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500" name="Google Shape;2500;p96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8">
    <p:spTree>
      <p:nvGrpSpPr>
        <p:cNvPr id="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2" name="Google Shape;2502;p9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503" name="Google Shape;2503;p9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9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9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9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9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9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9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9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9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9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9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9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9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9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9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9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9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9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9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9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9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9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5" name="Google Shape;2525;p9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24">
    <p:spTree>
      <p:nvGrpSpPr>
        <p:cNvPr id="1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7" name="Google Shape;2527;p9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528" name="Google Shape;2528;p9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9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9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9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9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9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9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9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9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9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9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9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9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9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9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9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9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9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9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9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9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9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0" name="Google Shape;2550;p9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99100" cy="87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9">
    <p:spTree>
      <p:nvGrpSpPr>
        <p:cNvPr id="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2" name="Google Shape;2552;p9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553" name="Google Shape;2553;p9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9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9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9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9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9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9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9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9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9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9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9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9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9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9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9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9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9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9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9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9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9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5" name="Google Shape;2575;p99"/>
          <p:cNvSpPr txBox="1">
            <a:spLocks noGrp="1"/>
          </p:cNvSpPr>
          <p:nvPr>
            <p:ph type="subTitle" idx="1"/>
          </p:nvPr>
        </p:nvSpPr>
        <p:spPr>
          <a:xfrm>
            <a:off x="8041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576" name="Google Shape;2576;p99"/>
          <p:cNvSpPr txBox="1">
            <a:spLocks noGrp="1"/>
          </p:cNvSpPr>
          <p:nvPr>
            <p:ph type="subTitle" idx="2"/>
          </p:nvPr>
        </p:nvSpPr>
        <p:spPr>
          <a:xfrm>
            <a:off x="58336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577" name="Google Shape;2577;p99"/>
          <p:cNvSpPr txBox="1">
            <a:spLocks noGrp="1"/>
          </p:cNvSpPr>
          <p:nvPr>
            <p:ph type="subTitle" idx="3"/>
          </p:nvPr>
        </p:nvSpPr>
        <p:spPr>
          <a:xfrm>
            <a:off x="8041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578" name="Google Shape;2578;p99"/>
          <p:cNvSpPr txBox="1">
            <a:spLocks noGrp="1"/>
          </p:cNvSpPr>
          <p:nvPr>
            <p:ph type="subTitle" idx="4"/>
          </p:nvPr>
        </p:nvSpPr>
        <p:spPr>
          <a:xfrm>
            <a:off x="58336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579" name="Google Shape;2579;p99"/>
          <p:cNvSpPr txBox="1">
            <a:spLocks noGrp="1"/>
          </p:cNvSpPr>
          <p:nvPr>
            <p:ph type="subTitle" idx="5"/>
          </p:nvPr>
        </p:nvSpPr>
        <p:spPr>
          <a:xfrm>
            <a:off x="331890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580" name="Google Shape;2580;p99"/>
          <p:cNvSpPr txBox="1">
            <a:spLocks noGrp="1"/>
          </p:cNvSpPr>
          <p:nvPr>
            <p:ph type="subTitle" idx="6"/>
          </p:nvPr>
        </p:nvSpPr>
        <p:spPr>
          <a:xfrm>
            <a:off x="331890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581" name="Google Shape;2581;p9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82" name="Google Shape;2582;p99"/>
          <p:cNvSpPr txBox="1">
            <a:spLocks noGrp="1"/>
          </p:cNvSpPr>
          <p:nvPr>
            <p:ph type="subTitle" idx="7"/>
          </p:nvPr>
        </p:nvSpPr>
        <p:spPr>
          <a:xfrm>
            <a:off x="8041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83" name="Google Shape;2583;p99"/>
          <p:cNvSpPr txBox="1">
            <a:spLocks noGrp="1"/>
          </p:cNvSpPr>
          <p:nvPr>
            <p:ph type="subTitle" idx="8"/>
          </p:nvPr>
        </p:nvSpPr>
        <p:spPr>
          <a:xfrm>
            <a:off x="58336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84" name="Google Shape;2584;p99"/>
          <p:cNvSpPr txBox="1">
            <a:spLocks noGrp="1"/>
          </p:cNvSpPr>
          <p:nvPr>
            <p:ph type="subTitle" idx="9"/>
          </p:nvPr>
        </p:nvSpPr>
        <p:spPr>
          <a:xfrm>
            <a:off x="8041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85" name="Google Shape;2585;p99"/>
          <p:cNvSpPr txBox="1">
            <a:spLocks noGrp="1"/>
          </p:cNvSpPr>
          <p:nvPr>
            <p:ph type="subTitle" idx="13"/>
          </p:nvPr>
        </p:nvSpPr>
        <p:spPr>
          <a:xfrm>
            <a:off x="58336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86" name="Google Shape;2586;p99"/>
          <p:cNvSpPr txBox="1">
            <a:spLocks noGrp="1"/>
          </p:cNvSpPr>
          <p:nvPr>
            <p:ph type="subTitle" idx="14"/>
          </p:nvPr>
        </p:nvSpPr>
        <p:spPr>
          <a:xfrm>
            <a:off x="331890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87" name="Google Shape;2587;p99"/>
          <p:cNvSpPr txBox="1">
            <a:spLocks noGrp="1"/>
          </p:cNvSpPr>
          <p:nvPr>
            <p:ph type="subTitle" idx="15"/>
          </p:nvPr>
        </p:nvSpPr>
        <p:spPr>
          <a:xfrm>
            <a:off x="331890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7"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9" name="Google Shape;2589;p10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590" name="Google Shape;2590;p10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0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0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0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0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0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0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0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0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0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0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0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0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0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0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0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0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0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0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0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0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0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12" name="Google Shape;2612;p100"/>
          <p:cNvSpPr txBox="1">
            <a:spLocks noGrp="1"/>
          </p:cNvSpPr>
          <p:nvPr>
            <p:ph type="subTitle" idx="1"/>
          </p:nvPr>
        </p:nvSpPr>
        <p:spPr>
          <a:xfrm>
            <a:off x="8041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613" name="Google Shape;2613;p100"/>
          <p:cNvSpPr txBox="1">
            <a:spLocks noGrp="1"/>
          </p:cNvSpPr>
          <p:nvPr>
            <p:ph type="subTitle" idx="2"/>
          </p:nvPr>
        </p:nvSpPr>
        <p:spPr>
          <a:xfrm>
            <a:off x="58336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614" name="Google Shape;2614;p100"/>
          <p:cNvSpPr txBox="1">
            <a:spLocks noGrp="1"/>
          </p:cNvSpPr>
          <p:nvPr>
            <p:ph type="subTitle" idx="3"/>
          </p:nvPr>
        </p:nvSpPr>
        <p:spPr>
          <a:xfrm>
            <a:off x="3318900" y="20030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615" name="Google Shape;2615;p100"/>
          <p:cNvSpPr txBox="1">
            <a:spLocks noGrp="1"/>
          </p:cNvSpPr>
          <p:nvPr>
            <p:ph type="title"/>
          </p:nvPr>
        </p:nvSpPr>
        <p:spPr>
          <a:xfrm>
            <a:off x="5917800" y="540000"/>
            <a:ext cx="25062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16" name="Google Shape;2616;p100"/>
          <p:cNvSpPr txBox="1">
            <a:spLocks noGrp="1"/>
          </p:cNvSpPr>
          <p:nvPr>
            <p:ph type="subTitle" idx="4"/>
          </p:nvPr>
        </p:nvSpPr>
        <p:spPr>
          <a:xfrm>
            <a:off x="8041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17" name="Google Shape;2617;p100"/>
          <p:cNvSpPr txBox="1">
            <a:spLocks noGrp="1"/>
          </p:cNvSpPr>
          <p:nvPr>
            <p:ph type="subTitle" idx="5"/>
          </p:nvPr>
        </p:nvSpPr>
        <p:spPr>
          <a:xfrm>
            <a:off x="58336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18" name="Google Shape;2618;p100"/>
          <p:cNvSpPr txBox="1">
            <a:spLocks noGrp="1"/>
          </p:cNvSpPr>
          <p:nvPr>
            <p:ph type="subTitle" idx="6"/>
          </p:nvPr>
        </p:nvSpPr>
        <p:spPr>
          <a:xfrm>
            <a:off x="3318900" y="2389956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28"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0" name="Google Shape;2620;p101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621" name="Google Shape;2621;p10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0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0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0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0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0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0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0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0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0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0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0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0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0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0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0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0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0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0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0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0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0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3" name="Google Shape;2643;p101"/>
          <p:cNvSpPr txBox="1">
            <a:spLocks noGrp="1"/>
          </p:cNvSpPr>
          <p:nvPr>
            <p:ph type="subTitle" idx="1"/>
          </p:nvPr>
        </p:nvSpPr>
        <p:spPr>
          <a:xfrm>
            <a:off x="1342450" y="3241403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644" name="Google Shape;2644;p101"/>
          <p:cNvSpPr txBox="1">
            <a:spLocks noGrp="1"/>
          </p:cNvSpPr>
          <p:nvPr>
            <p:ph type="subTitle" idx="2"/>
          </p:nvPr>
        </p:nvSpPr>
        <p:spPr>
          <a:xfrm>
            <a:off x="5295350" y="3232090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645" name="Google Shape;2645;p10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46" name="Google Shape;2646;p101"/>
          <p:cNvSpPr txBox="1">
            <a:spLocks noGrp="1"/>
          </p:cNvSpPr>
          <p:nvPr>
            <p:ph type="subTitle" idx="3"/>
          </p:nvPr>
        </p:nvSpPr>
        <p:spPr>
          <a:xfrm>
            <a:off x="1342450" y="3615440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47" name="Google Shape;2647;p101"/>
          <p:cNvSpPr txBox="1">
            <a:spLocks noGrp="1"/>
          </p:cNvSpPr>
          <p:nvPr>
            <p:ph type="subTitle" idx="4"/>
          </p:nvPr>
        </p:nvSpPr>
        <p:spPr>
          <a:xfrm>
            <a:off x="5295350" y="3606127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CUSTOM_20">
    <p:spTree>
      <p:nvGrpSpPr>
        <p:cNvPr id="1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9" name="Google Shape;2649;p10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650" name="Google Shape;2650;p10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0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0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0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0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0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0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10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10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0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0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0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0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0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0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0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0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0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0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0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0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0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2" name="Google Shape;2672;p102"/>
          <p:cNvSpPr txBox="1">
            <a:spLocks noGrp="1"/>
          </p:cNvSpPr>
          <p:nvPr>
            <p:ph type="ctrTitle"/>
          </p:nvPr>
        </p:nvSpPr>
        <p:spPr>
          <a:xfrm>
            <a:off x="3443847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673" name="Google Shape;2673;p102"/>
          <p:cNvSpPr txBox="1">
            <a:spLocks noGrp="1"/>
          </p:cNvSpPr>
          <p:nvPr>
            <p:ph type="subTitle" idx="1"/>
          </p:nvPr>
        </p:nvSpPr>
        <p:spPr>
          <a:xfrm>
            <a:off x="3443847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74" name="Google Shape;2674;p102"/>
          <p:cNvSpPr txBox="1">
            <a:spLocks noGrp="1"/>
          </p:cNvSpPr>
          <p:nvPr>
            <p:ph type="subTitle" idx="2"/>
          </p:nvPr>
        </p:nvSpPr>
        <p:spPr>
          <a:xfrm>
            <a:off x="475992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75" name="Google Shape;2675;p102"/>
          <p:cNvSpPr txBox="1">
            <a:spLocks noGrp="1"/>
          </p:cNvSpPr>
          <p:nvPr>
            <p:ph type="ctrTitle" idx="3"/>
          </p:nvPr>
        </p:nvSpPr>
        <p:spPr>
          <a:xfrm>
            <a:off x="475992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676" name="Google Shape;2676;p102"/>
          <p:cNvSpPr txBox="1">
            <a:spLocks noGrp="1"/>
          </p:cNvSpPr>
          <p:nvPr>
            <p:ph type="ctrTitle" idx="4"/>
          </p:nvPr>
        </p:nvSpPr>
        <p:spPr>
          <a:xfrm>
            <a:off x="81170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677" name="Google Shape;2677;p102"/>
          <p:cNvSpPr txBox="1">
            <a:spLocks noGrp="1"/>
          </p:cNvSpPr>
          <p:nvPr>
            <p:ph type="subTitle" idx="5"/>
          </p:nvPr>
        </p:nvSpPr>
        <p:spPr>
          <a:xfrm>
            <a:off x="81170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78" name="Google Shape;2678;p102"/>
          <p:cNvSpPr txBox="1">
            <a:spLocks noGrp="1"/>
          </p:cNvSpPr>
          <p:nvPr>
            <p:ph type="subTitle" idx="6"/>
          </p:nvPr>
        </p:nvSpPr>
        <p:spPr>
          <a:xfrm>
            <a:off x="212778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79" name="Google Shape;2679;p102"/>
          <p:cNvSpPr txBox="1">
            <a:spLocks noGrp="1"/>
          </p:cNvSpPr>
          <p:nvPr>
            <p:ph type="ctrTitle" idx="7"/>
          </p:nvPr>
        </p:nvSpPr>
        <p:spPr>
          <a:xfrm>
            <a:off x="212778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680" name="Google Shape;2680;p102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81" name="Google Shape;2681;p102"/>
          <p:cNvSpPr txBox="1">
            <a:spLocks noGrp="1"/>
          </p:cNvSpPr>
          <p:nvPr>
            <p:ph type="ctrTitle" idx="9"/>
          </p:nvPr>
        </p:nvSpPr>
        <p:spPr>
          <a:xfrm>
            <a:off x="607599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682" name="Google Shape;2682;p102"/>
          <p:cNvSpPr txBox="1">
            <a:spLocks noGrp="1"/>
          </p:cNvSpPr>
          <p:nvPr>
            <p:ph type="subTitle" idx="13"/>
          </p:nvPr>
        </p:nvSpPr>
        <p:spPr>
          <a:xfrm>
            <a:off x="607599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CUSTOM_21">
    <p:spTree>
      <p:nvGrpSpPr>
        <p:cNvPr id="1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4" name="Google Shape;2684;p10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685" name="Google Shape;2685;p10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0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0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0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0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0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0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0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0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0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0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0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0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0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0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0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0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0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0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4" name="Google Shape;2704;p103"/>
          <p:cNvSpPr txBox="1">
            <a:spLocks noGrp="1"/>
          </p:cNvSpPr>
          <p:nvPr>
            <p:ph type="title" hasCustomPrompt="1"/>
          </p:nvPr>
        </p:nvSpPr>
        <p:spPr>
          <a:xfrm>
            <a:off x="715349" y="1829975"/>
            <a:ext cx="52644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05" name="Google Shape;2705;p103"/>
          <p:cNvSpPr txBox="1">
            <a:spLocks noGrp="1"/>
          </p:cNvSpPr>
          <p:nvPr>
            <p:ph type="body" idx="1"/>
          </p:nvPr>
        </p:nvSpPr>
        <p:spPr>
          <a:xfrm>
            <a:off x="715350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_33">
    <p:spTree>
      <p:nvGrpSpPr>
        <p:cNvPr id="1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7" name="Google Shape;2707;p10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708" name="Google Shape;2708;p10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0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10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10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10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10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10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0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0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10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10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10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0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0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0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0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0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0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0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7" name="Google Shape;2727;p104"/>
          <p:cNvSpPr txBox="1">
            <a:spLocks noGrp="1"/>
          </p:cNvSpPr>
          <p:nvPr>
            <p:ph type="title" hasCustomPrompt="1"/>
          </p:nvPr>
        </p:nvSpPr>
        <p:spPr>
          <a:xfrm>
            <a:off x="3772625" y="1829975"/>
            <a:ext cx="45693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28" name="Google Shape;2728;p104"/>
          <p:cNvSpPr txBox="1">
            <a:spLocks noGrp="1"/>
          </p:cNvSpPr>
          <p:nvPr>
            <p:ph type="body" idx="1"/>
          </p:nvPr>
        </p:nvSpPr>
        <p:spPr>
          <a:xfrm>
            <a:off x="3772649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2"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0" name="Google Shape;2730;p105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2731" name="Google Shape;2731;p105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32" name="Google Shape;2732;p105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33" name="Google Shape;2733;p105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2734" name="Google Shape;2734;p105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105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105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105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105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105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105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105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105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105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105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105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105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105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105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9" name="Google Shape;2749;p105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2750" name="Google Shape;2750;p105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105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105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105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105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105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105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105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105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105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105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105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105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105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105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65" name="Google Shape;2765;p105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6" name="Google Shape;2766;p105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7" name="Google Shape;2767;p105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8" name="Google Shape;2768;p105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9" name="Google Shape;2769;p105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70" name="Google Shape;2770;p105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71" name="Google Shape;2771;p105"/>
          <p:cNvSpPr txBox="1">
            <a:spLocks noGrp="1"/>
          </p:cNvSpPr>
          <p:nvPr>
            <p:ph type="title" hasCustomPrompt="1"/>
          </p:nvPr>
        </p:nvSpPr>
        <p:spPr>
          <a:xfrm>
            <a:off x="720000" y="1143700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72" name="Google Shape;2772;p105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73" name="Google Shape;2773;p105"/>
          <p:cNvSpPr txBox="1">
            <a:spLocks noGrp="1"/>
          </p:cNvSpPr>
          <p:nvPr>
            <p:ph type="title" idx="3" hasCustomPrompt="1"/>
          </p:nvPr>
        </p:nvSpPr>
        <p:spPr>
          <a:xfrm>
            <a:off x="5094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74" name="Google Shape;2774;p105"/>
          <p:cNvSpPr txBox="1">
            <a:spLocks noGrp="1"/>
          </p:cNvSpPr>
          <p:nvPr>
            <p:ph type="subTitle" idx="1"/>
          </p:nvPr>
        </p:nvSpPr>
        <p:spPr>
          <a:xfrm>
            <a:off x="915300" y="1964863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75" name="Google Shape;2775;p105"/>
          <p:cNvSpPr txBox="1">
            <a:spLocks noGrp="1"/>
          </p:cNvSpPr>
          <p:nvPr>
            <p:ph type="subTitle" idx="4"/>
          </p:nvPr>
        </p:nvSpPr>
        <p:spPr>
          <a:xfrm>
            <a:off x="915300" y="3754738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76" name="Google Shape;2776;p105"/>
          <p:cNvSpPr txBox="1">
            <a:spLocks noGrp="1"/>
          </p:cNvSpPr>
          <p:nvPr>
            <p:ph type="subTitle" idx="5"/>
          </p:nvPr>
        </p:nvSpPr>
        <p:spPr>
          <a:xfrm>
            <a:off x="5192850" y="3754772"/>
            <a:ext cx="31323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3">
    <p:spTree>
      <p:nvGrpSpPr>
        <p:cNvPr id="1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8" name="Google Shape;2778;p106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779" name="Google Shape;2779;p10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0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0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0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0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0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0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0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0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10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10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10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10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10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10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0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10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10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10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98" name="Google Shape;2798;p106"/>
          <p:cNvSpPr txBox="1">
            <a:spLocks noGrp="1"/>
          </p:cNvSpPr>
          <p:nvPr>
            <p:ph type="title" hasCustomPrompt="1"/>
          </p:nvPr>
        </p:nvSpPr>
        <p:spPr>
          <a:xfrm>
            <a:off x="3285938" y="11437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99" name="Google Shape;2799;p106"/>
          <p:cNvSpPr txBox="1">
            <a:spLocks noGrp="1"/>
          </p:cNvSpPr>
          <p:nvPr>
            <p:ph type="subTitle" idx="1"/>
          </p:nvPr>
        </p:nvSpPr>
        <p:spPr>
          <a:xfrm>
            <a:off x="3285938" y="1964876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00" name="Google Shape;2800;p106"/>
          <p:cNvSpPr txBox="1">
            <a:spLocks noGrp="1"/>
          </p:cNvSpPr>
          <p:nvPr>
            <p:ph type="title" idx="2" hasCustomPrompt="1"/>
          </p:nvPr>
        </p:nvSpPr>
        <p:spPr>
          <a:xfrm>
            <a:off x="3285938" y="29701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01" name="Google Shape;2801;p106"/>
          <p:cNvSpPr txBox="1">
            <a:spLocks noGrp="1"/>
          </p:cNvSpPr>
          <p:nvPr>
            <p:ph type="subTitle" idx="3"/>
          </p:nvPr>
        </p:nvSpPr>
        <p:spPr>
          <a:xfrm>
            <a:off x="3285938" y="3791277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02" name="Google Shape;2802;p106"/>
          <p:cNvSpPr txBox="1">
            <a:spLocks noGrp="1"/>
          </p:cNvSpPr>
          <p:nvPr>
            <p:ph type="title" idx="4" hasCustomPrompt="1"/>
          </p:nvPr>
        </p:nvSpPr>
        <p:spPr>
          <a:xfrm>
            <a:off x="6030113" y="11563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03" name="Google Shape;2803;p106"/>
          <p:cNvSpPr txBox="1">
            <a:spLocks noGrp="1"/>
          </p:cNvSpPr>
          <p:nvPr>
            <p:ph type="subTitle" idx="5"/>
          </p:nvPr>
        </p:nvSpPr>
        <p:spPr>
          <a:xfrm>
            <a:off x="6030113" y="19775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04" name="Google Shape;2804;p106"/>
          <p:cNvSpPr txBox="1">
            <a:spLocks noGrp="1"/>
          </p:cNvSpPr>
          <p:nvPr>
            <p:ph type="title" idx="6" hasCustomPrompt="1"/>
          </p:nvPr>
        </p:nvSpPr>
        <p:spPr>
          <a:xfrm>
            <a:off x="6030113" y="29827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05" name="Google Shape;2805;p106"/>
          <p:cNvSpPr txBox="1">
            <a:spLocks noGrp="1"/>
          </p:cNvSpPr>
          <p:nvPr>
            <p:ph type="subTitle" idx="7"/>
          </p:nvPr>
        </p:nvSpPr>
        <p:spPr>
          <a:xfrm>
            <a:off x="6030113" y="38039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5">
    <p:spTree>
      <p:nvGrpSpPr>
        <p:cNvPr id="1" name="Shape 2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7" name="Google Shape;2807;p107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2808" name="Google Shape;2808;p107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09" name="Google Shape;2809;p10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810" name="Google Shape;2810;p107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2811" name="Google Shape;2811;p10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10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10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10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10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10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10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10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10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10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10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10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10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10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10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6" name="Google Shape;2826;p107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2827" name="Google Shape;2827;p10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10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10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10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10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10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10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10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10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10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10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10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10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10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10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842" name="Google Shape;2842;p107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3" name="Google Shape;2843;p107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4" name="Google Shape;2844;p107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5" name="Google Shape;2845;p107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6" name="Google Shape;2846;p107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7" name="Google Shape;2847;p10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48" name="Google Shape;2848;p107"/>
          <p:cNvSpPr txBox="1">
            <a:spLocks noGrp="1"/>
          </p:cNvSpPr>
          <p:nvPr>
            <p:ph type="subTitle" idx="1"/>
          </p:nvPr>
        </p:nvSpPr>
        <p:spPr>
          <a:xfrm>
            <a:off x="720000" y="2532242"/>
            <a:ext cx="23004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49" name="Google Shape;2849;p107"/>
          <p:cNvSpPr txBox="1">
            <a:spLocks noGrp="1"/>
          </p:cNvSpPr>
          <p:nvPr>
            <p:ph type="title"/>
          </p:nvPr>
        </p:nvSpPr>
        <p:spPr>
          <a:xfrm>
            <a:off x="720000" y="1452200"/>
            <a:ext cx="1554900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6">
    <p:spTree>
      <p:nvGrpSpPr>
        <p:cNvPr id="1" name="Shape 2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1" name="Google Shape;2851;p108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2852" name="Google Shape;2852;p108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53" name="Google Shape;2853;p10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854" name="Google Shape;2854;p108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2855" name="Google Shape;2855;p10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Google Shape;2856;p10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Google Shape;2857;p10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10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10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10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10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10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10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10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10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10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Google Shape;2867;p10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Google Shape;2868;p10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10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70" name="Google Shape;2870;p108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2871" name="Google Shape;2871;p10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10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10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10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10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10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10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10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10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10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10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10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10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10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10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886" name="Google Shape;2886;p108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7" name="Google Shape;2887;p108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8" name="Google Shape;2888;p108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9" name="Google Shape;2889;p108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0" name="Google Shape;2890;p108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1" name="Google Shape;2891;p10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92" name="Google Shape;2892;p108"/>
          <p:cNvSpPr txBox="1">
            <a:spLocks noGrp="1"/>
          </p:cNvSpPr>
          <p:nvPr>
            <p:ph type="subTitle" idx="1"/>
          </p:nvPr>
        </p:nvSpPr>
        <p:spPr>
          <a:xfrm>
            <a:off x="6302975" y="2571750"/>
            <a:ext cx="21213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93" name="Google Shape;2893;p108"/>
          <p:cNvSpPr txBox="1">
            <a:spLocks noGrp="1"/>
          </p:cNvSpPr>
          <p:nvPr>
            <p:ph type="title"/>
          </p:nvPr>
        </p:nvSpPr>
        <p:spPr>
          <a:xfrm>
            <a:off x="6682500" y="1452213"/>
            <a:ext cx="1741500" cy="9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30">
    <p:spTree>
      <p:nvGrpSpPr>
        <p:cNvPr id="1" name="Shape 2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5" name="Google Shape;2895;p109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896" name="Google Shape;2896;p10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0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0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0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0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0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0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0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0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0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0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0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0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0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0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0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0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0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0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0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0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0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18" name="Google Shape;2918;p10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919" name="Google Shape;2919;p109"/>
          <p:cNvSpPr txBox="1">
            <a:spLocks noGrp="1"/>
          </p:cNvSpPr>
          <p:nvPr>
            <p:ph type="body" idx="1"/>
          </p:nvPr>
        </p:nvSpPr>
        <p:spPr>
          <a:xfrm>
            <a:off x="720000" y="1246924"/>
            <a:ext cx="7704000" cy="3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9">
    <p:spTree>
      <p:nvGrpSpPr>
        <p:cNvPr id="1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1" name="Google Shape;2921;p11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922" name="Google Shape;2922;p11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1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1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1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1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1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1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1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1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1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1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1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1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1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1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11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11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11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11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941" name="Google Shape;2941;p110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42" name="Google Shape;2942;p110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3" name="Google Shape;2943;p110"/>
          <p:cNvSpPr txBox="1">
            <a:spLocks noGrp="1"/>
          </p:cNvSpPr>
          <p:nvPr>
            <p:ph type="ctrTitle"/>
          </p:nvPr>
        </p:nvSpPr>
        <p:spPr>
          <a:xfrm>
            <a:off x="2351875" y="540000"/>
            <a:ext cx="4440300" cy="92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944" name="Google Shape;2944;p110"/>
          <p:cNvSpPr txBox="1"/>
          <p:nvPr/>
        </p:nvSpPr>
        <p:spPr>
          <a:xfrm>
            <a:off x="2422213" y="3592175"/>
            <a:ext cx="42996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CREDITS: This presentation template was created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, including icons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 and infographics &amp; images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945" name="Google Shape;2945;p110"/>
          <p:cNvSpPr txBox="1">
            <a:spLocks noGrp="1"/>
          </p:cNvSpPr>
          <p:nvPr>
            <p:ph type="subTitle" idx="1"/>
          </p:nvPr>
        </p:nvSpPr>
        <p:spPr>
          <a:xfrm>
            <a:off x="2955600" y="2255325"/>
            <a:ext cx="3232800" cy="13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2946" name="Google Shape;2946;p110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2947" name="Google Shape;2947;p110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110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110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110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110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110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110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110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110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10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10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5">
    <p:spTree>
      <p:nvGrpSpPr>
        <p:cNvPr id="1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9" name="Google Shape;2959;p111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2960" name="Google Shape;2960;p111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61" name="Google Shape;2961;p111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962" name="Google Shape;2962;p111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2963" name="Google Shape;2963;p111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111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111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111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111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111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111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111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111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111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111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111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111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111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111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78" name="Google Shape;2978;p111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2979" name="Google Shape;2979;p111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111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111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111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111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111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111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111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111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111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111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111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111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111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111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94" name="Google Shape;2994;p111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5" name="Google Shape;2995;p111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6" name="Google Shape;2996;p111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7" name="Google Shape;2997;p111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8" name="Google Shape;2998;p111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9" name="Google Shape;2999;p111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6">
    <p:spTree>
      <p:nvGrpSpPr>
        <p:cNvPr id="1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1" name="Google Shape;3001;p11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002" name="Google Shape;3002;p11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11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11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11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11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11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11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11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11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11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11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11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11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11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11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11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11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11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11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021" name="Google Shape;3021;p112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22" name="Google Shape;3022;p112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23" name="Google Shape;3023;p112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3024" name="Google Shape;3024;p112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112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112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112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112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112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112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112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112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112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112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7">
    <p:spTree>
      <p:nvGrpSpPr>
        <p:cNvPr id="1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6" name="Google Shape;3036;p11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037" name="Google Shape;3037;p11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11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11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11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11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11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11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11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11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11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11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11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11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11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11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11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11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11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11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11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11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11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8">
    <p:spTree>
      <p:nvGrpSpPr>
        <p:cNvPr id="1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0" name="Google Shape;3060;p11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061" name="Google Shape;3061;p11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11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11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11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11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11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11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11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11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11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11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11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11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11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11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11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11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11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11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11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11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11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83" name="Google Shape;3083;p114"/>
          <p:cNvGrpSpPr/>
          <p:nvPr/>
        </p:nvGrpSpPr>
        <p:grpSpPr>
          <a:xfrm>
            <a:off x="2995920" y="1056023"/>
            <a:ext cx="3152176" cy="3031462"/>
            <a:chOff x="1857000" y="3245400"/>
            <a:chExt cx="1233825" cy="1186575"/>
          </a:xfrm>
        </p:grpSpPr>
        <p:sp>
          <p:nvSpPr>
            <p:cNvPr id="3084" name="Google Shape;3084;p114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114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114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114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114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114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39">
    <p:spTree>
      <p:nvGrpSpPr>
        <p:cNvPr id="1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1" name="Google Shape;3091;p11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092" name="Google Shape;3092;p11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11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11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11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11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11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11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11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11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11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11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11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11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11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11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11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11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11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11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11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11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11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14" name="Google Shape;3114;p115"/>
          <p:cNvGrpSpPr/>
          <p:nvPr/>
        </p:nvGrpSpPr>
        <p:grpSpPr>
          <a:xfrm>
            <a:off x="262" y="2729663"/>
            <a:ext cx="2995174" cy="2414033"/>
            <a:chOff x="6562292" y="3785209"/>
            <a:chExt cx="1875030" cy="1511226"/>
          </a:xfrm>
        </p:grpSpPr>
        <p:grpSp>
          <p:nvGrpSpPr>
            <p:cNvPr id="3115" name="Google Shape;3115;p115"/>
            <p:cNvGrpSpPr/>
            <p:nvPr/>
          </p:nvGrpSpPr>
          <p:grpSpPr>
            <a:xfrm>
              <a:off x="7717466" y="3785209"/>
              <a:ext cx="719856" cy="680112"/>
              <a:chOff x="7717200" y="3905550"/>
              <a:chExt cx="592377" cy="559671"/>
            </a:xfrm>
          </p:grpSpPr>
          <p:sp>
            <p:nvSpPr>
              <p:cNvPr id="3116" name="Google Shape;3116;p115"/>
              <p:cNvSpPr/>
              <p:nvPr/>
            </p:nvSpPr>
            <p:spPr>
              <a:xfrm>
                <a:off x="7724869" y="3917054"/>
                <a:ext cx="581268" cy="532152"/>
              </a:xfrm>
              <a:custGeom>
                <a:avLst/>
                <a:gdLst/>
                <a:ahLst/>
                <a:cxnLst/>
                <a:rect l="l" t="t" r="r" b="b"/>
                <a:pathLst>
                  <a:path w="10308" h="9437" extrusionOk="0">
                    <a:moveTo>
                      <a:pt x="10129" y="1"/>
                    </a:moveTo>
                    <a:cubicBezTo>
                      <a:pt x="9518" y="1"/>
                      <a:pt x="4203" y="2425"/>
                      <a:pt x="3814" y="2672"/>
                    </a:cubicBezTo>
                    <a:cubicBezTo>
                      <a:pt x="3407" y="2932"/>
                      <a:pt x="0" y="4549"/>
                      <a:pt x="0" y="4684"/>
                    </a:cubicBezTo>
                    <a:cubicBezTo>
                      <a:pt x="0" y="4808"/>
                      <a:pt x="2382" y="5425"/>
                      <a:pt x="2382" y="5425"/>
                    </a:cubicBezTo>
                    <a:cubicBezTo>
                      <a:pt x="2382" y="5425"/>
                      <a:pt x="2456" y="6129"/>
                      <a:pt x="2580" y="6771"/>
                    </a:cubicBezTo>
                    <a:cubicBezTo>
                      <a:pt x="2703" y="7400"/>
                      <a:pt x="2963" y="8511"/>
                      <a:pt x="2963" y="8511"/>
                    </a:cubicBezTo>
                    <a:cubicBezTo>
                      <a:pt x="3308" y="8474"/>
                      <a:pt x="4901" y="7104"/>
                      <a:pt x="4901" y="7104"/>
                    </a:cubicBezTo>
                    <a:cubicBezTo>
                      <a:pt x="4901" y="7104"/>
                      <a:pt x="6308" y="9424"/>
                      <a:pt x="6542" y="9437"/>
                    </a:cubicBezTo>
                    <a:cubicBezTo>
                      <a:pt x="6543" y="9437"/>
                      <a:pt x="6543" y="9437"/>
                      <a:pt x="6543" y="9437"/>
                    </a:cubicBezTo>
                    <a:cubicBezTo>
                      <a:pt x="6786" y="9437"/>
                      <a:pt x="10307" y="265"/>
                      <a:pt x="10184" y="18"/>
                    </a:cubicBezTo>
                    <a:cubicBezTo>
                      <a:pt x="10177" y="6"/>
                      <a:pt x="10159" y="1"/>
                      <a:pt x="101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115"/>
              <p:cNvSpPr/>
              <p:nvPr/>
            </p:nvSpPr>
            <p:spPr>
              <a:xfrm>
                <a:off x="7717200" y="3905550"/>
                <a:ext cx="592377" cy="559671"/>
              </a:xfrm>
              <a:custGeom>
                <a:avLst/>
                <a:gdLst/>
                <a:ahLst/>
                <a:cxnLst/>
                <a:rect l="l" t="t" r="r" b="b"/>
                <a:pathLst>
                  <a:path w="10505" h="9925" extrusionOk="0">
                    <a:moveTo>
                      <a:pt x="9764" y="420"/>
                    </a:moveTo>
                    <a:cubicBezTo>
                      <a:pt x="9147" y="827"/>
                      <a:pt x="8518" y="1247"/>
                      <a:pt x="7913" y="1654"/>
                    </a:cubicBezTo>
                    <a:cubicBezTo>
                      <a:pt x="7715" y="1802"/>
                      <a:pt x="7505" y="1938"/>
                      <a:pt x="7283" y="2086"/>
                    </a:cubicBezTo>
                    <a:cubicBezTo>
                      <a:pt x="6111" y="2889"/>
                      <a:pt x="4728" y="3839"/>
                      <a:pt x="3382" y="4851"/>
                    </a:cubicBezTo>
                    <a:cubicBezTo>
                      <a:pt x="3148" y="5037"/>
                      <a:pt x="2926" y="5209"/>
                      <a:pt x="2728" y="5382"/>
                    </a:cubicBezTo>
                    <a:lnTo>
                      <a:pt x="2679" y="5419"/>
                    </a:lnTo>
                    <a:lnTo>
                      <a:pt x="2605" y="5493"/>
                    </a:lnTo>
                    <a:cubicBezTo>
                      <a:pt x="2506" y="5432"/>
                      <a:pt x="2407" y="5382"/>
                      <a:pt x="2296" y="5370"/>
                    </a:cubicBezTo>
                    <a:lnTo>
                      <a:pt x="2197" y="5345"/>
                    </a:lnTo>
                    <a:cubicBezTo>
                      <a:pt x="1963" y="5259"/>
                      <a:pt x="1728" y="5197"/>
                      <a:pt x="1482" y="5123"/>
                    </a:cubicBezTo>
                    <a:cubicBezTo>
                      <a:pt x="1087" y="5000"/>
                      <a:pt x="716" y="4913"/>
                      <a:pt x="358" y="4839"/>
                    </a:cubicBezTo>
                    <a:lnTo>
                      <a:pt x="371" y="4839"/>
                    </a:lnTo>
                    <a:lnTo>
                      <a:pt x="420" y="4802"/>
                    </a:lnTo>
                    <a:cubicBezTo>
                      <a:pt x="506" y="4740"/>
                      <a:pt x="605" y="4679"/>
                      <a:pt x="704" y="4629"/>
                    </a:cubicBezTo>
                    <a:cubicBezTo>
                      <a:pt x="815" y="4568"/>
                      <a:pt x="938" y="4518"/>
                      <a:pt x="1062" y="4456"/>
                    </a:cubicBezTo>
                    <a:lnTo>
                      <a:pt x="1210" y="4382"/>
                    </a:lnTo>
                    <a:cubicBezTo>
                      <a:pt x="1802" y="4098"/>
                      <a:pt x="2407" y="3790"/>
                      <a:pt x="3062" y="3457"/>
                    </a:cubicBezTo>
                    <a:cubicBezTo>
                      <a:pt x="3432" y="3259"/>
                      <a:pt x="3827" y="3062"/>
                      <a:pt x="4296" y="2827"/>
                    </a:cubicBezTo>
                    <a:cubicBezTo>
                      <a:pt x="5975" y="1988"/>
                      <a:pt x="7382" y="1309"/>
                      <a:pt x="8876" y="729"/>
                    </a:cubicBezTo>
                    <a:cubicBezTo>
                      <a:pt x="9159" y="605"/>
                      <a:pt x="9468" y="506"/>
                      <a:pt x="9764" y="420"/>
                    </a:cubicBezTo>
                    <a:close/>
                    <a:moveTo>
                      <a:pt x="9949" y="494"/>
                    </a:moveTo>
                    <a:lnTo>
                      <a:pt x="9949" y="494"/>
                    </a:lnTo>
                    <a:cubicBezTo>
                      <a:pt x="9814" y="630"/>
                      <a:pt x="9678" y="790"/>
                      <a:pt x="9542" y="938"/>
                    </a:cubicBezTo>
                    <a:cubicBezTo>
                      <a:pt x="9468" y="1037"/>
                      <a:pt x="9394" y="1124"/>
                      <a:pt x="9320" y="1198"/>
                    </a:cubicBezTo>
                    <a:cubicBezTo>
                      <a:pt x="8900" y="1654"/>
                      <a:pt x="8468" y="2111"/>
                      <a:pt x="8049" y="2568"/>
                    </a:cubicBezTo>
                    <a:cubicBezTo>
                      <a:pt x="7296" y="3358"/>
                      <a:pt x="6543" y="4148"/>
                      <a:pt x="5790" y="4938"/>
                    </a:cubicBezTo>
                    <a:lnTo>
                      <a:pt x="5283" y="5469"/>
                    </a:lnTo>
                    <a:lnTo>
                      <a:pt x="4913" y="5864"/>
                    </a:lnTo>
                    <a:cubicBezTo>
                      <a:pt x="4777" y="6012"/>
                      <a:pt x="4642" y="6160"/>
                      <a:pt x="4493" y="6308"/>
                    </a:cubicBezTo>
                    <a:lnTo>
                      <a:pt x="4469" y="6308"/>
                    </a:lnTo>
                    <a:cubicBezTo>
                      <a:pt x="4358" y="6370"/>
                      <a:pt x="4259" y="6456"/>
                      <a:pt x="4197" y="6567"/>
                    </a:cubicBezTo>
                    <a:cubicBezTo>
                      <a:pt x="4173" y="6580"/>
                      <a:pt x="4160" y="6604"/>
                      <a:pt x="4148" y="6617"/>
                    </a:cubicBezTo>
                    <a:cubicBezTo>
                      <a:pt x="4061" y="6740"/>
                      <a:pt x="3987" y="6863"/>
                      <a:pt x="3913" y="6987"/>
                    </a:cubicBezTo>
                    <a:lnTo>
                      <a:pt x="3864" y="7086"/>
                    </a:lnTo>
                    <a:cubicBezTo>
                      <a:pt x="3790" y="7209"/>
                      <a:pt x="3716" y="7320"/>
                      <a:pt x="3642" y="7431"/>
                    </a:cubicBezTo>
                    <a:cubicBezTo>
                      <a:pt x="3580" y="7555"/>
                      <a:pt x="3518" y="7641"/>
                      <a:pt x="3444" y="7752"/>
                    </a:cubicBezTo>
                    <a:lnTo>
                      <a:pt x="3173" y="8221"/>
                    </a:lnTo>
                    <a:lnTo>
                      <a:pt x="3123" y="8295"/>
                    </a:lnTo>
                    <a:cubicBezTo>
                      <a:pt x="3025" y="7876"/>
                      <a:pt x="2950" y="7444"/>
                      <a:pt x="2889" y="7024"/>
                    </a:cubicBezTo>
                    <a:cubicBezTo>
                      <a:pt x="2827" y="6592"/>
                      <a:pt x="2765" y="6148"/>
                      <a:pt x="2654" y="5728"/>
                    </a:cubicBezTo>
                    <a:cubicBezTo>
                      <a:pt x="2679" y="5678"/>
                      <a:pt x="2691" y="5629"/>
                      <a:pt x="2679" y="5580"/>
                    </a:cubicBezTo>
                    <a:cubicBezTo>
                      <a:pt x="2827" y="5456"/>
                      <a:pt x="2975" y="5333"/>
                      <a:pt x="3136" y="5222"/>
                    </a:cubicBezTo>
                    <a:cubicBezTo>
                      <a:pt x="3210" y="5172"/>
                      <a:pt x="3284" y="5123"/>
                      <a:pt x="3358" y="5074"/>
                    </a:cubicBezTo>
                    <a:cubicBezTo>
                      <a:pt x="3950" y="4629"/>
                      <a:pt x="4568" y="4197"/>
                      <a:pt x="5098" y="3815"/>
                    </a:cubicBezTo>
                    <a:cubicBezTo>
                      <a:pt x="6333" y="2950"/>
                      <a:pt x="7666" y="2025"/>
                      <a:pt x="9024" y="1111"/>
                    </a:cubicBezTo>
                    <a:lnTo>
                      <a:pt x="9196" y="988"/>
                    </a:lnTo>
                    <a:cubicBezTo>
                      <a:pt x="9443" y="827"/>
                      <a:pt x="9703" y="654"/>
                      <a:pt x="9949" y="494"/>
                    </a:cubicBezTo>
                    <a:close/>
                    <a:moveTo>
                      <a:pt x="4530" y="6530"/>
                    </a:moveTo>
                    <a:cubicBezTo>
                      <a:pt x="4555" y="6555"/>
                      <a:pt x="4580" y="6580"/>
                      <a:pt x="4592" y="6617"/>
                    </a:cubicBezTo>
                    <a:lnTo>
                      <a:pt x="4617" y="6641"/>
                    </a:lnTo>
                    <a:cubicBezTo>
                      <a:pt x="4679" y="6777"/>
                      <a:pt x="4753" y="6901"/>
                      <a:pt x="4802" y="7036"/>
                    </a:cubicBezTo>
                    <a:lnTo>
                      <a:pt x="4839" y="7110"/>
                    </a:lnTo>
                    <a:cubicBezTo>
                      <a:pt x="4864" y="7160"/>
                      <a:pt x="4888" y="7221"/>
                      <a:pt x="4925" y="7283"/>
                    </a:cubicBezTo>
                    <a:cubicBezTo>
                      <a:pt x="4802" y="7345"/>
                      <a:pt x="4691" y="7419"/>
                      <a:pt x="4580" y="7505"/>
                    </a:cubicBezTo>
                    <a:cubicBezTo>
                      <a:pt x="4555" y="7530"/>
                      <a:pt x="4530" y="7542"/>
                      <a:pt x="4493" y="7567"/>
                    </a:cubicBezTo>
                    <a:cubicBezTo>
                      <a:pt x="4333" y="7691"/>
                      <a:pt x="4160" y="7826"/>
                      <a:pt x="4000" y="7950"/>
                    </a:cubicBezTo>
                    <a:cubicBezTo>
                      <a:pt x="3901" y="8024"/>
                      <a:pt x="3815" y="8098"/>
                      <a:pt x="3728" y="8172"/>
                    </a:cubicBezTo>
                    <a:lnTo>
                      <a:pt x="3580" y="8308"/>
                    </a:lnTo>
                    <a:lnTo>
                      <a:pt x="3518" y="8357"/>
                    </a:lnTo>
                    <a:cubicBezTo>
                      <a:pt x="3457" y="8406"/>
                      <a:pt x="3395" y="8456"/>
                      <a:pt x="3321" y="8505"/>
                    </a:cubicBezTo>
                    <a:cubicBezTo>
                      <a:pt x="3407" y="8382"/>
                      <a:pt x="3481" y="8258"/>
                      <a:pt x="3555" y="8135"/>
                    </a:cubicBezTo>
                    <a:cubicBezTo>
                      <a:pt x="3703" y="7876"/>
                      <a:pt x="3864" y="7629"/>
                      <a:pt x="4000" y="7370"/>
                    </a:cubicBezTo>
                    <a:cubicBezTo>
                      <a:pt x="4049" y="7296"/>
                      <a:pt x="4086" y="7209"/>
                      <a:pt x="4135" y="7123"/>
                    </a:cubicBezTo>
                    <a:cubicBezTo>
                      <a:pt x="4222" y="6925"/>
                      <a:pt x="4333" y="6752"/>
                      <a:pt x="4469" y="6592"/>
                    </a:cubicBezTo>
                    <a:cubicBezTo>
                      <a:pt x="4493" y="6567"/>
                      <a:pt x="4506" y="6543"/>
                      <a:pt x="4530" y="6530"/>
                    </a:cubicBezTo>
                    <a:close/>
                    <a:moveTo>
                      <a:pt x="9912" y="877"/>
                    </a:moveTo>
                    <a:lnTo>
                      <a:pt x="9912" y="877"/>
                    </a:lnTo>
                    <a:cubicBezTo>
                      <a:pt x="9826" y="1087"/>
                      <a:pt x="9752" y="1296"/>
                      <a:pt x="9690" y="1469"/>
                    </a:cubicBezTo>
                    <a:cubicBezTo>
                      <a:pt x="9431" y="2222"/>
                      <a:pt x="9147" y="2963"/>
                      <a:pt x="8876" y="3654"/>
                    </a:cubicBezTo>
                    <a:cubicBezTo>
                      <a:pt x="8567" y="4444"/>
                      <a:pt x="8258" y="5246"/>
                      <a:pt x="7950" y="6049"/>
                    </a:cubicBezTo>
                    <a:cubicBezTo>
                      <a:pt x="7654" y="6802"/>
                      <a:pt x="7357" y="7567"/>
                      <a:pt x="7073" y="8320"/>
                    </a:cubicBezTo>
                    <a:cubicBezTo>
                      <a:pt x="7012" y="8456"/>
                      <a:pt x="6962" y="8604"/>
                      <a:pt x="6913" y="8740"/>
                    </a:cubicBezTo>
                    <a:cubicBezTo>
                      <a:pt x="6839" y="8962"/>
                      <a:pt x="6752" y="9196"/>
                      <a:pt x="6666" y="9406"/>
                    </a:cubicBezTo>
                    <a:cubicBezTo>
                      <a:pt x="6580" y="9258"/>
                      <a:pt x="6506" y="9110"/>
                      <a:pt x="6407" y="8974"/>
                    </a:cubicBezTo>
                    <a:lnTo>
                      <a:pt x="6333" y="8863"/>
                    </a:lnTo>
                    <a:lnTo>
                      <a:pt x="6197" y="8666"/>
                    </a:lnTo>
                    <a:cubicBezTo>
                      <a:pt x="6073" y="8468"/>
                      <a:pt x="5938" y="8258"/>
                      <a:pt x="5814" y="8061"/>
                    </a:cubicBezTo>
                    <a:cubicBezTo>
                      <a:pt x="5580" y="7715"/>
                      <a:pt x="5345" y="7345"/>
                      <a:pt x="5086" y="6851"/>
                    </a:cubicBezTo>
                    <a:lnTo>
                      <a:pt x="5061" y="6814"/>
                    </a:lnTo>
                    <a:cubicBezTo>
                      <a:pt x="4975" y="6666"/>
                      <a:pt x="4839" y="6407"/>
                      <a:pt x="4654" y="6333"/>
                    </a:cubicBezTo>
                    <a:cubicBezTo>
                      <a:pt x="5197" y="5839"/>
                      <a:pt x="5703" y="5308"/>
                      <a:pt x="6197" y="4790"/>
                    </a:cubicBezTo>
                    <a:cubicBezTo>
                      <a:pt x="6320" y="4654"/>
                      <a:pt x="6444" y="4530"/>
                      <a:pt x="6567" y="4395"/>
                    </a:cubicBezTo>
                    <a:cubicBezTo>
                      <a:pt x="7394" y="3531"/>
                      <a:pt x="8382" y="2494"/>
                      <a:pt x="9345" y="1469"/>
                    </a:cubicBezTo>
                    <a:cubicBezTo>
                      <a:pt x="9419" y="1383"/>
                      <a:pt x="9493" y="1309"/>
                      <a:pt x="9579" y="1222"/>
                    </a:cubicBezTo>
                    <a:cubicBezTo>
                      <a:pt x="9690" y="1111"/>
                      <a:pt x="9801" y="1000"/>
                      <a:pt x="9912" y="877"/>
                    </a:cubicBezTo>
                    <a:close/>
                    <a:moveTo>
                      <a:pt x="10172" y="0"/>
                    </a:moveTo>
                    <a:cubicBezTo>
                      <a:pt x="10085" y="0"/>
                      <a:pt x="10011" y="13"/>
                      <a:pt x="9937" y="25"/>
                    </a:cubicBezTo>
                    <a:cubicBezTo>
                      <a:pt x="9653" y="99"/>
                      <a:pt x="9369" y="185"/>
                      <a:pt x="9098" y="297"/>
                    </a:cubicBezTo>
                    <a:cubicBezTo>
                      <a:pt x="8258" y="605"/>
                      <a:pt x="7444" y="988"/>
                      <a:pt x="6691" y="1346"/>
                    </a:cubicBezTo>
                    <a:cubicBezTo>
                      <a:pt x="5506" y="1914"/>
                      <a:pt x="4271" y="2543"/>
                      <a:pt x="2913" y="3247"/>
                    </a:cubicBezTo>
                    <a:cubicBezTo>
                      <a:pt x="2407" y="3518"/>
                      <a:pt x="1889" y="3777"/>
                      <a:pt x="1370" y="4024"/>
                    </a:cubicBezTo>
                    <a:lnTo>
                      <a:pt x="667" y="4382"/>
                    </a:lnTo>
                    <a:cubicBezTo>
                      <a:pt x="482" y="4469"/>
                      <a:pt x="309" y="4568"/>
                      <a:pt x="161" y="4703"/>
                    </a:cubicBezTo>
                    <a:cubicBezTo>
                      <a:pt x="136" y="4728"/>
                      <a:pt x="111" y="4765"/>
                      <a:pt x="99" y="4802"/>
                    </a:cubicBezTo>
                    <a:cubicBezTo>
                      <a:pt x="50" y="4814"/>
                      <a:pt x="25" y="4851"/>
                      <a:pt x="13" y="4888"/>
                    </a:cubicBezTo>
                    <a:cubicBezTo>
                      <a:pt x="0" y="4938"/>
                      <a:pt x="25" y="4975"/>
                      <a:pt x="62" y="5000"/>
                    </a:cubicBezTo>
                    <a:cubicBezTo>
                      <a:pt x="482" y="5172"/>
                      <a:pt x="914" y="5333"/>
                      <a:pt x="1346" y="5456"/>
                    </a:cubicBezTo>
                    <a:cubicBezTo>
                      <a:pt x="1593" y="5530"/>
                      <a:pt x="1827" y="5617"/>
                      <a:pt x="2074" y="5691"/>
                    </a:cubicBezTo>
                    <a:cubicBezTo>
                      <a:pt x="2160" y="5715"/>
                      <a:pt x="2235" y="5740"/>
                      <a:pt x="2321" y="5765"/>
                    </a:cubicBezTo>
                    <a:lnTo>
                      <a:pt x="2395" y="5790"/>
                    </a:lnTo>
                    <a:lnTo>
                      <a:pt x="2407" y="5802"/>
                    </a:lnTo>
                    <a:cubicBezTo>
                      <a:pt x="2432" y="5814"/>
                      <a:pt x="2444" y="5827"/>
                      <a:pt x="2469" y="5827"/>
                    </a:cubicBezTo>
                    <a:cubicBezTo>
                      <a:pt x="2494" y="6061"/>
                      <a:pt x="2518" y="6283"/>
                      <a:pt x="2543" y="6518"/>
                    </a:cubicBezTo>
                    <a:cubicBezTo>
                      <a:pt x="2617" y="7246"/>
                      <a:pt x="2691" y="7999"/>
                      <a:pt x="2950" y="8690"/>
                    </a:cubicBezTo>
                    <a:lnTo>
                      <a:pt x="2950" y="8703"/>
                    </a:lnTo>
                    <a:cubicBezTo>
                      <a:pt x="2950" y="8740"/>
                      <a:pt x="2963" y="8764"/>
                      <a:pt x="2987" y="8789"/>
                    </a:cubicBezTo>
                    <a:cubicBezTo>
                      <a:pt x="3012" y="8838"/>
                      <a:pt x="3062" y="8876"/>
                      <a:pt x="3111" y="8876"/>
                    </a:cubicBezTo>
                    <a:lnTo>
                      <a:pt x="3148" y="8876"/>
                    </a:lnTo>
                    <a:cubicBezTo>
                      <a:pt x="3457" y="8764"/>
                      <a:pt x="3728" y="8604"/>
                      <a:pt x="3975" y="8382"/>
                    </a:cubicBezTo>
                    <a:cubicBezTo>
                      <a:pt x="4012" y="8345"/>
                      <a:pt x="4061" y="8308"/>
                      <a:pt x="4111" y="8271"/>
                    </a:cubicBezTo>
                    <a:cubicBezTo>
                      <a:pt x="4222" y="8184"/>
                      <a:pt x="4333" y="8098"/>
                      <a:pt x="4444" y="8024"/>
                    </a:cubicBezTo>
                    <a:lnTo>
                      <a:pt x="4617" y="7900"/>
                    </a:lnTo>
                    <a:lnTo>
                      <a:pt x="4765" y="7789"/>
                    </a:lnTo>
                    <a:cubicBezTo>
                      <a:pt x="4864" y="7728"/>
                      <a:pt x="4963" y="7653"/>
                      <a:pt x="5049" y="7579"/>
                    </a:cubicBezTo>
                    <a:cubicBezTo>
                      <a:pt x="5160" y="7777"/>
                      <a:pt x="5296" y="7999"/>
                      <a:pt x="5444" y="8258"/>
                    </a:cubicBezTo>
                    <a:cubicBezTo>
                      <a:pt x="5617" y="8530"/>
                      <a:pt x="5790" y="8814"/>
                      <a:pt x="5950" y="9061"/>
                    </a:cubicBezTo>
                    <a:cubicBezTo>
                      <a:pt x="6012" y="9147"/>
                      <a:pt x="6061" y="9246"/>
                      <a:pt x="6123" y="9345"/>
                    </a:cubicBezTo>
                    <a:cubicBezTo>
                      <a:pt x="6222" y="9530"/>
                      <a:pt x="6345" y="9703"/>
                      <a:pt x="6468" y="9875"/>
                    </a:cubicBezTo>
                    <a:cubicBezTo>
                      <a:pt x="6493" y="9900"/>
                      <a:pt x="6543" y="9925"/>
                      <a:pt x="6580" y="9925"/>
                    </a:cubicBezTo>
                    <a:cubicBezTo>
                      <a:pt x="6629" y="9925"/>
                      <a:pt x="6666" y="9900"/>
                      <a:pt x="6703" y="9875"/>
                    </a:cubicBezTo>
                    <a:cubicBezTo>
                      <a:pt x="6728" y="9838"/>
                      <a:pt x="6752" y="9789"/>
                      <a:pt x="6752" y="9740"/>
                    </a:cubicBezTo>
                    <a:cubicBezTo>
                      <a:pt x="6925" y="9431"/>
                      <a:pt x="7073" y="9110"/>
                      <a:pt x="7209" y="8801"/>
                    </a:cubicBezTo>
                    <a:lnTo>
                      <a:pt x="7258" y="8703"/>
                    </a:lnTo>
                    <a:cubicBezTo>
                      <a:pt x="7555" y="8024"/>
                      <a:pt x="7851" y="7333"/>
                      <a:pt x="8123" y="6666"/>
                    </a:cubicBezTo>
                    <a:lnTo>
                      <a:pt x="8147" y="6592"/>
                    </a:lnTo>
                    <a:cubicBezTo>
                      <a:pt x="8740" y="5185"/>
                      <a:pt x="9406" y="3518"/>
                      <a:pt x="10024" y="1827"/>
                    </a:cubicBezTo>
                    <a:cubicBezTo>
                      <a:pt x="10135" y="1519"/>
                      <a:pt x="10258" y="1210"/>
                      <a:pt x="10357" y="877"/>
                    </a:cubicBezTo>
                    <a:lnTo>
                      <a:pt x="10369" y="827"/>
                    </a:lnTo>
                    <a:cubicBezTo>
                      <a:pt x="10443" y="654"/>
                      <a:pt x="10480" y="469"/>
                      <a:pt x="10468" y="284"/>
                    </a:cubicBezTo>
                    <a:cubicBezTo>
                      <a:pt x="10505" y="222"/>
                      <a:pt x="10493" y="148"/>
                      <a:pt x="10443" y="111"/>
                    </a:cubicBezTo>
                    <a:cubicBezTo>
                      <a:pt x="10369" y="37"/>
                      <a:pt x="10270" y="0"/>
                      <a:pt x="101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18" name="Google Shape;3118;p115"/>
            <p:cNvSpPr/>
            <p:nvPr/>
          </p:nvSpPr>
          <p:spPr>
            <a:xfrm>
              <a:off x="6562292" y="4354432"/>
              <a:ext cx="1368335" cy="942004"/>
            </a:xfrm>
            <a:custGeom>
              <a:avLst/>
              <a:gdLst/>
              <a:ahLst/>
              <a:cxnLst/>
              <a:rect l="l" t="t" r="r" b="b"/>
              <a:pathLst>
                <a:path w="16999" h="11703" extrusionOk="0">
                  <a:moveTo>
                    <a:pt x="16961" y="211"/>
                  </a:moveTo>
                  <a:cubicBezTo>
                    <a:pt x="16998" y="87"/>
                    <a:pt x="16850" y="1"/>
                    <a:pt x="16764" y="100"/>
                  </a:cubicBezTo>
                  <a:cubicBezTo>
                    <a:pt x="16752" y="112"/>
                    <a:pt x="16752" y="124"/>
                    <a:pt x="16739" y="137"/>
                  </a:cubicBezTo>
                  <a:lnTo>
                    <a:pt x="16727" y="186"/>
                  </a:lnTo>
                  <a:lnTo>
                    <a:pt x="16715" y="235"/>
                  </a:lnTo>
                  <a:lnTo>
                    <a:pt x="16690" y="285"/>
                  </a:lnTo>
                  <a:lnTo>
                    <a:pt x="16665" y="346"/>
                  </a:lnTo>
                  <a:cubicBezTo>
                    <a:pt x="16616" y="495"/>
                    <a:pt x="16826" y="569"/>
                    <a:pt x="16887" y="433"/>
                  </a:cubicBezTo>
                  <a:lnTo>
                    <a:pt x="16912" y="359"/>
                  </a:lnTo>
                  <a:lnTo>
                    <a:pt x="16924" y="309"/>
                  </a:lnTo>
                  <a:lnTo>
                    <a:pt x="16949" y="260"/>
                  </a:lnTo>
                  <a:close/>
                  <a:moveTo>
                    <a:pt x="260" y="10197"/>
                  </a:moveTo>
                  <a:cubicBezTo>
                    <a:pt x="137" y="10110"/>
                    <a:pt x="1" y="10283"/>
                    <a:pt x="112" y="10382"/>
                  </a:cubicBezTo>
                  <a:lnTo>
                    <a:pt x="186" y="10444"/>
                  </a:lnTo>
                  <a:lnTo>
                    <a:pt x="248" y="10481"/>
                  </a:lnTo>
                  <a:lnTo>
                    <a:pt x="309" y="10530"/>
                  </a:lnTo>
                  <a:cubicBezTo>
                    <a:pt x="433" y="10617"/>
                    <a:pt x="569" y="10431"/>
                    <a:pt x="445" y="10345"/>
                  </a:cubicBezTo>
                  <a:lnTo>
                    <a:pt x="384" y="10296"/>
                  </a:lnTo>
                  <a:lnTo>
                    <a:pt x="334" y="10259"/>
                  </a:lnTo>
                  <a:close/>
                  <a:moveTo>
                    <a:pt x="1013" y="10728"/>
                  </a:moveTo>
                  <a:cubicBezTo>
                    <a:pt x="890" y="10617"/>
                    <a:pt x="741" y="10789"/>
                    <a:pt x="853" y="10900"/>
                  </a:cubicBezTo>
                  <a:cubicBezTo>
                    <a:pt x="865" y="10900"/>
                    <a:pt x="877" y="10913"/>
                    <a:pt x="890" y="10925"/>
                  </a:cubicBezTo>
                  <a:lnTo>
                    <a:pt x="951" y="10962"/>
                  </a:lnTo>
                  <a:lnTo>
                    <a:pt x="1013" y="10999"/>
                  </a:lnTo>
                  <a:lnTo>
                    <a:pt x="1087" y="11036"/>
                  </a:lnTo>
                  <a:cubicBezTo>
                    <a:pt x="1211" y="11135"/>
                    <a:pt x="1359" y="10962"/>
                    <a:pt x="1248" y="10863"/>
                  </a:cubicBezTo>
                  <a:cubicBezTo>
                    <a:pt x="1235" y="10851"/>
                    <a:pt x="1223" y="10839"/>
                    <a:pt x="1211" y="10839"/>
                  </a:cubicBezTo>
                  <a:lnTo>
                    <a:pt x="1136" y="10802"/>
                  </a:lnTo>
                  <a:lnTo>
                    <a:pt x="1075" y="10765"/>
                  </a:lnTo>
                  <a:close/>
                  <a:moveTo>
                    <a:pt x="1828" y="11123"/>
                  </a:moveTo>
                  <a:cubicBezTo>
                    <a:pt x="1680" y="11073"/>
                    <a:pt x="1593" y="11283"/>
                    <a:pt x="1741" y="11345"/>
                  </a:cubicBezTo>
                  <a:lnTo>
                    <a:pt x="1791" y="11370"/>
                  </a:lnTo>
                  <a:lnTo>
                    <a:pt x="1852" y="11382"/>
                  </a:lnTo>
                  <a:lnTo>
                    <a:pt x="1914" y="11407"/>
                  </a:lnTo>
                  <a:lnTo>
                    <a:pt x="1964" y="11431"/>
                  </a:lnTo>
                  <a:cubicBezTo>
                    <a:pt x="2001" y="11444"/>
                    <a:pt x="2050" y="11431"/>
                    <a:pt x="2075" y="11394"/>
                  </a:cubicBezTo>
                  <a:cubicBezTo>
                    <a:pt x="2136" y="11345"/>
                    <a:pt x="2124" y="11234"/>
                    <a:pt x="2038" y="11209"/>
                  </a:cubicBezTo>
                  <a:lnTo>
                    <a:pt x="1988" y="11184"/>
                  </a:lnTo>
                  <a:lnTo>
                    <a:pt x="1927" y="11172"/>
                  </a:lnTo>
                  <a:lnTo>
                    <a:pt x="1877" y="11147"/>
                  </a:lnTo>
                  <a:close/>
                  <a:moveTo>
                    <a:pt x="2692" y="11382"/>
                  </a:moveTo>
                  <a:cubicBezTo>
                    <a:pt x="2568" y="11370"/>
                    <a:pt x="2507" y="11518"/>
                    <a:pt x="2605" y="11592"/>
                  </a:cubicBezTo>
                  <a:cubicBezTo>
                    <a:pt x="2618" y="11604"/>
                    <a:pt x="2630" y="11616"/>
                    <a:pt x="2642" y="11616"/>
                  </a:cubicBezTo>
                  <a:lnTo>
                    <a:pt x="2717" y="11629"/>
                  </a:lnTo>
                  <a:lnTo>
                    <a:pt x="2778" y="11641"/>
                  </a:lnTo>
                  <a:lnTo>
                    <a:pt x="2840" y="11653"/>
                  </a:lnTo>
                  <a:lnTo>
                    <a:pt x="2877" y="11653"/>
                  </a:lnTo>
                  <a:cubicBezTo>
                    <a:pt x="3013" y="11666"/>
                    <a:pt x="3062" y="11481"/>
                    <a:pt x="2939" y="11431"/>
                  </a:cubicBezTo>
                  <a:lnTo>
                    <a:pt x="2914" y="11431"/>
                  </a:lnTo>
                  <a:lnTo>
                    <a:pt x="2865" y="11431"/>
                  </a:lnTo>
                  <a:lnTo>
                    <a:pt x="2815" y="11419"/>
                  </a:lnTo>
                  <a:lnTo>
                    <a:pt x="2766" y="11407"/>
                  </a:lnTo>
                  <a:lnTo>
                    <a:pt x="2692" y="11394"/>
                  </a:lnTo>
                  <a:close/>
                  <a:moveTo>
                    <a:pt x="3593" y="11468"/>
                  </a:moveTo>
                  <a:cubicBezTo>
                    <a:pt x="3457" y="11481"/>
                    <a:pt x="3432" y="11653"/>
                    <a:pt x="3556" y="11690"/>
                  </a:cubicBezTo>
                  <a:cubicBezTo>
                    <a:pt x="3568" y="11703"/>
                    <a:pt x="3581" y="11703"/>
                    <a:pt x="3593" y="11690"/>
                  </a:cubicBezTo>
                  <a:lnTo>
                    <a:pt x="3679" y="11690"/>
                  </a:lnTo>
                  <a:lnTo>
                    <a:pt x="3741" y="11690"/>
                  </a:lnTo>
                  <a:lnTo>
                    <a:pt x="3790" y="11690"/>
                  </a:lnTo>
                  <a:lnTo>
                    <a:pt x="3827" y="11690"/>
                  </a:lnTo>
                  <a:cubicBezTo>
                    <a:pt x="3963" y="11690"/>
                    <a:pt x="3988" y="11518"/>
                    <a:pt x="3865" y="11468"/>
                  </a:cubicBezTo>
                  <a:cubicBezTo>
                    <a:pt x="3852" y="11468"/>
                    <a:pt x="3840" y="11468"/>
                    <a:pt x="3815" y="11468"/>
                  </a:cubicBezTo>
                  <a:lnTo>
                    <a:pt x="3778" y="11468"/>
                  </a:lnTo>
                  <a:lnTo>
                    <a:pt x="3729" y="11468"/>
                  </a:lnTo>
                  <a:lnTo>
                    <a:pt x="3593" y="11468"/>
                  </a:lnTo>
                  <a:close/>
                  <a:moveTo>
                    <a:pt x="4482" y="11357"/>
                  </a:moveTo>
                  <a:cubicBezTo>
                    <a:pt x="4371" y="11394"/>
                    <a:pt x="4371" y="11567"/>
                    <a:pt x="4482" y="11592"/>
                  </a:cubicBezTo>
                  <a:cubicBezTo>
                    <a:pt x="4506" y="11592"/>
                    <a:pt x="4519" y="11592"/>
                    <a:pt x="4531" y="11592"/>
                  </a:cubicBezTo>
                  <a:lnTo>
                    <a:pt x="4593" y="11579"/>
                  </a:lnTo>
                  <a:lnTo>
                    <a:pt x="4642" y="11567"/>
                  </a:lnTo>
                  <a:lnTo>
                    <a:pt x="4704" y="11555"/>
                  </a:lnTo>
                  <a:lnTo>
                    <a:pt x="4766" y="11530"/>
                  </a:lnTo>
                  <a:cubicBezTo>
                    <a:pt x="4864" y="11505"/>
                    <a:pt x="4877" y="11370"/>
                    <a:pt x="4790" y="11320"/>
                  </a:cubicBezTo>
                  <a:cubicBezTo>
                    <a:pt x="4766" y="11308"/>
                    <a:pt x="4729" y="11295"/>
                    <a:pt x="4704" y="11308"/>
                  </a:cubicBezTo>
                  <a:lnTo>
                    <a:pt x="4642" y="11320"/>
                  </a:lnTo>
                  <a:lnTo>
                    <a:pt x="4593" y="11333"/>
                  </a:lnTo>
                  <a:lnTo>
                    <a:pt x="4543" y="11345"/>
                  </a:lnTo>
                  <a:lnTo>
                    <a:pt x="4482" y="11370"/>
                  </a:lnTo>
                  <a:close/>
                  <a:moveTo>
                    <a:pt x="5346" y="11073"/>
                  </a:moveTo>
                  <a:cubicBezTo>
                    <a:pt x="5222" y="11123"/>
                    <a:pt x="5272" y="11308"/>
                    <a:pt x="5395" y="11295"/>
                  </a:cubicBezTo>
                  <a:cubicBezTo>
                    <a:pt x="5408" y="11295"/>
                    <a:pt x="5432" y="11295"/>
                    <a:pt x="5445" y="11283"/>
                  </a:cubicBezTo>
                  <a:lnTo>
                    <a:pt x="5469" y="11271"/>
                  </a:lnTo>
                  <a:lnTo>
                    <a:pt x="5519" y="11258"/>
                  </a:lnTo>
                  <a:lnTo>
                    <a:pt x="5568" y="11234"/>
                  </a:lnTo>
                  <a:lnTo>
                    <a:pt x="5617" y="11209"/>
                  </a:lnTo>
                  <a:lnTo>
                    <a:pt x="5654" y="11184"/>
                  </a:lnTo>
                  <a:cubicBezTo>
                    <a:pt x="5741" y="11147"/>
                    <a:pt x="5741" y="11012"/>
                    <a:pt x="5642" y="10975"/>
                  </a:cubicBezTo>
                  <a:cubicBezTo>
                    <a:pt x="5617" y="10962"/>
                    <a:pt x="5580" y="10962"/>
                    <a:pt x="5556" y="10975"/>
                  </a:cubicBezTo>
                  <a:lnTo>
                    <a:pt x="5469" y="11012"/>
                  </a:lnTo>
                  <a:lnTo>
                    <a:pt x="5420" y="11036"/>
                  </a:lnTo>
                  <a:lnTo>
                    <a:pt x="5346" y="11073"/>
                  </a:lnTo>
                  <a:close/>
                  <a:moveTo>
                    <a:pt x="6136" y="10641"/>
                  </a:moveTo>
                  <a:cubicBezTo>
                    <a:pt x="6099" y="10666"/>
                    <a:pt x="6086" y="10703"/>
                    <a:pt x="6086" y="10752"/>
                  </a:cubicBezTo>
                  <a:cubicBezTo>
                    <a:pt x="6111" y="10839"/>
                    <a:pt x="6198" y="10876"/>
                    <a:pt x="6272" y="10839"/>
                  </a:cubicBezTo>
                  <a:lnTo>
                    <a:pt x="6333" y="10789"/>
                  </a:lnTo>
                  <a:lnTo>
                    <a:pt x="6370" y="10765"/>
                  </a:lnTo>
                  <a:lnTo>
                    <a:pt x="6420" y="10728"/>
                  </a:lnTo>
                  <a:lnTo>
                    <a:pt x="6469" y="10703"/>
                  </a:lnTo>
                  <a:cubicBezTo>
                    <a:pt x="6580" y="10617"/>
                    <a:pt x="6481" y="10444"/>
                    <a:pt x="6358" y="10493"/>
                  </a:cubicBezTo>
                  <a:lnTo>
                    <a:pt x="6333" y="10505"/>
                  </a:lnTo>
                  <a:lnTo>
                    <a:pt x="6247" y="10567"/>
                  </a:lnTo>
                  <a:cubicBezTo>
                    <a:pt x="6210" y="10592"/>
                    <a:pt x="6173" y="10617"/>
                    <a:pt x="6136" y="10641"/>
                  </a:cubicBezTo>
                  <a:close/>
                  <a:moveTo>
                    <a:pt x="6864" y="10086"/>
                  </a:moveTo>
                  <a:cubicBezTo>
                    <a:pt x="6753" y="10160"/>
                    <a:pt x="6864" y="10333"/>
                    <a:pt x="6988" y="10271"/>
                  </a:cubicBezTo>
                  <a:cubicBezTo>
                    <a:pt x="7000" y="10271"/>
                    <a:pt x="7000" y="10259"/>
                    <a:pt x="7012" y="10259"/>
                  </a:cubicBezTo>
                  <a:lnTo>
                    <a:pt x="7185" y="10098"/>
                  </a:lnTo>
                  <a:cubicBezTo>
                    <a:pt x="7222" y="10061"/>
                    <a:pt x="7234" y="10012"/>
                    <a:pt x="7210" y="9962"/>
                  </a:cubicBezTo>
                  <a:cubicBezTo>
                    <a:pt x="7173" y="9888"/>
                    <a:pt x="7086" y="9876"/>
                    <a:pt x="7025" y="9925"/>
                  </a:cubicBezTo>
                  <a:cubicBezTo>
                    <a:pt x="6975" y="9987"/>
                    <a:pt x="6913" y="10036"/>
                    <a:pt x="6864" y="10086"/>
                  </a:cubicBezTo>
                  <a:close/>
                  <a:moveTo>
                    <a:pt x="7494" y="9432"/>
                  </a:moveTo>
                  <a:cubicBezTo>
                    <a:pt x="7395" y="9543"/>
                    <a:pt x="7568" y="9703"/>
                    <a:pt x="7679" y="9580"/>
                  </a:cubicBezTo>
                  <a:lnTo>
                    <a:pt x="7827" y="9407"/>
                  </a:lnTo>
                  <a:cubicBezTo>
                    <a:pt x="7926" y="9296"/>
                    <a:pt x="7790" y="9148"/>
                    <a:pt x="7679" y="9222"/>
                  </a:cubicBezTo>
                  <a:cubicBezTo>
                    <a:pt x="7666" y="9234"/>
                    <a:pt x="7654" y="9246"/>
                    <a:pt x="7642" y="9259"/>
                  </a:cubicBezTo>
                  <a:cubicBezTo>
                    <a:pt x="7592" y="9320"/>
                    <a:pt x="7543" y="9370"/>
                    <a:pt x="7494" y="9432"/>
                  </a:cubicBezTo>
                  <a:close/>
                  <a:moveTo>
                    <a:pt x="8049" y="8703"/>
                  </a:moveTo>
                  <a:cubicBezTo>
                    <a:pt x="7963" y="8827"/>
                    <a:pt x="8160" y="8975"/>
                    <a:pt x="8247" y="8827"/>
                  </a:cubicBezTo>
                  <a:cubicBezTo>
                    <a:pt x="8296" y="8765"/>
                    <a:pt x="8333" y="8703"/>
                    <a:pt x="8382" y="8629"/>
                  </a:cubicBezTo>
                  <a:cubicBezTo>
                    <a:pt x="8456" y="8518"/>
                    <a:pt x="8308" y="8382"/>
                    <a:pt x="8210" y="8481"/>
                  </a:cubicBezTo>
                  <a:cubicBezTo>
                    <a:pt x="8197" y="8493"/>
                    <a:pt x="8185" y="8493"/>
                    <a:pt x="8185" y="8506"/>
                  </a:cubicBezTo>
                  <a:cubicBezTo>
                    <a:pt x="8136" y="8567"/>
                    <a:pt x="8098" y="8642"/>
                    <a:pt x="8061" y="8703"/>
                  </a:cubicBezTo>
                  <a:close/>
                  <a:moveTo>
                    <a:pt x="8518" y="7913"/>
                  </a:moveTo>
                  <a:cubicBezTo>
                    <a:pt x="8493" y="7963"/>
                    <a:pt x="8506" y="8024"/>
                    <a:pt x="8543" y="8061"/>
                  </a:cubicBezTo>
                  <a:cubicBezTo>
                    <a:pt x="8605" y="8111"/>
                    <a:pt x="8691" y="8086"/>
                    <a:pt x="8728" y="8024"/>
                  </a:cubicBezTo>
                  <a:cubicBezTo>
                    <a:pt x="8765" y="7950"/>
                    <a:pt x="8802" y="7889"/>
                    <a:pt x="8827" y="7814"/>
                  </a:cubicBezTo>
                  <a:cubicBezTo>
                    <a:pt x="8888" y="7703"/>
                    <a:pt x="8740" y="7592"/>
                    <a:pt x="8654" y="7679"/>
                  </a:cubicBezTo>
                  <a:cubicBezTo>
                    <a:pt x="8642" y="7691"/>
                    <a:pt x="8629" y="7703"/>
                    <a:pt x="8629" y="7716"/>
                  </a:cubicBezTo>
                  <a:cubicBezTo>
                    <a:pt x="8592" y="7777"/>
                    <a:pt x="8555" y="7852"/>
                    <a:pt x="8518" y="7913"/>
                  </a:cubicBezTo>
                  <a:close/>
                  <a:moveTo>
                    <a:pt x="8901" y="7086"/>
                  </a:moveTo>
                  <a:cubicBezTo>
                    <a:pt x="8851" y="7197"/>
                    <a:pt x="9000" y="7296"/>
                    <a:pt x="9098" y="7210"/>
                  </a:cubicBezTo>
                  <a:cubicBezTo>
                    <a:pt x="9111" y="7197"/>
                    <a:pt x="9111" y="7185"/>
                    <a:pt x="9123" y="7173"/>
                  </a:cubicBezTo>
                  <a:cubicBezTo>
                    <a:pt x="9148" y="7099"/>
                    <a:pt x="9172" y="7024"/>
                    <a:pt x="9197" y="6950"/>
                  </a:cubicBezTo>
                  <a:cubicBezTo>
                    <a:pt x="9246" y="6827"/>
                    <a:pt x="9086" y="6728"/>
                    <a:pt x="9012" y="6839"/>
                  </a:cubicBezTo>
                  <a:cubicBezTo>
                    <a:pt x="9000" y="6839"/>
                    <a:pt x="8987" y="6852"/>
                    <a:pt x="8987" y="6876"/>
                  </a:cubicBezTo>
                  <a:cubicBezTo>
                    <a:pt x="8963" y="6938"/>
                    <a:pt x="8926" y="7012"/>
                    <a:pt x="8901" y="7086"/>
                  </a:cubicBezTo>
                  <a:close/>
                  <a:moveTo>
                    <a:pt x="9197" y="6222"/>
                  </a:moveTo>
                  <a:cubicBezTo>
                    <a:pt x="9160" y="6370"/>
                    <a:pt x="9382" y="6432"/>
                    <a:pt x="9419" y="6284"/>
                  </a:cubicBezTo>
                  <a:cubicBezTo>
                    <a:pt x="9444" y="6197"/>
                    <a:pt x="9456" y="6123"/>
                    <a:pt x="9481" y="6049"/>
                  </a:cubicBezTo>
                  <a:cubicBezTo>
                    <a:pt x="9506" y="5951"/>
                    <a:pt x="9395" y="5864"/>
                    <a:pt x="9308" y="5926"/>
                  </a:cubicBezTo>
                  <a:cubicBezTo>
                    <a:pt x="9284" y="5938"/>
                    <a:pt x="9259" y="5963"/>
                    <a:pt x="9246" y="6000"/>
                  </a:cubicBezTo>
                  <a:cubicBezTo>
                    <a:pt x="9234" y="6074"/>
                    <a:pt x="9209" y="6148"/>
                    <a:pt x="9197" y="6222"/>
                  </a:cubicBezTo>
                  <a:close/>
                  <a:moveTo>
                    <a:pt x="9382" y="5321"/>
                  </a:moveTo>
                  <a:cubicBezTo>
                    <a:pt x="9358" y="5444"/>
                    <a:pt x="9530" y="5506"/>
                    <a:pt x="9592" y="5407"/>
                  </a:cubicBezTo>
                  <a:cubicBezTo>
                    <a:pt x="9604" y="5395"/>
                    <a:pt x="9617" y="5370"/>
                    <a:pt x="9617" y="5358"/>
                  </a:cubicBezTo>
                  <a:cubicBezTo>
                    <a:pt x="9629" y="5284"/>
                    <a:pt x="9629" y="5198"/>
                    <a:pt x="9641" y="5124"/>
                  </a:cubicBezTo>
                  <a:cubicBezTo>
                    <a:pt x="9641" y="5099"/>
                    <a:pt x="9641" y="5087"/>
                    <a:pt x="9641" y="5062"/>
                  </a:cubicBezTo>
                  <a:cubicBezTo>
                    <a:pt x="9666" y="5000"/>
                    <a:pt x="9629" y="4938"/>
                    <a:pt x="9567" y="4926"/>
                  </a:cubicBezTo>
                  <a:cubicBezTo>
                    <a:pt x="9555" y="4914"/>
                    <a:pt x="9543" y="4914"/>
                    <a:pt x="9530" y="4926"/>
                  </a:cubicBezTo>
                  <a:cubicBezTo>
                    <a:pt x="9456" y="4926"/>
                    <a:pt x="9370" y="4926"/>
                    <a:pt x="9296" y="4926"/>
                  </a:cubicBezTo>
                  <a:cubicBezTo>
                    <a:pt x="9172" y="4926"/>
                    <a:pt x="9135" y="5111"/>
                    <a:pt x="9259" y="5148"/>
                  </a:cubicBezTo>
                  <a:cubicBezTo>
                    <a:pt x="9271" y="5161"/>
                    <a:pt x="9284" y="5161"/>
                    <a:pt x="9308" y="5161"/>
                  </a:cubicBezTo>
                  <a:lnTo>
                    <a:pt x="9419" y="5161"/>
                  </a:lnTo>
                  <a:cubicBezTo>
                    <a:pt x="9419" y="5222"/>
                    <a:pt x="9395" y="5272"/>
                    <a:pt x="9395" y="5333"/>
                  </a:cubicBezTo>
                  <a:close/>
                  <a:moveTo>
                    <a:pt x="9456" y="4420"/>
                  </a:moveTo>
                  <a:cubicBezTo>
                    <a:pt x="9469" y="4556"/>
                    <a:pt x="9666" y="4556"/>
                    <a:pt x="9679" y="4420"/>
                  </a:cubicBezTo>
                  <a:lnTo>
                    <a:pt x="9679" y="4358"/>
                  </a:lnTo>
                  <a:lnTo>
                    <a:pt x="9679" y="4173"/>
                  </a:lnTo>
                  <a:cubicBezTo>
                    <a:pt x="9679" y="4050"/>
                    <a:pt x="9506" y="4025"/>
                    <a:pt x="9456" y="4136"/>
                  </a:cubicBezTo>
                  <a:cubicBezTo>
                    <a:pt x="9456" y="4161"/>
                    <a:pt x="9456" y="4173"/>
                    <a:pt x="9456" y="4185"/>
                  </a:cubicBezTo>
                  <a:lnTo>
                    <a:pt x="9456" y="4420"/>
                  </a:lnTo>
                  <a:close/>
                  <a:moveTo>
                    <a:pt x="9395" y="3506"/>
                  </a:moveTo>
                  <a:cubicBezTo>
                    <a:pt x="9407" y="3642"/>
                    <a:pt x="9604" y="3642"/>
                    <a:pt x="9617" y="3506"/>
                  </a:cubicBezTo>
                  <a:lnTo>
                    <a:pt x="9617" y="3482"/>
                  </a:lnTo>
                  <a:cubicBezTo>
                    <a:pt x="9604" y="3395"/>
                    <a:pt x="9592" y="3321"/>
                    <a:pt x="9580" y="3235"/>
                  </a:cubicBezTo>
                  <a:cubicBezTo>
                    <a:pt x="9555" y="3111"/>
                    <a:pt x="9370" y="3111"/>
                    <a:pt x="9358" y="3235"/>
                  </a:cubicBezTo>
                  <a:cubicBezTo>
                    <a:pt x="9345" y="3260"/>
                    <a:pt x="9345" y="3272"/>
                    <a:pt x="9358" y="3284"/>
                  </a:cubicBezTo>
                  <a:cubicBezTo>
                    <a:pt x="9370" y="3358"/>
                    <a:pt x="9382" y="3432"/>
                    <a:pt x="9395" y="3506"/>
                  </a:cubicBezTo>
                  <a:close/>
                  <a:moveTo>
                    <a:pt x="9111" y="2692"/>
                  </a:moveTo>
                  <a:cubicBezTo>
                    <a:pt x="9197" y="2791"/>
                    <a:pt x="9358" y="2716"/>
                    <a:pt x="9321" y="2593"/>
                  </a:cubicBezTo>
                  <a:cubicBezTo>
                    <a:pt x="9308" y="2568"/>
                    <a:pt x="9308" y="2556"/>
                    <a:pt x="9296" y="2544"/>
                  </a:cubicBezTo>
                  <a:cubicBezTo>
                    <a:pt x="9234" y="2482"/>
                    <a:pt x="9172" y="2420"/>
                    <a:pt x="9098" y="2371"/>
                  </a:cubicBezTo>
                  <a:cubicBezTo>
                    <a:pt x="8987" y="2297"/>
                    <a:pt x="8851" y="2433"/>
                    <a:pt x="8938" y="2544"/>
                  </a:cubicBezTo>
                  <a:cubicBezTo>
                    <a:pt x="8950" y="2544"/>
                    <a:pt x="8963" y="2556"/>
                    <a:pt x="8975" y="2568"/>
                  </a:cubicBezTo>
                  <a:cubicBezTo>
                    <a:pt x="9024" y="2593"/>
                    <a:pt x="9074" y="2642"/>
                    <a:pt x="9111" y="2692"/>
                  </a:cubicBezTo>
                  <a:close/>
                  <a:moveTo>
                    <a:pt x="8395" y="2544"/>
                  </a:moveTo>
                  <a:cubicBezTo>
                    <a:pt x="8531" y="2507"/>
                    <a:pt x="8493" y="2309"/>
                    <a:pt x="8358" y="2321"/>
                  </a:cubicBezTo>
                  <a:cubicBezTo>
                    <a:pt x="8345" y="2321"/>
                    <a:pt x="8333" y="2321"/>
                    <a:pt x="8321" y="2321"/>
                  </a:cubicBezTo>
                  <a:cubicBezTo>
                    <a:pt x="8247" y="2346"/>
                    <a:pt x="8173" y="2383"/>
                    <a:pt x="8098" y="2420"/>
                  </a:cubicBezTo>
                  <a:cubicBezTo>
                    <a:pt x="8074" y="2433"/>
                    <a:pt x="8049" y="2445"/>
                    <a:pt x="8037" y="2470"/>
                  </a:cubicBezTo>
                  <a:cubicBezTo>
                    <a:pt x="8000" y="2568"/>
                    <a:pt x="8098" y="2679"/>
                    <a:pt x="8197" y="2630"/>
                  </a:cubicBezTo>
                  <a:cubicBezTo>
                    <a:pt x="8259" y="2593"/>
                    <a:pt x="8333" y="2568"/>
                    <a:pt x="8395" y="2544"/>
                  </a:cubicBezTo>
                  <a:close/>
                  <a:moveTo>
                    <a:pt x="7642" y="3000"/>
                  </a:moveTo>
                  <a:cubicBezTo>
                    <a:pt x="7666" y="2976"/>
                    <a:pt x="7679" y="2951"/>
                    <a:pt x="7679" y="2926"/>
                  </a:cubicBezTo>
                  <a:cubicBezTo>
                    <a:pt x="7691" y="2815"/>
                    <a:pt x="7568" y="2754"/>
                    <a:pt x="7494" y="2815"/>
                  </a:cubicBezTo>
                  <a:cubicBezTo>
                    <a:pt x="7420" y="2877"/>
                    <a:pt x="7370" y="2926"/>
                    <a:pt x="7308" y="3000"/>
                  </a:cubicBezTo>
                  <a:cubicBezTo>
                    <a:pt x="7284" y="3037"/>
                    <a:pt x="7271" y="3087"/>
                    <a:pt x="7296" y="3136"/>
                  </a:cubicBezTo>
                  <a:cubicBezTo>
                    <a:pt x="7346" y="3198"/>
                    <a:pt x="7432" y="3210"/>
                    <a:pt x="7481" y="3149"/>
                  </a:cubicBezTo>
                  <a:cubicBezTo>
                    <a:pt x="7531" y="3087"/>
                    <a:pt x="7580" y="3037"/>
                    <a:pt x="7642" y="2988"/>
                  </a:cubicBezTo>
                  <a:close/>
                  <a:moveTo>
                    <a:pt x="7259" y="3692"/>
                  </a:moveTo>
                  <a:cubicBezTo>
                    <a:pt x="7259" y="3655"/>
                    <a:pt x="7234" y="3605"/>
                    <a:pt x="7185" y="3593"/>
                  </a:cubicBezTo>
                  <a:cubicBezTo>
                    <a:pt x="7111" y="3568"/>
                    <a:pt x="7025" y="3630"/>
                    <a:pt x="7037" y="3704"/>
                  </a:cubicBezTo>
                  <a:cubicBezTo>
                    <a:pt x="7037" y="3790"/>
                    <a:pt x="7049" y="3877"/>
                    <a:pt x="7086" y="3963"/>
                  </a:cubicBezTo>
                  <a:cubicBezTo>
                    <a:pt x="7123" y="4099"/>
                    <a:pt x="7321" y="4050"/>
                    <a:pt x="7308" y="3914"/>
                  </a:cubicBezTo>
                  <a:cubicBezTo>
                    <a:pt x="7308" y="3914"/>
                    <a:pt x="7308" y="3901"/>
                    <a:pt x="7308" y="3889"/>
                  </a:cubicBezTo>
                  <a:cubicBezTo>
                    <a:pt x="7284" y="3827"/>
                    <a:pt x="7271" y="3766"/>
                    <a:pt x="7271" y="3692"/>
                  </a:cubicBezTo>
                  <a:close/>
                  <a:moveTo>
                    <a:pt x="7666" y="4408"/>
                  </a:moveTo>
                  <a:cubicBezTo>
                    <a:pt x="7568" y="4321"/>
                    <a:pt x="7420" y="4432"/>
                    <a:pt x="7481" y="4556"/>
                  </a:cubicBezTo>
                  <a:cubicBezTo>
                    <a:pt x="7481" y="4556"/>
                    <a:pt x="7494" y="4568"/>
                    <a:pt x="7506" y="4580"/>
                  </a:cubicBezTo>
                  <a:cubicBezTo>
                    <a:pt x="7555" y="4642"/>
                    <a:pt x="7617" y="4691"/>
                    <a:pt x="7679" y="4741"/>
                  </a:cubicBezTo>
                  <a:cubicBezTo>
                    <a:pt x="7802" y="4840"/>
                    <a:pt x="7950" y="4667"/>
                    <a:pt x="7839" y="4568"/>
                  </a:cubicBezTo>
                  <a:cubicBezTo>
                    <a:pt x="7778" y="4519"/>
                    <a:pt x="7728" y="4469"/>
                    <a:pt x="7666" y="4408"/>
                  </a:cubicBezTo>
                  <a:close/>
                  <a:moveTo>
                    <a:pt x="8395" y="4852"/>
                  </a:moveTo>
                  <a:cubicBezTo>
                    <a:pt x="8271" y="4815"/>
                    <a:pt x="8197" y="4988"/>
                    <a:pt x="8308" y="5062"/>
                  </a:cubicBezTo>
                  <a:cubicBezTo>
                    <a:pt x="8321" y="5062"/>
                    <a:pt x="8333" y="5074"/>
                    <a:pt x="8345" y="5074"/>
                  </a:cubicBezTo>
                  <a:cubicBezTo>
                    <a:pt x="8419" y="5099"/>
                    <a:pt x="8493" y="5111"/>
                    <a:pt x="8580" y="5124"/>
                  </a:cubicBezTo>
                  <a:cubicBezTo>
                    <a:pt x="8703" y="5136"/>
                    <a:pt x="8765" y="4963"/>
                    <a:pt x="8654" y="4901"/>
                  </a:cubicBezTo>
                  <a:cubicBezTo>
                    <a:pt x="8642" y="4901"/>
                    <a:pt x="8629" y="4889"/>
                    <a:pt x="8617" y="4889"/>
                  </a:cubicBezTo>
                  <a:cubicBezTo>
                    <a:pt x="8543" y="4877"/>
                    <a:pt x="8469" y="4864"/>
                    <a:pt x="8395" y="4852"/>
                  </a:cubicBezTo>
                  <a:close/>
                  <a:moveTo>
                    <a:pt x="10197" y="4852"/>
                  </a:moveTo>
                  <a:cubicBezTo>
                    <a:pt x="10074" y="4864"/>
                    <a:pt x="10074" y="5049"/>
                    <a:pt x="10197" y="5074"/>
                  </a:cubicBezTo>
                  <a:cubicBezTo>
                    <a:pt x="10209" y="5074"/>
                    <a:pt x="10222" y="5074"/>
                    <a:pt x="10234" y="5074"/>
                  </a:cubicBezTo>
                  <a:lnTo>
                    <a:pt x="10469" y="5037"/>
                  </a:lnTo>
                  <a:cubicBezTo>
                    <a:pt x="10592" y="5012"/>
                    <a:pt x="10592" y="4827"/>
                    <a:pt x="10469" y="4815"/>
                  </a:cubicBezTo>
                  <a:cubicBezTo>
                    <a:pt x="10456" y="4803"/>
                    <a:pt x="10431" y="4803"/>
                    <a:pt x="10419" y="4815"/>
                  </a:cubicBezTo>
                  <a:cubicBezTo>
                    <a:pt x="10345" y="4827"/>
                    <a:pt x="10271" y="4840"/>
                    <a:pt x="10197" y="4852"/>
                  </a:cubicBezTo>
                  <a:close/>
                  <a:moveTo>
                    <a:pt x="11098" y="4667"/>
                  </a:moveTo>
                  <a:cubicBezTo>
                    <a:pt x="11012" y="4691"/>
                    <a:pt x="10975" y="4803"/>
                    <a:pt x="11049" y="4864"/>
                  </a:cubicBezTo>
                  <a:cubicBezTo>
                    <a:pt x="11073" y="4889"/>
                    <a:pt x="11123" y="4901"/>
                    <a:pt x="11160" y="4901"/>
                  </a:cubicBezTo>
                  <a:lnTo>
                    <a:pt x="11382" y="4840"/>
                  </a:lnTo>
                  <a:cubicBezTo>
                    <a:pt x="11518" y="4803"/>
                    <a:pt x="11493" y="4593"/>
                    <a:pt x="11345" y="4605"/>
                  </a:cubicBezTo>
                  <a:lnTo>
                    <a:pt x="11320" y="4605"/>
                  </a:lnTo>
                  <a:lnTo>
                    <a:pt x="11098" y="4667"/>
                  </a:lnTo>
                  <a:close/>
                  <a:moveTo>
                    <a:pt x="11987" y="4408"/>
                  </a:moveTo>
                  <a:cubicBezTo>
                    <a:pt x="11851" y="4457"/>
                    <a:pt x="11888" y="4642"/>
                    <a:pt x="12024" y="4642"/>
                  </a:cubicBezTo>
                  <a:cubicBezTo>
                    <a:pt x="12036" y="4642"/>
                    <a:pt x="12049" y="4642"/>
                    <a:pt x="12061" y="4642"/>
                  </a:cubicBezTo>
                  <a:lnTo>
                    <a:pt x="12283" y="4556"/>
                  </a:lnTo>
                  <a:cubicBezTo>
                    <a:pt x="12394" y="4519"/>
                    <a:pt x="12369" y="4334"/>
                    <a:pt x="12246" y="4334"/>
                  </a:cubicBezTo>
                  <a:cubicBezTo>
                    <a:pt x="12221" y="4334"/>
                    <a:pt x="12209" y="4334"/>
                    <a:pt x="12197" y="4346"/>
                  </a:cubicBezTo>
                  <a:lnTo>
                    <a:pt x="11987" y="4420"/>
                  </a:lnTo>
                  <a:close/>
                  <a:moveTo>
                    <a:pt x="12839" y="4074"/>
                  </a:moveTo>
                  <a:cubicBezTo>
                    <a:pt x="12727" y="4124"/>
                    <a:pt x="12764" y="4296"/>
                    <a:pt x="12888" y="4296"/>
                  </a:cubicBezTo>
                  <a:cubicBezTo>
                    <a:pt x="12900" y="4296"/>
                    <a:pt x="12913" y="4296"/>
                    <a:pt x="12925" y="4284"/>
                  </a:cubicBezTo>
                  <a:lnTo>
                    <a:pt x="13147" y="4185"/>
                  </a:lnTo>
                  <a:cubicBezTo>
                    <a:pt x="13258" y="4136"/>
                    <a:pt x="13209" y="3951"/>
                    <a:pt x="13085" y="3963"/>
                  </a:cubicBezTo>
                  <a:cubicBezTo>
                    <a:pt x="13073" y="3963"/>
                    <a:pt x="13061" y="3976"/>
                    <a:pt x="13048" y="3976"/>
                  </a:cubicBezTo>
                  <a:close/>
                  <a:moveTo>
                    <a:pt x="13653" y="3655"/>
                  </a:moveTo>
                  <a:cubicBezTo>
                    <a:pt x="13542" y="3729"/>
                    <a:pt x="13604" y="3889"/>
                    <a:pt x="13727" y="3877"/>
                  </a:cubicBezTo>
                  <a:cubicBezTo>
                    <a:pt x="13740" y="3877"/>
                    <a:pt x="13752" y="3864"/>
                    <a:pt x="13764" y="3864"/>
                  </a:cubicBezTo>
                  <a:cubicBezTo>
                    <a:pt x="13838" y="3827"/>
                    <a:pt x="13900" y="3778"/>
                    <a:pt x="13974" y="3741"/>
                  </a:cubicBezTo>
                  <a:cubicBezTo>
                    <a:pt x="14098" y="3655"/>
                    <a:pt x="13987" y="3457"/>
                    <a:pt x="13851" y="3544"/>
                  </a:cubicBezTo>
                  <a:close/>
                  <a:moveTo>
                    <a:pt x="14419" y="3161"/>
                  </a:moveTo>
                  <a:cubicBezTo>
                    <a:pt x="14320" y="3235"/>
                    <a:pt x="14394" y="3395"/>
                    <a:pt x="14517" y="3371"/>
                  </a:cubicBezTo>
                  <a:cubicBezTo>
                    <a:pt x="14530" y="3371"/>
                    <a:pt x="14554" y="3358"/>
                    <a:pt x="14567" y="3358"/>
                  </a:cubicBezTo>
                  <a:cubicBezTo>
                    <a:pt x="14628" y="3309"/>
                    <a:pt x="14690" y="3260"/>
                    <a:pt x="14752" y="3210"/>
                  </a:cubicBezTo>
                  <a:cubicBezTo>
                    <a:pt x="14826" y="3149"/>
                    <a:pt x="14801" y="3013"/>
                    <a:pt x="14690" y="3000"/>
                  </a:cubicBezTo>
                  <a:cubicBezTo>
                    <a:pt x="14665" y="3000"/>
                    <a:pt x="14628" y="3013"/>
                    <a:pt x="14604" y="3025"/>
                  </a:cubicBezTo>
                  <a:close/>
                  <a:moveTo>
                    <a:pt x="15135" y="2581"/>
                  </a:moveTo>
                  <a:cubicBezTo>
                    <a:pt x="15097" y="2605"/>
                    <a:pt x="15085" y="2655"/>
                    <a:pt x="15097" y="2692"/>
                  </a:cubicBezTo>
                  <a:cubicBezTo>
                    <a:pt x="15110" y="2778"/>
                    <a:pt x="15221" y="2815"/>
                    <a:pt x="15295" y="2754"/>
                  </a:cubicBezTo>
                  <a:cubicBezTo>
                    <a:pt x="15344" y="2704"/>
                    <a:pt x="15406" y="2642"/>
                    <a:pt x="15455" y="2593"/>
                  </a:cubicBezTo>
                  <a:cubicBezTo>
                    <a:pt x="15579" y="2482"/>
                    <a:pt x="15418" y="2309"/>
                    <a:pt x="15307" y="2420"/>
                  </a:cubicBezTo>
                  <a:cubicBezTo>
                    <a:pt x="15246" y="2470"/>
                    <a:pt x="15196" y="2531"/>
                    <a:pt x="15135" y="2581"/>
                  </a:cubicBezTo>
                  <a:close/>
                  <a:moveTo>
                    <a:pt x="15752" y="1926"/>
                  </a:moveTo>
                  <a:cubicBezTo>
                    <a:pt x="15715" y="1951"/>
                    <a:pt x="15715" y="2001"/>
                    <a:pt x="15739" y="2050"/>
                  </a:cubicBezTo>
                  <a:cubicBezTo>
                    <a:pt x="15776" y="2124"/>
                    <a:pt x="15875" y="2124"/>
                    <a:pt x="15925" y="2062"/>
                  </a:cubicBezTo>
                  <a:cubicBezTo>
                    <a:pt x="15974" y="2001"/>
                    <a:pt x="16023" y="1939"/>
                    <a:pt x="16073" y="1877"/>
                  </a:cubicBezTo>
                  <a:cubicBezTo>
                    <a:pt x="16134" y="1778"/>
                    <a:pt x="16023" y="1655"/>
                    <a:pt x="15925" y="1717"/>
                  </a:cubicBezTo>
                  <a:cubicBezTo>
                    <a:pt x="15912" y="1717"/>
                    <a:pt x="15900" y="1729"/>
                    <a:pt x="15900" y="1741"/>
                  </a:cubicBezTo>
                  <a:cubicBezTo>
                    <a:pt x="15850" y="1803"/>
                    <a:pt x="15801" y="1865"/>
                    <a:pt x="15752" y="1926"/>
                  </a:cubicBezTo>
                  <a:close/>
                  <a:moveTo>
                    <a:pt x="16270" y="1173"/>
                  </a:moveTo>
                  <a:cubicBezTo>
                    <a:pt x="16159" y="1285"/>
                    <a:pt x="16332" y="1445"/>
                    <a:pt x="16443" y="1322"/>
                  </a:cubicBezTo>
                  <a:cubicBezTo>
                    <a:pt x="16455" y="1322"/>
                    <a:pt x="16455" y="1309"/>
                    <a:pt x="16468" y="1297"/>
                  </a:cubicBezTo>
                  <a:lnTo>
                    <a:pt x="16492" y="1248"/>
                  </a:lnTo>
                  <a:lnTo>
                    <a:pt x="16542" y="1149"/>
                  </a:lnTo>
                  <a:lnTo>
                    <a:pt x="16579" y="1087"/>
                  </a:lnTo>
                  <a:cubicBezTo>
                    <a:pt x="16653" y="964"/>
                    <a:pt x="16480" y="853"/>
                    <a:pt x="16394" y="951"/>
                  </a:cubicBezTo>
                  <a:cubicBezTo>
                    <a:pt x="16381" y="964"/>
                    <a:pt x="16381" y="976"/>
                    <a:pt x="16381" y="976"/>
                  </a:cubicBezTo>
                  <a:lnTo>
                    <a:pt x="16344" y="1038"/>
                  </a:lnTo>
                  <a:lnTo>
                    <a:pt x="16295" y="11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Google Shape;3124;p117"/>
          <p:cNvSpPr/>
          <p:nvPr/>
        </p:nvSpPr>
        <p:spPr>
          <a:xfrm>
            <a:off x="716575" y="0"/>
            <a:ext cx="8579795" cy="5143484"/>
          </a:xfrm>
          <a:custGeom>
            <a:avLst/>
            <a:gdLst/>
            <a:ahLst/>
            <a:cxnLst/>
            <a:rect l="l" t="t" r="r" b="b"/>
            <a:pathLst>
              <a:path w="128517" h="78770" extrusionOk="0">
                <a:moveTo>
                  <a:pt x="35" y="1"/>
                </a:moveTo>
                <a:lnTo>
                  <a:pt x="0" y="78769"/>
                </a:lnTo>
                <a:lnTo>
                  <a:pt x="128517" y="78769"/>
                </a:lnTo>
                <a:cubicBezTo>
                  <a:pt x="61260" y="76442"/>
                  <a:pt x="7739" y="332"/>
                  <a:pt x="7739" y="332"/>
                </a:cubicBezTo>
                <a:lnTo>
                  <a:pt x="35" y="1"/>
                </a:lnTo>
                <a:close/>
              </a:path>
            </a:pathLst>
          </a:custGeom>
          <a:solidFill>
            <a:srgbClr val="B0D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5" name="Google Shape;3125;p117"/>
          <p:cNvSpPr/>
          <p:nvPr/>
        </p:nvSpPr>
        <p:spPr>
          <a:xfrm>
            <a:off x="1754550" y="1135650"/>
            <a:ext cx="5634900" cy="2872200"/>
          </a:xfrm>
          <a:prstGeom prst="plaque">
            <a:avLst>
              <a:gd name="adj" fmla="val 11691"/>
            </a:avLst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26" name="Google Shape;3126;p117"/>
          <p:cNvCxnSpPr/>
          <p:nvPr/>
        </p:nvCxnSpPr>
        <p:spPr>
          <a:xfrm>
            <a:off x="2572800" y="31168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7" name="Google Shape;3127;p117"/>
          <p:cNvCxnSpPr/>
          <p:nvPr/>
        </p:nvCxnSpPr>
        <p:spPr>
          <a:xfrm>
            <a:off x="2572800" y="22227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28" name="Google Shape;3128;p117"/>
          <p:cNvGrpSpPr/>
          <p:nvPr/>
        </p:nvGrpSpPr>
        <p:grpSpPr>
          <a:xfrm rot="697126">
            <a:off x="8280187" y="-46678"/>
            <a:ext cx="1305393" cy="1346461"/>
            <a:chOff x="1492000" y="427450"/>
            <a:chExt cx="1188000" cy="1225375"/>
          </a:xfrm>
        </p:grpSpPr>
        <p:sp>
          <p:nvSpPr>
            <p:cNvPr id="3129" name="Google Shape;3129;p117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117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117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117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117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117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117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117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117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117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117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0" name="Google Shape;3140;p117"/>
          <p:cNvSpPr/>
          <p:nvPr/>
        </p:nvSpPr>
        <p:spPr>
          <a:xfrm>
            <a:off x="-50900" y="-21500"/>
            <a:ext cx="771000" cy="5165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41" name="Google Shape;3141;p117"/>
          <p:cNvGrpSpPr/>
          <p:nvPr/>
        </p:nvGrpSpPr>
        <p:grpSpPr>
          <a:xfrm rot="-1976796" flipH="1">
            <a:off x="5917481" y="3990133"/>
            <a:ext cx="3474354" cy="888893"/>
            <a:chOff x="3809875" y="1963175"/>
            <a:chExt cx="1923600" cy="492150"/>
          </a:xfrm>
        </p:grpSpPr>
        <p:sp>
          <p:nvSpPr>
            <p:cNvPr id="3142" name="Google Shape;3142;p117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117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117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117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117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117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117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117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117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117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117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3" name="Google Shape;3153;p117"/>
          <p:cNvGrpSpPr/>
          <p:nvPr/>
        </p:nvGrpSpPr>
        <p:grpSpPr>
          <a:xfrm rot="-375097">
            <a:off x="1228557" y="-253382"/>
            <a:ext cx="711742" cy="793298"/>
            <a:chOff x="6554696" y="509501"/>
            <a:chExt cx="711709" cy="793261"/>
          </a:xfrm>
        </p:grpSpPr>
        <p:sp>
          <p:nvSpPr>
            <p:cNvPr id="3154" name="Google Shape;3154;p117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117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6" name="Google Shape;3156;p117"/>
          <p:cNvGrpSpPr/>
          <p:nvPr/>
        </p:nvGrpSpPr>
        <p:grpSpPr>
          <a:xfrm rot="807122">
            <a:off x="809300" y="4708652"/>
            <a:ext cx="2497551" cy="2401906"/>
            <a:chOff x="1857000" y="3245400"/>
            <a:chExt cx="1233825" cy="1186575"/>
          </a:xfrm>
        </p:grpSpPr>
        <p:sp>
          <p:nvSpPr>
            <p:cNvPr id="3157" name="Google Shape;3157;p117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117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117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117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117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117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63" name="Google Shape;3163;p117"/>
          <p:cNvSpPr/>
          <p:nvPr/>
        </p:nvSpPr>
        <p:spPr>
          <a:xfrm rot="-381518">
            <a:off x="1317430" y="-146232"/>
            <a:ext cx="102933" cy="551241"/>
          </a:xfrm>
          <a:prstGeom prst="roundRect">
            <a:avLst>
              <a:gd name="adj" fmla="val 50000"/>
            </a:avLst>
          </a:prstGeom>
          <a:solidFill>
            <a:srgbClr val="EEEEEE">
              <a:alpha val="474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4" name="Google Shape;3164;p117"/>
          <p:cNvSpPr txBox="1">
            <a:spLocks noGrp="1"/>
          </p:cNvSpPr>
          <p:nvPr>
            <p:ph type="ctrTitle"/>
          </p:nvPr>
        </p:nvSpPr>
        <p:spPr>
          <a:xfrm>
            <a:off x="2351850" y="1460922"/>
            <a:ext cx="4440300" cy="174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Itim"/>
              <a:buNone/>
              <a:defRPr sz="6000" b="1"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65" name="Google Shape;3165;p117"/>
          <p:cNvSpPr txBox="1">
            <a:spLocks noGrp="1"/>
          </p:cNvSpPr>
          <p:nvPr>
            <p:ph type="subTitle" idx="1"/>
          </p:nvPr>
        </p:nvSpPr>
        <p:spPr>
          <a:xfrm>
            <a:off x="2351850" y="3287050"/>
            <a:ext cx="4440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7" name="Google Shape;3167;p11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168" name="Google Shape;3168;p11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11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11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11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11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11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11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11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11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11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11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11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11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11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11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11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11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11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11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11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11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11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0" name="Google Shape;3190;p118"/>
          <p:cNvSpPr txBox="1">
            <a:spLocks noGrp="1"/>
          </p:cNvSpPr>
          <p:nvPr>
            <p:ph type="subTitle" idx="1"/>
          </p:nvPr>
        </p:nvSpPr>
        <p:spPr>
          <a:xfrm>
            <a:off x="3117150" y="3530226"/>
            <a:ext cx="29097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191" name="Google Shape;3191;p118"/>
          <p:cNvSpPr txBox="1">
            <a:spLocks noGrp="1"/>
          </p:cNvSpPr>
          <p:nvPr>
            <p:ph type="title"/>
          </p:nvPr>
        </p:nvSpPr>
        <p:spPr>
          <a:xfrm>
            <a:off x="1918650" y="1613852"/>
            <a:ext cx="5306700" cy="17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192" name="Google Shape;3192;p118"/>
          <p:cNvSpPr txBox="1">
            <a:spLocks noGrp="1"/>
          </p:cNvSpPr>
          <p:nvPr>
            <p:ph type="title" idx="2" hasCustomPrompt="1"/>
          </p:nvPr>
        </p:nvSpPr>
        <p:spPr>
          <a:xfrm>
            <a:off x="3843750" y="591078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3193" name="Google Shape;3193;p118"/>
          <p:cNvGrpSpPr/>
          <p:nvPr/>
        </p:nvGrpSpPr>
        <p:grpSpPr>
          <a:xfrm rot="-697126" flipH="1">
            <a:off x="569287" y="-351303"/>
            <a:ext cx="1305393" cy="1346461"/>
            <a:chOff x="1492000" y="427450"/>
            <a:chExt cx="1188000" cy="1225375"/>
          </a:xfrm>
        </p:grpSpPr>
        <p:sp>
          <p:nvSpPr>
            <p:cNvPr id="3194" name="Google Shape;3194;p118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118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118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118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118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118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118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118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118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118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118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6" name="Google Shape;3206;p119"/>
          <p:cNvSpPr/>
          <p:nvPr/>
        </p:nvSpPr>
        <p:spPr>
          <a:xfrm>
            <a:off x="8740343" y="1780347"/>
            <a:ext cx="20479" cy="58449"/>
          </a:xfrm>
          <a:custGeom>
            <a:avLst/>
            <a:gdLst/>
            <a:ahLst/>
            <a:cxnLst/>
            <a:rect l="l" t="t" r="r" b="b"/>
            <a:pathLst>
              <a:path w="488" h="1403" extrusionOk="0">
                <a:moveTo>
                  <a:pt x="249" y="0"/>
                </a:moveTo>
                <a:cubicBezTo>
                  <a:pt x="193" y="0"/>
                  <a:pt x="139" y="35"/>
                  <a:pt x="118" y="90"/>
                </a:cubicBezTo>
                <a:cubicBezTo>
                  <a:pt x="73" y="190"/>
                  <a:pt x="46" y="289"/>
                  <a:pt x="28" y="397"/>
                </a:cubicBezTo>
                <a:cubicBezTo>
                  <a:pt x="19" y="442"/>
                  <a:pt x="1" y="496"/>
                  <a:pt x="19" y="541"/>
                </a:cubicBezTo>
                <a:cubicBezTo>
                  <a:pt x="19" y="559"/>
                  <a:pt x="28" y="568"/>
                  <a:pt x="37" y="586"/>
                </a:cubicBezTo>
                <a:cubicBezTo>
                  <a:pt x="64" y="595"/>
                  <a:pt x="145" y="613"/>
                  <a:pt x="145" y="622"/>
                </a:cubicBezTo>
                <a:cubicBezTo>
                  <a:pt x="145" y="631"/>
                  <a:pt x="100" y="649"/>
                  <a:pt x="73" y="658"/>
                </a:cubicBezTo>
                <a:cubicBezTo>
                  <a:pt x="37" y="667"/>
                  <a:pt x="46" y="685"/>
                  <a:pt x="46" y="694"/>
                </a:cubicBezTo>
                <a:cubicBezTo>
                  <a:pt x="37" y="902"/>
                  <a:pt x="46" y="1100"/>
                  <a:pt x="109" y="1307"/>
                </a:cubicBezTo>
                <a:cubicBezTo>
                  <a:pt x="118" y="1343"/>
                  <a:pt x="154" y="1379"/>
                  <a:pt x="190" y="1397"/>
                </a:cubicBezTo>
                <a:cubicBezTo>
                  <a:pt x="203" y="1401"/>
                  <a:pt x="215" y="1402"/>
                  <a:pt x="228" y="1402"/>
                </a:cubicBezTo>
                <a:cubicBezTo>
                  <a:pt x="289" y="1402"/>
                  <a:pt x="348" y="1367"/>
                  <a:pt x="371" y="1307"/>
                </a:cubicBezTo>
                <a:cubicBezTo>
                  <a:pt x="434" y="1109"/>
                  <a:pt x="443" y="902"/>
                  <a:pt x="443" y="703"/>
                </a:cubicBezTo>
                <a:cubicBezTo>
                  <a:pt x="443" y="685"/>
                  <a:pt x="452" y="676"/>
                  <a:pt x="416" y="658"/>
                </a:cubicBezTo>
                <a:cubicBezTo>
                  <a:pt x="389" y="649"/>
                  <a:pt x="344" y="640"/>
                  <a:pt x="344" y="622"/>
                </a:cubicBezTo>
                <a:cubicBezTo>
                  <a:pt x="344" y="613"/>
                  <a:pt x="425" y="595"/>
                  <a:pt x="443" y="586"/>
                </a:cubicBezTo>
                <a:cubicBezTo>
                  <a:pt x="461" y="577"/>
                  <a:pt x="470" y="559"/>
                  <a:pt x="470" y="550"/>
                </a:cubicBezTo>
                <a:cubicBezTo>
                  <a:pt x="488" y="496"/>
                  <a:pt x="470" y="451"/>
                  <a:pt x="461" y="397"/>
                </a:cubicBezTo>
                <a:cubicBezTo>
                  <a:pt x="443" y="298"/>
                  <a:pt x="416" y="190"/>
                  <a:pt x="380" y="90"/>
                </a:cubicBezTo>
                <a:cubicBezTo>
                  <a:pt x="362" y="54"/>
                  <a:pt x="335" y="27"/>
                  <a:pt x="298" y="9"/>
                </a:cubicBezTo>
                <a:cubicBezTo>
                  <a:pt x="282" y="3"/>
                  <a:pt x="266" y="0"/>
                  <a:pt x="2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07" name="Google Shape;3207;p11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208" name="Google Shape;3208;p11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11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11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11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11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11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11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11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11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11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11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11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11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11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11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11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11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11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11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11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11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11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30" name="Google Shape;3230;p1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31" name="Google Shape;3231;p119"/>
          <p:cNvSpPr txBox="1">
            <a:spLocks noGrp="1"/>
          </p:cNvSpPr>
          <p:nvPr>
            <p:ph type="body" idx="1"/>
          </p:nvPr>
        </p:nvSpPr>
        <p:spPr>
          <a:xfrm>
            <a:off x="720000" y="1170724"/>
            <a:ext cx="7704000" cy="38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1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3" name="Google Shape;3233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34" name="Google Shape;3234;p120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3235" name="Google Shape;3235;p120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236" name="Google Shape;3236;p120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237" name="Google Shape;3237;p120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3238" name="Google Shape;3238;p120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9" name="Google Shape;3239;p120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0" name="Google Shape;3240;p120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1" name="Google Shape;3241;p120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42;p120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3" name="Google Shape;3243;p120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4" name="Google Shape;3244;p120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5" name="Google Shape;3245;p120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6" name="Google Shape;3246;p120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7" name="Google Shape;3247;p120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8" name="Google Shape;3248;p120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9" name="Google Shape;3249;p120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0" name="Google Shape;3250;p120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1" name="Google Shape;3251;p120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2" name="Google Shape;3252;p120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53" name="Google Shape;3253;p120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3254" name="Google Shape;3254;p120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5" name="Google Shape;3255;p120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6" name="Google Shape;3256;p120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7" name="Google Shape;3257;p120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8" name="Google Shape;3258;p120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9" name="Google Shape;3259;p120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0" name="Google Shape;3260;p120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120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120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120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120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120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120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120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120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269" name="Google Shape;3269;p120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0" name="Google Shape;3270;p120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1" name="Google Shape;3271;p120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2" name="Google Shape;3272;p120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3" name="Google Shape;3273;p120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4" name="Google Shape;3274;p120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75" name="Google Shape;3275;p1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76" name="Google Shape;3276;p120"/>
          <p:cNvSpPr txBox="1">
            <a:spLocks noGrp="1"/>
          </p:cNvSpPr>
          <p:nvPr>
            <p:ph type="body" idx="1"/>
          </p:nvPr>
        </p:nvSpPr>
        <p:spPr>
          <a:xfrm>
            <a:off x="720000" y="2980194"/>
            <a:ext cx="31293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77" name="Google Shape;3277;p120"/>
          <p:cNvSpPr txBox="1">
            <a:spLocks noGrp="1"/>
          </p:cNvSpPr>
          <p:nvPr>
            <p:ph type="body" idx="2"/>
          </p:nvPr>
        </p:nvSpPr>
        <p:spPr>
          <a:xfrm>
            <a:off x="5368500" y="2980194"/>
            <a:ext cx="30555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78" name="Google Shape;3278;p120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79" name="Google Shape;3279;p120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1" name="Google Shape;3281;p121"/>
          <p:cNvGrpSpPr/>
          <p:nvPr/>
        </p:nvGrpSpPr>
        <p:grpSpPr>
          <a:xfrm>
            <a:off x="352670" y="6764"/>
            <a:ext cx="8793030" cy="5129556"/>
            <a:chOff x="514825" y="859725"/>
            <a:chExt cx="6865800" cy="4005275"/>
          </a:xfrm>
        </p:grpSpPr>
        <p:sp>
          <p:nvSpPr>
            <p:cNvPr id="3282" name="Google Shape;3282;p12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12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12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12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12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12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12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12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12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12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12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12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12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12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12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12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12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12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12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12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12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3" name="Google Shape;3303;p121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4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5" name="Google Shape;3305;p12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306" name="Google Shape;3306;p12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12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12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12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12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12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12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12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12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12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12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12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12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12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12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12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12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12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12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5" name="Google Shape;3325;p122"/>
          <p:cNvSpPr txBox="1">
            <a:spLocks noGrp="1"/>
          </p:cNvSpPr>
          <p:nvPr>
            <p:ph type="subTitle" idx="1"/>
          </p:nvPr>
        </p:nvSpPr>
        <p:spPr>
          <a:xfrm>
            <a:off x="890100" y="1760244"/>
            <a:ext cx="7533900" cy="27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326" name="Google Shape;3326;p122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10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8" name="Google Shape;3328;p12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329" name="Google Shape;3329;p12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12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12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12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12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12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12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12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12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12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12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12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12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12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12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12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12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12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12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48" name="Google Shape;3348;p123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49" name="Google Shape;3349;p123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0" name="Google Shape;3350;p123"/>
          <p:cNvSpPr txBox="1">
            <a:spLocks noGrp="1"/>
          </p:cNvSpPr>
          <p:nvPr>
            <p:ph type="title"/>
          </p:nvPr>
        </p:nvSpPr>
        <p:spPr>
          <a:xfrm>
            <a:off x="720000" y="1560650"/>
            <a:ext cx="3519300" cy="16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51" name="Google Shape;3351;p123"/>
          <p:cNvSpPr txBox="1">
            <a:spLocks noGrp="1"/>
          </p:cNvSpPr>
          <p:nvPr>
            <p:ph type="subTitle" idx="1"/>
          </p:nvPr>
        </p:nvSpPr>
        <p:spPr>
          <a:xfrm rot="684086">
            <a:off x="5771626" y="1941489"/>
            <a:ext cx="1878775" cy="154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3" name="Google Shape;3353;p12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354" name="Google Shape;3354;p12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12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12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12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12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12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12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12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12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12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12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12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12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12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12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12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12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12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12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3" name="Google Shape;3373;p124"/>
          <p:cNvSpPr txBox="1">
            <a:spLocks noGrp="1"/>
          </p:cNvSpPr>
          <p:nvPr>
            <p:ph type="title"/>
          </p:nvPr>
        </p:nvSpPr>
        <p:spPr>
          <a:xfrm>
            <a:off x="1061575" y="1472687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74" name="Google Shape;3374;p124"/>
          <p:cNvSpPr txBox="1">
            <a:spLocks noGrp="1"/>
          </p:cNvSpPr>
          <p:nvPr>
            <p:ph type="body" idx="1"/>
          </p:nvPr>
        </p:nvSpPr>
        <p:spPr>
          <a:xfrm>
            <a:off x="1061575" y="2468991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3375" name="Google Shape;3375;p124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76" name="Google Shape;3376;p124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8" name="Google Shape;3378;p125"/>
          <p:cNvSpPr txBox="1">
            <a:spLocks noGrp="1"/>
          </p:cNvSpPr>
          <p:nvPr>
            <p:ph type="title"/>
          </p:nvPr>
        </p:nvSpPr>
        <p:spPr>
          <a:xfrm>
            <a:off x="3223200" y="1570950"/>
            <a:ext cx="2697600" cy="20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0" name="Google Shape;3380;p12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381" name="Google Shape;3381;p12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12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12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12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12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12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12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12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12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12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12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12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12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12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12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12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12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12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12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400" name="Google Shape;3400;p126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01" name="Google Shape;3401;p126"/>
          <p:cNvSpPr txBox="1">
            <a:spLocks noGrp="1"/>
          </p:cNvSpPr>
          <p:nvPr>
            <p:ph type="title" hasCustomPrompt="1"/>
          </p:nvPr>
        </p:nvSpPr>
        <p:spPr>
          <a:xfrm>
            <a:off x="1768200" y="1654521"/>
            <a:ext cx="5607600" cy="84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02" name="Google Shape;3402;p126"/>
          <p:cNvSpPr txBox="1">
            <a:spLocks noGrp="1"/>
          </p:cNvSpPr>
          <p:nvPr>
            <p:ph type="body" idx="1"/>
          </p:nvPr>
        </p:nvSpPr>
        <p:spPr>
          <a:xfrm>
            <a:off x="2710050" y="2650221"/>
            <a:ext cx="3723900" cy="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4" name="Google Shape;3404;p1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3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6" name="Google Shape;3406;p128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3407" name="Google Shape;3407;p128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08" name="Google Shape;3408;p12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409" name="Google Shape;3409;p128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3410" name="Google Shape;3410;p12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12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12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12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12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12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12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12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12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12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12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12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12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12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12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25" name="Google Shape;3425;p128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3426" name="Google Shape;3426;p12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12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12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12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12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12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12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12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12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12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12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12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12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12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12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441" name="Google Shape;3441;p128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2" name="Google Shape;3442;p128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3" name="Google Shape;3443;p128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4" name="Google Shape;3444;p128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5" name="Google Shape;3445;p128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6" name="Google Shape;3446;p12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47" name="Google Shape;3447;p1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68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48" name="Google Shape;3448;p128"/>
          <p:cNvSpPr txBox="1">
            <a:spLocks noGrp="1"/>
          </p:cNvSpPr>
          <p:nvPr>
            <p:ph type="subTitle" idx="1"/>
          </p:nvPr>
        </p:nvSpPr>
        <p:spPr>
          <a:xfrm>
            <a:off x="90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49" name="Google Shape;3449;p128"/>
          <p:cNvSpPr txBox="1">
            <a:spLocks noGrp="1"/>
          </p:cNvSpPr>
          <p:nvPr>
            <p:ph type="subTitle" idx="2"/>
          </p:nvPr>
        </p:nvSpPr>
        <p:spPr>
          <a:xfrm>
            <a:off x="567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0" name="Google Shape;3450;p128"/>
          <p:cNvSpPr txBox="1">
            <a:spLocks noGrp="1"/>
          </p:cNvSpPr>
          <p:nvPr>
            <p:ph type="subTitle" idx="3"/>
          </p:nvPr>
        </p:nvSpPr>
        <p:spPr>
          <a:xfrm>
            <a:off x="90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1" name="Google Shape;3451;p128"/>
          <p:cNvSpPr txBox="1">
            <a:spLocks noGrp="1"/>
          </p:cNvSpPr>
          <p:nvPr>
            <p:ph type="subTitle" idx="4"/>
          </p:nvPr>
        </p:nvSpPr>
        <p:spPr>
          <a:xfrm>
            <a:off x="567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2" name="Google Shape;3452;p128"/>
          <p:cNvSpPr txBox="1">
            <a:spLocks noGrp="1"/>
          </p:cNvSpPr>
          <p:nvPr>
            <p:ph type="subTitle" idx="5"/>
          </p:nvPr>
        </p:nvSpPr>
        <p:spPr>
          <a:xfrm>
            <a:off x="90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3" name="Google Shape;3453;p128"/>
          <p:cNvSpPr txBox="1">
            <a:spLocks noGrp="1"/>
          </p:cNvSpPr>
          <p:nvPr>
            <p:ph type="subTitle" idx="6"/>
          </p:nvPr>
        </p:nvSpPr>
        <p:spPr>
          <a:xfrm>
            <a:off x="567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4" name="Google Shape;3454;p128"/>
          <p:cNvSpPr txBox="1">
            <a:spLocks noGrp="1"/>
          </p:cNvSpPr>
          <p:nvPr>
            <p:ph type="subTitle" idx="7"/>
          </p:nvPr>
        </p:nvSpPr>
        <p:spPr>
          <a:xfrm>
            <a:off x="90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5" name="Google Shape;3455;p128"/>
          <p:cNvSpPr txBox="1">
            <a:spLocks noGrp="1"/>
          </p:cNvSpPr>
          <p:nvPr>
            <p:ph type="subTitle" idx="8"/>
          </p:nvPr>
        </p:nvSpPr>
        <p:spPr>
          <a:xfrm>
            <a:off x="567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">
    <p:spTree>
      <p:nvGrpSpPr>
        <p:cNvPr id="1" name="Shape 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7" name="Google Shape;3457;p12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458" name="Google Shape;3458;p12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12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12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12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12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12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12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12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12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12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12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12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12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12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12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12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12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2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2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2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2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2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0" name="Google Shape;3480;p129"/>
          <p:cNvSpPr txBox="1">
            <a:spLocks noGrp="1"/>
          </p:cNvSpPr>
          <p:nvPr>
            <p:ph type="ctrTitle"/>
          </p:nvPr>
        </p:nvSpPr>
        <p:spPr>
          <a:xfrm>
            <a:off x="5908324" y="1290427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481" name="Google Shape;3481;p129"/>
          <p:cNvSpPr txBox="1">
            <a:spLocks noGrp="1"/>
          </p:cNvSpPr>
          <p:nvPr>
            <p:ph type="subTitle" idx="1"/>
          </p:nvPr>
        </p:nvSpPr>
        <p:spPr>
          <a:xfrm>
            <a:off x="590832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82" name="Google Shape;3482;p129"/>
          <p:cNvSpPr txBox="1">
            <a:spLocks noGrp="1"/>
          </p:cNvSpPr>
          <p:nvPr>
            <p:ph type="title" idx="2" hasCustomPrompt="1"/>
          </p:nvPr>
        </p:nvSpPr>
        <p:spPr>
          <a:xfrm>
            <a:off x="4903953" y="1280000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3483" name="Google Shape;3483;p129"/>
          <p:cNvSpPr txBox="1">
            <a:spLocks noGrp="1"/>
          </p:cNvSpPr>
          <p:nvPr>
            <p:ph type="subTitle" idx="3"/>
          </p:nvPr>
        </p:nvSpPr>
        <p:spPr>
          <a:xfrm>
            <a:off x="590832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84" name="Google Shape;3484;p129"/>
          <p:cNvSpPr txBox="1">
            <a:spLocks noGrp="1"/>
          </p:cNvSpPr>
          <p:nvPr>
            <p:ph type="title" idx="4" hasCustomPrompt="1"/>
          </p:nvPr>
        </p:nvSpPr>
        <p:spPr>
          <a:xfrm>
            <a:off x="4903953" y="327730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3485" name="Google Shape;3485;p129"/>
          <p:cNvSpPr txBox="1">
            <a:spLocks noGrp="1"/>
          </p:cNvSpPr>
          <p:nvPr>
            <p:ph type="subTitle" idx="5"/>
          </p:nvPr>
        </p:nvSpPr>
        <p:spPr>
          <a:xfrm>
            <a:off x="5908324" y="2589180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86" name="Google Shape;3486;p129"/>
          <p:cNvSpPr txBox="1">
            <a:spLocks noGrp="1"/>
          </p:cNvSpPr>
          <p:nvPr>
            <p:ph type="title" idx="6" hasCustomPrompt="1"/>
          </p:nvPr>
        </p:nvSpPr>
        <p:spPr>
          <a:xfrm>
            <a:off x="4903953" y="230664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3487" name="Google Shape;3487;p129"/>
          <p:cNvSpPr txBox="1">
            <a:spLocks noGrp="1"/>
          </p:cNvSpPr>
          <p:nvPr>
            <p:ph type="ctrTitle" idx="7"/>
          </p:nvPr>
        </p:nvSpPr>
        <p:spPr>
          <a:xfrm>
            <a:off x="5908324" y="231110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488" name="Google Shape;3488;p129"/>
          <p:cNvSpPr txBox="1">
            <a:spLocks noGrp="1"/>
          </p:cNvSpPr>
          <p:nvPr>
            <p:ph type="ctrTitle" idx="8"/>
          </p:nvPr>
        </p:nvSpPr>
        <p:spPr>
          <a:xfrm>
            <a:off x="5908324" y="328299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489" name="Google Shape;3489;p129"/>
          <p:cNvSpPr txBox="1">
            <a:spLocks noGrp="1"/>
          </p:cNvSpPr>
          <p:nvPr>
            <p:ph type="ctrTitle" idx="9"/>
          </p:nvPr>
        </p:nvSpPr>
        <p:spPr>
          <a:xfrm>
            <a:off x="1912664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490" name="Google Shape;3490;p129"/>
          <p:cNvSpPr txBox="1">
            <a:spLocks noGrp="1"/>
          </p:cNvSpPr>
          <p:nvPr>
            <p:ph type="subTitle" idx="13"/>
          </p:nvPr>
        </p:nvSpPr>
        <p:spPr>
          <a:xfrm>
            <a:off x="191266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91" name="Google Shape;3491;p129"/>
          <p:cNvSpPr txBox="1">
            <a:spLocks noGrp="1"/>
          </p:cNvSpPr>
          <p:nvPr>
            <p:ph type="title" idx="14" hasCustomPrompt="1"/>
          </p:nvPr>
        </p:nvSpPr>
        <p:spPr>
          <a:xfrm>
            <a:off x="784376" y="1286887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3492" name="Google Shape;3492;p129"/>
          <p:cNvSpPr txBox="1">
            <a:spLocks noGrp="1"/>
          </p:cNvSpPr>
          <p:nvPr>
            <p:ph type="subTitle" idx="15"/>
          </p:nvPr>
        </p:nvSpPr>
        <p:spPr>
          <a:xfrm>
            <a:off x="191266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93" name="Google Shape;3493;p129"/>
          <p:cNvSpPr txBox="1">
            <a:spLocks noGrp="1"/>
          </p:cNvSpPr>
          <p:nvPr>
            <p:ph type="title" idx="16" hasCustomPrompt="1"/>
          </p:nvPr>
        </p:nvSpPr>
        <p:spPr>
          <a:xfrm>
            <a:off x="784376" y="3284192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3494" name="Google Shape;3494;p129"/>
          <p:cNvSpPr txBox="1">
            <a:spLocks noGrp="1"/>
          </p:cNvSpPr>
          <p:nvPr>
            <p:ph type="subTitle" idx="17"/>
          </p:nvPr>
        </p:nvSpPr>
        <p:spPr>
          <a:xfrm>
            <a:off x="1912664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95" name="Google Shape;3495;p129"/>
          <p:cNvSpPr txBox="1">
            <a:spLocks noGrp="1"/>
          </p:cNvSpPr>
          <p:nvPr>
            <p:ph type="title" idx="18" hasCustomPrompt="1"/>
          </p:nvPr>
        </p:nvSpPr>
        <p:spPr>
          <a:xfrm>
            <a:off x="784376" y="2313531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3496" name="Google Shape;3496;p129"/>
          <p:cNvSpPr txBox="1">
            <a:spLocks noGrp="1"/>
          </p:cNvSpPr>
          <p:nvPr>
            <p:ph type="ctrTitle" idx="19"/>
          </p:nvPr>
        </p:nvSpPr>
        <p:spPr>
          <a:xfrm>
            <a:off x="1912664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497" name="Google Shape;3497;p129"/>
          <p:cNvSpPr txBox="1">
            <a:spLocks noGrp="1"/>
          </p:cNvSpPr>
          <p:nvPr>
            <p:ph type="ctrTitle" idx="20"/>
          </p:nvPr>
        </p:nvSpPr>
        <p:spPr>
          <a:xfrm>
            <a:off x="1912664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498" name="Google Shape;3498;p129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3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0" name="Google Shape;3500;p130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501" name="Google Shape;3501;p13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3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3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3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13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13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13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13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13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13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13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13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13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13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13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13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13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13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13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13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13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13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23" name="Google Shape;3523;p130"/>
          <p:cNvSpPr txBox="1">
            <a:spLocks noGrp="1"/>
          </p:cNvSpPr>
          <p:nvPr>
            <p:ph type="subTitle" idx="1"/>
          </p:nvPr>
        </p:nvSpPr>
        <p:spPr>
          <a:xfrm>
            <a:off x="2059950" y="2514140"/>
            <a:ext cx="43272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24" name="Google Shape;3524;p130"/>
          <p:cNvSpPr txBox="1">
            <a:spLocks noGrp="1"/>
          </p:cNvSpPr>
          <p:nvPr>
            <p:ph type="title"/>
          </p:nvPr>
        </p:nvSpPr>
        <p:spPr>
          <a:xfrm>
            <a:off x="1080450" y="1555960"/>
            <a:ext cx="5306700" cy="89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25" name="Google Shape;3525;p130"/>
          <p:cNvSpPr txBox="1">
            <a:spLocks noGrp="1"/>
          </p:cNvSpPr>
          <p:nvPr>
            <p:ph type="title" idx="2" hasCustomPrompt="1"/>
          </p:nvPr>
        </p:nvSpPr>
        <p:spPr>
          <a:xfrm>
            <a:off x="6853050" y="2092943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3526" name="Google Shape;3526;p130"/>
          <p:cNvGrpSpPr/>
          <p:nvPr/>
        </p:nvGrpSpPr>
        <p:grpSpPr>
          <a:xfrm rot="-5072894" flipH="1">
            <a:off x="-1007770" y="1789630"/>
            <a:ext cx="3474349" cy="888902"/>
            <a:chOff x="3809875" y="1963175"/>
            <a:chExt cx="1923600" cy="492150"/>
          </a:xfrm>
        </p:grpSpPr>
        <p:sp>
          <p:nvSpPr>
            <p:cNvPr id="3527" name="Google Shape;3527;p130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130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130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130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130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130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130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130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130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130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130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8" name="Google Shape;3538;p130"/>
          <p:cNvGrpSpPr/>
          <p:nvPr/>
        </p:nvGrpSpPr>
        <p:grpSpPr>
          <a:xfrm rot="-375097">
            <a:off x="7330557" y="3418618"/>
            <a:ext cx="711742" cy="793298"/>
            <a:chOff x="6554696" y="509501"/>
            <a:chExt cx="711709" cy="793261"/>
          </a:xfrm>
        </p:grpSpPr>
        <p:sp>
          <p:nvSpPr>
            <p:cNvPr id="3539" name="Google Shape;3539;p130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130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" name="Shape 3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2" name="Google Shape;3542;p131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543" name="Google Shape;3543;p13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13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13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13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13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13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13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13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13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13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13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13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13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13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13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13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13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13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13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13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13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13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5" name="Google Shape;3565;p131"/>
          <p:cNvSpPr txBox="1">
            <a:spLocks noGrp="1"/>
          </p:cNvSpPr>
          <p:nvPr>
            <p:ph type="title"/>
          </p:nvPr>
        </p:nvSpPr>
        <p:spPr>
          <a:xfrm>
            <a:off x="3168000" y="1478819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66" name="Google Shape;3566;p131"/>
          <p:cNvSpPr txBox="1">
            <a:spLocks noGrp="1"/>
          </p:cNvSpPr>
          <p:nvPr>
            <p:ph type="body" idx="1"/>
          </p:nvPr>
        </p:nvSpPr>
        <p:spPr>
          <a:xfrm>
            <a:off x="3168000" y="2469364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4">
    <p:spTree>
      <p:nvGrpSpPr>
        <p:cNvPr id="1" name="Shape 3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8" name="Google Shape;3568;p13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569" name="Google Shape;3569;p13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13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13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13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13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13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13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13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13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13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13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13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13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13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13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13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13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13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13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13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13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13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91" name="Google Shape;3591;p132"/>
          <p:cNvSpPr txBox="1">
            <a:spLocks noGrp="1"/>
          </p:cNvSpPr>
          <p:nvPr>
            <p:ph type="subTitle" idx="1"/>
          </p:nvPr>
        </p:nvSpPr>
        <p:spPr>
          <a:xfrm>
            <a:off x="398370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92" name="Google Shape;3592;p132"/>
          <p:cNvSpPr txBox="1">
            <a:spLocks noGrp="1"/>
          </p:cNvSpPr>
          <p:nvPr>
            <p:ph type="ctrTitle"/>
          </p:nvPr>
        </p:nvSpPr>
        <p:spPr>
          <a:xfrm>
            <a:off x="58758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3593" name="Google Shape;3593;p132"/>
          <p:cNvGrpSpPr/>
          <p:nvPr/>
        </p:nvGrpSpPr>
        <p:grpSpPr>
          <a:xfrm>
            <a:off x="7673759" y="-287513"/>
            <a:ext cx="788762" cy="861588"/>
            <a:chOff x="7673759" y="-287513"/>
            <a:chExt cx="788762" cy="861588"/>
          </a:xfrm>
        </p:grpSpPr>
        <p:grpSp>
          <p:nvGrpSpPr>
            <p:cNvPr id="3594" name="Google Shape;3594;p132"/>
            <p:cNvGrpSpPr/>
            <p:nvPr/>
          </p:nvGrpSpPr>
          <p:grpSpPr>
            <a:xfrm rot="350572">
              <a:off x="7712287" y="-253348"/>
              <a:ext cx="711705" cy="793257"/>
              <a:chOff x="6554696" y="509501"/>
              <a:chExt cx="711709" cy="793261"/>
            </a:xfrm>
          </p:grpSpPr>
          <p:sp>
            <p:nvSpPr>
              <p:cNvPr id="3595" name="Google Shape;3595;p132"/>
              <p:cNvSpPr/>
              <p:nvPr/>
            </p:nvSpPr>
            <p:spPr>
              <a:xfrm>
                <a:off x="6560695" y="516700"/>
                <a:ext cx="696978" cy="779230"/>
              </a:xfrm>
              <a:custGeom>
                <a:avLst/>
                <a:gdLst/>
                <a:ahLst/>
                <a:cxnLst/>
                <a:rect l="l" t="t" r="r" b="b"/>
                <a:pathLst>
                  <a:path w="20913" h="23381" extrusionOk="0">
                    <a:moveTo>
                      <a:pt x="4201" y="1"/>
                    </a:moveTo>
                    <a:cubicBezTo>
                      <a:pt x="1903" y="1"/>
                      <a:pt x="28" y="1866"/>
                      <a:pt x="28" y="4165"/>
                    </a:cubicBezTo>
                    <a:lnTo>
                      <a:pt x="1" y="17073"/>
                    </a:lnTo>
                    <a:cubicBezTo>
                      <a:pt x="1" y="18903"/>
                      <a:pt x="1190" y="20516"/>
                      <a:pt x="2930" y="21057"/>
                    </a:cubicBezTo>
                    <a:lnTo>
                      <a:pt x="9736" y="23193"/>
                    </a:lnTo>
                    <a:cubicBezTo>
                      <a:pt x="10143" y="23318"/>
                      <a:pt x="10563" y="23381"/>
                      <a:pt x="10982" y="23381"/>
                    </a:cubicBezTo>
                    <a:cubicBezTo>
                      <a:pt x="11444" y="23381"/>
                      <a:pt x="11906" y="23304"/>
                      <a:pt x="12350" y="23148"/>
                    </a:cubicBezTo>
                    <a:lnTo>
                      <a:pt x="18092" y="21147"/>
                    </a:lnTo>
                    <a:cubicBezTo>
                      <a:pt x="19759" y="20570"/>
                      <a:pt x="20886" y="18993"/>
                      <a:pt x="20886" y="17217"/>
                    </a:cubicBezTo>
                    <a:lnTo>
                      <a:pt x="20913" y="4201"/>
                    </a:lnTo>
                    <a:cubicBezTo>
                      <a:pt x="20913" y="1903"/>
                      <a:pt x="19047" y="28"/>
                      <a:pt x="16748" y="28"/>
                    </a:cubicBezTo>
                    <a:lnTo>
                      <a:pt x="42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6" name="Google Shape;3596;p132"/>
              <p:cNvSpPr/>
              <p:nvPr/>
            </p:nvSpPr>
            <p:spPr>
              <a:xfrm>
                <a:off x="6554696" y="509501"/>
                <a:ext cx="711709" cy="793261"/>
              </a:xfrm>
              <a:custGeom>
                <a:avLst/>
                <a:gdLst/>
                <a:ahLst/>
                <a:cxnLst/>
                <a:rect l="l" t="t" r="r" b="b"/>
                <a:pathLst>
                  <a:path w="21355" h="23802" extrusionOk="0">
                    <a:moveTo>
                      <a:pt x="5138" y="442"/>
                    </a:moveTo>
                    <a:lnTo>
                      <a:pt x="7572" y="451"/>
                    </a:lnTo>
                    <a:lnTo>
                      <a:pt x="12440" y="469"/>
                    </a:lnTo>
                    <a:lnTo>
                      <a:pt x="14873" y="469"/>
                    </a:lnTo>
                    <a:lnTo>
                      <a:pt x="16090" y="478"/>
                    </a:lnTo>
                    <a:cubicBezTo>
                      <a:pt x="16249" y="478"/>
                      <a:pt x="16412" y="477"/>
                      <a:pt x="16574" y="477"/>
                    </a:cubicBezTo>
                    <a:cubicBezTo>
                      <a:pt x="16817" y="477"/>
                      <a:pt x="17058" y="480"/>
                      <a:pt x="17280" y="496"/>
                    </a:cubicBezTo>
                    <a:cubicBezTo>
                      <a:pt x="17659" y="541"/>
                      <a:pt x="18037" y="622"/>
                      <a:pt x="18389" y="766"/>
                    </a:cubicBezTo>
                    <a:cubicBezTo>
                      <a:pt x="18740" y="920"/>
                      <a:pt x="19083" y="1109"/>
                      <a:pt x="19380" y="1352"/>
                    </a:cubicBezTo>
                    <a:cubicBezTo>
                      <a:pt x="19669" y="1596"/>
                      <a:pt x="19939" y="1866"/>
                      <a:pt x="20155" y="2191"/>
                    </a:cubicBezTo>
                    <a:cubicBezTo>
                      <a:pt x="20363" y="2506"/>
                      <a:pt x="20534" y="2849"/>
                      <a:pt x="20651" y="3209"/>
                    </a:cubicBezTo>
                    <a:cubicBezTo>
                      <a:pt x="20759" y="3579"/>
                      <a:pt x="20832" y="3948"/>
                      <a:pt x="20832" y="4336"/>
                    </a:cubicBezTo>
                    <a:cubicBezTo>
                      <a:pt x="20841" y="4733"/>
                      <a:pt x="20832" y="5147"/>
                      <a:pt x="20832" y="5544"/>
                    </a:cubicBezTo>
                    <a:lnTo>
                      <a:pt x="20841" y="7978"/>
                    </a:lnTo>
                    <a:lnTo>
                      <a:pt x="20850" y="12845"/>
                    </a:lnTo>
                    <a:lnTo>
                      <a:pt x="20850" y="15279"/>
                    </a:lnTo>
                    <a:lnTo>
                      <a:pt x="20850" y="16496"/>
                    </a:lnTo>
                    <a:lnTo>
                      <a:pt x="20850" y="17109"/>
                    </a:lnTo>
                    <a:lnTo>
                      <a:pt x="20859" y="17406"/>
                    </a:lnTo>
                    <a:lnTo>
                      <a:pt x="20841" y="17704"/>
                    </a:lnTo>
                    <a:cubicBezTo>
                      <a:pt x="20795" y="18470"/>
                      <a:pt x="20516" y="19218"/>
                      <a:pt x="20047" y="19831"/>
                    </a:cubicBezTo>
                    <a:cubicBezTo>
                      <a:pt x="19579" y="20453"/>
                      <a:pt x="18930" y="20921"/>
                      <a:pt x="18208" y="21183"/>
                    </a:cubicBezTo>
                    <a:lnTo>
                      <a:pt x="13602" y="22769"/>
                    </a:lnTo>
                    <a:lnTo>
                      <a:pt x="12458" y="23175"/>
                    </a:lnTo>
                    <a:cubicBezTo>
                      <a:pt x="12088" y="23292"/>
                      <a:pt x="11709" y="23364"/>
                      <a:pt x="11322" y="23382"/>
                    </a:cubicBezTo>
                    <a:cubicBezTo>
                      <a:pt x="11267" y="23385"/>
                      <a:pt x="11211" y="23386"/>
                      <a:pt x="11156" y="23386"/>
                    </a:cubicBezTo>
                    <a:cubicBezTo>
                      <a:pt x="10830" y="23386"/>
                      <a:pt x="10500" y="23342"/>
                      <a:pt x="10177" y="23265"/>
                    </a:cubicBezTo>
                    <a:cubicBezTo>
                      <a:pt x="9997" y="23211"/>
                      <a:pt x="9798" y="23148"/>
                      <a:pt x="9609" y="23085"/>
                    </a:cubicBezTo>
                    <a:lnTo>
                      <a:pt x="9023" y="22905"/>
                    </a:lnTo>
                    <a:lnTo>
                      <a:pt x="4381" y="21453"/>
                    </a:lnTo>
                    <a:lnTo>
                      <a:pt x="3218" y="21093"/>
                    </a:lnTo>
                    <a:cubicBezTo>
                      <a:pt x="2849" y="20976"/>
                      <a:pt x="2497" y="20813"/>
                      <a:pt x="2173" y="20597"/>
                    </a:cubicBezTo>
                    <a:cubicBezTo>
                      <a:pt x="1542" y="20173"/>
                      <a:pt x="1001" y="19578"/>
                      <a:pt x="676" y="18866"/>
                    </a:cubicBezTo>
                    <a:cubicBezTo>
                      <a:pt x="505" y="18515"/>
                      <a:pt x="397" y="18136"/>
                      <a:pt x="343" y="17749"/>
                    </a:cubicBezTo>
                    <a:cubicBezTo>
                      <a:pt x="298" y="17361"/>
                      <a:pt x="316" y="16955"/>
                      <a:pt x="316" y="16550"/>
                    </a:cubicBezTo>
                    <a:lnTo>
                      <a:pt x="334" y="14116"/>
                    </a:lnTo>
                    <a:lnTo>
                      <a:pt x="388" y="9248"/>
                    </a:lnTo>
                    <a:cubicBezTo>
                      <a:pt x="397" y="7626"/>
                      <a:pt x="406" y="6003"/>
                      <a:pt x="415" y="4381"/>
                    </a:cubicBezTo>
                    <a:cubicBezTo>
                      <a:pt x="424" y="3993"/>
                      <a:pt x="478" y="3606"/>
                      <a:pt x="586" y="3245"/>
                    </a:cubicBezTo>
                    <a:cubicBezTo>
                      <a:pt x="703" y="2876"/>
                      <a:pt x="866" y="2524"/>
                      <a:pt x="1082" y="2200"/>
                    </a:cubicBezTo>
                    <a:cubicBezTo>
                      <a:pt x="1298" y="1884"/>
                      <a:pt x="1551" y="1596"/>
                      <a:pt x="1848" y="1343"/>
                    </a:cubicBezTo>
                    <a:cubicBezTo>
                      <a:pt x="2155" y="1109"/>
                      <a:pt x="2479" y="902"/>
                      <a:pt x="2831" y="748"/>
                    </a:cubicBezTo>
                    <a:cubicBezTo>
                      <a:pt x="3191" y="604"/>
                      <a:pt x="3561" y="505"/>
                      <a:pt x="3948" y="460"/>
                    </a:cubicBezTo>
                    <a:cubicBezTo>
                      <a:pt x="4039" y="451"/>
                      <a:pt x="4138" y="451"/>
                      <a:pt x="4237" y="442"/>
                    </a:cubicBezTo>
                    <a:close/>
                    <a:moveTo>
                      <a:pt x="4381" y="0"/>
                    </a:moveTo>
                    <a:lnTo>
                      <a:pt x="4219" y="9"/>
                    </a:lnTo>
                    <a:cubicBezTo>
                      <a:pt x="4111" y="18"/>
                      <a:pt x="4003" y="18"/>
                      <a:pt x="3894" y="27"/>
                    </a:cubicBezTo>
                    <a:cubicBezTo>
                      <a:pt x="3471" y="81"/>
                      <a:pt x="3056" y="190"/>
                      <a:pt x="2668" y="352"/>
                    </a:cubicBezTo>
                    <a:cubicBezTo>
                      <a:pt x="2272" y="523"/>
                      <a:pt x="1911" y="748"/>
                      <a:pt x="1578" y="1019"/>
                    </a:cubicBezTo>
                    <a:cubicBezTo>
                      <a:pt x="1253" y="1289"/>
                      <a:pt x="965" y="1614"/>
                      <a:pt x="731" y="1965"/>
                    </a:cubicBezTo>
                    <a:cubicBezTo>
                      <a:pt x="496" y="2326"/>
                      <a:pt x="316" y="2713"/>
                      <a:pt x="190" y="3119"/>
                    </a:cubicBezTo>
                    <a:cubicBezTo>
                      <a:pt x="63" y="3534"/>
                      <a:pt x="9" y="3957"/>
                      <a:pt x="0" y="4381"/>
                    </a:cubicBezTo>
                    <a:cubicBezTo>
                      <a:pt x="0" y="6003"/>
                      <a:pt x="0" y="7626"/>
                      <a:pt x="9" y="9248"/>
                    </a:cubicBezTo>
                    <a:lnTo>
                      <a:pt x="54" y="14116"/>
                    </a:lnTo>
                    <a:lnTo>
                      <a:pt x="54" y="16550"/>
                    </a:lnTo>
                    <a:lnTo>
                      <a:pt x="54" y="17154"/>
                    </a:lnTo>
                    <a:cubicBezTo>
                      <a:pt x="54" y="17253"/>
                      <a:pt x="54" y="17361"/>
                      <a:pt x="63" y="17469"/>
                    </a:cubicBezTo>
                    <a:cubicBezTo>
                      <a:pt x="63" y="17568"/>
                      <a:pt x="72" y="17676"/>
                      <a:pt x="81" y="17776"/>
                    </a:cubicBezTo>
                    <a:cubicBezTo>
                      <a:pt x="127" y="18190"/>
                      <a:pt x="217" y="18605"/>
                      <a:pt x="370" y="19002"/>
                    </a:cubicBezTo>
                    <a:cubicBezTo>
                      <a:pt x="676" y="19786"/>
                      <a:pt x="1226" y="20489"/>
                      <a:pt x="1947" y="20949"/>
                    </a:cubicBezTo>
                    <a:cubicBezTo>
                      <a:pt x="2299" y="21183"/>
                      <a:pt x="2696" y="21363"/>
                      <a:pt x="3092" y="21489"/>
                    </a:cubicBezTo>
                    <a:lnTo>
                      <a:pt x="4255" y="21859"/>
                    </a:lnTo>
                    <a:lnTo>
                      <a:pt x="8897" y="23310"/>
                    </a:lnTo>
                    <a:lnTo>
                      <a:pt x="9483" y="23490"/>
                    </a:lnTo>
                    <a:cubicBezTo>
                      <a:pt x="9672" y="23554"/>
                      <a:pt x="9862" y="23617"/>
                      <a:pt x="10078" y="23671"/>
                    </a:cubicBezTo>
                    <a:cubicBezTo>
                      <a:pt x="10418" y="23761"/>
                      <a:pt x="10777" y="23801"/>
                      <a:pt x="11133" y="23801"/>
                    </a:cubicBezTo>
                    <a:cubicBezTo>
                      <a:pt x="11202" y="23801"/>
                      <a:pt x="11271" y="23800"/>
                      <a:pt x="11340" y="23797"/>
                    </a:cubicBezTo>
                    <a:cubicBezTo>
                      <a:pt x="11764" y="23779"/>
                      <a:pt x="12187" y="23698"/>
                      <a:pt x="12593" y="23563"/>
                    </a:cubicBezTo>
                    <a:lnTo>
                      <a:pt x="13738" y="23157"/>
                    </a:lnTo>
                    <a:lnTo>
                      <a:pt x="18335" y="21552"/>
                    </a:lnTo>
                    <a:cubicBezTo>
                      <a:pt x="19137" y="21273"/>
                      <a:pt x="19858" y="20759"/>
                      <a:pt x="20372" y="20083"/>
                    </a:cubicBezTo>
                    <a:cubicBezTo>
                      <a:pt x="20895" y="19407"/>
                      <a:pt x="21210" y="18578"/>
                      <a:pt x="21273" y="17731"/>
                    </a:cubicBezTo>
                    <a:lnTo>
                      <a:pt x="21282" y="17406"/>
                    </a:lnTo>
                    <a:lnTo>
                      <a:pt x="21282" y="17109"/>
                    </a:lnTo>
                    <a:lnTo>
                      <a:pt x="21291" y="16496"/>
                    </a:lnTo>
                    <a:lnTo>
                      <a:pt x="21291" y="15279"/>
                    </a:lnTo>
                    <a:lnTo>
                      <a:pt x="21309" y="12845"/>
                    </a:lnTo>
                    <a:lnTo>
                      <a:pt x="21327" y="7978"/>
                    </a:lnTo>
                    <a:lnTo>
                      <a:pt x="21345" y="5544"/>
                    </a:lnTo>
                    <a:cubicBezTo>
                      <a:pt x="21345" y="5138"/>
                      <a:pt x="21354" y="4742"/>
                      <a:pt x="21345" y="4327"/>
                    </a:cubicBezTo>
                    <a:cubicBezTo>
                      <a:pt x="21336" y="3894"/>
                      <a:pt x="21255" y="3471"/>
                      <a:pt x="21129" y="3056"/>
                    </a:cubicBezTo>
                    <a:cubicBezTo>
                      <a:pt x="20994" y="2650"/>
                      <a:pt x="20795" y="2263"/>
                      <a:pt x="20561" y="1911"/>
                    </a:cubicBezTo>
                    <a:cubicBezTo>
                      <a:pt x="20309" y="1551"/>
                      <a:pt x="20011" y="1244"/>
                      <a:pt x="19678" y="974"/>
                    </a:cubicBezTo>
                    <a:cubicBezTo>
                      <a:pt x="19344" y="694"/>
                      <a:pt x="18966" y="487"/>
                      <a:pt x="18569" y="325"/>
                    </a:cubicBezTo>
                    <a:cubicBezTo>
                      <a:pt x="18172" y="153"/>
                      <a:pt x="17749" y="72"/>
                      <a:pt x="17325" y="18"/>
                    </a:cubicBezTo>
                    <a:cubicBezTo>
                      <a:pt x="17109" y="5"/>
                      <a:pt x="16901" y="2"/>
                      <a:pt x="16698" y="2"/>
                    </a:cubicBezTo>
                    <a:cubicBezTo>
                      <a:pt x="16596" y="2"/>
                      <a:pt x="16494" y="3"/>
                      <a:pt x="16393" y="3"/>
                    </a:cubicBezTo>
                    <a:cubicBezTo>
                      <a:pt x="16292" y="3"/>
                      <a:pt x="16192" y="2"/>
                      <a:pt x="160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97" name="Google Shape;3597;p132"/>
            <p:cNvSpPr/>
            <p:nvPr/>
          </p:nvSpPr>
          <p:spPr>
            <a:xfrm rot="442426">
              <a:off x="8229710" y="-161880"/>
              <a:ext cx="102851" cy="55127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5">
    <p:spTree>
      <p:nvGrpSpPr>
        <p:cNvPr id="1" name="Shape 3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9" name="Google Shape;3599;p13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600" name="Google Shape;3600;p13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13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13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13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13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13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13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13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13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13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13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13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13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13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13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13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13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13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13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13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13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13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22" name="Google Shape;3622;p133"/>
          <p:cNvSpPr txBox="1">
            <a:spLocks noGrp="1"/>
          </p:cNvSpPr>
          <p:nvPr>
            <p:ph type="subTitle" idx="1"/>
          </p:nvPr>
        </p:nvSpPr>
        <p:spPr>
          <a:xfrm>
            <a:off x="235185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23" name="Google Shape;3623;p133"/>
          <p:cNvSpPr txBox="1">
            <a:spLocks noGrp="1"/>
          </p:cNvSpPr>
          <p:nvPr>
            <p:ph type="ctrTitle"/>
          </p:nvPr>
        </p:nvSpPr>
        <p:spPr>
          <a:xfrm>
            <a:off x="32979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3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5" name="Google Shape;3625;p134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626" name="Google Shape;3626;p13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13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13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13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13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13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13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13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13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13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13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13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13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13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13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13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13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13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13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13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13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13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48" name="Google Shape;3648;p134"/>
          <p:cNvSpPr txBox="1">
            <a:spLocks noGrp="1"/>
          </p:cNvSpPr>
          <p:nvPr>
            <p:ph type="subTitle" idx="1"/>
          </p:nvPr>
        </p:nvSpPr>
        <p:spPr>
          <a:xfrm>
            <a:off x="906900" y="298732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49" name="Google Shape;3649;p134"/>
          <p:cNvSpPr txBox="1">
            <a:spLocks noGrp="1"/>
          </p:cNvSpPr>
          <p:nvPr>
            <p:ph type="subTitle" idx="2"/>
          </p:nvPr>
        </p:nvSpPr>
        <p:spPr>
          <a:xfrm>
            <a:off x="906900" y="12797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50" name="Google Shape;3650;p134"/>
          <p:cNvSpPr txBox="1">
            <a:spLocks noGrp="1"/>
          </p:cNvSpPr>
          <p:nvPr>
            <p:ph type="subTitle" idx="3"/>
          </p:nvPr>
        </p:nvSpPr>
        <p:spPr>
          <a:xfrm>
            <a:off x="906900" y="1743949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51" name="Google Shape;3651;p134"/>
          <p:cNvSpPr txBox="1">
            <a:spLocks noGrp="1"/>
          </p:cNvSpPr>
          <p:nvPr>
            <p:ph type="subTitle" idx="4"/>
          </p:nvPr>
        </p:nvSpPr>
        <p:spPr>
          <a:xfrm>
            <a:off x="906900" y="3464338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52" name="Google Shape;3652;p13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7">
    <p:spTree>
      <p:nvGrpSpPr>
        <p:cNvPr id="1" name="Shape 3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4" name="Google Shape;3654;p13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655" name="Google Shape;3655;p13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13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13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13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13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13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13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13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13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13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13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13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13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13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13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13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13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13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13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13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13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13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77" name="Google Shape;3677;p135"/>
          <p:cNvSpPr txBox="1">
            <a:spLocks noGrp="1"/>
          </p:cNvSpPr>
          <p:nvPr>
            <p:ph type="ctrTitle"/>
          </p:nvPr>
        </p:nvSpPr>
        <p:spPr>
          <a:xfrm>
            <a:off x="52729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678" name="Google Shape;3678;p135"/>
          <p:cNvSpPr txBox="1">
            <a:spLocks noGrp="1"/>
          </p:cNvSpPr>
          <p:nvPr>
            <p:ph type="subTitle" idx="1"/>
          </p:nvPr>
        </p:nvSpPr>
        <p:spPr>
          <a:xfrm>
            <a:off x="52729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79" name="Google Shape;3679;p135"/>
          <p:cNvSpPr txBox="1">
            <a:spLocks noGrp="1"/>
          </p:cNvSpPr>
          <p:nvPr>
            <p:ph type="subTitle" idx="2"/>
          </p:nvPr>
        </p:nvSpPr>
        <p:spPr>
          <a:xfrm>
            <a:off x="52729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80" name="Google Shape;3680;p135"/>
          <p:cNvSpPr txBox="1">
            <a:spLocks noGrp="1"/>
          </p:cNvSpPr>
          <p:nvPr>
            <p:ph type="ctrTitle" idx="3"/>
          </p:nvPr>
        </p:nvSpPr>
        <p:spPr>
          <a:xfrm>
            <a:off x="52729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681" name="Google Shape;3681;p135"/>
          <p:cNvSpPr txBox="1">
            <a:spLocks noGrp="1"/>
          </p:cNvSpPr>
          <p:nvPr>
            <p:ph type="ctrTitle" idx="4"/>
          </p:nvPr>
        </p:nvSpPr>
        <p:spPr>
          <a:xfrm>
            <a:off x="14197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682" name="Google Shape;3682;p135"/>
          <p:cNvSpPr txBox="1">
            <a:spLocks noGrp="1"/>
          </p:cNvSpPr>
          <p:nvPr>
            <p:ph type="subTitle" idx="5"/>
          </p:nvPr>
        </p:nvSpPr>
        <p:spPr>
          <a:xfrm>
            <a:off x="14197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83" name="Google Shape;3683;p135"/>
          <p:cNvSpPr txBox="1">
            <a:spLocks noGrp="1"/>
          </p:cNvSpPr>
          <p:nvPr>
            <p:ph type="subTitle" idx="6"/>
          </p:nvPr>
        </p:nvSpPr>
        <p:spPr>
          <a:xfrm>
            <a:off x="14197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84" name="Google Shape;3684;p135"/>
          <p:cNvSpPr txBox="1">
            <a:spLocks noGrp="1"/>
          </p:cNvSpPr>
          <p:nvPr>
            <p:ph type="ctrTitle" idx="7"/>
          </p:nvPr>
        </p:nvSpPr>
        <p:spPr>
          <a:xfrm>
            <a:off x="14197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685" name="Google Shape;3685;p135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8">
    <p:spTree>
      <p:nvGrpSpPr>
        <p:cNvPr id="1" name="Shape 3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7" name="Google Shape;3687;p136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3688" name="Google Shape;3688;p136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89" name="Google Shape;3689;p13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690" name="Google Shape;3690;p136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3691" name="Google Shape;3691;p13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13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13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13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13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13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13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13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13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13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13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13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13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13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5" name="Google Shape;3705;p13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06" name="Google Shape;3706;p136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3707" name="Google Shape;3707;p13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8" name="Google Shape;3708;p13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9" name="Google Shape;3709;p13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0" name="Google Shape;3710;p13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1" name="Google Shape;3711;p13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2" name="Google Shape;3712;p13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3" name="Google Shape;3713;p13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4" name="Google Shape;3714;p13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5" name="Google Shape;3715;p13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6" name="Google Shape;3716;p13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7" name="Google Shape;3717;p13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8" name="Google Shape;3718;p13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9" name="Google Shape;3719;p13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0" name="Google Shape;3720;p13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1" name="Google Shape;3721;p13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722" name="Google Shape;3722;p136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3" name="Google Shape;3723;p136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4" name="Google Shape;3724;p136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5" name="Google Shape;3725;p136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6" name="Google Shape;3726;p136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7" name="Google Shape;3727;p13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28" name="Google Shape;3728;p13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087300" cy="145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29" name="Google Shape;3729;p136"/>
          <p:cNvSpPr txBox="1">
            <a:spLocks noGrp="1"/>
          </p:cNvSpPr>
          <p:nvPr>
            <p:ph type="subTitle" idx="1"/>
          </p:nvPr>
        </p:nvSpPr>
        <p:spPr>
          <a:xfrm>
            <a:off x="5703898" y="86720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30" name="Google Shape;3730;p136"/>
          <p:cNvSpPr txBox="1">
            <a:spLocks noGrp="1"/>
          </p:cNvSpPr>
          <p:nvPr>
            <p:ph type="subTitle" idx="2"/>
          </p:nvPr>
        </p:nvSpPr>
        <p:spPr>
          <a:xfrm>
            <a:off x="5703898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31" name="Google Shape;3731;p136"/>
          <p:cNvSpPr txBox="1">
            <a:spLocks noGrp="1"/>
          </p:cNvSpPr>
          <p:nvPr>
            <p:ph type="subTitle" idx="3"/>
          </p:nvPr>
        </p:nvSpPr>
        <p:spPr>
          <a:xfrm>
            <a:off x="906900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32" name="Google Shape;3732;p136"/>
          <p:cNvSpPr txBox="1">
            <a:spLocks noGrp="1"/>
          </p:cNvSpPr>
          <p:nvPr>
            <p:ph type="subTitle" idx="4"/>
          </p:nvPr>
        </p:nvSpPr>
        <p:spPr>
          <a:xfrm>
            <a:off x="906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33" name="Google Shape;3733;p136"/>
          <p:cNvSpPr txBox="1">
            <a:spLocks noGrp="1"/>
          </p:cNvSpPr>
          <p:nvPr>
            <p:ph type="subTitle" idx="5"/>
          </p:nvPr>
        </p:nvSpPr>
        <p:spPr>
          <a:xfrm>
            <a:off x="5703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34" name="Google Shape;3734;p136"/>
          <p:cNvSpPr txBox="1">
            <a:spLocks noGrp="1"/>
          </p:cNvSpPr>
          <p:nvPr>
            <p:ph type="subTitle" idx="6"/>
          </p:nvPr>
        </p:nvSpPr>
        <p:spPr>
          <a:xfrm>
            <a:off x="5703900" y="1247983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9">
    <p:spTree>
      <p:nvGrpSpPr>
        <p:cNvPr id="1" name="Shape 3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6" name="Google Shape;3736;p13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737" name="Google Shape;3737;p13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13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13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13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13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13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13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13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13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13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13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13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13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13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13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13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13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13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13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13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13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13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59" name="Google Shape;3759;p137"/>
          <p:cNvSpPr txBox="1">
            <a:spLocks noGrp="1"/>
          </p:cNvSpPr>
          <p:nvPr>
            <p:ph type="ctrTitle"/>
          </p:nvPr>
        </p:nvSpPr>
        <p:spPr>
          <a:xfrm>
            <a:off x="3443850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760" name="Google Shape;3760;p137"/>
          <p:cNvSpPr txBox="1">
            <a:spLocks noGrp="1"/>
          </p:cNvSpPr>
          <p:nvPr>
            <p:ph type="subTitle" idx="1"/>
          </p:nvPr>
        </p:nvSpPr>
        <p:spPr>
          <a:xfrm>
            <a:off x="344384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61" name="Google Shape;3761;p137"/>
          <p:cNvSpPr txBox="1">
            <a:spLocks noGrp="1"/>
          </p:cNvSpPr>
          <p:nvPr>
            <p:ph type="subTitle" idx="2"/>
          </p:nvPr>
        </p:nvSpPr>
        <p:spPr>
          <a:xfrm>
            <a:off x="4759920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62" name="Google Shape;3762;p137"/>
          <p:cNvSpPr txBox="1">
            <a:spLocks noGrp="1"/>
          </p:cNvSpPr>
          <p:nvPr>
            <p:ph type="ctrTitle" idx="3"/>
          </p:nvPr>
        </p:nvSpPr>
        <p:spPr>
          <a:xfrm>
            <a:off x="475992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763" name="Google Shape;3763;p137"/>
          <p:cNvSpPr txBox="1">
            <a:spLocks noGrp="1"/>
          </p:cNvSpPr>
          <p:nvPr>
            <p:ph type="ctrTitle" idx="4"/>
          </p:nvPr>
        </p:nvSpPr>
        <p:spPr>
          <a:xfrm>
            <a:off x="81170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764" name="Google Shape;3764;p137"/>
          <p:cNvSpPr txBox="1">
            <a:spLocks noGrp="1"/>
          </p:cNvSpPr>
          <p:nvPr>
            <p:ph type="subTitle" idx="5"/>
          </p:nvPr>
        </p:nvSpPr>
        <p:spPr>
          <a:xfrm>
            <a:off x="81170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65" name="Google Shape;3765;p137"/>
          <p:cNvSpPr txBox="1">
            <a:spLocks noGrp="1"/>
          </p:cNvSpPr>
          <p:nvPr>
            <p:ph type="subTitle" idx="6"/>
          </p:nvPr>
        </p:nvSpPr>
        <p:spPr>
          <a:xfrm>
            <a:off x="2127778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66" name="Google Shape;3766;p137"/>
          <p:cNvSpPr txBox="1">
            <a:spLocks noGrp="1"/>
          </p:cNvSpPr>
          <p:nvPr>
            <p:ph type="ctrTitle" idx="7"/>
          </p:nvPr>
        </p:nvSpPr>
        <p:spPr>
          <a:xfrm>
            <a:off x="212778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767" name="Google Shape;3767;p137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68" name="Google Shape;3768;p137"/>
          <p:cNvSpPr txBox="1">
            <a:spLocks noGrp="1"/>
          </p:cNvSpPr>
          <p:nvPr>
            <p:ph type="ctrTitle" idx="9"/>
          </p:nvPr>
        </p:nvSpPr>
        <p:spPr>
          <a:xfrm>
            <a:off x="607599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769" name="Google Shape;3769;p137"/>
          <p:cNvSpPr txBox="1">
            <a:spLocks noGrp="1"/>
          </p:cNvSpPr>
          <p:nvPr>
            <p:ph type="subTitle" idx="13"/>
          </p:nvPr>
        </p:nvSpPr>
        <p:spPr>
          <a:xfrm>
            <a:off x="607599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3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1" name="Google Shape;3771;p13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772" name="Google Shape;3772;p13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13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13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13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13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13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13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13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13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13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13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13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13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13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13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13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13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13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13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13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13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13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94" name="Google Shape;3794;p138"/>
          <p:cNvSpPr txBox="1">
            <a:spLocks noGrp="1"/>
          </p:cNvSpPr>
          <p:nvPr>
            <p:ph type="title"/>
          </p:nvPr>
        </p:nvSpPr>
        <p:spPr>
          <a:xfrm>
            <a:off x="5314275" y="1089028"/>
            <a:ext cx="3109500" cy="13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95" name="Google Shape;3795;p138"/>
          <p:cNvSpPr txBox="1">
            <a:spLocks noGrp="1"/>
          </p:cNvSpPr>
          <p:nvPr>
            <p:ph type="subTitle" idx="1"/>
          </p:nvPr>
        </p:nvSpPr>
        <p:spPr>
          <a:xfrm>
            <a:off x="6241125" y="2611969"/>
            <a:ext cx="2182800" cy="14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34">
    <p:spTree>
      <p:nvGrpSpPr>
        <p:cNvPr id="1" name="Shape 3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7" name="Google Shape;3797;p13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798" name="Google Shape;3798;p13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13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13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13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13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13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13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13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13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13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13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13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13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13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13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13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13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13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13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13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13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13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20" name="Google Shape;3820;p139"/>
          <p:cNvSpPr txBox="1">
            <a:spLocks noGrp="1"/>
          </p:cNvSpPr>
          <p:nvPr>
            <p:ph type="title"/>
          </p:nvPr>
        </p:nvSpPr>
        <p:spPr>
          <a:xfrm>
            <a:off x="717000" y="1491225"/>
            <a:ext cx="3870300" cy="93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21" name="Google Shape;3821;p139"/>
          <p:cNvSpPr txBox="1">
            <a:spLocks noGrp="1"/>
          </p:cNvSpPr>
          <p:nvPr>
            <p:ph type="subTitle" idx="1"/>
          </p:nvPr>
        </p:nvSpPr>
        <p:spPr>
          <a:xfrm>
            <a:off x="1870200" y="2570158"/>
            <a:ext cx="27171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1">
    <p:spTree>
      <p:nvGrpSpPr>
        <p:cNvPr id="1" name="Shape 3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3" name="Google Shape;3823;p140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824" name="Google Shape;3824;p14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14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14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14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14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14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14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14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14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14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14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14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14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14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14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14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14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14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14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14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14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14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6" name="Google Shape;3846;p140"/>
          <p:cNvSpPr txBox="1">
            <a:spLocks noGrp="1"/>
          </p:cNvSpPr>
          <p:nvPr>
            <p:ph type="ctrTitle"/>
          </p:nvPr>
        </p:nvSpPr>
        <p:spPr>
          <a:xfrm>
            <a:off x="988403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847" name="Google Shape;3847;p140"/>
          <p:cNvSpPr txBox="1">
            <a:spLocks noGrp="1"/>
          </p:cNvSpPr>
          <p:nvPr>
            <p:ph type="subTitle" idx="1"/>
          </p:nvPr>
        </p:nvSpPr>
        <p:spPr>
          <a:xfrm>
            <a:off x="988403" y="1579523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48" name="Google Shape;3848;p140"/>
          <p:cNvSpPr txBox="1">
            <a:spLocks noGrp="1"/>
          </p:cNvSpPr>
          <p:nvPr>
            <p:ph type="subTitle" idx="2"/>
          </p:nvPr>
        </p:nvSpPr>
        <p:spPr>
          <a:xfrm>
            <a:off x="988403" y="3577425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49" name="Google Shape;3849;p140"/>
          <p:cNvSpPr txBox="1">
            <a:spLocks noGrp="1"/>
          </p:cNvSpPr>
          <p:nvPr>
            <p:ph type="subTitle" idx="3"/>
          </p:nvPr>
        </p:nvSpPr>
        <p:spPr>
          <a:xfrm>
            <a:off x="988403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50" name="Google Shape;3850;p140"/>
          <p:cNvSpPr txBox="1">
            <a:spLocks noGrp="1"/>
          </p:cNvSpPr>
          <p:nvPr>
            <p:ph type="ctrTitle" idx="4"/>
          </p:nvPr>
        </p:nvSpPr>
        <p:spPr>
          <a:xfrm>
            <a:off x="988403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851" name="Google Shape;3851;p140"/>
          <p:cNvSpPr txBox="1">
            <a:spLocks noGrp="1"/>
          </p:cNvSpPr>
          <p:nvPr>
            <p:ph type="ctrTitle" idx="5"/>
          </p:nvPr>
        </p:nvSpPr>
        <p:spPr>
          <a:xfrm>
            <a:off x="988403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852" name="Google Shape;3852;p140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3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4" name="Google Shape;3854;p141"/>
          <p:cNvSpPr txBox="1">
            <a:spLocks noGrp="1"/>
          </p:cNvSpPr>
          <p:nvPr>
            <p:ph type="title"/>
          </p:nvPr>
        </p:nvSpPr>
        <p:spPr>
          <a:xfrm>
            <a:off x="5059850" y="3019625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1">
    <p:spTree>
      <p:nvGrpSpPr>
        <p:cNvPr id="1" name="Shape 3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6" name="Google Shape;3856;p142"/>
          <p:cNvSpPr txBox="1">
            <a:spLocks noGrp="1"/>
          </p:cNvSpPr>
          <p:nvPr>
            <p:ph type="title"/>
          </p:nvPr>
        </p:nvSpPr>
        <p:spPr>
          <a:xfrm>
            <a:off x="1249850" y="873387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4">
    <p:spTree>
      <p:nvGrpSpPr>
        <p:cNvPr id="1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8" name="Google Shape;3858;p14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859" name="Google Shape;3859;p14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14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14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14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14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14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14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14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14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14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14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14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14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14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14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14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14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14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14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14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14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14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81" name="Google Shape;3881;p143"/>
          <p:cNvSpPr txBox="1">
            <a:spLocks noGrp="1"/>
          </p:cNvSpPr>
          <p:nvPr>
            <p:ph type="title"/>
          </p:nvPr>
        </p:nvSpPr>
        <p:spPr>
          <a:xfrm>
            <a:off x="1232825" y="1765317"/>
            <a:ext cx="66783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82" name="Google Shape;3882;p143"/>
          <p:cNvSpPr txBox="1">
            <a:spLocks noGrp="1"/>
          </p:cNvSpPr>
          <p:nvPr>
            <p:ph type="body" idx="1"/>
          </p:nvPr>
        </p:nvSpPr>
        <p:spPr>
          <a:xfrm>
            <a:off x="2155325" y="2698083"/>
            <a:ext cx="48333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USTOM_32">
    <p:spTree>
      <p:nvGrpSpPr>
        <p:cNvPr id="1" name="Shape 3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4" name="Google Shape;3884;p14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885" name="Google Shape;3885;p14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14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14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14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14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14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14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14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14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14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14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14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14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14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14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14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14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14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14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14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14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14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07" name="Google Shape;3907;p144"/>
          <p:cNvSpPr txBox="1">
            <a:spLocks noGrp="1"/>
          </p:cNvSpPr>
          <p:nvPr>
            <p:ph type="title"/>
          </p:nvPr>
        </p:nvSpPr>
        <p:spPr>
          <a:xfrm>
            <a:off x="3800500" y="1351950"/>
            <a:ext cx="3933000" cy="15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08" name="Google Shape;3908;p144"/>
          <p:cNvSpPr txBox="1">
            <a:spLocks noGrp="1"/>
          </p:cNvSpPr>
          <p:nvPr>
            <p:ph type="body" idx="1"/>
          </p:nvPr>
        </p:nvSpPr>
        <p:spPr>
          <a:xfrm>
            <a:off x="3800550" y="3111475"/>
            <a:ext cx="39330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r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5">
    <p:spTree>
      <p:nvGrpSpPr>
        <p:cNvPr id="1" name="Shape 3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0" name="Google Shape;3910;p14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911" name="Google Shape;3911;p14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14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14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14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14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14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14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14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14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14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14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14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14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14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14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14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14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14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14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14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14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14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33" name="Google Shape;3933;p14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6">
    <p:spTree>
      <p:nvGrpSpPr>
        <p:cNvPr id="1" name="Shape 3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5" name="Google Shape;3935;p146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3936" name="Google Shape;3936;p146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37" name="Google Shape;3937;p14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938" name="Google Shape;3938;p146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3939" name="Google Shape;3939;p14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0" name="Google Shape;3940;p14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1" name="Google Shape;3941;p14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2" name="Google Shape;3942;p14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3" name="Google Shape;3943;p14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4" name="Google Shape;3944;p14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5" name="Google Shape;3945;p14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6" name="Google Shape;3946;p14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7" name="Google Shape;3947;p14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8" name="Google Shape;3948;p14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9" name="Google Shape;3949;p14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0" name="Google Shape;3950;p14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1" name="Google Shape;3951;p14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2" name="Google Shape;3952;p14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14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4" name="Google Shape;3954;p146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3955" name="Google Shape;3955;p14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6" name="Google Shape;3956;p14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7" name="Google Shape;3957;p14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8" name="Google Shape;3958;p14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9" name="Google Shape;3959;p14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0" name="Google Shape;3960;p14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1" name="Google Shape;3961;p14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2" name="Google Shape;3962;p14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3" name="Google Shape;3963;p14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4" name="Google Shape;3964;p14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5" name="Google Shape;3965;p14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6" name="Google Shape;3966;p14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7" name="Google Shape;3967;p14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8" name="Google Shape;3968;p14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9" name="Google Shape;3969;p14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970" name="Google Shape;3970;p146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1" name="Google Shape;3971;p146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2" name="Google Shape;3972;p146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3" name="Google Shape;3973;p146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4" name="Google Shape;3974;p146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5" name="Google Shape;3975;p14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76" name="Google Shape;3976;p146"/>
          <p:cNvSpPr txBox="1">
            <a:spLocks noGrp="1"/>
          </p:cNvSpPr>
          <p:nvPr>
            <p:ph type="subTitle" idx="1"/>
          </p:nvPr>
        </p:nvSpPr>
        <p:spPr>
          <a:xfrm>
            <a:off x="906900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77" name="Google Shape;3977;p146"/>
          <p:cNvSpPr txBox="1">
            <a:spLocks noGrp="1"/>
          </p:cNvSpPr>
          <p:nvPr>
            <p:ph type="subTitle" idx="2"/>
          </p:nvPr>
        </p:nvSpPr>
        <p:spPr>
          <a:xfrm>
            <a:off x="5565696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78" name="Google Shape;3978;p146"/>
          <p:cNvSpPr txBox="1">
            <a:spLocks noGrp="1"/>
          </p:cNvSpPr>
          <p:nvPr>
            <p:ph type="subTitle" idx="3"/>
          </p:nvPr>
        </p:nvSpPr>
        <p:spPr>
          <a:xfrm>
            <a:off x="906900" y="208403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79" name="Google Shape;3979;p146"/>
          <p:cNvSpPr txBox="1">
            <a:spLocks noGrp="1"/>
          </p:cNvSpPr>
          <p:nvPr>
            <p:ph type="subTitle" idx="4"/>
          </p:nvPr>
        </p:nvSpPr>
        <p:spPr>
          <a:xfrm>
            <a:off x="5565688" y="2094806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80" name="Google Shape;3980;p146"/>
          <p:cNvSpPr txBox="1">
            <a:spLocks noGrp="1"/>
          </p:cNvSpPr>
          <p:nvPr>
            <p:ph type="subTitle" idx="5"/>
          </p:nvPr>
        </p:nvSpPr>
        <p:spPr>
          <a:xfrm>
            <a:off x="906900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81" name="Google Shape;3981;p146"/>
          <p:cNvSpPr txBox="1">
            <a:spLocks noGrp="1"/>
          </p:cNvSpPr>
          <p:nvPr>
            <p:ph type="subTitle" idx="6"/>
          </p:nvPr>
        </p:nvSpPr>
        <p:spPr>
          <a:xfrm>
            <a:off x="5565688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82" name="Google Shape;3982;p146"/>
          <p:cNvSpPr txBox="1">
            <a:spLocks noGrp="1"/>
          </p:cNvSpPr>
          <p:nvPr>
            <p:ph type="subTitle" idx="7"/>
          </p:nvPr>
        </p:nvSpPr>
        <p:spPr>
          <a:xfrm>
            <a:off x="906900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83" name="Google Shape;3983;p146"/>
          <p:cNvSpPr txBox="1">
            <a:spLocks noGrp="1"/>
          </p:cNvSpPr>
          <p:nvPr>
            <p:ph type="subTitle" idx="8"/>
          </p:nvPr>
        </p:nvSpPr>
        <p:spPr>
          <a:xfrm>
            <a:off x="5565688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84" name="Google Shape;3984;p14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30000" cy="99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7">
    <p:spTree>
      <p:nvGrpSpPr>
        <p:cNvPr id="1" name="Shape 3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6" name="Google Shape;3986;p147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987" name="Google Shape;3987;p14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14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14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14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14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14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14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14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14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14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14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14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14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14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14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14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14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14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14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14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14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14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9" name="Google Shape;4009;p147"/>
          <p:cNvSpPr txBox="1">
            <a:spLocks noGrp="1"/>
          </p:cNvSpPr>
          <p:nvPr>
            <p:ph type="ctrTitle"/>
          </p:nvPr>
        </p:nvSpPr>
        <p:spPr>
          <a:xfrm>
            <a:off x="5295149" y="1449725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010" name="Google Shape;4010;p147"/>
          <p:cNvSpPr txBox="1">
            <a:spLocks noGrp="1"/>
          </p:cNvSpPr>
          <p:nvPr>
            <p:ph type="subTitle" idx="1"/>
          </p:nvPr>
        </p:nvSpPr>
        <p:spPr>
          <a:xfrm>
            <a:off x="5295149" y="1731948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11" name="Google Shape;4011;p147"/>
          <p:cNvSpPr txBox="1">
            <a:spLocks noGrp="1"/>
          </p:cNvSpPr>
          <p:nvPr>
            <p:ph type="subTitle" idx="2"/>
          </p:nvPr>
        </p:nvSpPr>
        <p:spPr>
          <a:xfrm>
            <a:off x="5295149" y="3281876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12" name="Google Shape;4012;p147"/>
          <p:cNvSpPr txBox="1">
            <a:spLocks noGrp="1"/>
          </p:cNvSpPr>
          <p:nvPr>
            <p:ph type="ctrTitle" idx="3"/>
          </p:nvPr>
        </p:nvSpPr>
        <p:spPr>
          <a:xfrm>
            <a:off x="5295153" y="2989856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013" name="Google Shape;4013;p147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8">
    <p:spTree>
      <p:nvGrpSpPr>
        <p:cNvPr id="1" name="Shape 4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5" name="Google Shape;4015;p14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016" name="Google Shape;4016;p14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14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14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14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14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14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14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14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14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14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14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14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14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14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14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14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14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14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14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14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14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14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38" name="Google Shape;4038;p14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24">
    <p:spTree>
      <p:nvGrpSpPr>
        <p:cNvPr id="1" name="Shape 4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0" name="Google Shape;4040;p14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041" name="Google Shape;4041;p14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14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14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14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14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14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14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14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14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14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14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14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14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14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14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14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14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14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14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14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14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14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63" name="Google Shape;4063;p14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99100" cy="87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9">
    <p:spTree>
      <p:nvGrpSpPr>
        <p:cNvPr id="1" name="Shape 4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5" name="Google Shape;4065;p15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066" name="Google Shape;4066;p15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15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15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15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15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15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15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15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15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15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15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15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15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15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15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15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15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15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15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15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15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15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88" name="Google Shape;4088;p150"/>
          <p:cNvSpPr txBox="1">
            <a:spLocks noGrp="1"/>
          </p:cNvSpPr>
          <p:nvPr>
            <p:ph type="subTitle" idx="1"/>
          </p:nvPr>
        </p:nvSpPr>
        <p:spPr>
          <a:xfrm>
            <a:off x="8041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089" name="Google Shape;4089;p150"/>
          <p:cNvSpPr txBox="1">
            <a:spLocks noGrp="1"/>
          </p:cNvSpPr>
          <p:nvPr>
            <p:ph type="subTitle" idx="2"/>
          </p:nvPr>
        </p:nvSpPr>
        <p:spPr>
          <a:xfrm>
            <a:off x="58336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090" name="Google Shape;4090;p150"/>
          <p:cNvSpPr txBox="1">
            <a:spLocks noGrp="1"/>
          </p:cNvSpPr>
          <p:nvPr>
            <p:ph type="subTitle" idx="3"/>
          </p:nvPr>
        </p:nvSpPr>
        <p:spPr>
          <a:xfrm>
            <a:off x="8041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091" name="Google Shape;4091;p150"/>
          <p:cNvSpPr txBox="1">
            <a:spLocks noGrp="1"/>
          </p:cNvSpPr>
          <p:nvPr>
            <p:ph type="subTitle" idx="4"/>
          </p:nvPr>
        </p:nvSpPr>
        <p:spPr>
          <a:xfrm>
            <a:off x="58336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092" name="Google Shape;4092;p150"/>
          <p:cNvSpPr txBox="1">
            <a:spLocks noGrp="1"/>
          </p:cNvSpPr>
          <p:nvPr>
            <p:ph type="subTitle" idx="5"/>
          </p:nvPr>
        </p:nvSpPr>
        <p:spPr>
          <a:xfrm>
            <a:off x="331890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093" name="Google Shape;4093;p150"/>
          <p:cNvSpPr txBox="1">
            <a:spLocks noGrp="1"/>
          </p:cNvSpPr>
          <p:nvPr>
            <p:ph type="subTitle" idx="6"/>
          </p:nvPr>
        </p:nvSpPr>
        <p:spPr>
          <a:xfrm>
            <a:off x="331890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094" name="Google Shape;4094;p15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95" name="Google Shape;4095;p150"/>
          <p:cNvSpPr txBox="1">
            <a:spLocks noGrp="1"/>
          </p:cNvSpPr>
          <p:nvPr>
            <p:ph type="subTitle" idx="7"/>
          </p:nvPr>
        </p:nvSpPr>
        <p:spPr>
          <a:xfrm>
            <a:off x="8041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96" name="Google Shape;4096;p150"/>
          <p:cNvSpPr txBox="1">
            <a:spLocks noGrp="1"/>
          </p:cNvSpPr>
          <p:nvPr>
            <p:ph type="subTitle" idx="8"/>
          </p:nvPr>
        </p:nvSpPr>
        <p:spPr>
          <a:xfrm>
            <a:off x="58336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97" name="Google Shape;4097;p150"/>
          <p:cNvSpPr txBox="1">
            <a:spLocks noGrp="1"/>
          </p:cNvSpPr>
          <p:nvPr>
            <p:ph type="subTitle" idx="9"/>
          </p:nvPr>
        </p:nvSpPr>
        <p:spPr>
          <a:xfrm>
            <a:off x="8041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98" name="Google Shape;4098;p150"/>
          <p:cNvSpPr txBox="1">
            <a:spLocks noGrp="1"/>
          </p:cNvSpPr>
          <p:nvPr>
            <p:ph type="subTitle" idx="13"/>
          </p:nvPr>
        </p:nvSpPr>
        <p:spPr>
          <a:xfrm>
            <a:off x="58336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99" name="Google Shape;4099;p150"/>
          <p:cNvSpPr txBox="1">
            <a:spLocks noGrp="1"/>
          </p:cNvSpPr>
          <p:nvPr>
            <p:ph type="subTitle" idx="14"/>
          </p:nvPr>
        </p:nvSpPr>
        <p:spPr>
          <a:xfrm>
            <a:off x="331890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00" name="Google Shape;4100;p150"/>
          <p:cNvSpPr txBox="1">
            <a:spLocks noGrp="1"/>
          </p:cNvSpPr>
          <p:nvPr>
            <p:ph type="subTitle" idx="15"/>
          </p:nvPr>
        </p:nvSpPr>
        <p:spPr>
          <a:xfrm>
            <a:off x="331890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7">
    <p:spTree>
      <p:nvGrpSpPr>
        <p:cNvPr id="1" name="Shape 4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2" name="Google Shape;4102;p15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103" name="Google Shape;4103;p15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15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15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15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15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15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15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15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15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15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15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15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15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15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15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15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15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15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15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15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15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15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25" name="Google Shape;4125;p151"/>
          <p:cNvSpPr txBox="1">
            <a:spLocks noGrp="1"/>
          </p:cNvSpPr>
          <p:nvPr>
            <p:ph type="subTitle" idx="1"/>
          </p:nvPr>
        </p:nvSpPr>
        <p:spPr>
          <a:xfrm>
            <a:off x="8041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126" name="Google Shape;4126;p151"/>
          <p:cNvSpPr txBox="1">
            <a:spLocks noGrp="1"/>
          </p:cNvSpPr>
          <p:nvPr>
            <p:ph type="subTitle" idx="2"/>
          </p:nvPr>
        </p:nvSpPr>
        <p:spPr>
          <a:xfrm>
            <a:off x="58336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127" name="Google Shape;4127;p151"/>
          <p:cNvSpPr txBox="1">
            <a:spLocks noGrp="1"/>
          </p:cNvSpPr>
          <p:nvPr>
            <p:ph type="subTitle" idx="3"/>
          </p:nvPr>
        </p:nvSpPr>
        <p:spPr>
          <a:xfrm>
            <a:off x="3318900" y="20030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128" name="Google Shape;4128;p151"/>
          <p:cNvSpPr txBox="1">
            <a:spLocks noGrp="1"/>
          </p:cNvSpPr>
          <p:nvPr>
            <p:ph type="title"/>
          </p:nvPr>
        </p:nvSpPr>
        <p:spPr>
          <a:xfrm>
            <a:off x="5917800" y="540000"/>
            <a:ext cx="25062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29" name="Google Shape;4129;p151"/>
          <p:cNvSpPr txBox="1">
            <a:spLocks noGrp="1"/>
          </p:cNvSpPr>
          <p:nvPr>
            <p:ph type="subTitle" idx="4"/>
          </p:nvPr>
        </p:nvSpPr>
        <p:spPr>
          <a:xfrm>
            <a:off x="8041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30" name="Google Shape;4130;p151"/>
          <p:cNvSpPr txBox="1">
            <a:spLocks noGrp="1"/>
          </p:cNvSpPr>
          <p:nvPr>
            <p:ph type="subTitle" idx="5"/>
          </p:nvPr>
        </p:nvSpPr>
        <p:spPr>
          <a:xfrm>
            <a:off x="58336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31" name="Google Shape;4131;p151"/>
          <p:cNvSpPr txBox="1">
            <a:spLocks noGrp="1"/>
          </p:cNvSpPr>
          <p:nvPr>
            <p:ph type="subTitle" idx="6"/>
          </p:nvPr>
        </p:nvSpPr>
        <p:spPr>
          <a:xfrm>
            <a:off x="3318900" y="2389956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28">
    <p:spTree>
      <p:nvGrpSpPr>
        <p:cNvPr id="1" name="Shape 4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3" name="Google Shape;4133;p15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134" name="Google Shape;4134;p15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15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15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15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15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15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15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15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15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15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15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15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15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15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15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15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15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15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15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15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15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15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56" name="Google Shape;4156;p152"/>
          <p:cNvSpPr txBox="1">
            <a:spLocks noGrp="1"/>
          </p:cNvSpPr>
          <p:nvPr>
            <p:ph type="subTitle" idx="1"/>
          </p:nvPr>
        </p:nvSpPr>
        <p:spPr>
          <a:xfrm>
            <a:off x="1342450" y="3241403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157" name="Google Shape;4157;p152"/>
          <p:cNvSpPr txBox="1">
            <a:spLocks noGrp="1"/>
          </p:cNvSpPr>
          <p:nvPr>
            <p:ph type="subTitle" idx="2"/>
          </p:nvPr>
        </p:nvSpPr>
        <p:spPr>
          <a:xfrm>
            <a:off x="5295350" y="3232090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158" name="Google Shape;4158;p15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59" name="Google Shape;4159;p152"/>
          <p:cNvSpPr txBox="1">
            <a:spLocks noGrp="1"/>
          </p:cNvSpPr>
          <p:nvPr>
            <p:ph type="subTitle" idx="3"/>
          </p:nvPr>
        </p:nvSpPr>
        <p:spPr>
          <a:xfrm>
            <a:off x="1342450" y="3615440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60" name="Google Shape;4160;p152"/>
          <p:cNvSpPr txBox="1">
            <a:spLocks noGrp="1"/>
          </p:cNvSpPr>
          <p:nvPr>
            <p:ph type="subTitle" idx="4"/>
          </p:nvPr>
        </p:nvSpPr>
        <p:spPr>
          <a:xfrm>
            <a:off x="5295350" y="3606127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CUSTOM_20">
    <p:spTree>
      <p:nvGrpSpPr>
        <p:cNvPr id="1" name="Shape 4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2" name="Google Shape;4162;p15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163" name="Google Shape;4163;p15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15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15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15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15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15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15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15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15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15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15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15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15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15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15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15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15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15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15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15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15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15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85" name="Google Shape;4185;p153"/>
          <p:cNvSpPr txBox="1">
            <a:spLocks noGrp="1"/>
          </p:cNvSpPr>
          <p:nvPr>
            <p:ph type="ctrTitle"/>
          </p:nvPr>
        </p:nvSpPr>
        <p:spPr>
          <a:xfrm>
            <a:off x="3443847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186" name="Google Shape;4186;p153"/>
          <p:cNvSpPr txBox="1">
            <a:spLocks noGrp="1"/>
          </p:cNvSpPr>
          <p:nvPr>
            <p:ph type="subTitle" idx="1"/>
          </p:nvPr>
        </p:nvSpPr>
        <p:spPr>
          <a:xfrm>
            <a:off x="3443847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87" name="Google Shape;4187;p153"/>
          <p:cNvSpPr txBox="1">
            <a:spLocks noGrp="1"/>
          </p:cNvSpPr>
          <p:nvPr>
            <p:ph type="subTitle" idx="2"/>
          </p:nvPr>
        </p:nvSpPr>
        <p:spPr>
          <a:xfrm>
            <a:off x="475992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88" name="Google Shape;4188;p153"/>
          <p:cNvSpPr txBox="1">
            <a:spLocks noGrp="1"/>
          </p:cNvSpPr>
          <p:nvPr>
            <p:ph type="ctrTitle" idx="3"/>
          </p:nvPr>
        </p:nvSpPr>
        <p:spPr>
          <a:xfrm>
            <a:off x="475992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189" name="Google Shape;4189;p153"/>
          <p:cNvSpPr txBox="1">
            <a:spLocks noGrp="1"/>
          </p:cNvSpPr>
          <p:nvPr>
            <p:ph type="ctrTitle" idx="4"/>
          </p:nvPr>
        </p:nvSpPr>
        <p:spPr>
          <a:xfrm>
            <a:off x="81170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190" name="Google Shape;4190;p153"/>
          <p:cNvSpPr txBox="1">
            <a:spLocks noGrp="1"/>
          </p:cNvSpPr>
          <p:nvPr>
            <p:ph type="subTitle" idx="5"/>
          </p:nvPr>
        </p:nvSpPr>
        <p:spPr>
          <a:xfrm>
            <a:off x="81170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91" name="Google Shape;4191;p153"/>
          <p:cNvSpPr txBox="1">
            <a:spLocks noGrp="1"/>
          </p:cNvSpPr>
          <p:nvPr>
            <p:ph type="subTitle" idx="6"/>
          </p:nvPr>
        </p:nvSpPr>
        <p:spPr>
          <a:xfrm>
            <a:off x="212778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92" name="Google Shape;4192;p153"/>
          <p:cNvSpPr txBox="1">
            <a:spLocks noGrp="1"/>
          </p:cNvSpPr>
          <p:nvPr>
            <p:ph type="ctrTitle" idx="7"/>
          </p:nvPr>
        </p:nvSpPr>
        <p:spPr>
          <a:xfrm>
            <a:off x="212778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193" name="Google Shape;4193;p153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94" name="Google Shape;4194;p153"/>
          <p:cNvSpPr txBox="1">
            <a:spLocks noGrp="1"/>
          </p:cNvSpPr>
          <p:nvPr>
            <p:ph type="ctrTitle" idx="9"/>
          </p:nvPr>
        </p:nvSpPr>
        <p:spPr>
          <a:xfrm>
            <a:off x="607599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195" name="Google Shape;4195;p153"/>
          <p:cNvSpPr txBox="1">
            <a:spLocks noGrp="1"/>
          </p:cNvSpPr>
          <p:nvPr>
            <p:ph type="subTitle" idx="13"/>
          </p:nvPr>
        </p:nvSpPr>
        <p:spPr>
          <a:xfrm>
            <a:off x="607599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CUSTOM_21">
    <p:spTree>
      <p:nvGrpSpPr>
        <p:cNvPr id="1" name="Shape 4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7" name="Google Shape;4197;p154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198" name="Google Shape;4198;p15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15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15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15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15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15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15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15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15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15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15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15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15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15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15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15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15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15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15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17" name="Google Shape;4217;p154"/>
          <p:cNvSpPr txBox="1">
            <a:spLocks noGrp="1"/>
          </p:cNvSpPr>
          <p:nvPr>
            <p:ph type="title" hasCustomPrompt="1"/>
          </p:nvPr>
        </p:nvSpPr>
        <p:spPr>
          <a:xfrm>
            <a:off x="715349" y="1829975"/>
            <a:ext cx="52644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18" name="Google Shape;4218;p154"/>
          <p:cNvSpPr txBox="1">
            <a:spLocks noGrp="1"/>
          </p:cNvSpPr>
          <p:nvPr>
            <p:ph type="body" idx="1"/>
          </p:nvPr>
        </p:nvSpPr>
        <p:spPr>
          <a:xfrm>
            <a:off x="715350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_33">
    <p:spTree>
      <p:nvGrpSpPr>
        <p:cNvPr id="1" name="Shape 4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0" name="Google Shape;4220;p15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221" name="Google Shape;4221;p15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15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15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15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15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15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15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15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15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15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15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15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15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15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15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15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15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15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15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40" name="Google Shape;4240;p155"/>
          <p:cNvSpPr txBox="1">
            <a:spLocks noGrp="1"/>
          </p:cNvSpPr>
          <p:nvPr>
            <p:ph type="title" hasCustomPrompt="1"/>
          </p:nvPr>
        </p:nvSpPr>
        <p:spPr>
          <a:xfrm>
            <a:off x="3772625" y="1829975"/>
            <a:ext cx="45693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41" name="Google Shape;4241;p155"/>
          <p:cNvSpPr txBox="1">
            <a:spLocks noGrp="1"/>
          </p:cNvSpPr>
          <p:nvPr>
            <p:ph type="body" idx="1"/>
          </p:nvPr>
        </p:nvSpPr>
        <p:spPr>
          <a:xfrm>
            <a:off x="3772649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2">
    <p:spTree>
      <p:nvGrpSpPr>
        <p:cNvPr id="1" name="Shape 4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3" name="Google Shape;4243;p156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4244" name="Google Shape;4244;p156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45" name="Google Shape;4245;p15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246" name="Google Shape;4246;p156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4247" name="Google Shape;4247;p15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8" name="Google Shape;4248;p15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9" name="Google Shape;4249;p15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0" name="Google Shape;4250;p15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1" name="Google Shape;4251;p15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15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15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4" name="Google Shape;4254;p15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5" name="Google Shape;4255;p15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15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7" name="Google Shape;4257;p15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8" name="Google Shape;4258;p15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15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0" name="Google Shape;4260;p15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1" name="Google Shape;4261;p15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62" name="Google Shape;4262;p156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4263" name="Google Shape;4263;p15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4" name="Google Shape;4264;p15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15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4266;p15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7" name="Google Shape;4267;p15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8" name="Google Shape;4268;p15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9" name="Google Shape;4269;p15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0" name="Google Shape;4270;p15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15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15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15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15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5" name="Google Shape;4275;p15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6" name="Google Shape;4276;p15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15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278" name="Google Shape;4278;p156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79" name="Google Shape;4279;p156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0" name="Google Shape;4280;p156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1" name="Google Shape;4281;p156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2" name="Google Shape;4282;p156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3" name="Google Shape;4283;p15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284" name="Google Shape;4284;p156"/>
          <p:cNvSpPr txBox="1">
            <a:spLocks noGrp="1"/>
          </p:cNvSpPr>
          <p:nvPr>
            <p:ph type="title" hasCustomPrompt="1"/>
          </p:nvPr>
        </p:nvSpPr>
        <p:spPr>
          <a:xfrm>
            <a:off x="720000" y="1143700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85" name="Google Shape;4285;p156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86" name="Google Shape;4286;p156"/>
          <p:cNvSpPr txBox="1">
            <a:spLocks noGrp="1"/>
          </p:cNvSpPr>
          <p:nvPr>
            <p:ph type="title" idx="3" hasCustomPrompt="1"/>
          </p:nvPr>
        </p:nvSpPr>
        <p:spPr>
          <a:xfrm>
            <a:off x="5094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87" name="Google Shape;4287;p156"/>
          <p:cNvSpPr txBox="1">
            <a:spLocks noGrp="1"/>
          </p:cNvSpPr>
          <p:nvPr>
            <p:ph type="subTitle" idx="1"/>
          </p:nvPr>
        </p:nvSpPr>
        <p:spPr>
          <a:xfrm>
            <a:off x="915300" y="1964863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88" name="Google Shape;4288;p156"/>
          <p:cNvSpPr txBox="1">
            <a:spLocks noGrp="1"/>
          </p:cNvSpPr>
          <p:nvPr>
            <p:ph type="subTitle" idx="4"/>
          </p:nvPr>
        </p:nvSpPr>
        <p:spPr>
          <a:xfrm>
            <a:off x="915300" y="3754738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89" name="Google Shape;4289;p156"/>
          <p:cNvSpPr txBox="1">
            <a:spLocks noGrp="1"/>
          </p:cNvSpPr>
          <p:nvPr>
            <p:ph type="subTitle" idx="5"/>
          </p:nvPr>
        </p:nvSpPr>
        <p:spPr>
          <a:xfrm>
            <a:off x="5192850" y="3754772"/>
            <a:ext cx="31323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3">
    <p:spTree>
      <p:nvGrpSpPr>
        <p:cNvPr id="1" name="Shape 4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1" name="Google Shape;4291;p157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292" name="Google Shape;4292;p15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15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15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15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15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15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15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15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15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15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15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15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15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15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15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15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15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15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15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11" name="Google Shape;4311;p157"/>
          <p:cNvSpPr txBox="1">
            <a:spLocks noGrp="1"/>
          </p:cNvSpPr>
          <p:nvPr>
            <p:ph type="title" hasCustomPrompt="1"/>
          </p:nvPr>
        </p:nvSpPr>
        <p:spPr>
          <a:xfrm>
            <a:off x="3285938" y="11437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12" name="Google Shape;4312;p157"/>
          <p:cNvSpPr txBox="1">
            <a:spLocks noGrp="1"/>
          </p:cNvSpPr>
          <p:nvPr>
            <p:ph type="subTitle" idx="1"/>
          </p:nvPr>
        </p:nvSpPr>
        <p:spPr>
          <a:xfrm>
            <a:off x="3285938" y="1964876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13" name="Google Shape;4313;p157"/>
          <p:cNvSpPr txBox="1">
            <a:spLocks noGrp="1"/>
          </p:cNvSpPr>
          <p:nvPr>
            <p:ph type="title" idx="2" hasCustomPrompt="1"/>
          </p:nvPr>
        </p:nvSpPr>
        <p:spPr>
          <a:xfrm>
            <a:off x="3285938" y="29701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14" name="Google Shape;4314;p157"/>
          <p:cNvSpPr txBox="1">
            <a:spLocks noGrp="1"/>
          </p:cNvSpPr>
          <p:nvPr>
            <p:ph type="subTitle" idx="3"/>
          </p:nvPr>
        </p:nvSpPr>
        <p:spPr>
          <a:xfrm>
            <a:off x="3285938" y="3791277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15" name="Google Shape;4315;p157"/>
          <p:cNvSpPr txBox="1">
            <a:spLocks noGrp="1"/>
          </p:cNvSpPr>
          <p:nvPr>
            <p:ph type="title" idx="4" hasCustomPrompt="1"/>
          </p:nvPr>
        </p:nvSpPr>
        <p:spPr>
          <a:xfrm>
            <a:off x="6030113" y="11563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16" name="Google Shape;4316;p157"/>
          <p:cNvSpPr txBox="1">
            <a:spLocks noGrp="1"/>
          </p:cNvSpPr>
          <p:nvPr>
            <p:ph type="subTitle" idx="5"/>
          </p:nvPr>
        </p:nvSpPr>
        <p:spPr>
          <a:xfrm>
            <a:off x="6030113" y="19775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17" name="Google Shape;4317;p157"/>
          <p:cNvSpPr txBox="1">
            <a:spLocks noGrp="1"/>
          </p:cNvSpPr>
          <p:nvPr>
            <p:ph type="title" idx="6" hasCustomPrompt="1"/>
          </p:nvPr>
        </p:nvSpPr>
        <p:spPr>
          <a:xfrm>
            <a:off x="6030113" y="29827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18" name="Google Shape;4318;p157"/>
          <p:cNvSpPr txBox="1">
            <a:spLocks noGrp="1"/>
          </p:cNvSpPr>
          <p:nvPr>
            <p:ph type="subTitle" idx="7"/>
          </p:nvPr>
        </p:nvSpPr>
        <p:spPr>
          <a:xfrm>
            <a:off x="6030113" y="38039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5">
    <p:spTree>
      <p:nvGrpSpPr>
        <p:cNvPr id="1" name="Shape 4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0" name="Google Shape;4320;p158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4321" name="Google Shape;4321;p158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22" name="Google Shape;4322;p15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323" name="Google Shape;4323;p158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4324" name="Google Shape;4324;p15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15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15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15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15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15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15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15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15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15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15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15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15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15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15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9" name="Google Shape;4339;p158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4340" name="Google Shape;4340;p15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15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15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15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15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15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15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7" name="Google Shape;4347;p15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15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15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15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15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15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15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4" name="Google Shape;4354;p15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355" name="Google Shape;4355;p158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56" name="Google Shape;4356;p158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57" name="Google Shape;4357;p158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58" name="Google Shape;4358;p158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59" name="Google Shape;4359;p158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60" name="Google Shape;4360;p15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361" name="Google Shape;4361;p158"/>
          <p:cNvSpPr txBox="1">
            <a:spLocks noGrp="1"/>
          </p:cNvSpPr>
          <p:nvPr>
            <p:ph type="subTitle" idx="1"/>
          </p:nvPr>
        </p:nvSpPr>
        <p:spPr>
          <a:xfrm>
            <a:off x="720000" y="2532242"/>
            <a:ext cx="23004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62" name="Google Shape;4362;p158"/>
          <p:cNvSpPr txBox="1">
            <a:spLocks noGrp="1"/>
          </p:cNvSpPr>
          <p:nvPr>
            <p:ph type="title"/>
          </p:nvPr>
        </p:nvSpPr>
        <p:spPr>
          <a:xfrm>
            <a:off x="720000" y="1452200"/>
            <a:ext cx="1554900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6">
    <p:spTree>
      <p:nvGrpSpPr>
        <p:cNvPr id="1" name="Shape 4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4" name="Google Shape;4364;p159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4365" name="Google Shape;4365;p159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66" name="Google Shape;4366;p159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367" name="Google Shape;4367;p159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4368" name="Google Shape;4368;p159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159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159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159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159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159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159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159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159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159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8" name="Google Shape;4378;p159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159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0" name="Google Shape;4380;p159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1" name="Google Shape;4381;p159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159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83" name="Google Shape;4383;p159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4384" name="Google Shape;4384;p159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159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159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159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159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9" name="Google Shape;4389;p159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0" name="Google Shape;4390;p159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159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2" name="Google Shape;4392;p159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3" name="Google Shape;4393;p159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159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5" name="Google Shape;4395;p159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6" name="Google Shape;4396;p159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159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8" name="Google Shape;4398;p159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399" name="Google Shape;4399;p159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0" name="Google Shape;4400;p159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1" name="Google Shape;4401;p159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2" name="Google Shape;4402;p159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3" name="Google Shape;4403;p159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4" name="Google Shape;4404;p159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405" name="Google Shape;4405;p159"/>
          <p:cNvSpPr txBox="1">
            <a:spLocks noGrp="1"/>
          </p:cNvSpPr>
          <p:nvPr>
            <p:ph type="subTitle" idx="1"/>
          </p:nvPr>
        </p:nvSpPr>
        <p:spPr>
          <a:xfrm>
            <a:off x="6302975" y="2571750"/>
            <a:ext cx="21213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06" name="Google Shape;4406;p159"/>
          <p:cNvSpPr txBox="1">
            <a:spLocks noGrp="1"/>
          </p:cNvSpPr>
          <p:nvPr>
            <p:ph type="title"/>
          </p:nvPr>
        </p:nvSpPr>
        <p:spPr>
          <a:xfrm>
            <a:off x="6682500" y="1452213"/>
            <a:ext cx="1741500" cy="9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30">
    <p:spTree>
      <p:nvGrpSpPr>
        <p:cNvPr id="1" name="Shape 4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8" name="Google Shape;4408;p160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409" name="Google Shape;4409;p16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16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16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16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16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16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16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16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16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16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16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16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16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16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16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16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16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16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16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16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16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16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31" name="Google Shape;4431;p16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432" name="Google Shape;4432;p160"/>
          <p:cNvSpPr txBox="1">
            <a:spLocks noGrp="1"/>
          </p:cNvSpPr>
          <p:nvPr>
            <p:ph type="body" idx="1"/>
          </p:nvPr>
        </p:nvSpPr>
        <p:spPr>
          <a:xfrm>
            <a:off x="720000" y="1246924"/>
            <a:ext cx="7704000" cy="3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9">
    <p:spTree>
      <p:nvGrpSpPr>
        <p:cNvPr id="1" name="Shape 4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4" name="Google Shape;4434;p16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435" name="Google Shape;4435;p16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16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16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16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16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16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16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16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16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16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16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16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16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16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16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16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16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16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16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454" name="Google Shape;4454;p161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55" name="Google Shape;4455;p161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6" name="Google Shape;4456;p161"/>
          <p:cNvSpPr txBox="1">
            <a:spLocks noGrp="1"/>
          </p:cNvSpPr>
          <p:nvPr>
            <p:ph type="ctrTitle"/>
          </p:nvPr>
        </p:nvSpPr>
        <p:spPr>
          <a:xfrm>
            <a:off x="2351875" y="540000"/>
            <a:ext cx="4440300" cy="92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457" name="Google Shape;4457;p161"/>
          <p:cNvSpPr txBox="1"/>
          <p:nvPr/>
        </p:nvSpPr>
        <p:spPr>
          <a:xfrm>
            <a:off x="2422213" y="3592175"/>
            <a:ext cx="42996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CREDITS: This presentation template was created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Slideshow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, including icons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 and infographics &amp; images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458" name="Google Shape;4458;p161"/>
          <p:cNvSpPr txBox="1">
            <a:spLocks noGrp="1"/>
          </p:cNvSpPr>
          <p:nvPr>
            <p:ph type="subTitle" idx="1"/>
          </p:nvPr>
        </p:nvSpPr>
        <p:spPr>
          <a:xfrm>
            <a:off x="2955600" y="2255325"/>
            <a:ext cx="3232800" cy="13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4459" name="Google Shape;4459;p161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4460" name="Google Shape;4460;p161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161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161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161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161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161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161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161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161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161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161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5">
    <p:spTree>
      <p:nvGrpSpPr>
        <p:cNvPr id="1" name="Shape 4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2" name="Google Shape;4472;p162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4473" name="Google Shape;4473;p162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74" name="Google Shape;4474;p162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475" name="Google Shape;4475;p162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4476" name="Google Shape;4476;p162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162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8" name="Google Shape;4478;p162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9" name="Google Shape;4479;p162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0" name="Google Shape;4480;p162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1" name="Google Shape;4481;p162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2" name="Google Shape;4482;p162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3" name="Google Shape;4483;p162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4" name="Google Shape;4484;p162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5" name="Google Shape;4485;p162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6" name="Google Shape;4486;p162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7" name="Google Shape;4487;p162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8" name="Google Shape;4488;p162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9" name="Google Shape;4489;p162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0" name="Google Shape;4490;p162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91" name="Google Shape;4491;p162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4492" name="Google Shape;4492;p162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3" name="Google Shape;4493;p162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4" name="Google Shape;4494;p162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5" name="Google Shape;4495;p162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6" name="Google Shape;4496;p162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7" name="Google Shape;4497;p162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8" name="Google Shape;4498;p162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9" name="Google Shape;4499;p162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0" name="Google Shape;4500;p162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1" name="Google Shape;4501;p162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2" name="Google Shape;4502;p162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3" name="Google Shape;4503;p162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4" name="Google Shape;4504;p162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5" name="Google Shape;4505;p162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6" name="Google Shape;4506;p162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507" name="Google Shape;4507;p162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08" name="Google Shape;4508;p162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09" name="Google Shape;4509;p162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10" name="Google Shape;4510;p162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11" name="Google Shape;4511;p162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12" name="Google Shape;4512;p162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6">
    <p:spTree>
      <p:nvGrpSpPr>
        <p:cNvPr id="1" name="Shape 4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4" name="Google Shape;4514;p16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515" name="Google Shape;4515;p16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16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16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16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16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16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16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16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16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16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16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16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16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16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16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16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16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16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16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34" name="Google Shape;4534;p163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35" name="Google Shape;4535;p163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36" name="Google Shape;4536;p163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4537" name="Google Shape;4537;p163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163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163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163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163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163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163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163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163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163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163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7">
    <p:spTree>
      <p:nvGrpSpPr>
        <p:cNvPr id="1" name="Shape 4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9" name="Google Shape;4549;p164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550" name="Google Shape;4550;p16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16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16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16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16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16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16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16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16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16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16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16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16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16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16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16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16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16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16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16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16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16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8">
    <p:spTree>
      <p:nvGrpSpPr>
        <p:cNvPr id="1" name="Shape 4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3" name="Google Shape;4573;p16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574" name="Google Shape;4574;p16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16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16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16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16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16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16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16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16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16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16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16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16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16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16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16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16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16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16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16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16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16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6" name="Google Shape;4596;p165"/>
          <p:cNvGrpSpPr/>
          <p:nvPr/>
        </p:nvGrpSpPr>
        <p:grpSpPr>
          <a:xfrm>
            <a:off x="2995920" y="1056023"/>
            <a:ext cx="3152176" cy="3031462"/>
            <a:chOff x="1857000" y="3245400"/>
            <a:chExt cx="1233825" cy="1186575"/>
          </a:xfrm>
        </p:grpSpPr>
        <p:sp>
          <p:nvSpPr>
            <p:cNvPr id="4597" name="Google Shape;4597;p165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165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165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165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165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165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39">
    <p:spTree>
      <p:nvGrpSpPr>
        <p:cNvPr id="1" name="Shape 4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4" name="Google Shape;4604;p166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605" name="Google Shape;4605;p16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16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16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16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16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16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16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16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16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16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16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16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16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16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16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16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16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16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16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16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16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16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27" name="Google Shape;4627;p166"/>
          <p:cNvGrpSpPr/>
          <p:nvPr/>
        </p:nvGrpSpPr>
        <p:grpSpPr>
          <a:xfrm>
            <a:off x="262" y="2729663"/>
            <a:ext cx="2995174" cy="2414033"/>
            <a:chOff x="6562292" y="3785209"/>
            <a:chExt cx="1875030" cy="1511226"/>
          </a:xfrm>
        </p:grpSpPr>
        <p:grpSp>
          <p:nvGrpSpPr>
            <p:cNvPr id="4628" name="Google Shape;4628;p166"/>
            <p:cNvGrpSpPr/>
            <p:nvPr/>
          </p:nvGrpSpPr>
          <p:grpSpPr>
            <a:xfrm>
              <a:off x="7717466" y="3785209"/>
              <a:ext cx="719856" cy="680112"/>
              <a:chOff x="7717200" y="3905550"/>
              <a:chExt cx="592377" cy="559671"/>
            </a:xfrm>
          </p:grpSpPr>
          <p:sp>
            <p:nvSpPr>
              <p:cNvPr id="4629" name="Google Shape;4629;p166"/>
              <p:cNvSpPr/>
              <p:nvPr/>
            </p:nvSpPr>
            <p:spPr>
              <a:xfrm>
                <a:off x="7724869" y="3917054"/>
                <a:ext cx="581268" cy="532152"/>
              </a:xfrm>
              <a:custGeom>
                <a:avLst/>
                <a:gdLst/>
                <a:ahLst/>
                <a:cxnLst/>
                <a:rect l="l" t="t" r="r" b="b"/>
                <a:pathLst>
                  <a:path w="10308" h="9437" extrusionOk="0">
                    <a:moveTo>
                      <a:pt x="10129" y="1"/>
                    </a:moveTo>
                    <a:cubicBezTo>
                      <a:pt x="9518" y="1"/>
                      <a:pt x="4203" y="2425"/>
                      <a:pt x="3814" y="2672"/>
                    </a:cubicBezTo>
                    <a:cubicBezTo>
                      <a:pt x="3407" y="2932"/>
                      <a:pt x="0" y="4549"/>
                      <a:pt x="0" y="4684"/>
                    </a:cubicBezTo>
                    <a:cubicBezTo>
                      <a:pt x="0" y="4808"/>
                      <a:pt x="2382" y="5425"/>
                      <a:pt x="2382" y="5425"/>
                    </a:cubicBezTo>
                    <a:cubicBezTo>
                      <a:pt x="2382" y="5425"/>
                      <a:pt x="2456" y="6129"/>
                      <a:pt x="2580" y="6771"/>
                    </a:cubicBezTo>
                    <a:cubicBezTo>
                      <a:pt x="2703" y="7400"/>
                      <a:pt x="2963" y="8511"/>
                      <a:pt x="2963" y="8511"/>
                    </a:cubicBezTo>
                    <a:cubicBezTo>
                      <a:pt x="3308" y="8474"/>
                      <a:pt x="4901" y="7104"/>
                      <a:pt x="4901" y="7104"/>
                    </a:cubicBezTo>
                    <a:cubicBezTo>
                      <a:pt x="4901" y="7104"/>
                      <a:pt x="6308" y="9424"/>
                      <a:pt x="6542" y="9437"/>
                    </a:cubicBezTo>
                    <a:cubicBezTo>
                      <a:pt x="6543" y="9437"/>
                      <a:pt x="6543" y="9437"/>
                      <a:pt x="6543" y="9437"/>
                    </a:cubicBezTo>
                    <a:cubicBezTo>
                      <a:pt x="6786" y="9437"/>
                      <a:pt x="10307" y="265"/>
                      <a:pt x="10184" y="18"/>
                    </a:cubicBezTo>
                    <a:cubicBezTo>
                      <a:pt x="10177" y="6"/>
                      <a:pt x="10159" y="1"/>
                      <a:pt x="101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0" name="Google Shape;4630;p166"/>
              <p:cNvSpPr/>
              <p:nvPr/>
            </p:nvSpPr>
            <p:spPr>
              <a:xfrm>
                <a:off x="7717200" y="3905550"/>
                <a:ext cx="592377" cy="559671"/>
              </a:xfrm>
              <a:custGeom>
                <a:avLst/>
                <a:gdLst/>
                <a:ahLst/>
                <a:cxnLst/>
                <a:rect l="l" t="t" r="r" b="b"/>
                <a:pathLst>
                  <a:path w="10505" h="9925" extrusionOk="0">
                    <a:moveTo>
                      <a:pt x="9764" y="420"/>
                    </a:moveTo>
                    <a:cubicBezTo>
                      <a:pt x="9147" y="827"/>
                      <a:pt x="8518" y="1247"/>
                      <a:pt x="7913" y="1654"/>
                    </a:cubicBezTo>
                    <a:cubicBezTo>
                      <a:pt x="7715" y="1802"/>
                      <a:pt x="7505" y="1938"/>
                      <a:pt x="7283" y="2086"/>
                    </a:cubicBezTo>
                    <a:cubicBezTo>
                      <a:pt x="6111" y="2889"/>
                      <a:pt x="4728" y="3839"/>
                      <a:pt x="3382" y="4851"/>
                    </a:cubicBezTo>
                    <a:cubicBezTo>
                      <a:pt x="3148" y="5037"/>
                      <a:pt x="2926" y="5209"/>
                      <a:pt x="2728" y="5382"/>
                    </a:cubicBezTo>
                    <a:lnTo>
                      <a:pt x="2679" y="5419"/>
                    </a:lnTo>
                    <a:lnTo>
                      <a:pt x="2605" y="5493"/>
                    </a:lnTo>
                    <a:cubicBezTo>
                      <a:pt x="2506" y="5432"/>
                      <a:pt x="2407" y="5382"/>
                      <a:pt x="2296" y="5370"/>
                    </a:cubicBezTo>
                    <a:lnTo>
                      <a:pt x="2197" y="5345"/>
                    </a:lnTo>
                    <a:cubicBezTo>
                      <a:pt x="1963" y="5259"/>
                      <a:pt x="1728" y="5197"/>
                      <a:pt x="1482" y="5123"/>
                    </a:cubicBezTo>
                    <a:cubicBezTo>
                      <a:pt x="1087" y="5000"/>
                      <a:pt x="716" y="4913"/>
                      <a:pt x="358" y="4839"/>
                    </a:cubicBezTo>
                    <a:lnTo>
                      <a:pt x="371" y="4839"/>
                    </a:lnTo>
                    <a:lnTo>
                      <a:pt x="420" y="4802"/>
                    </a:lnTo>
                    <a:cubicBezTo>
                      <a:pt x="506" y="4740"/>
                      <a:pt x="605" y="4679"/>
                      <a:pt x="704" y="4629"/>
                    </a:cubicBezTo>
                    <a:cubicBezTo>
                      <a:pt x="815" y="4568"/>
                      <a:pt x="938" y="4518"/>
                      <a:pt x="1062" y="4456"/>
                    </a:cubicBezTo>
                    <a:lnTo>
                      <a:pt x="1210" y="4382"/>
                    </a:lnTo>
                    <a:cubicBezTo>
                      <a:pt x="1802" y="4098"/>
                      <a:pt x="2407" y="3790"/>
                      <a:pt x="3062" y="3457"/>
                    </a:cubicBezTo>
                    <a:cubicBezTo>
                      <a:pt x="3432" y="3259"/>
                      <a:pt x="3827" y="3062"/>
                      <a:pt x="4296" y="2827"/>
                    </a:cubicBezTo>
                    <a:cubicBezTo>
                      <a:pt x="5975" y="1988"/>
                      <a:pt x="7382" y="1309"/>
                      <a:pt x="8876" y="729"/>
                    </a:cubicBezTo>
                    <a:cubicBezTo>
                      <a:pt x="9159" y="605"/>
                      <a:pt x="9468" y="506"/>
                      <a:pt x="9764" y="420"/>
                    </a:cubicBezTo>
                    <a:close/>
                    <a:moveTo>
                      <a:pt x="9949" y="494"/>
                    </a:moveTo>
                    <a:lnTo>
                      <a:pt x="9949" y="494"/>
                    </a:lnTo>
                    <a:cubicBezTo>
                      <a:pt x="9814" y="630"/>
                      <a:pt x="9678" y="790"/>
                      <a:pt x="9542" y="938"/>
                    </a:cubicBezTo>
                    <a:cubicBezTo>
                      <a:pt x="9468" y="1037"/>
                      <a:pt x="9394" y="1124"/>
                      <a:pt x="9320" y="1198"/>
                    </a:cubicBezTo>
                    <a:cubicBezTo>
                      <a:pt x="8900" y="1654"/>
                      <a:pt x="8468" y="2111"/>
                      <a:pt x="8049" y="2568"/>
                    </a:cubicBezTo>
                    <a:cubicBezTo>
                      <a:pt x="7296" y="3358"/>
                      <a:pt x="6543" y="4148"/>
                      <a:pt x="5790" y="4938"/>
                    </a:cubicBezTo>
                    <a:lnTo>
                      <a:pt x="5283" y="5469"/>
                    </a:lnTo>
                    <a:lnTo>
                      <a:pt x="4913" y="5864"/>
                    </a:lnTo>
                    <a:cubicBezTo>
                      <a:pt x="4777" y="6012"/>
                      <a:pt x="4642" y="6160"/>
                      <a:pt x="4493" y="6308"/>
                    </a:cubicBezTo>
                    <a:lnTo>
                      <a:pt x="4469" y="6308"/>
                    </a:lnTo>
                    <a:cubicBezTo>
                      <a:pt x="4358" y="6370"/>
                      <a:pt x="4259" y="6456"/>
                      <a:pt x="4197" y="6567"/>
                    </a:cubicBezTo>
                    <a:cubicBezTo>
                      <a:pt x="4173" y="6580"/>
                      <a:pt x="4160" y="6604"/>
                      <a:pt x="4148" y="6617"/>
                    </a:cubicBezTo>
                    <a:cubicBezTo>
                      <a:pt x="4061" y="6740"/>
                      <a:pt x="3987" y="6863"/>
                      <a:pt x="3913" y="6987"/>
                    </a:cubicBezTo>
                    <a:lnTo>
                      <a:pt x="3864" y="7086"/>
                    </a:lnTo>
                    <a:cubicBezTo>
                      <a:pt x="3790" y="7209"/>
                      <a:pt x="3716" y="7320"/>
                      <a:pt x="3642" y="7431"/>
                    </a:cubicBezTo>
                    <a:cubicBezTo>
                      <a:pt x="3580" y="7555"/>
                      <a:pt x="3518" y="7641"/>
                      <a:pt x="3444" y="7752"/>
                    </a:cubicBezTo>
                    <a:lnTo>
                      <a:pt x="3173" y="8221"/>
                    </a:lnTo>
                    <a:lnTo>
                      <a:pt x="3123" y="8295"/>
                    </a:lnTo>
                    <a:cubicBezTo>
                      <a:pt x="3025" y="7876"/>
                      <a:pt x="2950" y="7444"/>
                      <a:pt x="2889" y="7024"/>
                    </a:cubicBezTo>
                    <a:cubicBezTo>
                      <a:pt x="2827" y="6592"/>
                      <a:pt x="2765" y="6148"/>
                      <a:pt x="2654" y="5728"/>
                    </a:cubicBezTo>
                    <a:cubicBezTo>
                      <a:pt x="2679" y="5678"/>
                      <a:pt x="2691" y="5629"/>
                      <a:pt x="2679" y="5580"/>
                    </a:cubicBezTo>
                    <a:cubicBezTo>
                      <a:pt x="2827" y="5456"/>
                      <a:pt x="2975" y="5333"/>
                      <a:pt x="3136" y="5222"/>
                    </a:cubicBezTo>
                    <a:cubicBezTo>
                      <a:pt x="3210" y="5172"/>
                      <a:pt x="3284" y="5123"/>
                      <a:pt x="3358" y="5074"/>
                    </a:cubicBezTo>
                    <a:cubicBezTo>
                      <a:pt x="3950" y="4629"/>
                      <a:pt x="4568" y="4197"/>
                      <a:pt x="5098" y="3815"/>
                    </a:cubicBezTo>
                    <a:cubicBezTo>
                      <a:pt x="6333" y="2950"/>
                      <a:pt x="7666" y="2025"/>
                      <a:pt x="9024" y="1111"/>
                    </a:cubicBezTo>
                    <a:lnTo>
                      <a:pt x="9196" y="988"/>
                    </a:lnTo>
                    <a:cubicBezTo>
                      <a:pt x="9443" y="827"/>
                      <a:pt x="9703" y="654"/>
                      <a:pt x="9949" y="494"/>
                    </a:cubicBezTo>
                    <a:close/>
                    <a:moveTo>
                      <a:pt x="4530" y="6530"/>
                    </a:moveTo>
                    <a:cubicBezTo>
                      <a:pt x="4555" y="6555"/>
                      <a:pt x="4580" y="6580"/>
                      <a:pt x="4592" y="6617"/>
                    </a:cubicBezTo>
                    <a:lnTo>
                      <a:pt x="4617" y="6641"/>
                    </a:lnTo>
                    <a:cubicBezTo>
                      <a:pt x="4679" y="6777"/>
                      <a:pt x="4753" y="6901"/>
                      <a:pt x="4802" y="7036"/>
                    </a:cubicBezTo>
                    <a:lnTo>
                      <a:pt x="4839" y="7110"/>
                    </a:lnTo>
                    <a:cubicBezTo>
                      <a:pt x="4864" y="7160"/>
                      <a:pt x="4888" y="7221"/>
                      <a:pt x="4925" y="7283"/>
                    </a:cubicBezTo>
                    <a:cubicBezTo>
                      <a:pt x="4802" y="7345"/>
                      <a:pt x="4691" y="7419"/>
                      <a:pt x="4580" y="7505"/>
                    </a:cubicBezTo>
                    <a:cubicBezTo>
                      <a:pt x="4555" y="7530"/>
                      <a:pt x="4530" y="7542"/>
                      <a:pt x="4493" y="7567"/>
                    </a:cubicBezTo>
                    <a:cubicBezTo>
                      <a:pt x="4333" y="7691"/>
                      <a:pt x="4160" y="7826"/>
                      <a:pt x="4000" y="7950"/>
                    </a:cubicBezTo>
                    <a:cubicBezTo>
                      <a:pt x="3901" y="8024"/>
                      <a:pt x="3815" y="8098"/>
                      <a:pt x="3728" y="8172"/>
                    </a:cubicBezTo>
                    <a:lnTo>
                      <a:pt x="3580" y="8308"/>
                    </a:lnTo>
                    <a:lnTo>
                      <a:pt x="3518" y="8357"/>
                    </a:lnTo>
                    <a:cubicBezTo>
                      <a:pt x="3457" y="8406"/>
                      <a:pt x="3395" y="8456"/>
                      <a:pt x="3321" y="8505"/>
                    </a:cubicBezTo>
                    <a:cubicBezTo>
                      <a:pt x="3407" y="8382"/>
                      <a:pt x="3481" y="8258"/>
                      <a:pt x="3555" y="8135"/>
                    </a:cubicBezTo>
                    <a:cubicBezTo>
                      <a:pt x="3703" y="7876"/>
                      <a:pt x="3864" y="7629"/>
                      <a:pt x="4000" y="7370"/>
                    </a:cubicBezTo>
                    <a:cubicBezTo>
                      <a:pt x="4049" y="7296"/>
                      <a:pt x="4086" y="7209"/>
                      <a:pt x="4135" y="7123"/>
                    </a:cubicBezTo>
                    <a:cubicBezTo>
                      <a:pt x="4222" y="6925"/>
                      <a:pt x="4333" y="6752"/>
                      <a:pt x="4469" y="6592"/>
                    </a:cubicBezTo>
                    <a:cubicBezTo>
                      <a:pt x="4493" y="6567"/>
                      <a:pt x="4506" y="6543"/>
                      <a:pt x="4530" y="6530"/>
                    </a:cubicBezTo>
                    <a:close/>
                    <a:moveTo>
                      <a:pt x="9912" y="877"/>
                    </a:moveTo>
                    <a:lnTo>
                      <a:pt x="9912" y="877"/>
                    </a:lnTo>
                    <a:cubicBezTo>
                      <a:pt x="9826" y="1087"/>
                      <a:pt x="9752" y="1296"/>
                      <a:pt x="9690" y="1469"/>
                    </a:cubicBezTo>
                    <a:cubicBezTo>
                      <a:pt x="9431" y="2222"/>
                      <a:pt x="9147" y="2963"/>
                      <a:pt x="8876" y="3654"/>
                    </a:cubicBezTo>
                    <a:cubicBezTo>
                      <a:pt x="8567" y="4444"/>
                      <a:pt x="8258" y="5246"/>
                      <a:pt x="7950" y="6049"/>
                    </a:cubicBezTo>
                    <a:cubicBezTo>
                      <a:pt x="7654" y="6802"/>
                      <a:pt x="7357" y="7567"/>
                      <a:pt x="7073" y="8320"/>
                    </a:cubicBezTo>
                    <a:cubicBezTo>
                      <a:pt x="7012" y="8456"/>
                      <a:pt x="6962" y="8604"/>
                      <a:pt x="6913" y="8740"/>
                    </a:cubicBezTo>
                    <a:cubicBezTo>
                      <a:pt x="6839" y="8962"/>
                      <a:pt x="6752" y="9196"/>
                      <a:pt x="6666" y="9406"/>
                    </a:cubicBezTo>
                    <a:cubicBezTo>
                      <a:pt x="6580" y="9258"/>
                      <a:pt x="6506" y="9110"/>
                      <a:pt x="6407" y="8974"/>
                    </a:cubicBezTo>
                    <a:lnTo>
                      <a:pt x="6333" y="8863"/>
                    </a:lnTo>
                    <a:lnTo>
                      <a:pt x="6197" y="8666"/>
                    </a:lnTo>
                    <a:cubicBezTo>
                      <a:pt x="6073" y="8468"/>
                      <a:pt x="5938" y="8258"/>
                      <a:pt x="5814" y="8061"/>
                    </a:cubicBezTo>
                    <a:cubicBezTo>
                      <a:pt x="5580" y="7715"/>
                      <a:pt x="5345" y="7345"/>
                      <a:pt x="5086" y="6851"/>
                    </a:cubicBezTo>
                    <a:lnTo>
                      <a:pt x="5061" y="6814"/>
                    </a:lnTo>
                    <a:cubicBezTo>
                      <a:pt x="4975" y="6666"/>
                      <a:pt x="4839" y="6407"/>
                      <a:pt x="4654" y="6333"/>
                    </a:cubicBezTo>
                    <a:cubicBezTo>
                      <a:pt x="5197" y="5839"/>
                      <a:pt x="5703" y="5308"/>
                      <a:pt x="6197" y="4790"/>
                    </a:cubicBezTo>
                    <a:cubicBezTo>
                      <a:pt x="6320" y="4654"/>
                      <a:pt x="6444" y="4530"/>
                      <a:pt x="6567" y="4395"/>
                    </a:cubicBezTo>
                    <a:cubicBezTo>
                      <a:pt x="7394" y="3531"/>
                      <a:pt x="8382" y="2494"/>
                      <a:pt x="9345" y="1469"/>
                    </a:cubicBezTo>
                    <a:cubicBezTo>
                      <a:pt x="9419" y="1383"/>
                      <a:pt x="9493" y="1309"/>
                      <a:pt x="9579" y="1222"/>
                    </a:cubicBezTo>
                    <a:cubicBezTo>
                      <a:pt x="9690" y="1111"/>
                      <a:pt x="9801" y="1000"/>
                      <a:pt x="9912" y="877"/>
                    </a:cubicBezTo>
                    <a:close/>
                    <a:moveTo>
                      <a:pt x="10172" y="0"/>
                    </a:moveTo>
                    <a:cubicBezTo>
                      <a:pt x="10085" y="0"/>
                      <a:pt x="10011" y="13"/>
                      <a:pt x="9937" y="25"/>
                    </a:cubicBezTo>
                    <a:cubicBezTo>
                      <a:pt x="9653" y="99"/>
                      <a:pt x="9369" y="185"/>
                      <a:pt x="9098" y="297"/>
                    </a:cubicBezTo>
                    <a:cubicBezTo>
                      <a:pt x="8258" y="605"/>
                      <a:pt x="7444" y="988"/>
                      <a:pt x="6691" y="1346"/>
                    </a:cubicBezTo>
                    <a:cubicBezTo>
                      <a:pt x="5506" y="1914"/>
                      <a:pt x="4271" y="2543"/>
                      <a:pt x="2913" y="3247"/>
                    </a:cubicBezTo>
                    <a:cubicBezTo>
                      <a:pt x="2407" y="3518"/>
                      <a:pt x="1889" y="3777"/>
                      <a:pt x="1370" y="4024"/>
                    </a:cubicBezTo>
                    <a:lnTo>
                      <a:pt x="667" y="4382"/>
                    </a:lnTo>
                    <a:cubicBezTo>
                      <a:pt x="482" y="4469"/>
                      <a:pt x="309" y="4568"/>
                      <a:pt x="161" y="4703"/>
                    </a:cubicBezTo>
                    <a:cubicBezTo>
                      <a:pt x="136" y="4728"/>
                      <a:pt x="111" y="4765"/>
                      <a:pt x="99" y="4802"/>
                    </a:cubicBezTo>
                    <a:cubicBezTo>
                      <a:pt x="50" y="4814"/>
                      <a:pt x="25" y="4851"/>
                      <a:pt x="13" y="4888"/>
                    </a:cubicBezTo>
                    <a:cubicBezTo>
                      <a:pt x="0" y="4938"/>
                      <a:pt x="25" y="4975"/>
                      <a:pt x="62" y="5000"/>
                    </a:cubicBezTo>
                    <a:cubicBezTo>
                      <a:pt x="482" y="5172"/>
                      <a:pt x="914" y="5333"/>
                      <a:pt x="1346" y="5456"/>
                    </a:cubicBezTo>
                    <a:cubicBezTo>
                      <a:pt x="1593" y="5530"/>
                      <a:pt x="1827" y="5617"/>
                      <a:pt x="2074" y="5691"/>
                    </a:cubicBezTo>
                    <a:cubicBezTo>
                      <a:pt x="2160" y="5715"/>
                      <a:pt x="2235" y="5740"/>
                      <a:pt x="2321" y="5765"/>
                    </a:cubicBezTo>
                    <a:lnTo>
                      <a:pt x="2395" y="5790"/>
                    </a:lnTo>
                    <a:lnTo>
                      <a:pt x="2407" y="5802"/>
                    </a:lnTo>
                    <a:cubicBezTo>
                      <a:pt x="2432" y="5814"/>
                      <a:pt x="2444" y="5827"/>
                      <a:pt x="2469" y="5827"/>
                    </a:cubicBezTo>
                    <a:cubicBezTo>
                      <a:pt x="2494" y="6061"/>
                      <a:pt x="2518" y="6283"/>
                      <a:pt x="2543" y="6518"/>
                    </a:cubicBezTo>
                    <a:cubicBezTo>
                      <a:pt x="2617" y="7246"/>
                      <a:pt x="2691" y="7999"/>
                      <a:pt x="2950" y="8690"/>
                    </a:cubicBezTo>
                    <a:lnTo>
                      <a:pt x="2950" y="8703"/>
                    </a:lnTo>
                    <a:cubicBezTo>
                      <a:pt x="2950" y="8740"/>
                      <a:pt x="2963" y="8764"/>
                      <a:pt x="2987" y="8789"/>
                    </a:cubicBezTo>
                    <a:cubicBezTo>
                      <a:pt x="3012" y="8838"/>
                      <a:pt x="3062" y="8876"/>
                      <a:pt x="3111" y="8876"/>
                    </a:cubicBezTo>
                    <a:lnTo>
                      <a:pt x="3148" y="8876"/>
                    </a:lnTo>
                    <a:cubicBezTo>
                      <a:pt x="3457" y="8764"/>
                      <a:pt x="3728" y="8604"/>
                      <a:pt x="3975" y="8382"/>
                    </a:cubicBezTo>
                    <a:cubicBezTo>
                      <a:pt x="4012" y="8345"/>
                      <a:pt x="4061" y="8308"/>
                      <a:pt x="4111" y="8271"/>
                    </a:cubicBezTo>
                    <a:cubicBezTo>
                      <a:pt x="4222" y="8184"/>
                      <a:pt x="4333" y="8098"/>
                      <a:pt x="4444" y="8024"/>
                    </a:cubicBezTo>
                    <a:lnTo>
                      <a:pt x="4617" y="7900"/>
                    </a:lnTo>
                    <a:lnTo>
                      <a:pt x="4765" y="7789"/>
                    </a:lnTo>
                    <a:cubicBezTo>
                      <a:pt x="4864" y="7728"/>
                      <a:pt x="4963" y="7653"/>
                      <a:pt x="5049" y="7579"/>
                    </a:cubicBezTo>
                    <a:cubicBezTo>
                      <a:pt x="5160" y="7777"/>
                      <a:pt x="5296" y="7999"/>
                      <a:pt x="5444" y="8258"/>
                    </a:cubicBezTo>
                    <a:cubicBezTo>
                      <a:pt x="5617" y="8530"/>
                      <a:pt x="5790" y="8814"/>
                      <a:pt x="5950" y="9061"/>
                    </a:cubicBezTo>
                    <a:cubicBezTo>
                      <a:pt x="6012" y="9147"/>
                      <a:pt x="6061" y="9246"/>
                      <a:pt x="6123" y="9345"/>
                    </a:cubicBezTo>
                    <a:cubicBezTo>
                      <a:pt x="6222" y="9530"/>
                      <a:pt x="6345" y="9703"/>
                      <a:pt x="6468" y="9875"/>
                    </a:cubicBezTo>
                    <a:cubicBezTo>
                      <a:pt x="6493" y="9900"/>
                      <a:pt x="6543" y="9925"/>
                      <a:pt x="6580" y="9925"/>
                    </a:cubicBezTo>
                    <a:cubicBezTo>
                      <a:pt x="6629" y="9925"/>
                      <a:pt x="6666" y="9900"/>
                      <a:pt x="6703" y="9875"/>
                    </a:cubicBezTo>
                    <a:cubicBezTo>
                      <a:pt x="6728" y="9838"/>
                      <a:pt x="6752" y="9789"/>
                      <a:pt x="6752" y="9740"/>
                    </a:cubicBezTo>
                    <a:cubicBezTo>
                      <a:pt x="6925" y="9431"/>
                      <a:pt x="7073" y="9110"/>
                      <a:pt x="7209" y="8801"/>
                    </a:cubicBezTo>
                    <a:lnTo>
                      <a:pt x="7258" y="8703"/>
                    </a:lnTo>
                    <a:cubicBezTo>
                      <a:pt x="7555" y="8024"/>
                      <a:pt x="7851" y="7333"/>
                      <a:pt x="8123" y="6666"/>
                    </a:cubicBezTo>
                    <a:lnTo>
                      <a:pt x="8147" y="6592"/>
                    </a:lnTo>
                    <a:cubicBezTo>
                      <a:pt x="8740" y="5185"/>
                      <a:pt x="9406" y="3518"/>
                      <a:pt x="10024" y="1827"/>
                    </a:cubicBezTo>
                    <a:cubicBezTo>
                      <a:pt x="10135" y="1519"/>
                      <a:pt x="10258" y="1210"/>
                      <a:pt x="10357" y="877"/>
                    </a:cubicBezTo>
                    <a:lnTo>
                      <a:pt x="10369" y="827"/>
                    </a:lnTo>
                    <a:cubicBezTo>
                      <a:pt x="10443" y="654"/>
                      <a:pt x="10480" y="469"/>
                      <a:pt x="10468" y="284"/>
                    </a:cubicBezTo>
                    <a:cubicBezTo>
                      <a:pt x="10505" y="222"/>
                      <a:pt x="10493" y="148"/>
                      <a:pt x="10443" y="111"/>
                    </a:cubicBezTo>
                    <a:cubicBezTo>
                      <a:pt x="10369" y="37"/>
                      <a:pt x="10270" y="0"/>
                      <a:pt x="101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31" name="Google Shape;4631;p166"/>
            <p:cNvSpPr/>
            <p:nvPr/>
          </p:nvSpPr>
          <p:spPr>
            <a:xfrm>
              <a:off x="6562292" y="4354432"/>
              <a:ext cx="1368335" cy="942004"/>
            </a:xfrm>
            <a:custGeom>
              <a:avLst/>
              <a:gdLst/>
              <a:ahLst/>
              <a:cxnLst/>
              <a:rect l="l" t="t" r="r" b="b"/>
              <a:pathLst>
                <a:path w="16999" h="11703" extrusionOk="0">
                  <a:moveTo>
                    <a:pt x="16961" y="211"/>
                  </a:moveTo>
                  <a:cubicBezTo>
                    <a:pt x="16998" y="87"/>
                    <a:pt x="16850" y="1"/>
                    <a:pt x="16764" y="100"/>
                  </a:cubicBezTo>
                  <a:cubicBezTo>
                    <a:pt x="16752" y="112"/>
                    <a:pt x="16752" y="124"/>
                    <a:pt x="16739" y="137"/>
                  </a:cubicBezTo>
                  <a:lnTo>
                    <a:pt x="16727" y="186"/>
                  </a:lnTo>
                  <a:lnTo>
                    <a:pt x="16715" y="235"/>
                  </a:lnTo>
                  <a:lnTo>
                    <a:pt x="16690" y="285"/>
                  </a:lnTo>
                  <a:lnTo>
                    <a:pt x="16665" y="346"/>
                  </a:lnTo>
                  <a:cubicBezTo>
                    <a:pt x="16616" y="495"/>
                    <a:pt x="16826" y="569"/>
                    <a:pt x="16887" y="433"/>
                  </a:cubicBezTo>
                  <a:lnTo>
                    <a:pt x="16912" y="359"/>
                  </a:lnTo>
                  <a:lnTo>
                    <a:pt x="16924" y="309"/>
                  </a:lnTo>
                  <a:lnTo>
                    <a:pt x="16949" y="260"/>
                  </a:lnTo>
                  <a:close/>
                  <a:moveTo>
                    <a:pt x="260" y="10197"/>
                  </a:moveTo>
                  <a:cubicBezTo>
                    <a:pt x="137" y="10110"/>
                    <a:pt x="1" y="10283"/>
                    <a:pt x="112" y="10382"/>
                  </a:cubicBezTo>
                  <a:lnTo>
                    <a:pt x="186" y="10444"/>
                  </a:lnTo>
                  <a:lnTo>
                    <a:pt x="248" y="10481"/>
                  </a:lnTo>
                  <a:lnTo>
                    <a:pt x="309" y="10530"/>
                  </a:lnTo>
                  <a:cubicBezTo>
                    <a:pt x="433" y="10617"/>
                    <a:pt x="569" y="10431"/>
                    <a:pt x="445" y="10345"/>
                  </a:cubicBezTo>
                  <a:lnTo>
                    <a:pt x="384" y="10296"/>
                  </a:lnTo>
                  <a:lnTo>
                    <a:pt x="334" y="10259"/>
                  </a:lnTo>
                  <a:close/>
                  <a:moveTo>
                    <a:pt x="1013" y="10728"/>
                  </a:moveTo>
                  <a:cubicBezTo>
                    <a:pt x="890" y="10617"/>
                    <a:pt x="741" y="10789"/>
                    <a:pt x="853" y="10900"/>
                  </a:cubicBezTo>
                  <a:cubicBezTo>
                    <a:pt x="865" y="10900"/>
                    <a:pt x="877" y="10913"/>
                    <a:pt x="890" y="10925"/>
                  </a:cubicBezTo>
                  <a:lnTo>
                    <a:pt x="951" y="10962"/>
                  </a:lnTo>
                  <a:lnTo>
                    <a:pt x="1013" y="10999"/>
                  </a:lnTo>
                  <a:lnTo>
                    <a:pt x="1087" y="11036"/>
                  </a:lnTo>
                  <a:cubicBezTo>
                    <a:pt x="1211" y="11135"/>
                    <a:pt x="1359" y="10962"/>
                    <a:pt x="1248" y="10863"/>
                  </a:cubicBezTo>
                  <a:cubicBezTo>
                    <a:pt x="1235" y="10851"/>
                    <a:pt x="1223" y="10839"/>
                    <a:pt x="1211" y="10839"/>
                  </a:cubicBezTo>
                  <a:lnTo>
                    <a:pt x="1136" y="10802"/>
                  </a:lnTo>
                  <a:lnTo>
                    <a:pt x="1075" y="10765"/>
                  </a:lnTo>
                  <a:close/>
                  <a:moveTo>
                    <a:pt x="1828" y="11123"/>
                  </a:moveTo>
                  <a:cubicBezTo>
                    <a:pt x="1680" y="11073"/>
                    <a:pt x="1593" y="11283"/>
                    <a:pt x="1741" y="11345"/>
                  </a:cubicBezTo>
                  <a:lnTo>
                    <a:pt x="1791" y="11370"/>
                  </a:lnTo>
                  <a:lnTo>
                    <a:pt x="1852" y="11382"/>
                  </a:lnTo>
                  <a:lnTo>
                    <a:pt x="1914" y="11407"/>
                  </a:lnTo>
                  <a:lnTo>
                    <a:pt x="1964" y="11431"/>
                  </a:lnTo>
                  <a:cubicBezTo>
                    <a:pt x="2001" y="11444"/>
                    <a:pt x="2050" y="11431"/>
                    <a:pt x="2075" y="11394"/>
                  </a:cubicBezTo>
                  <a:cubicBezTo>
                    <a:pt x="2136" y="11345"/>
                    <a:pt x="2124" y="11234"/>
                    <a:pt x="2038" y="11209"/>
                  </a:cubicBezTo>
                  <a:lnTo>
                    <a:pt x="1988" y="11184"/>
                  </a:lnTo>
                  <a:lnTo>
                    <a:pt x="1927" y="11172"/>
                  </a:lnTo>
                  <a:lnTo>
                    <a:pt x="1877" y="11147"/>
                  </a:lnTo>
                  <a:close/>
                  <a:moveTo>
                    <a:pt x="2692" y="11382"/>
                  </a:moveTo>
                  <a:cubicBezTo>
                    <a:pt x="2568" y="11370"/>
                    <a:pt x="2507" y="11518"/>
                    <a:pt x="2605" y="11592"/>
                  </a:cubicBezTo>
                  <a:cubicBezTo>
                    <a:pt x="2618" y="11604"/>
                    <a:pt x="2630" y="11616"/>
                    <a:pt x="2642" y="11616"/>
                  </a:cubicBezTo>
                  <a:lnTo>
                    <a:pt x="2717" y="11629"/>
                  </a:lnTo>
                  <a:lnTo>
                    <a:pt x="2778" y="11641"/>
                  </a:lnTo>
                  <a:lnTo>
                    <a:pt x="2840" y="11653"/>
                  </a:lnTo>
                  <a:lnTo>
                    <a:pt x="2877" y="11653"/>
                  </a:lnTo>
                  <a:cubicBezTo>
                    <a:pt x="3013" y="11666"/>
                    <a:pt x="3062" y="11481"/>
                    <a:pt x="2939" y="11431"/>
                  </a:cubicBezTo>
                  <a:lnTo>
                    <a:pt x="2914" y="11431"/>
                  </a:lnTo>
                  <a:lnTo>
                    <a:pt x="2865" y="11431"/>
                  </a:lnTo>
                  <a:lnTo>
                    <a:pt x="2815" y="11419"/>
                  </a:lnTo>
                  <a:lnTo>
                    <a:pt x="2766" y="11407"/>
                  </a:lnTo>
                  <a:lnTo>
                    <a:pt x="2692" y="11394"/>
                  </a:lnTo>
                  <a:close/>
                  <a:moveTo>
                    <a:pt x="3593" y="11468"/>
                  </a:moveTo>
                  <a:cubicBezTo>
                    <a:pt x="3457" y="11481"/>
                    <a:pt x="3432" y="11653"/>
                    <a:pt x="3556" y="11690"/>
                  </a:cubicBezTo>
                  <a:cubicBezTo>
                    <a:pt x="3568" y="11703"/>
                    <a:pt x="3581" y="11703"/>
                    <a:pt x="3593" y="11690"/>
                  </a:cubicBezTo>
                  <a:lnTo>
                    <a:pt x="3679" y="11690"/>
                  </a:lnTo>
                  <a:lnTo>
                    <a:pt x="3741" y="11690"/>
                  </a:lnTo>
                  <a:lnTo>
                    <a:pt x="3790" y="11690"/>
                  </a:lnTo>
                  <a:lnTo>
                    <a:pt x="3827" y="11690"/>
                  </a:lnTo>
                  <a:cubicBezTo>
                    <a:pt x="3963" y="11690"/>
                    <a:pt x="3988" y="11518"/>
                    <a:pt x="3865" y="11468"/>
                  </a:cubicBezTo>
                  <a:cubicBezTo>
                    <a:pt x="3852" y="11468"/>
                    <a:pt x="3840" y="11468"/>
                    <a:pt x="3815" y="11468"/>
                  </a:cubicBezTo>
                  <a:lnTo>
                    <a:pt x="3778" y="11468"/>
                  </a:lnTo>
                  <a:lnTo>
                    <a:pt x="3729" y="11468"/>
                  </a:lnTo>
                  <a:lnTo>
                    <a:pt x="3593" y="11468"/>
                  </a:lnTo>
                  <a:close/>
                  <a:moveTo>
                    <a:pt x="4482" y="11357"/>
                  </a:moveTo>
                  <a:cubicBezTo>
                    <a:pt x="4371" y="11394"/>
                    <a:pt x="4371" y="11567"/>
                    <a:pt x="4482" y="11592"/>
                  </a:cubicBezTo>
                  <a:cubicBezTo>
                    <a:pt x="4506" y="11592"/>
                    <a:pt x="4519" y="11592"/>
                    <a:pt x="4531" y="11592"/>
                  </a:cubicBezTo>
                  <a:lnTo>
                    <a:pt x="4593" y="11579"/>
                  </a:lnTo>
                  <a:lnTo>
                    <a:pt x="4642" y="11567"/>
                  </a:lnTo>
                  <a:lnTo>
                    <a:pt x="4704" y="11555"/>
                  </a:lnTo>
                  <a:lnTo>
                    <a:pt x="4766" y="11530"/>
                  </a:lnTo>
                  <a:cubicBezTo>
                    <a:pt x="4864" y="11505"/>
                    <a:pt x="4877" y="11370"/>
                    <a:pt x="4790" y="11320"/>
                  </a:cubicBezTo>
                  <a:cubicBezTo>
                    <a:pt x="4766" y="11308"/>
                    <a:pt x="4729" y="11295"/>
                    <a:pt x="4704" y="11308"/>
                  </a:cubicBezTo>
                  <a:lnTo>
                    <a:pt x="4642" y="11320"/>
                  </a:lnTo>
                  <a:lnTo>
                    <a:pt x="4593" y="11333"/>
                  </a:lnTo>
                  <a:lnTo>
                    <a:pt x="4543" y="11345"/>
                  </a:lnTo>
                  <a:lnTo>
                    <a:pt x="4482" y="11370"/>
                  </a:lnTo>
                  <a:close/>
                  <a:moveTo>
                    <a:pt x="5346" y="11073"/>
                  </a:moveTo>
                  <a:cubicBezTo>
                    <a:pt x="5222" y="11123"/>
                    <a:pt x="5272" y="11308"/>
                    <a:pt x="5395" y="11295"/>
                  </a:cubicBezTo>
                  <a:cubicBezTo>
                    <a:pt x="5408" y="11295"/>
                    <a:pt x="5432" y="11295"/>
                    <a:pt x="5445" y="11283"/>
                  </a:cubicBezTo>
                  <a:lnTo>
                    <a:pt x="5469" y="11271"/>
                  </a:lnTo>
                  <a:lnTo>
                    <a:pt x="5519" y="11258"/>
                  </a:lnTo>
                  <a:lnTo>
                    <a:pt x="5568" y="11234"/>
                  </a:lnTo>
                  <a:lnTo>
                    <a:pt x="5617" y="11209"/>
                  </a:lnTo>
                  <a:lnTo>
                    <a:pt x="5654" y="11184"/>
                  </a:lnTo>
                  <a:cubicBezTo>
                    <a:pt x="5741" y="11147"/>
                    <a:pt x="5741" y="11012"/>
                    <a:pt x="5642" y="10975"/>
                  </a:cubicBezTo>
                  <a:cubicBezTo>
                    <a:pt x="5617" y="10962"/>
                    <a:pt x="5580" y="10962"/>
                    <a:pt x="5556" y="10975"/>
                  </a:cubicBezTo>
                  <a:lnTo>
                    <a:pt x="5469" y="11012"/>
                  </a:lnTo>
                  <a:lnTo>
                    <a:pt x="5420" y="11036"/>
                  </a:lnTo>
                  <a:lnTo>
                    <a:pt x="5346" y="11073"/>
                  </a:lnTo>
                  <a:close/>
                  <a:moveTo>
                    <a:pt x="6136" y="10641"/>
                  </a:moveTo>
                  <a:cubicBezTo>
                    <a:pt x="6099" y="10666"/>
                    <a:pt x="6086" y="10703"/>
                    <a:pt x="6086" y="10752"/>
                  </a:cubicBezTo>
                  <a:cubicBezTo>
                    <a:pt x="6111" y="10839"/>
                    <a:pt x="6198" y="10876"/>
                    <a:pt x="6272" y="10839"/>
                  </a:cubicBezTo>
                  <a:lnTo>
                    <a:pt x="6333" y="10789"/>
                  </a:lnTo>
                  <a:lnTo>
                    <a:pt x="6370" y="10765"/>
                  </a:lnTo>
                  <a:lnTo>
                    <a:pt x="6420" y="10728"/>
                  </a:lnTo>
                  <a:lnTo>
                    <a:pt x="6469" y="10703"/>
                  </a:lnTo>
                  <a:cubicBezTo>
                    <a:pt x="6580" y="10617"/>
                    <a:pt x="6481" y="10444"/>
                    <a:pt x="6358" y="10493"/>
                  </a:cubicBezTo>
                  <a:lnTo>
                    <a:pt x="6333" y="10505"/>
                  </a:lnTo>
                  <a:lnTo>
                    <a:pt x="6247" y="10567"/>
                  </a:lnTo>
                  <a:cubicBezTo>
                    <a:pt x="6210" y="10592"/>
                    <a:pt x="6173" y="10617"/>
                    <a:pt x="6136" y="10641"/>
                  </a:cubicBezTo>
                  <a:close/>
                  <a:moveTo>
                    <a:pt x="6864" y="10086"/>
                  </a:moveTo>
                  <a:cubicBezTo>
                    <a:pt x="6753" y="10160"/>
                    <a:pt x="6864" y="10333"/>
                    <a:pt x="6988" y="10271"/>
                  </a:cubicBezTo>
                  <a:cubicBezTo>
                    <a:pt x="7000" y="10271"/>
                    <a:pt x="7000" y="10259"/>
                    <a:pt x="7012" y="10259"/>
                  </a:cubicBezTo>
                  <a:lnTo>
                    <a:pt x="7185" y="10098"/>
                  </a:lnTo>
                  <a:cubicBezTo>
                    <a:pt x="7222" y="10061"/>
                    <a:pt x="7234" y="10012"/>
                    <a:pt x="7210" y="9962"/>
                  </a:cubicBezTo>
                  <a:cubicBezTo>
                    <a:pt x="7173" y="9888"/>
                    <a:pt x="7086" y="9876"/>
                    <a:pt x="7025" y="9925"/>
                  </a:cubicBezTo>
                  <a:cubicBezTo>
                    <a:pt x="6975" y="9987"/>
                    <a:pt x="6913" y="10036"/>
                    <a:pt x="6864" y="10086"/>
                  </a:cubicBezTo>
                  <a:close/>
                  <a:moveTo>
                    <a:pt x="7494" y="9432"/>
                  </a:moveTo>
                  <a:cubicBezTo>
                    <a:pt x="7395" y="9543"/>
                    <a:pt x="7568" y="9703"/>
                    <a:pt x="7679" y="9580"/>
                  </a:cubicBezTo>
                  <a:lnTo>
                    <a:pt x="7827" y="9407"/>
                  </a:lnTo>
                  <a:cubicBezTo>
                    <a:pt x="7926" y="9296"/>
                    <a:pt x="7790" y="9148"/>
                    <a:pt x="7679" y="9222"/>
                  </a:cubicBezTo>
                  <a:cubicBezTo>
                    <a:pt x="7666" y="9234"/>
                    <a:pt x="7654" y="9246"/>
                    <a:pt x="7642" y="9259"/>
                  </a:cubicBezTo>
                  <a:cubicBezTo>
                    <a:pt x="7592" y="9320"/>
                    <a:pt x="7543" y="9370"/>
                    <a:pt x="7494" y="9432"/>
                  </a:cubicBezTo>
                  <a:close/>
                  <a:moveTo>
                    <a:pt x="8049" y="8703"/>
                  </a:moveTo>
                  <a:cubicBezTo>
                    <a:pt x="7963" y="8827"/>
                    <a:pt x="8160" y="8975"/>
                    <a:pt x="8247" y="8827"/>
                  </a:cubicBezTo>
                  <a:cubicBezTo>
                    <a:pt x="8296" y="8765"/>
                    <a:pt x="8333" y="8703"/>
                    <a:pt x="8382" y="8629"/>
                  </a:cubicBezTo>
                  <a:cubicBezTo>
                    <a:pt x="8456" y="8518"/>
                    <a:pt x="8308" y="8382"/>
                    <a:pt x="8210" y="8481"/>
                  </a:cubicBezTo>
                  <a:cubicBezTo>
                    <a:pt x="8197" y="8493"/>
                    <a:pt x="8185" y="8493"/>
                    <a:pt x="8185" y="8506"/>
                  </a:cubicBezTo>
                  <a:cubicBezTo>
                    <a:pt x="8136" y="8567"/>
                    <a:pt x="8098" y="8642"/>
                    <a:pt x="8061" y="8703"/>
                  </a:cubicBezTo>
                  <a:close/>
                  <a:moveTo>
                    <a:pt x="8518" y="7913"/>
                  </a:moveTo>
                  <a:cubicBezTo>
                    <a:pt x="8493" y="7963"/>
                    <a:pt x="8506" y="8024"/>
                    <a:pt x="8543" y="8061"/>
                  </a:cubicBezTo>
                  <a:cubicBezTo>
                    <a:pt x="8605" y="8111"/>
                    <a:pt x="8691" y="8086"/>
                    <a:pt x="8728" y="8024"/>
                  </a:cubicBezTo>
                  <a:cubicBezTo>
                    <a:pt x="8765" y="7950"/>
                    <a:pt x="8802" y="7889"/>
                    <a:pt x="8827" y="7814"/>
                  </a:cubicBezTo>
                  <a:cubicBezTo>
                    <a:pt x="8888" y="7703"/>
                    <a:pt x="8740" y="7592"/>
                    <a:pt x="8654" y="7679"/>
                  </a:cubicBezTo>
                  <a:cubicBezTo>
                    <a:pt x="8642" y="7691"/>
                    <a:pt x="8629" y="7703"/>
                    <a:pt x="8629" y="7716"/>
                  </a:cubicBezTo>
                  <a:cubicBezTo>
                    <a:pt x="8592" y="7777"/>
                    <a:pt x="8555" y="7852"/>
                    <a:pt x="8518" y="7913"/>
                  </a:cubicBezTo>
                  <a:close/>
                  <a:moveTo>
                    <a:pt x="8901" y="7086"/>
                  </a:moveTo>
                  <a:cubicBezTo>
                    <a:pt x="8851" y="7197"/>
                    <a:pt x="9000" y="7296"/>
                    <a:pt x="9098" y="7210"/>
                  </a:cubicBezTo>
                  <a:cubicBezTo>
                    <a:pt x="9111" y="7197"/>
                    <a:pt x="9111" y="7185"/>
                    <a:pt x="9123" y="7173"/>
                  </a:cubicBezTo>
                  <a:cubicBezTo>
                    <a:pt x="9148" y="7099"/>
                    <a:pt x="9172" y="7024"/>
                    <a:pt x="9197" y="6950"/>
                  </a:cubicBezTo>
                  <a:cubicBezTo>
                    <a:pt x="9246" y="6827"/>
                    <a:pt x="9086" y="6728"/>
                    <a:pt x="9012" y="6839"/>
                  </a:cubicBezTo>
                  <a:cubicBezTo>
                    <a:pt x="9000" y="6839"/>
                    <a:pt x="8987" y="6852"/>
                    <a:pt x="8987" y="6876"/>
                  </a:cubicBezTo>
                  <a:cubicBezTo>
                    <a:pt x="8963" y="6938"/>
                    <a:pt x="8926" y="7012"/>
                    <a:pt x="8901" y="7086"/>
                  </a:cubicBezTo>
                  <a:close/>
                  <a:moveTo>
                    <a:pt x="9197" y="6222"/>
                  </a:moveTo>
                  <a:cubicBezTo>
                    <a:pt x="9160" y="6370"/>
                    <a:pt x="9382" y="6432"/>
                    <a:pt x="9419" y="6284"/>
                  </a:cubicBezTo>
                  <a:cubicBezTo>
                    <a:pt x="9444" y="6197"/>
                    <a:pt x="9456" y="6123"/>
                    <a:pt x="9481" y="6049"/>
                  </a:cubicBezTo>
                  <a:cubicBezTo>
                    <a:pt x="9506" y="5951"/>
                    <a:pt x="9395" y="5864"/>
                    <a:pt x="9308" y="5926"/>
                  </a:cubicBezTo>
                  <a:cubicBezTo>
                    <a:pt x="9284" y="5938"/>
                    <a:pt x="9259" y="5963"/>
                    <a:pt x="9246" y="6000"/>
                  </a:cubicBezTo>
                  <a:cubicBezTo>
                    <a:pt x="9234" y="6074"/>
                    <a:pt x="9209" y="6148"/>
                    <a:pt x="9197" y="6222"/>
                  </a:cubicBezTo>
                  <a:close/>
                  <a:moveTo>
                    <a:pt x="9382" y="5321"/>
                  </a:moveTo>
                  <a:cubicBezTo>
                    <a:pt x="9358" y="5444"/>
                    <a:pt x="9530" y="5506"/>
                    <a:pt x="9592" y="5407"/>
                  </a:cubicBezTo>
                  <a:cubicBezTo>
                    <a:pt x="9604" y="5395"/>
                    <a:pt x="9617" y="5370"/>
                    <a:pt x="9617" y="5358"/>
                  </a:cubicBezTo>
                  <a:cubicBezTo>
                    <a:pt x="9629" y="5284"/>
                    <a:pt x="9629" y="5198"/>
                    <a:pt x="9641" y="5124"/>
                  </a:cubicBezTo>
                  <a:cubicBezTo>
                    <a:pt x="9641" y="5099"/>
                    <a:pt x="9641" y="5087"/>
                    <a:pt x="9641" y="5062"/>
                  </a:cubicBezTo>
                  <a:cubicBezTo>
                    <a:pt x="9666" y="5000"/>
                    <a:pt x="9629" y="4938"/>
                    <a:pt x="9567" y="4926"/>
                  </a:cubicBezTo>
                  <a:cubicBezTo>
                    <a:pt x="9555" y="4914"/>
                    <a:pt x="9543" y="4914"/>
                    <a:pt x="9530" y="4926"/>
                  </a:cubicBezTo>
                  <a:cubicBezTo>
                    <a:pt x="9456" y="4926"/>
                    <a:pt x="9370" y="4926"/>
                    <a:pt x="9296" y="4926"/>
                  </a:cubicBezTo>
                  <a:cubicBezTo>
                    <a:pt x="9172" y="4926"/>
                    <a:pt x="9135" y="5111"/>
                    <a:pt x="9259" y="5148"/>
                  </a:cubicBezTo>
                  <a:cubicBezTo>
                    <a:pt x="9271" y="5161"/>
                    <a:pt x="9284" y="5161"/>
                    <a:pt x="9308" y="5161"/>
                  </a:cubicBezTo>
                  <a:lnTo>
                    <a:pt x="9419" y="5161"/>
                  </a:lnTo>
                  <a:cubicBezTo>
                    <a:pt x="9419" y="5222"/>
                    <a:pt x="9395" y="5272"/>
                    <a:pt x="9395" y="5333"/>
                  </a:cubicBezTo>
                  <a:close/>
                  <a:moveTo>
                    <a:pt x="9456" y="4420"/>
                  </a:moveTo>
                  <a:cubicBezTo>
                    <a:pt x="9469" y="4556"/>
                    <a:pt x="9666" y="4556"/>
                    <a:pt x="9679" y="4420"/>
                  </a:cubicBezTo>
                  <a:lnTo>
                    <a:pt x="9679" y="4358"/>
                  </a:lnTo>
                  <a:lnTo>
                    <a:pt x="9679" y="4173"/>
                  </a:lnTo>
                  <a:cubicBezTo>
                    <a:pt x="9679" y="4050"/>
                    <a:pt x="9506" y="4025"/>
                    <a:pt x="9456" y="4136"/>
                  </a:cubicBezTo>
                  <a:cubicBezTo>
                    <a:pt x="9456" y="4161"/>
                    <a:pt x="9456" y="4173"/>
                    <a:pt x="9456" y="4185"/>
                  </a:cubicBezTo>
                  <a:lnTo>
                    <a:pt x="9456" y="4420"/>
                  </a:lnTo>
                  <a:close/>
                  <a:moveTo>
                    <a:pt x="9395" y="3506"/>
                  </a:moveTo>
                  <a:cubicBezTo>
                    <a:pt x="9407" y="3642"/>
                    <a:pt x="9604" y="3642"/>
                    <a:pt x="9617" y="3506"/>
                  </a:cubicBezTo>
                  <a:lnTo>
                    <a:pt x="9617" y="3482"/>
                  </a:lnTo>
                  <a:cubicBezTo>
                    <a:pt x="9604" y="3395"/>
                    <a:pt x="9592" y="3321"/>
                    <a:pt x="9580" y="3235"/>
                  </a:cubicBezTo>
                  <a:cubicBezTo>
                    <a:pt x="9555" y="3111"/>
                    <a:pt x="9370" y="3111"/>
                    <a:pt x="9358" y="3235"/>
                  </a:cubicBezTo>
                  <a:cubicBezTo>
                    <a:pt x="9345" y="3260"/>
                    <a:pt x="9345" y="3272"/>
                    <a:pt x="9358" y="3284"/>
                  </a:cubicBezTo>
                  <a:cubicBezTo>
                    <a:pt x="9370" y="3358"/>
                    <a:pt x="9382" y="3432"/>
                    <a:pt x="9395" y="3506"/>
                  </a:cubicBezTo>
                  <a:close/>
                  <a:moveTo>
                    <a:pt x="9111" y="2692"/>
                  </a:moveTo>
                  <a:cubicBezTo>
                    <a:pt x="9197" y="2791"/>
                    <a:pt x="9358" y="2716"/>
                    <a:pt x="9321" y="2593"/>
                  </a:cubicBezTo>
                  <a:cubicBezTo>
                    <a:pt x="9308" y="2568"/>
                    <a:pt x="9308" y="2556"/>
                    <a:pt x="9296" y="2544"/>
                  </a:cubicBezTo>
                  <a:cubicBezTo>
                    <a:pt x="9234" y="2482"/>
                    <a:pt x="9172" y="2420"/>
                    <a:pt x="9098" y="2371"/>
                  </a:cubicBezTo>
                  <a:cubicBezTo>
                    <a:pt x="8987" y="2297"/>
                    <a:pt x="8851" y="2433"/>
                    <a:pt x="8938" y="2544"/>
                  </a:cubicBezTo>
                  <a:cubicBezTo>
                    <a:pt x="8950" y="2544"/>
                    <a:pt x="8963" y="2556"/>
                    <a:pt x="8975" y="2568"/>
                  </a:cubicBezTo>
                  <a:cubicBezTo>
                    <a:pt x="9024" y="2593"/>
                    <a:pt x="9074" y="2642"/>
                    <a:pt x="9111" y="2692"/>
                  </a:cubicBezTo>
                  <a:close/>
                  <a:moveTo>
                    <a:pt x="8395" y="2544"/>
                  </a:moveTo>
                  <a:cubicBezTo>
                    <a:pt x="8531" y="2507"/>
                    <a:pt x="8493" y="2309"/>
                    <a:pt x="8358" y="2321"/>
                  </a:cubicBezTo>
                  <a:cubicBezTo>
                    <a:pt x="8345" y="2321"/>
                    <a:pt x="8333" y="2321"/>
                    <a:pt x="8321" y="2321"/>
                  </a:cubicBezTo>
                  <a:cubicBezTo>
                    <a:pt x="8247" y="2346"/>
                    <a:pt x="8173" y="2383"/>
                    <a:pt x="8098" y="2420"/>
                  </a:cubicBezTo>
                  <a:cubicBezTo>
                    <a:pt x="8074" y="2433"/>
                    <a:pt x="8049" y="2445"/>
                    <a:pt x="8037" y="2470"/>
                  </a:cubicBezTo>
                  <a:cubicBezTo>
                    <a:pt x="8000" y="2568"/>
                    <a:pt x="8098" y="2679"/>
                    <a:pt x="8197" y="2630"/>
                  </a:cubicBezTo>
                  <a:cubicBezTo>
                    <a:pt x="8259" y="2593"/>
                    <a:pt x="8333" y="2568"/>
                    <a:pt x="8395" y="2544"/>
                  </a:cubicBezTo>
                  <a:close/>
                  <a:moveTo>
                    <a:pt x="7642" y="3000"/>
                  </a:moveTo>
                  <a:cubicBezTo>
                    <a:pt x="7666" y="2976"/>
                    <a:pt x="7679" y="2951"/>
                    <a:pt x="7679" y="2926"/>
                  </a:cubicBezTo>
                  <a:cubicBezTo>
                    <a:pt x="7691" y="2815"/>
                    <a:pt x="7568" y="2754"/>
                    <a:pt x="7494" y="2815"/>
                  </a:cubicBezTo>
                  <a:cubicBezTo>
                    <a:pt x="7420" y="2877"/>
                    <a:pt x="7370" y="2926"/>
                    <a:pt x="7308" y="3000"/>
                  </a:cubicBezTo>
                  <a:cubicBezTo>
                    <a:pt x="7284" y="3037"/>
                    <a:pt x="7271" y="3087"/>
                    <a:pt x="7296" y="3136"/>
                  </a:cubicBezTo>
                  <a:cubicBezTo>
                    <a:pt x="7346" y="3198"/>
                    <a:pt x="7432" y="3210"/>
                    <a:pt x="7481" y="3149"/>
                  </a:cubicBezTo>
                  <a:cubicBezTo>
                    <a:pt x="7531" y="3087"/>
                    <a:pt x="7580" y="3037"/>
                    <a:pt x="7642" y="2988"/>
                  </a:cubicBezTo>
                  <a:close/>
                  <a:moveTo>
                    <a:pt x="7259" y="3692"/>
                  </a:moveTo>
                  <a:cubicBezTo>
                    <a:pt x="7259" y="3655"/>
                    <a:pt x="7234" y="3605"/>
                    <a:pt x="7185" y="3593"/>
                  </a:cubicBezTo>
                  <a:cubicBezTo>
                    <a:pt x="7111" y="3568"/>
                    <a:pt x="7025" y="3630"/>
                    <a:pt x="7037" y="3704"/>
                  </a:cubicBezTo>
                  <a:cubicBezTo>
                    <a:pt x="7037" y="3790"/>
                    <a:pt x="7049" y="3877"/>
                    <a:pt x="7086" y="3963"/>
                  </a:cubicBezTo>
                  <a:cubicBezTo>
                    <a:pt x="7123" y="4099"/>
                    <a:pt x="7321" y="4050"/>
                    <a:pt x="7308" y="3914"/>
                  </a:cubicBezTo>
                  <a:cubicBezTo>
                    <a:pt x="7308" y="3914"/>
                    <a:pt x="7308" y="3901"/>
                    <a:pt x="7308" y="3889"/>
                  </a:cubicBezTo>
                  <a:cubicBezTo>
                    <a:pt x="7284" y="3827"/>
                    <a:pt x="7271" y="3766"/>
                    <a:pt x="7271" y="3692"/>
                  </a:cubicBezTo>
                  <a:close/>
                  <a:moveTo>
                    <a:pt x="7666" y="4408"/>
                  </a:moveTo>
                  <a:cubicBezTo>
                    <a:pt x="7568" y="4321"/>
                    <a:pt x="7420" y="4432"/>
                    <a:pt x="7481" y="4556"/>
                  </a:cubicBezTo>
                  <a:cubicBezTo>
                    <a:pt x="7481" y="4556"/>
                    <a:pt x="7494" y="4568"/>
                    <a:pt x="7506" y="4580"/>
                  </a:cubicBezTo>
                  <a:cubicBezTo>
                    <a:pt x="7555" y="4642"/>
                    <a:pt x="7617" y="4691"/>
                    <a:pt x="7679" y="4741"/>
                  </a:cubicBezTo>
                  <a:cubicBezTo>
                    <a:pt x="7802" y="4840"/>
                    <a:pt x="7950" y="4667"/>
                    <a:pt x="7839" y="4568"/>
                  </a:cubicBezTo>
                  <a:cubicBezTo>
                    <a:pt x="7778" y="4519"/>
                    <a:pt x="7728" y="4469"/>
                    <a:pt x="7666" y="4408"/>
                  </a:cubicBezTo>
                  <a:close/>
                  <a:moveTo>
                    <a:pt x="8395" y="4852"/>
                  </a:moveTo>
                  <a:cubicBezTo>
                    <a:pt x="8271" y="4815"/>
                    <a:pt x="8197" y="4988"/>
                    <a:pt x="8308" y="5062"/>
                  </a:cubicBezTo>
                  <a:cubicBezTo>
                    <a:pt x="8321" y="5062"/>
                    <a:pt x="8333" y="5074"/>
                    <a:pt x="8345" y="5074"/>
                  </a:cubicBezTo>
                  <a:cubicBezTo>
                    <a:pt x="8419" y="5099"/>
                    <a:pt x="8493" y="5111"/>
                    <a:pt x="8580" y="5124"/>
                  </a:cubicBezTo>
                  <a:cubicBezTo>
                    <a:pt x="8703" y="5136"/>
                    <a:pt x="8765" y="4963"/>
                    <a:pt x="8654" y="4901"/>
                  </a:cubicBezTo>
                  <a:cubicBezTo>
                    <a:pt x="8642" y="4901"/>
                    <a:pt x="8629" y="4889"/>
                    <a:pt x="8617" y="4889"/>
                  </a:cubicBezTo>
                  <a:cubicBezTo>
                    <a:pt x="8543" y="4877"/>
                    <a:pt x="8469" y="4864"/>
                    <a:pt x="8395" y="4852"/>
                  </a:cubicBezTo>
                  <a:close/>
                  <a:moveTo>
                    <a:pt x="10197" y="4852"/>
                  </a:moveTo>
                  <a:cubicBezTo>
                    <a:pt x="10074" y="4864"/>
                    <a:pt x="10074" y="5049"/>
                    <a:pt x="10197" y="5074"/>
                  </a:cubicBezTo>
                  <a:cubicBezTo>
                    <a:pt x="10209" y="5074"/>
                    <a:pt x="10222" y="5074"/>
                    <a:pt x="10234" y="5074"/>
                  </a:cubicBezTo>
                  <a:lnTo>
                    <a:pt x="10469" y="5037"/>
                  </a:lnTo>
                  <a:cubicBezTo>
                    <a:pt x="10592" y="5012"/>
                    <a:pt x="10592" y="4827"/>
                    <a:pt x="10469" y="4815"/>
                  </a:cubicBezTo>
                  <a:cubicBezTo>
                    <a:pt x="10456" y="4803"/>
                    <a:pt x="10431" y="4803"/>
                    <a:pt x="10419" y="4815"/>
                  </a:cubicBezTo>
                  <a:cubicBezTo>
                    <a:pt x="10345" y="4827"/>
                    <a:pt x="10271" y="4840"/>
                    <a:pt x="10197" y="4852"/>
                  </a:cubicBezTo>
                  <a:close/>
                  <a:moveTo>
                    <a:pt x="11098" y="4667"/>
                  </a:moveTo>
                  <a:cubicBezTo>
                    <a:pt x="11012" y="4691"/>
                    <a:pt x="10975" y="4803"/>
                    <a:pt x="11049" y="4864"/>
                  </a:cubicBezTo>
                  <a:cubicBezTo>
                    <a:pt x="11073" y="4889"/>
                    <a:pt x="11123" y="4901"/>
                    <a:pt x="11160" y="4901"/>
                  </a:cubicBezTo>
                  <a:lnTo>
                    <a:pt x="11382" y="4840"/>
                  </a:lnTo>
                  <a:cubicBezTo>
                    <a:pt x="11518" y="4803"/>
                    <a:pt x="11493" y="4593"/>
                    <a:pt x="11345" y="4605"/>
                  </a:cubicBezTo>
                  <a:lnTo>
                    <a:pt x="11320" y="4605"/>
                  </a:lnTo>
                  <a:lnTo>
                    <a:pt x="11098" y="4667"/>
                  </a:lnTo>
                  <a:close/>
                  <a:moveTo>
                    <a:pt x="11987" y="4408"/>
                  </a:moveTo>
                  <a:cubicBezTo>
                    <a:pt x="11851" y="4457"/>
                    <a:pt x="11888" y="4642"/>
                    <a:pt x="12024" y="4642"/>
                  </a:cubicBezTo>
                  <a:cubicBezTo>
                    <a:pt x="12036" y="4642"/>
                    <a:pt x="12049" y="4642"/>
                    <a:pt x="12061" y="4642"/>
                  </a:cubicBezTo>
                  <a:lnTo>
                    <a:pt x="12283" y="4556"/>
                  </a:lnTo>
                  <a:cubicBezTo>
                    <a:pt x="12394" y="4519"/>
                    <a:pt x="12369" y="4334"/>
                    <a:pt x="12246" y="4334"/>
                  </a:cubicBezTo>
                  <a:cubicBezTo>
                    <a:pt x="12221" y="4334"/>
                    <a:pt x="12209" y="4334"/>
                    <a:pt x="12197" y="4346"/>
                  </a:cubicBezTo>
                  <a:lnTo>
                    <a:pt x="11987" y="4420"/>
                  </a:lnTo>
                  <a:close/>
                  <a:moveTo>
                    <a:pt x="12839" y="4074"/>
                  </a:moveTo>
                  <a:cubicBezTo>
                    <a:pt x="12727" y="4124"/>
                    <a:pt x="12764" y="4296"/>
                    <a:pt x="12888" y="4296"/>
                  </a:cubicBezTo>
                  <a:cubicBezTo>
                    <a:pt x="12900" y="4296"/>
                    <a:pt x="12913" y="4296"/>
                    <a:pt x="12925" y="4284"/>
                  </a:cubicBezTo>
                  <a:lnTo>
                    <a:pt x="13147" y="4185"/>
                  </a:lnTo>
                  <a:cubicBezTo>
                    <a:pt x="13258" y="4136"/>
                    <a:pt x="13209" y="3951"/>
                    <a:pt x="13085" y="3963"/>
                  </a:cubicBezTo>
                  <a:cubicBezTo>
                    <a:pt x="13073" y="3963"/>
                    <a:pt x="13061" y="3976"/>
                    <a:pt x="13048" y="3976"/>
                  </a:cubicBezTo>
                  <a:close/>
                  <a:moveTo>
                    <a:pt x="13653" y="3655"/>
                  </a:moveTo>
                  <a:cubicBezTo>
                    <a:pt x="13542" y="3729"/>
                    <a:pt x="13604" y="3889"/>
                    <a:pt x="13727" y="3877"/>
                  </a:cubicBezTo>
                  <a:cubicBezTo>
                    <a:pt x="13740" y="3877"/>
                    <a:pt x="13752" y="3864"/>
                    <a:pt x="13764" y="3864"/>
                  </a:cubicBezTo>
                  <a:cubicBezTo>
                    <a:pt x="13838" y="3827"/>
                    <a:pt x="13900" y="3778"/>
                    <a:pt x="13974" y="3741"/>
                  </a:cubicBezTo>
                  <a:cubicBezTo>
                    <a:pt x="14098" y="3655"/>
                    <a:pt x="13987" y="3457"/>
                    <a:pt x="13851" y="3544"/>
                  </a:cubicBezTo>
                  <a:close/>
                  <a:moveTo>
                    <a:pt x="14419" y="3161"/>
                  </a:moveTo>
                  <a:cubicBezTo>
                    <a:pt x="14320" y="3235"/>
                    <a:pt x="14394" y="3395"/>
                    <a:pt x="14517" y="3371"/>
                  </a:cubicBezTo>
                  <a:cubicBezTo>
                    <a:pt x="14530" y="3371"/>
                    <a:pt x="14554" y="3358"/>
                    <a:pt x="14567" y="3358"/>
                  </a:cubicBezTo>
                  <a:cubicBezTo>
                    <a:pt x="14628" y="3309"/>
                    <a:pt x="14690" y="3260"/>
                    <a:pt x="14752" y="3210"/>
                  </a:cubicBezTo>
                  <a:cubicBezTo>
                    <a:pt x="14826" y="3149"/>
                    <a:pt x="14801" y="3013"/>
                    <a:pt x="14690" y="3000"/>
                  </a:cubicBezTo>
                  <a:cubicBezTo>
                    <a:pt x="14665" y="3000"/>
                    <a:pt x="14628" y="3013"/>
                    <a:pt x="14604" y="3025"/>
                  </a:cubicBezTo>
                  <a:close/>
                  <a:moveTo>
                    <a:pt x="15135" y="2581"/>
                  </a:moveTo>
                  <a:cubicBezTo>
                    <a:pt x="15097" y="2605"/>
                    <a:pt x="15085" y="2655"/>
                    <a:pt x="15097" y="2692"/>
                  </a:cubicBezTo>
                  <a:cubicBezTo>
                    <a:pt x="15110" y="2778"/>
                    <a:pt x="15221" y="2815"/>
                    <a:pt x="15295" y="2754"/>
                  </a:cubicBezTo>
                  <a:cubicBezTo>
                    <a:pt x="15344" y="2704"/>
                    <a:pt x="15406" y="2642"/>
                    <a:pt x="15455" y="2593"/>
                  </a:cubicBezTo>
                  <a:cubicBezTo>
                    <a:pt x="15579" y="2482"/>
                    <a:pt x="15418" y="2309"/>
                    <a:pt x="15307" y="2420"/>
                  </a:cubicBezTo>
                  <a:cubicBezTo>
                    <a:pt x="15246" y="2470"/>
                    <a:pt x="15196" y="2531"/>
                    <a:pt x="15135" y="2581"/>
                  </a:cubicBezTo>
                  <a:close/>
                  <a:moveTo>
                    <a:pt x="15752" y="1926"/>
                  </a:moveTo>
                  <a:cubicBezTo>
                    <a:pt x="15715" y="1951"/>
                    <a:pt x="15715" y="2001"/>
                    <a:pt x="15739" y="2050"/>
                  </a:cubicBezTo>
                  <a:cubicBezTo>
                    <a:pt x="15776" y="2124"/>
                    <a:pt x="15875" y="2124"/>
                    <a:pt x="15925" y="2062"/>
                  </a:cubicBezTo>
                  <a:cubicBezTo>
                    <a:pt x="15974" y="2001"/>
                    <a:pt x="16023" y="1939"/>
                    <a:pt x="16073" y="1877"/>
                  </a:cubicBezTo>
                  <a:cubicBezTo>
                    <a:pt x="16134" y="1778"/>
                    <a:pt x="16023" y="1655"/>
                    <a:pt x="15925" y="1717"/>
                  </a:cubicBezTo>
                  <a:cubicBezTo>
                    <a:pt x="15912" y="1717"/>
                    <a:pt x="15900" y="1729"/>
                    <a:pt x="15900" y="1741"/>
                  </a:cubicBezTo>
                  <a:cubicBezTo>
                    <a:pt x="15850" y="1803"/>
                    <a:pt x="15801" y="1865"/>
                    <a:pt x="15752" y="1926"/>
                  </a:cubicBezTo>
                  <a:close/>
                  <a:moveTo>
                    <a:pt x="16270" y="1173"/>
                  </a:moveTo>
                  <a:cubicBezTo>
                    <a:pt x="16159" y="1285"/>
                    <a:pt x="16332" y="1445"/>
                    <a:pt x="16443" y="1322"/>
                  </a:cubicBezTo>
                  <a:cubicBezTo>
                    <a:pt x="16455" y="1322"/>
                    <a:pt x="16455" y="1309"/>
                    <a:pt x="16468" y="1297"/>
                  </a:cubicBezTo>
                  <a:lnTo>
                    <a:pt x="16492" y="1248"/>
                  </a:lnTo>
                  <a:lnTo>
                    <a:pt x="16542" y="1149"/>
                  </a:lnTo>
                  <a:lnTo>
                    <a:pt x="16579" y="1087"/>
                  </a:lnTo>
                  <a:cubicBezTo>
                    <a:pt x="16653" y="964"/>
                    <a:pt x="16480" y="853"/>
                    <a:pt x="16394" y="951"/>
                  </a:cubicBezTo>
                  <a:cubicBezTo>
                    <a:pt x="16381" y="964"/>
                    <a:pt x="16381" y="976"/>
                    <a:pt x="16381" y="976"/>
                  </a:cubicBezTo>
                  <a:lnTo>
                    <a:pt x="16344" y="1038"/>
                  </a:lnTo>
                  <a:lnTo>
                    <a:pt x="16295" y="11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42" Type="http://schemas.openxmlformats.org/officeDocument/2006/relationships/slideLayout" Target="../slideLayouts/slideLayout54.xml"/><Relationship Id="rId47" Type="http://schemas.openxmlformats.org/officeDocument/2006/relationships/slideLayout" Target="../slideLayouts/slideLayout59.xml"/><Relationship Id="rId50" Type="http://schemas.openxmlformats.org/officeDocument/2006/relationships/slideLayout" Target="../slideLayouts/slideLayout62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45" Type="http://schemas.openxmlformats.org/officeDocument/2006/relationships/slideLayout" Target="../slideLayouts/slideLayout57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56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55.xml"/><Relationship Id="rId48" Type="http://schemas.openxmlformats.org/officeDocument/2006/relationships/slideLayout" Target="../slideLayouts/slideLayout60.xml"/><Relationship Id="rId8" Type="http://schemas.openxmlformats.org/officeDocument/2006/relationships/slideLayout" Target="../slideLayouts/slideLayout20.xml"/><Relationship Id="rId51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4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32.xml"/><Relationship Id="rId41" Type="http://schemas.openxmlformats.org/officeDocument/2006/relationships/slideLayout" Target="../slideLayouts/slideLayout5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80.xml"/><Relationship Id="rId26" Type="http://schemas.openxmlformats.org/officeDocument/2006/relationships/slideLayout" Target="../slideLayouts/slideLayout88.xml"/><Relationship Id="rId39" Type="http://schemas.openxmlformats.org/officeDocument/2006/relationships/slideLayout" Target="../slideLayouts/slideLayout101.xml"/><Relationship Id="rId21" Type="http://schemas.openxmlformats.org/officeDocument/2006/relationships/slideLayout" Target="../slideLayouts/slideLayout83.xml"/><Relationship Id="rId34" Type="http://schemas.openxmlformats.org/officeDocument/2006/relationships/slideLayout" Target="../slideLayouts/slideLayout96.xml"/><Relationship Id="rId42" Type="http://schemas.openxmlformats.org/officeDocument/2006/relationships/slideLayout" Target="../slideLayouts/slideLayout104.xml"/><Relationship Id="rId47" Type="http://schemas.openxmlformats.org/officeDocument/2006/relationships/slideLayout" Target="../slideLayouts/slideLayout109.xml"/><Relationship Id="rId50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86.xml"/><Relationship Id="rId32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99.xml"/><Relationship Id="rId40" Type="http://schemas.openxmlformats.org/officeDocument/2006/relationships/slideLayout" Target="../slideLayouts/slideLayout102.xml"/><Relationship Id="rId45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23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90.xml"/><Relationship Id="rId36" Type="http://schemas.openxmlformats.org/officeDocument/2006/relationships/slideLayout" Target="../slideLayouts/slideLayout98.xml"/><Relationship Id="rId4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81.xml"/><Relationship Id="rId31" Type="http://schemas.openxmlformats.org/officeDocument/2006/relationships/slideLayout" Target="../slideLayouts/slideLayout93.xml"/><Relationship Id="rId44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Relationship Id="rId22" Type="http://schemas.openxmlformats.org/officeDocument/2006/relationships/slideLayout" Target="../slideLayouts/slideLayout84.xml"/><Relationship Id="rId27" Type="http://schemas.openxmlformats.org/officeDocument/2006/relationships/slideLayout" Target="../slideLayouts/slideLayout89.xml"/><Relationship Id="rId30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97.xml"/><Relationship Id="rId43" Type="http://schemas.openxmlformats.org/officeDocument/2006/relationships/slideLayout" Target="../slideLayouts/slideLayout105.xml"/><Relationship Id="rId48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70.xml"/><Relationship Id="rId51" Type="http://schemas.openxmlformats.org/officeDocument/2006/relationships/theme" Target="../theme/theme3.xml"/><Relationship Id="rId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9.xml"/><Relationship Id="rId25" Type="http://schemas.openxmlformats.org/officeDocument/2006/relationships/slideLayout" Target="../slideLayouts/slideLayout87.xml"/><Relationship Id="rId33" Type="http://schemas.openxmlformats.org/officeDocument/2006/relationships/slideLayout" Target="../slideLayouts/slideLayout95.xml"/><Relationship Id="rId38" Type="http://schemas.openxmlformats.org/officeDocument/2006/relationships/slideLayout" Target="../slideLayouts/slideLayout100.xml"/><Relationship Id="rId46" Type="http://schemas.openxmlformats.org/officeDocument/2006/relationships/slideLayout" Target="../slideLayouts/slideLayout108.xml"/><Relationship Id="rId20" Type="http://schemas.openxmlformats.org/officeDocument/2006/relationships/slideLayout" Target="../slideLayouts/slideLayout82.xml"/><Relationship Id="rId41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5.xml"/><Relationship Id="rId18" Type="http://schemas.openxmlformats.org/officeDocument/2006/relationships/slideLayout" Target="../slideLayouts/slideLayout130.xml"/><Relationship Id="rId26" Type="http://schemas.openxmlformats.org/officeDocument/2006/relationships/slideLayout" Target="../slideLayouts/slideLayout138.xml"/><Relationship Id="rId39" Type="http://schemas.openxmlformats.org/officeDocument/2006/relationships/slideLayout" Target="../slideLayouts/slideLayout151.xml"/><Relationship Id="rId21" Type="http://schemas.openxmlformats.org/officeDocument/2006/relationships/slideLayout" Target="../slideLayouts/slideLayout133.xml"/><Relationship Id="rId34" Type="http://schemas.openxmlformats.org/officeDocument/2006/relationships/slideLayout" Target="../slideLayouts/slideLayout146.xml"/><Relationship Id="rId42" Type="http://schemas.openxmlformats.org/officeDocument/2006/relationships/slideLayout" Target="../slideLayouts/slideLayout154.xml"/><Relationship Id="rId47" Type="http://schemas.openxmlformats.org/officeDocument/2006/relationships/slideLayout" Target="../slideLayouts/slideLayout159.xml"/><Relationship Id="rId50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14.xml"/><Relationship Id="rId16" Type="http://schemas.openxmlformats.org/officeDocument/2006/relationships/slideLayout" Target="../slideLayouts/slideLayout128.xml"/><Relationship Id="rId29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23.xml"/><Relationship Id="rId24" Type="http://schemas.openxmlformats.org/officeDocument/2006/relationships/slideLayout" Target="../slideLayouts/slideLayout136.xml"/><Relationship Id="rId32" Type="http://schemas.openxmlformats.org/officeDocument/2006/relationships/slideLayout" Target="../slideLayouts/slideLayout144.xml"/><Relationship Id="rId37" Type="http://schemas.openxmlformats.org/officeDocument/2006/relationships/slideLayout" Target="../slideLayouts/slideLayout149.xml"/><Relationship Id="rId40" Type="http://schemas.openxmlformats.org/officeDocument/2006/relationships/slideLayout" Target="../slideLayouts/slideLayout152.xml"/><Relationship Id="rId45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27.xml"/><Relationship Id="rId23" Type="http://schemas.openxmlformats.org/officeDocument/2006/relationships/slideLayout" Target="../slideLayouts/slideLayout135.xml"/><Relationship Id="rId28" Type="http://schemas.openxmlformats.org/officeDocument/2006/relationships/slideLayout" Target="../slideLayouts/slideLayout140.xml"/><Relationship Id="rId36" Type="http://schemas.openxmlformats.org/officeDocument/2006/relationships/slideLayout" Target="../slideLayouts/slideLayout148.xml"/><Relationship Id="rId49" Type="http://schemas.openxmlformats.org/officeDocument/2006/relationships/slideLayout" Target="../slideLayouts/slideLayout161.xml"/><Relationship Id="rId10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31.xml"/><Relationship Id="rId31" Type="http://schemas.openxmlformats.org/officeDocument/2006/relationships/slideLayout" Target="../slideLayouts/slideLayout143.xml"/><Relationship Id="rId44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6.xml"/><Relationship Id="rId22" Type="http://schemas.openxmlformats.org/officeDocument/2006/relationships/slideLayout" Target="../slideLayouts/slideLayout134.xml"/><Relationship Id="rId27" Type="http://schemas.openxmlformats.org/officeDocument/2006/relationships/slideLayout" Target="../slideLayouts/slideLayout139.xml"/><Relationship Id="rId30" Type="http://schemas.openxmlformats.org/officeDocument/2006/relationships/slideLayout" Target="../slideLayouts/slideLayout142.xml"/><Relationship Id="rId35" Type="http://schemas.openxmlformats.org/officeDocument/2006/relationships/slideLayout" Target="../slideLayouts/slideLayout147.xml"/><Relationship Id="rId43" Type="http://schemas.openxmlformats.org/officeDocument/2006/relationships/slideLayout" Target="../slideLayouts/slideLayout155.xml"/><Relationship Id="rId48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20.xml"/><Relationship Id="rId51" Type="http://schemas.openxmlformats.org/officeDocument/2006/relationships/theme" Target="../theme/theme4.xml"/><Relationship Id="rId3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9.xml"/><Relationship Id="rId25" Type="http://schemas.openxmlformats.org/officeDocument/2006/relationships/slideLayout" Target="../slideLayouts/slideLayout137.xml"/><Relationship Id="rId33" Type="http://schemas.openxmlformats.org/officeDocument/2006/relationships/slideLayout" Target="../slideLayouts/slideLayout145.xml"/><Relationship Id="rId38" Type="http://schemas.openxmlformats.org/officeDocument/2006/relationships/slideLayout" Target="../slideLayouts/slideLayout150.xml"/><Relationship Id="rId46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132.xml"/><Relationship Id="rId41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8B1DFE-21BF-2B1C-0C71-6574651CCDF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770938" y="4927600"/>
            <a:ext cx="338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im"/>
              <a:buNone/>
              <a:defRPr sz="3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11DB2C-7EE5-F4E8-8DD1-1C37936C9E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770938" y="4927600"/>
            <a:ext cx="338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8" name="Google Shape;1608;p6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im"/>
              <a:buNone/>
              <a:defRPr sz="3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609" name="Google Shape;1609;p65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15D8E-508C-E13C-7726-90CEDBE08C4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770938" y="4927600"/>
            <a:ext cx="338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53" r:id="rId44"/>
    <p:sldLayoutId id="2147483754" r:id="rId45"/>
    <p:sldLayoutId id="2147483755" r:id="rId46"/>
    <p:sldLayoutId id="2147483756" r:id="rId47"/>
    <p:sldLayoutId id="2147483757" r:id="rId48"/>
    <p:sldLayoutId id="2147483758" r:id="rId49"/>
    <p:sldLayoutId id="2147483759" r:id="rId5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0" name="Google Shape;3120;p1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1" name="Google Shape;3121;p1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im"/>
              <a:buNone/>
              <a:defRPr sz="3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3122" name="Google Shape;3122;p116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085784-3B83-40EB-84AD-234D0E3BD6F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770938" y="4927600"/>
            <a:ext cx="338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  <p:sldLayoutId id="2147483792" r:id="rId33"/>
    <p:sldLayoutId id="2147483793" r:id="rId34"/>
    <p:sldLayoutId id="2147483794" r:id="rId35"/>
    <p:sldLayoutId id="2147483795" r:id="rId36"/>
    <p:sldLayoutId id="2147483796" r:id="rId37"/>
    <p:sldLayoutId id="2147483797" r:id="rId38"/>
    <p:sldLayoutId id="2147483798" r:id="rId39"/>
    <p:sldLayoutId id="2147483799" r:id="rId40"/>
    <p:sldLayoutId id="2147483800" r:id="rId41"/>
    <p:sldLayoutId id="2147483801" r:id="rId42"/>
    <p:sldLayoutId id="2147483802" r:id="rId43"/>
    <p:sldLayoutId id="2147483803" r:id="rId44"/>
    <p:sldLayoutId id="2147483804" r:id="rId45"/>
    <p:sldLayoutId id="2147483805" r:id="rId46"/>
    <p:sldLayoutId id="2147483806" r:id="rId47"/>
    <p:sldLayoutId id="2147483807" r:id="rId48"/>
    <p:sldLayoutId id="2147483808" r:id="rId49"/>
    <p:sldLayoutId id="2147483809" r:id="rId5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6" name="Google Shape;4636;p167"/>
          <p:cNvSpPr txBox="1">
            <a:spLocks noGrp="1"/>
          </p:cNvSpPr>
          <p:nvPr>
            <p:ph type="ctrTitle"/>
          </p:nvPr>
        </p:nvSpPr>
        <p:spPr>
          <a:xfrm>
            <a:off x="1763475" y="1460925"/>
            <a:ext cx="5668200" cy="17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en"/>
              <a:t>Tech Mentorship Unit 3</a:t>
            </a:r>
            <a:endParaRPr/>
          </a:p>
        </p:txBody>
      </p:sp>
      <p:sp>
        <p:nvSpPr>
          <p:cNvPr id="4637" name="Google Shape;4637;p167"/>
          <p:cNvSpPr txBox="1">
            <a:spLocks noGrp="1"/>
          </p:cNvSpPr>
          <p:nvPr>
            <p:ph type="subTitle" idx="1"/>
          </p:nvPr>
        </p:nvSpPr>
        <p:spPr>
          <a:xfrm>
            <a:off x="2351850" y="3287050"/>
            <a:ext cx="44403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8750"/>
              <a:buFont typeface="Arial"/>
              <a:buNone/>
            </a:pPr>
            <a:r>
              <a:rPr lang="en"/>
              <a:t>Data Types &amp; Arithmetic Operators</a:t>
            </a:r>
            <a:endParaRPr/>
          </a:p>
        </p:txBody>
      </p:sp>
      <p:pic>
        <p:nvPicPr>
          <p:cNvPr id="4638" name="Google Shape;4638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6850" y="295275"/>
            <a:ext cx="2250300" cy="7043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3" name="Google Shape;4643;p168"/>
          <p:cNvSpPr txBox="1">
            <a:spLocks noGrp="1"/>
          </p:cNvSpPr>
          <p:nvPr>
            <p:ph type="title"/>
          </p:nvPr>
        </p:nvSpPr>
        <p:spPr>
          <a:xfrm>
            <a:off x="1378050" y="2344774"/>
            <a:ext cx="6387900" cy="9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Intro to Data Types</a:t>
            </a:r>
            <a:endParaRPr/>
          </a:p>
        </p:txBody>
      </p:sp>
      <p:sp>
        <p:nvSpPr>
          <p:cNvPr id="4644" name="Google Shape;4644;p168"/>
          <p:cNvSpPr txBox="1">
            <a:spLocks noGrp="1"/>
          </p:cNvSpPr>
          <p:nvPr>
            <p:ph type="title" idx="2"/>
          </p:nvPr>
        </p:nvSpPr>
        <p:spPr>
          <a:xfrm>
            <a:off x="3843750" y="1322001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645" name="Google Shape;4645;p168"/>
          <p:cNvGrpSpPr/>
          <p:nvPr/>
        </p:nvGrpSpPr>
        <p:grpSpPr>
          <a:xfrm>
            <a:off x="3928443" y="2086030"/>
            <a:ext cx="1287126" cy="176025"/>
            <a:chOff x="4345425" y="2175475"/>
            <a:chExt cx="800750" cy="176025"/>
          </a:xfrm>
        </p:grpSpPr>
        <p:sp>
          <p:nvSpPr>
            <p:cNvPr id="4646" name="Google Shape;4646;p168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168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8" name="Google Shape;4648;p168"/>
          <p:cNvGrpSpPr/>
          <p:nvPr/>
        </p:nvGrpSpPr>
        <p:grpSpPr>
          <a:xfrm>
            <a:off x="1541738" y="3108974"/>
            <a:ext cx="6053350" cy="176025"/>
            <a:chOff x="4345425" y="2175475"/>
            <a:chExt cx="800750" cy="176025"/>
          </a:xfrm>
        </p:grpSpPr>
        <p:sp>
          <p:nvSpPr>
            <p:cNvPr id="4649" name="Google Shape;4649;p168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168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51" name="Google Shape;4651;p168"/>
          <p:cNvGrpSpPr/>
          <p:nvPr/>
        </p:nvGrpSpPr>
        <p:grpSpPr>
          <a:xfrm rot="372491" flipH="1">
            <a:off x="1097518" y="3478413"/>
            <a:ext cx="595061" cy="675849"/>
            <a:chOff x="5464100" y="4208075"/>
            <a:chExt cx="494625" cy="579650"/>
          </a:xfrm>
        </p:grpSpPr>
        <p:sp>
          <p:nvSpPr>
            <p:cNvPr id="4652" name="Google Shape;4652;p168"/>
            <p:cNvSpPr/>
            <p:nvPr/>
          </p:nvSpPr>
          <p:spPr>
            <a:xfrm>
              <a:off x="5594650" y="4504850"/>
              <a:ext cx="341250" cy="255800"/>
            </a:xfrm>
            <a:custGeom>
              <a:avLst/>
              <a:gdLst/>
              <a:ahLst/>
              <a:cxnLst/>
              <a:rect l="l" t="t" r="r" b="b"/>
              <a:pathLst>
                <a:path w="13650" h="10232" extrusionOk="0">
                  <a:moveTo>
                    <a:pt x="11619" y="0"/>
                  </a:moveTo>
                  <a:cubicBezTo>
                    <a:pt x="11538" y="0"/>
                    <a:pt x="11454" y="19"/>
                    <a:pt x="11367" y="60"/>
                  </a:cubicBezTo>
                  <a:cubicBezTo>
                    <a:pt x="10774" y="356"/>
                    <a:pt x="10157" y="653"/>
                    <a:pt x="9587" y="973"/>
                  </a:cubicBezTo>
                  <a:cubicBezTo>
                    <a:pt x="8423" y="1657"/>
                    <a:pt x="7327" y="2388"/>
                    <a:pt x="6254" y="3209"/>
                  </a:cubicBezTo>
                  <a:cubicBezTo>
                    <a:pt x="4177" y="4784"/>
                    <a:pt x="2100" y="6359"/>
                    <a:pt x="0" y="7934"/>
                  </a:cubicBezTo>
                  <a:cubicBezTo>
                    <a:pt x="584" y="8864"/>
                    <a:pt x="1080" y="10231"/>
                    <a:pt x="2001" y="10231"/>
                  </a:cubicBezTo>
                  <a:cubicBezTo>
                    <a:pt x="2232" y="10231"/>
                    <a:pt x="2491" y="10145"/>
                    <a:pt x="2785" y="9943"/>
                  </a:cubicBezTo>
                  <a:cubicBezTo>
                    <a:pt x="3972" y="9121"/>
                    <a:pt x="5159" y="8300"/>
                    <a:pt x="6323" y="7478"/>
                  </a:cubicBezTo>
                  <a:cubicBezTo>
                    <a:pt x="7281" y="6816"/>
                    <a:pt x="13650" y="2867"/>
                    <a:pt x="13011" y="1726"/>
                  </a:cubicBezTo>
                  <a:cubicBezTo>
                    <a:pt x="12806" y="1338"/>
                    <a:pt x="12310" y="0"/>
                    <a:pt x="11619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168"/>
            <p:cNvSpPr/>
            <p:nvPr/>
          </p:nvSpPr>
          <p:spPr>
            <a:xfrm>
              <a:off x="5518750" y="4363750"/>
              <a:ext cx="340700" cy="255675"/>
            </a:xfrm>
            <a:custGeom>
              <a:avLst/>
              <a:gdLst/>
              <a:ahLst/>
              <a:cxnLst/>
              <a:rect l="l" t="t" r="r" b="b"/>
              <a:pathLst>
                <a:path w="13628" h="10227" extrusionOk="0">
                  <a:moveTo>
                    <a:pt x="11606" y="0"/>
                  </a:moveTo>
                  <a:cubicBezTo>
                    <a:pt x="11522" y="0"/>
                    <a:pt x="11435" y="21"/>
                    <a:pt x="11345" y="66"/>
                  </a:cubicBezTo>
                  <a:cubicBezTo>
                    <a:pt x="10751" y="362"/>
                    <a:pt x="10158" y="659"/>
                    <a:pt x="9587" y="979"/>
                  </a:cubicBezTo>
                  <a:cubicBezTo>
                    <a:pt x="8423" y="1664"/>
                    <a:pt x="7304" y="2394"/>
                    <a:pt x="6232" y="3216"/>
                  </a:cubicBezTo>
                  <a:cubicBezTo>
                    <a:pt x="4155" y="4791"/>
                    <a:pt x="2077" y="6343"/>
                    <a:pt x="0" y="7940"/>
                  </a:cubicBezTo>
                  <a:cubicBezTo>
                    <a:pt x="563" y="8867"/>
                    <a:pt x="1054" y="10226"/>
                    <a:pt x="1967" y="10226"/>
                  </a:cubicBezTo>
                  <a:cubicBezTo>
                    <a:pt x="2201" y="10226"/>
                    <a:pt x="2464" y="10136"/>
                    <a:pt x="2762" y="9926"/>
                  </a:cubicBezTo>
                  <a:cubicBezTo>
                    <a:pt x="3949" y="9127"/>
                    <a:pt x="5136" y="8306"/>
                    <a:pt x="6323" y="7484"/>
                  </a:cubicBezTo>
                  <a:cubicBezTo>
                    <a:pt x="7282" y="6822"/>
                    <a:pt x="13627" y="2873"/>
                    <a:pt x="13011" y="1732"/>
                  </a:cubicBezTo>
                  <a:cubicBezTo>
                    <a:pt x="12787" y="1346"/>
                    <a:pt x="12292" y="0"/>
                    <a:pt x="11606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168"/>
            <p:cNvSpPr/>
            <p:nvPr/>
          </p:nvSpPr>
          <p:spPr>
            <a:xfrm>
              <a:off x="5475950" y="4235275"/>
              <a:ext cx="281925" cy="269375"/>
            </a:xfrm>
            <a:custGeom>
              <a:avLst/>
              <a:gdLst/>
              <a:ahLst/>
              <a:cxnLst/>
              <a:rect l="l" t="t" r="r" b="b"/>
              <a:pathLst>
                <a:path w="11277" h="10775" extrusionOk="0">
                  <a:moveTo>
                    <a:pt x="1210" y="1"/>
                  </a:moveTo>
                  <a:cubicBezTo>
                    <a:pt x="1233" y="23"/>
                    <a:pt x="1233" y="46"/>
                    <a:pt x="1233" y="92"/>
                  </a:cubicBezTo>
                  <a:cubicBezTo>
                    <a:pt x="1005" y="3653"/>
                    <a:pt x="503" y="7213"/>
                    <a:pt x="0" y="10774"/>
                  </a:cubicBezTo>
                  <a:cubicBezTo>
                    <a:pt x="3607" y="7989"/>
                    <a:pt x="7396" y="5456"/>
                    <a:pt x="11276" y="3082"/>
                  </a:cubicBezTo>
                  <a:cubicBezTo>
                    <a:pt x="7967" y="1918"/>
                    <a:pt x="4634" y="868"/>
                    <a:pt x="1210" y="1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168"/>
            <p:cNvSpPr/>
            <p:nvPr/>
          </p:nvSpPr>
          <p:spPr>
            <a:xfrm>
              <a:off x="5717000" y="4421125"/>
              <a:ext cx="42000" cy="94525"/>
            </a:xfrm>
            <a:custGeom>
              <a:avLst/>
              <a:gdLst/>
              <a:ahLst/>
              <a:cxnLst/>
              <a:rect l="l" t="t" r="r" b="b"/>
              <a:pathLst>
                <a:path w="1680" h="3781" extrusionOk="0">
                  <a:moveTo>
                    <a:pt x="1497" y="0"/>
                  </a:moveTo>
                  <a:cubicBezTo>
                    <a:pt x="1449" y="0"/>
                    <a:pt x="1398" y="23"/>
                    <a:pt x="1360" y="76"/>
                  </a:cubicBezTo>
                  <a:cubicBezTo>
                    <a:pt x="676" y="1103"/>
                    <a:pt x="265" y="2404"/>
                    <a:pt x="14" y="3614"/>
                  </a:cubicBezTo>
                  <a:cubicBezTo>
                    <a:pt x="0" y="3720"/>
                    <a:pt x="80" y="3780"/>
                    <a:pt x="162" y="3780"/>
                  </a:cubicBezTo>
                  <a:cubicBezTo>
                    <a:pt x="221" y="3780"/>
                    <a:pt x="282" y="3749"/>
                    <a:pt x="310" y="3683"/>
                  </a:cubicBezTo>
                  <a:cubicBezTo>
                    <a:pt x="698" y="2496"/>
                    <a:pt x="1201" y="1377"/>
                    <a:pt x="1634" y="213"/>
                  </a:cubicBezTo>
                  <a:cubicBezTo>
                    <a:pt x="1680" y="91"/>
                    <a:pt x="1594" y="0"/>
                    <a:pt x="1497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168"/>
            <p:cNvSpPr/>
            <p:nvPr/>
          </p:nvSpPr>
          <p:spPr>
            <a:xfrm>
              <a:off x="5750000" y="4392700"/>
              <a:ext cx="46925" cy="98950"/>
            </a:xfrm>
            <a:custGeom>
              <a:avLst/>
              <a:gdLst/>
              <a:ahLst/>
              <a:cxnLst/>
              <a:rect l="l" t="t" r="r" b="b"/>
              <a:pathLst>
                <a:path w="1877" h="3958" extrusionOk="0">
                  <a:moveTo>
                    <a:pt x="1669" y="1"/>
                  </a:moveTo>
                  <a:cubicBezTo>
                    <a:pt x="1627" y="1"/>
                    <a:pt x="1584" y="22"/>
                    <a:pt x="1547" y="72"/>
                  </a:cubicBezTo>
                  <a:cubicBezTo>
                    <a:pt x="771" y="1122"/>
                    <a:pt x="360" y="2446"/>
                    <a:pt x="40" y="3701"/>
                  </a:cubicBezTo>
                  <a:cubicBezTo>
                    <a:pt x="0" y="3860"/>
                    <a:pt x="130" y="3958"/>
                    <a:pt x="259" y="3958"/>
                  </a:cubicBezTo>
                  <a:cubicBezTo>
                    <a:pt x="353" y="3958"/>
                    <a:pt x="445" y="3907"/>
                    <a:pt x="474" y="3792"/>
                  </a:cubicBezTo>
                  <a:cubicBezTo>
                    <a:pt x="816" y="2560"/>
                    <a:pt x="1410" y="1464"/>
                    <a:pt x="1843" y="277"/>
                  </a:cubicBezTo>
                  <a:cubicBezTo>
                    <a:pt x="1877" y="145"/>
                    <a:pt x="1778" y="1"/>
                    <a:pt x="1669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168"/>
            <p:cNvSpPr/>
            <p:nvPr/>
          </p:nvSpPr>
          <p:spPr>
            <a:xfrm>
              <a:off x="5795175" y="4403700"/>
              <a:ext cx="30450" cy="52625"/>
            </a:xfrm>
            <a:custGeom>
              <a:avLst/>
              <a:gdLst/>
              <a:ahLst/>
              <a:cxnLst/>
              <a:rect l="l" t="t" r="r" b="b"/>
              <a:pathLst>
                <a:path w="1218" h="2105" extrusionOk="0">
                  <a:moveTo>
                    <a:pt x="977" y="1"/>
                  </a:moveTo>
                  <a:cubicBezTo>
                    <a:pt x="935" y="1"/>
                    <a:pt x="893" y="14"/>
                    <a:pt x="858" y="43"/>
                  </a:cubicBezTo>
                  <a:cubicBezTo>
                    <a:pt x="356" y="522"/>
                    <a:pt x="105" y="1138"/>
                    <a:pt x="14" y="1800"/>
                  </a:cubicBezTo>
                  <a:cubicBezTo>
                    <a:pt x="0" y="1988"/>
                    <a:pt x="160" y="2104"/>
                    <a:pt x="303" y="2104"/>
                  </a:cubicBezTo>
                  <a:cubicBezTo>
                    <a:pt x="404" y="2104"/>
                    <a:pt x="497" y="2046"/>
                    <a:pt x="516" y="1914"/>
                  </a:cubicBezTo>
                  <a:cubicBezTo>
                    <a:pt x="607" y="1321"/>
                    <a:pt x="835" y="773"/>
                    <a:pt x="1132" y="248"/>
                  </a:cubicBezTo>
                  <a:cubicBezTo>
                    <a:pt x="1217" y="112"/>
                    <a:pt x="1099" y="1"/>
                    <a:pt x="97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168"/>
            <p:cNvSpPr/>
            <p:nvPr/>
          </p:nvSpPr>
          <p:spPr>
            <a:xfrm>
              <a:off x="5783525" y="4580275"/>
              <a:ext cx="38225" cy="81675"/>
            </a:xfrm>
            <a:custGeom>
              <a:avLst/>
              <a:gdLst/>
              <a:ahLst/>
              <a:cxnLst/>
              <a:rect l="l" t="t" r="r" b="b"/>
              <a:pathLst>
                <a:path w="1529" h="3267" extrusionOk="0">
                  <a:moveTo>
                    <a:pt x="1258" y="1"/>
                  </a:moveTo>
                  <a:cubicBezTo>
                    <a:pt x="1191" y="1"/>
                    <a:pt x="1127" y="31"/>
                    <a:pt x="1096" y="101"/>
                  </a:cubicBezTo>
                  <a:cubicBezTo>
                    <a:pt x="845" y="649"/>
                    <a:pt x="617" y="1197"/>
                    <a:pt x="411" y="1745"/>
                  </a:cubicBezTo>
                  <a:cubicBezTo>
                    <a:pt x="251" y="2201"/>
                    <a:pt x="0" y="2680"/>
                    <a:pt x="23" y="3160"/>
                  </a:cubicBezTo>
                  <a:cubicBezTo>
                    <a:pt x="23" y="3231"/>
                    <a:pt x="77" y="3267"/>
                    <a:pt x="133" y="3267"/>
                  </a:cubicBezTo>
                  <a:cubicBezTo>
                    <a:pt x="168" y="3267"/>
                    <a:pt x="203" y="3254"/>
                    <a:pt x="229" y="3228"/>
                  </a:cubicBezTo>
                  <a:cubicBezTo>
                    <a:pt x="594" y="2863"/>
                    <a:pt x="754" y="2270"/>
                    <a:pt x="936" y="1790"/>
                  </a:cubicBezTo>
                  <a:cubicBezTo>
                    <a:pt x="1142" y="1288"/>
                    <a:pt x="1324" y="763"/>
                    <a:pt x="1484" y="261"/>
                  </a:cubicBezTo>
                  <a:cubicBezTo>
                    <a:pt x="1529" y="111"/>
                    <a:pt x="1387" y="1"/>
                    <a:pt x="125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168"/>
            <p:cNvSpPr/>
            <p:nvPr/>
          </p:nvSpPr>
          <p:spPr>
            <a:xfrm>
              <a:off x="5824600" y="4544075"/>
              <a:ext cx="49675" cy="96575"/>
            </a:xfrm>
            <a:custGeom>
              <a:avLst/>
              <a:gdLst/>
              <a:ahLst/>
              <a:cxnLst/>
              <a:rect l="l" t="t" r="r" b="b"/>
              <a:pathLst>
                <a:path w="1987" h="3863" extrusionOk="0">
                  <a:moveTo>
                    <a:pt x="1601" y="1"/>
                  </a:moveTo>
                  <a:cubicBezTo>
                    <a:pt x="1166" y="1"/>
                    <a:pt x="939" y="623"/>
                    <a:pt x="800" y="1001"/>
                  </a:cubicBezTo>
                  <a:cubicBezTo>
                    <a:pt x="457" y="1846"/>
                    <a:pt x="115" y="2759"/>
                    <a:pt x="1" y="3672"/>
                  </a:cubicBezTo>
                  <a:cubicBezTo>
                    <a:pt x="1" y="3777"/>
                    <a:pt x="100" y="3863"/>
                    <a:pt x="188" y="3863"/>
                  </a:cubicBezTo>
                  <a:cubicBezTo>
                    <a:pt x="233" y="3863"/>
                    <a:pt x="274" y="3840"/>
                    <a:pt x="297" y="3786"/>
                  </a:cubicBezTo>
                  <a:cubicBezTo>
                    <a:pt x="526" y="3215"/>
                    <a:pt x="708" y="2645"/>
                    <a:pt x="914" y="2074"/>
                  </a:cubicBezTo>
                  <a:cubicBezTo>
                    <a:pt x="1028" y="1823"/>
                    <a:pt x="1439" y="385"/>
                    <a:pt x="1735" y="362"/>
                  </a:cubicBezTo>
                  <a:cubicBezTo>
                    <a:pt x="1918" y="362"/>
                    <a:pt x="1987" y="111"/>
                    <a:pt x="1804" y="43"/>
                  </a:cubicBezTo>
                  <a:cubicBezTo>
                    <a:pt x="1731" y="14"/>
                    <a:pt x="1664" y="1"/>
                    <a:pt x="1601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168"/>
            <p:cNvSpPr/>
            <p:nvPr/>
          </p:nvSpPr>
          <p:spPr>
            <a:xfrm>
              <a:off x="5876375" y="4540750"/>
              <a:ext cx="23725" cy="54675"/>
            </a:xfrm>
            <a:custGeom>
              <a:avLst/>
              <a:gdLst/>
              <a:ahLst/>
              <a:cxnLst/>
              <a:rect l="l" t="t" r="r" b="b"/>
              <a:pathLst>
                <a:path w="949" h="2187" extrusionOk="0">
                  <a:moveTo>
                    <a:pt x="772" y="1"/>
                  </a:moveTo>
                  <a:cubicBezTo>
                    <a:pt x="721" y="1"/>
                    <a:pt x="671" y="26"/>
                    <a:pt x="646" y="84"/>
                  </a:cubicBezTo>
                  <a:cubicBezTo>
                    <a:pt x="372" y="701"/>
                    <a:pt x="167" y="1317"/>
                    <a:pt x="30" y="2002"/>
                  </a:cubicBezTo>
                  <a:cubicBezTo>
                    <a:pt x="1" y="2103"/>
                    <a:pt x="101" y="2187"/>
                    <a:pt x="195" y="2187"/>
                  </a:cubicBezTo>
                  <a:cubicBezTo>
                    <a:pt x="249" y="2187"/>
                    <a:pt x="302" y="2159"/>
                    <a:pt x="326" y="2093"/>
                  </a:cubicBezTo>
                  <a:cubicBezTo>
                    <a:pt x="577" y="1477"/>
                    <a:pt x="783" y="838"/>
                    <a:pt x="920" y="176"/>
                  </a:cubicBezTo>
                  <a:cubicBezTo>
                    <a:pt x="949" y="75"/>
                    <a:pt x="859" y="1"/>
                    <a:pt x="772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168"/>
            <p:cNvSpPr/>
            <p:nvPr/>
          </p:nvSpPr>
          <p:spPr>
            <a:xfrm>
              <a:off x="5464100" y="4208075"/>
              <a:ext cx="334850" cy="317675"/>
            </a:xfrm>
            <a:custGeom>
              <a:avLst/>
              <a:gdLst/>
              <a:ahLst/>
              <a:cxnLst/>
              <a:rect l="l" t="t" r="r" b="b"/>
              <a:pathLst>
                <a:path w="13394" h="12707" extrusionOk="0">
                  <a:moveTo>
                    <a:pt x="2027" y="792"/>
                  </a:moveTo>
                  <a:cubicBezTo>
                    <a:pt x="5450" y="1682"/>
                    <a:pt x="8783" y="2732"/>
                    <a:pt x="12115" y="3896"/>
                  </a:cubicBezTo>
                  <a:cubicBezTo>
                    <a:pt x="8212" y="6270"/>
                    <a:pt x="4423" y="8804"/>
                    <a:pt x="817" y="11588"/>
                  </a:cubicBezTo>
                  <a:cubicBezTo>
                    <a:pt x="1319" y="8027"/>
                    <a:pt x="1821" y="4467"/>
                    <a:pt x="2049" y="906"/>
                  </a:cubicBezTo>
                  <a:cubicBezTo>
                    <a:pt x="2049" y="860"/>
                    <a:pt x="2049" y="838"/>
                    <a:pt x="2027" y="792"/>
                  </a:cubicBezTo>
                  <a:close/>
                  <a:moveTo>
                    <a:pt x="1919" y="0"/>
                  </a:moveTo>
                  <a:cubicBezTo>
                    <a:pt x="1586" y="0"/>
                    <a:pt x="1459" y="471"/>
                    <a:pt x="1707" y="678"/>
                  </a:cubicBezTo>
                  <a:cubicBezTo>
                    <a:pt x="1616" y="701"/>
                    <a:pt x="1547" y="769"/>
                    <a:pt x="1547" y="860"/>
                  </a:cubicBezTo>
                  <a:cubicBezTo>
                    <a:pt x="954" y="4649"/>
                    <a:pt x="566" y="8484"/>
                    <a:pt x="18" y="12273"/>
                  </a:cubicBezTo>
                  <a:cubicBezTo>
                    <a:pt x="0" y="12483"/>
                    <a:pt x="158" y="12707"/>
                    <a:pt x="355" y="12707"/>
                  </a:cubicBezTo>
                  <a:cubicBezTo>
                    <a:pt x="415" y="12707"/>
                    <a:pt x="479" y="12686"/>
                    <a:pt x="543" y="12638"/>
                  </a:cubicBezTo>
                  <a:cubicBezTo>
                    <a:pt x="4560" y="9534"/>
                    <a:pt x="8760" y="6658"/>
                    <a:pt x="13165" y="4124"/>
                  </a:cubicBezTo>
                  <a:cubicBezTo>
                    <a:pt x="13371" y="3987"/>
                    <a:pt x="13394" y="3577"/>
                    <a:pt x="13120" y="3485"/>
                  </a:cubicBezTo>
                  <a:cubicBezTo>
                    <a:pt x="9490" y="2139"/>
                    <a:pt x="5770" y="997"/>
                    <a:pt x="2027" y="16"/>
                  </a:cubicBezTo>
                  <a:cubicBezTo>
                    <a:pt x="1989" y="5"/>
                    <a:pt x="1953" y="0"/>
                    <a:pt x="1919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168"/>
            <p:cNvSpPr/>
            <p:nvPr/>
          </p:nvSpPr>
          <p:spPr>
            <a:xfrm>
              <a:off x="5495775" y="4342975"/>
              <a:ext cx="376800" cy="309500"/>
            </a:xfrm>
            <a:custGeom>
              <a:avLst/>
              <a:gdLst/>
              <a:ahLst/>
              <a:cxnLst/>
              <a:rect l="l" t="t" r="r" b="b"/>
              <a:pathLst>
                <a:path w="15072" h="12380" extrusionOk="0">
                  <a:moveTo>
                    <a:pt x="12525" y="1060"/>
                  </a:moveTo>
                  <a:cubicBezTo>
                    <a:pt x="13211" y="1060"/>
                    <a:pt x="13706" y="2403"/>
                    <a:pt x="13930" y="2768"/>
                  </a:cubicBezTo>
                  <a:cubicBezTo>
                    <a:pt x="14546" y="3933"/>
                    <a:pt x="8201" y="7858"/>
                    <a:pt x="7242" y="8520"/>
                  </a:cubicBezTo>
                  <a:cubicBezTo>
                    <a:pt x="6055" y="9342"/>
                    <a:pt x="4868" y="10164"/>
                    <a:pt x="3681" y="10986"/>
                  </a:cubicBezTo>
                  <a:cubicBezTo>
                    <a:pt x="3388" y="11187"/>
                    <a:pt x="3129" y="11274"/>
                    <a:pt x="2897" y="11274"/>
                  </a:cubicBezTo>
                  <a:cubicBezTo>
                    <a:pt x="1977" y="11274"/>
                    <a:pt x="1485" y="9907"/>
                    <a:pt x="919" y="8977"/>
                  </a:cubicBezTo>
                  <a:cubicBezTo>
                    <a:pt x="2996" y="7402"/>
                    <a:pt x="5074" y="5827"/>
                    <a:pt x="7151" y="4252"/>
                  </a:cubicBezTo>
                  <a:cubicBezTo>
                    <a:pt x="8223" y="3453"/>
                    <a:pt x="9342" y="2700"/>
                    <a:pt x="10483" y="2038"/>
                  </a:cubicBezTo>
                  <a:cubicBezTo>
                    <a:pt x="11077" y="1696"/>
                    <a:pt x="11670" y="1399"/>
                    <a:pt x="12264" y="1125"/>
                  </a:cubicBezTo>
                  <a:cubicBezTo>
                    <a:pt x="12354" y="1080"/>
                    <a:pt x="12441" y="1060"/>
                    <a:pt x="12525" y="1060"/>
                  </a:cubicBezTo>
                  <a:close/>
                  <a:moveTo>
                    <a:pt x="12828" y="1"/>
                  </a:moveTo>
                  <a:cubicBezTo>
                    <a:pt x="11774" y="1"/>
                    <a:pt x="10261" y="1278"/>
                    <a:pt x="9525" y="1741"/>
                  </a:cubicBezTo>
                  <a:cubicBezTo>
                    <a:pt x="6215" y="3818"/>
                    <a:pt x="3248" y="6512"/>
                    <a:pt x="189" y="8908"/>
                  </a:cubicBezTo>
                  <a:cubicBezTo>
                    <a:pt x="1" y="9059"/>
                    <a:pt x="139" y="9365"/>
                    <a:pt x="334" y="9365"/>
                  </a:cubicBezTo>
                  <a:cubicBezTo>
                    <a:pt x="375" y="9365"/>
                    <a:pt x="419" y="9351"/>
                    <a:pt x="463" y="9319"/>
                  </a:cubicBezTo>
                  <a:cubicBezTo>
                    <a:pt x="486" y="9296"/>
                    <a:pt x="509" y="9274"/>
                    <a:pt x="531" y="9251"/>
                  </a:cubicBezTo>
                  <a:cubicBezTo>
                    <a:pt x="1125" y="10278"/>
                    <a:pt x="1741" y="11282"/>
                    <a:pt x="2426" y="12241"/>
                  </a:cubicBezTo>
                  <a:cubicBezTo>
                    <a:pt x="2485" y="12329"/>
                    <a:pt x="2582" y="12380"/>
                    <a:pt x="2680" y="12380"/>
                  </a:cubicBezTo>
                  <a:cubicBezTo>
                    <a:pt x="2734" y="12380"/>
                    <a:pt x="2788" y="12365"/>
                    <a:pt x="2837" y="12332"/>
                  </a:cubicBezTo>
                  <a:cubicBezTo>
                    <a:pt x="6991" y="9662"/>
                    <a:pt x="11396" y="6968"/>
                    <a:pt x="14934" y="3453"/>
                  </a:cubicBezTo>
                  <a:cubicBezTo>
                    <a:pt x="15071" y="3316"/>
                    <a:pt x="15048" y="3111"/>
                    <a:pt x="14957" y="2951"/>
                  </a:cubicBezTo>
                  <a:cubicBezTo>
                    <a:pt x="14592" y="2266"/>
                    <a:pt x="13930" y="212"/>
                    <a:pt x="13085" y="29"/>
                  </a:cubicBezTo>
                  <a:cubicBezTo>
                    <a:pt x="13003" y="10"/>
                    <a:pt x="12917" y="1"/>
                    <a:pt x="1282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168"/>
            <p:cNvSpPr/>
            <p:nvPr/>
          </p:nvSpPr>
          <p:spPr>
            <a:xfrm>
              <a:off x="5582050" y="4477650"/>
              <a:ext cx="376675" cy="310075"/>
            </a:xfrm>
            <a:custGeom>
              <a:avLst/>
              <a:gdLst/>
              <a:ahLst/>
              <a:cxnLst/>
              <a:rect l="l" t="t" r="r" b="b"/>
              <a:pathLst>
                <a:path w="15067" h="12403" extrusionOk="0">
                  <a:moveTo>
                    <a:pt x="12512" y="1065"/>
                  </a:moveTo>
                  <a:cubicBezTo>
                    <a:pt x="13207" y="1065"/>
                    <a:pt x="13721" y="2403"/>
                    <a:pt x="13925" y="2791"/>
                  </a:cubicBezTo>
                  <a:cubicBezTo>
                    <a:pt x="14542" y="3932"/>
                    <a:pt x="8196" y="7881"/>
                    <a:pt x="7238" y="8543"/>
                  </a:cubicBezTo>
                  <a:cubicBezTo>
                    <a:pt x="6051" y="9365"/>
                    <a:pt x="4864" y="10186"/>
                    <a:pt x="3677" y="11008"/>
                  </a:cubicBezTo>
                  <a:cubicBezTo>
                    <a:pt x="3383" y="11210"/>
                    <a:pt x="3124" y="11297"/>
                    <a:pt x="2893" y="11297"/>
                  </a:cubicBezTo>
                  <a:cubicBezTo>
                    <a:pt x="1973" y="11297"/>
                    <a:pt x="1480" y="9930"/>
                    <a:pt x="915" y="8999"/>
                  </a:cubicBezTo>
                  <a:cubicBezTo>
                    <a:pt x="2992" y="7425"/>
                    <a:pt x="5069" y="5850"/>
                    <a:pt x="7169" y="4275"/>
                  </a:cubicBezTo>
                  <a:cubicBezTo>
                    <a:pt x="8219" y="3453"/>
                    <a:pt x="9338" y="2723"/>
                    <a:pt x="10502" y="2038"/>
                  </a:cubicBezTo>
                  <a:cubicBezTo>
                    <a:pt x="11072" y="1718"/>
                    <a:pt x="11666" y="1422"/>
                    <a:pt x="12259" y="1125"/>
                  </a:cubicBezTo>
                  <a:cubicBezTo>
                    <a:pt x="12346" y="1084"/>
                    <a:pt x="12430" y="1065"/>
                    <a:pt x="12512" y="1065"/>
                  </a:cubicBezTo>
                  <a:close/>
                  <a:moveTo>
                    <a:pt x="12827" y="1"/>
                  </a:moveTo>
                  <a:cubicBezTo>
                    <a:pt x="11773" y="1"/>
                    <a:pt x="10258" y="1300"/>
                    <a:pt x="9520" y="1764"/>
                  </a:cubicBezTo>
                  <a:cubicBezTo>
                    <a:pt x="6233" y="3841"/>
                    <a:pt x="3266" y="6512"/>
                    <a:pt x="207" y="8931"/>
                  </a:cubicBezTo>
                  <a:cubicBezTo>
                    <a:pt x="0" y="9082"/>
                    <a:pt x="135" y="9388"/>
                    <a:pt x="329" y="9388"/>
                  </a:cubicBezTo>
                  <a:cubicBezTo>
                    <a:pt x="371" y="9388"/>
                    <a:pt x="415" y="9374"/>
                    <a:pt x="459" y="9342"/>
                  </a:cubicBezTo>
                  <a:cubicBezTo>
                    <a:pt x="481" y="9319"/>
                    <a:pt x="504" y="9296"/>
                    <a:pt x="550" y="9273"/>
                  </a:cubicBezTo>
                  <a:cubicBezTo>
                    <a:pt x="1120" y="10301"/>
                    <a:pt x="1737" y="11282"/>
                    <a:pt x="2421" y="12263"/>
                  </a:cubicBezTo>
                  <a:cubicBezTo>
                    <a:pt x="2480" y="12352"/>
                    <a:pt x="2577" y="12402"/>
                    <a:pt x="2676" y="12402"/>
                  </a:cubicBezTo>
                  <a:cubicBezTo>
                    <a:pt x="2730" y="12402"/>
                    <a:pt x="2784" y="12387"/>
                    <a:pt x="2832" y="12355"/>
                  </a:cubicBezTo>
                  <a:cubicBezTo>
                    <a:pt x="7009" y="9661"/>
                    <a:pt x="11392" y="6968"/>
                    <a:pt x="14930" y="3476"/>
                  </a:cubicBezTo>
                  <a:cubicBezTo>
                    <a:pt x="15067" y="3339"/>
                    <a:pt x="15067" y="3111"/>
                    <a:pt x="14975" y="2951"/>
                  </a:cubicBezTo>
                  <a:cubicBezTo>
                    <a:pt x="14587" y="2289"/>
                    <a:pt x="13925" y="235"/>
                    <a:pt x="13081" y="29"/>
                  </a:cubicBezTo>
                  <a:cubicBezTo>
                    <a:pt x="13000" y="10"/>
                    <a:pt x="12915" y="1"/>
                    <a:pt x="1282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4" name="Google Shape;4664;p168"/>
          <p:cNvGrpSpPr/>
          <p:nvPr/>
        </p:nvGrpSpPr>
        <p:grpSpPr>
          <a:xfrm rot="9456294">
            <a:off x="6849678" y="3273665"/>
            <a:ext cx="2306042" cy="512923"/>
            <a:chOff x="7051300" y="3461525"/>
            <a:chExt cx="2305989" cy="512912"/>
          </a:xfrm>
        </p:grpSpPr>
        <p:sp>
          <p:nvSpPr>
            <p:cNvPr id="4665" name="Google Shape;4665;p168"/>
            <p:cNvSpPr/>
            <p:nvPr/>
          </p:nvSpPr>
          <p:spPr>
            <a:xfrm>
              <a:off x="7075817" y="3564700"/>
              <a:ext cx="2271819" cy="396457"/>
            </a:xfrm>
            <a:custGeom>
              <a:avLst/>
              <a:gdLst/>
              <a:ahLst/>
              <a:cxnLst/>
              <a:rect l="l" t="t" r="r" b="b"/>
              <a:pathLst>
                <a:path w="46702" h="8150" extrusionOk="0">
                  <a:moveTo>
                    <a:pt x="46666" y="1"/>
                  </a:moveTo>
                  <a:lnTo>
                    <a:pt x="41068" y="704"/>
                  </a:lnTo>
                  <a:lnTo>
                    <a:pt x="39932" y="848"/>
                  </a:lnTo>
                  <a:lnTo>
                    <a:pt x="40221" y="3156"/>
                  </a:lnTo>
                  <a:lnTo>
                    <a:pt x="41357" y="3011"/>
                  </a:lnTo>
                  <a:lnTo>
                    <a:pt x="41303" y="2606"/>
                  </a:lnTo>
                  <a:lnTo>
                    <a:pt x="46702" y="271"/>
                  </a:lnTo>
                  <a:lnTo>
                    <a:pt x="46666" y="1"/>
                  </a:lnTo>
                  <a:close/>
                  <a:moveTo>
                    <a:pt x="1560" y="5644"/>
                  </a:moveTo>
                  <a:lnTo>
                    <a:pt x="1" y="5842"/>
                  </a:lnTo>
                  <a:lnTo>
                    <a:pt x="298" y="8149"/>
                  </a:lnTo>
                  <a:lnTo>
                    <a:pt x="1858" y="7960"/>
                  </a:lnTo>
                  <a:lnTo>
                    <a:pt x="1560" y="5644"/>
                  </a:lnTo>
                  <a:close/>
                </a:path>
              </a:pathLst>
            </a:custGeom>
            <a:solidFill>
              <a:srgbClr val="EE8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168"/>
            <p:cNvSpPr/>
            <p:nvPr/>
          </p:nvSpPr>
          <p:spPr>
            <a:xfrm>
              <a:off x="7056554" y="3473929"/>
              <a:ext cx="2293709" cy="379334"/>
            </a:xfrm>
            <a:custGeom>
              <a:avLst/>
              <a:gdLst/>
              <a:ahLst/>
              <a:cxnLst/>
              <a:rect l="l" t="t" r="r" b="b"/>
              <a:pathLst>
                <a:path w="47152" h="7798" extrusionOk="0">
                  <a:moveTo>
                    <a:pt x="43312" y="1515"/>
                  </a:moveTo>
                  <a:cubicBezTo>
                    <a:pt x="43664" y="1533"/>
                    <a:pt x="43682" y="1687"/>
                    <a:pt x="43691" y="1741"/>
                  </a:cubicBezTo>
                  <a:cubicBezTo>
                    <a:pt x="43700" y="1858"/>
                    <a:pt x="43682" y="1993"/>
                    <a:pt x="43393" y="2029"/>
                  </a:cubicBezTo>
                  <a:cubicBezTo>
                    <a:pt x="43361" y="2033"/>
                    <a:pt x="43331" y="2035"/>
                    <a:pt x="43305" y="2035"/>
                  </a:cubicBezTo>
                  <a:cubicBezTo>
                    <a:pt x="43091" y="2035"/>
                    <a:pt x="43041" y="1916"/>
                    <a:pt x="43033" y="1804"/>
                  </a:cubicBezTo>
                  <a:cubicBezTo>
                    <a:pt x="43006" y="1623"/>
                    <a:pt x="43069" y="1542"/>
                    <a:pt x="43231" y="1515"/>
                  </a:cubicBezTo>
                  <a:close/>
                  <a:moveTo>
                    <a:pt x="42113" y="1308"/>
                  </a:moveTo>
                  <a:cubicBezTo>
                    <a:pt x="42366" y="1335"/>
                    <a:pt x="42501" y="1479"/>
                    <a:pt x="42537" y="1750"/>
                  </a:cubicBezTo>
                  <a:cubicBezTo>
                    <a:pt x="42546" y="1858"/>
                    <a:pt x="42528" y="1966"/>
                    <a:pt x="42474" y="2065"/>
                  </a:cubicBezTo>
                  <a:cubicBezTo>
                    <a:pt x="42420" y="2164"/>
                    <a:pt x="42348" y="2218"/>
                    <a:pt x="42239" y="2236"/>
                  </a:cubicBezTo>
                  <a:cubicBezTo>
                    <a:pt x="42209" y="2239"/>
                    <a:pt x="42181" y="2241"/>
                    <a:pt x="42154" y="2241"/>
                  </a:cubicBezTo>
                  <a:cubicBezTo>
                    <a:pt x="42019" y="2241"/>
                    <a:pt x="41924" y="2203"/>
                    <a:pt x="41879" y="2128"/>
                  </a:cubicBezTo>
                  <a:cubicBezTo>
                    <a:pt x="41861" y="2092"/>
                    <a:pt x="41843" y="2029"/>
                    <a:pt x="41825" y="1858"/>
                  </a:cubicBezTo>
                  <a:cubicBezTo>
                    <a:pt x="41762" y="1353"/>
                    <a:pt x="41969" y="1326"/>
                    <a:pt x="42041" y="1317"/>
                  </a:cubicBezTo>
                  <a:cubicBezTo>
                    <a:pt x="42059" y="1308"/>
                    <a:pt x="42086" y="1308"/>
                    <a:pt x="42113" y="1308"/>
                  </a:cubicBezTo>
                  <a:close/>
                  <a:moveTo>
                    <a:pt x="41221" y="1"/>
                  </a:moveTo>
                  <a:lnTo>
                    <a:pt x="39932" y="163"/>
                  </a:lnTo>
                  <a:lnTo>
                    <a:pt x="40256" y="2795"/>
                  </a:lnTo>
                  <a:lnTo>
                    <a:pt x="47152" y="1930"/>
                  </a:lnTo>
                  <a:lnTo>
                    <a:pt x="47080" y="1335"/>
                  </a:lnTo>
                  <a:lnTo>
                    <a:pt x="41275" y="425"/>
                  </a:lnTo>
                  <a:lnTo>
                    <a:pt x="41221" y="1"/>
                  </a:lnTo>
                  <a:close/>
                  <a:moveTo>
                    <a:pt x="1713" y="4941"/>
                  </a:moveTo>
                  <a:lnTo>
                    <a:pt x="0" y="5157"/>
                  </a:lnTo>
                  <a:lnTo>
                    <a:pt x="334" y="7798"/>
                  </a:lnTo>
                  <a:lnTo>
                    <a:pt x="2046" y="7582"/>
                  </a:lnTo>
                  <a:lnTo>
                    <a:pt x="1713" y="4941"/>
                  </a:lnTo>
                  <a:close/>
                </a:path>
              </a:pathLst>
            </a:custGeom>
            <a:solidFill>
              <a:srgbClr val="EEA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168"/>
            <p:cNvSpPr/>
            <p:nvPr/>
          </p:nvSpPr>
          <p:spPr>
            <a:xfrm>
              <a:off x="9084585" y="3533956"/>
              <a:ext cx="102106" cy="52683"/>
            </a:xfrm>
            <a:custGeom>
              <a:avLst/>
              <a:gdLst/>
              <a:ahLst/>
              <a:cxnLst/>
              <a:rect l="l" t="t" r="r" b="b"/>
              <a:pathLst>
                <a:path w="2099" h="1083" extrusionOk="0">
                  <a:moveTo>
                    <a:pt x="1621" y="200"/>
                  </a:moveTo>
                  <a:cubicBezTo>
                    <a:pt x="1351" y="200"/>
                    <a:pt x="1233" y="326"/>
                    <a:pt x="1261" y="579"/>
                  </a:cubicBezTo>
                  <a:cubicBezTo>
                    <a:pt x="1284" y="782"/>
                    <a:pt x="1402" y="883"/>
                    <a:pt x="1609" y="883"/>
                  </a:cubicBezTo>
                  <a:cubicBezTo>
                    <a:pt x="1641" y="883"/>
                    <a:pt x="1675" y="881"/>
                    <a:pt x="1711" y="876"/>
                  </a:cubicBezTo>
                  <a:cubicBezTo>
                    <a:pt x="1982" y="840"/>
                    <a:pt x="2099" y="714"/>
                    <a:pt x="2072" y="498"/>
                  </a:cubicBezTo>
                  <a:cubicBezTo>
                    <a:pt x="2054" y="317"/>
                    <a:pt x="1900" y="218"/>
                    <a:pt x="1621" y="200"/>
                  </a:cubicBezTo>
                  <a:close/>
                  <a:moveTo>
                    <a:pt x="397" y="1"/>
                  </a:moveTo>
                  <a:cubicBezTo>
                    <a:pt x="115" y="1"/>
                    <a:pt x="1" y="217"/>
                    <a:pt x="53" y="633"/>
                  </a:cubicBezTo>
                  <a:cubicBezTo>
                    <a:pt x="71" y="777"/>
                    <a:pt x="89" y="867"/>
                    <a:pt x="116" y="921"/>
                  </a:cubicBezTo>
                  <a:cubicBezTo>
                    <a:pt x="182" y="1032"/>
                    <a:pt x="290" y="1082"/>
                    <a:pt x="446" y="1082"/>
                  </a:cubicBezTo>
                  <a:cubicBezTo>
                    <a:pt x="481" y="1082"/>
                    <a:pt x="518" y="1079"/>
                    <a:pt x="557" y="1075"/>
                  </a:cubicBezTo>
                  <a:cubicBezTo>
                    <a:pt x="693" y="1066"/>
                    <a:pt x="783" y="993"/>
                    <a:pt x="846" y="867"/>
                  </a:cubicBezTo>
                  <a:cubicBezTo>
                    <a:pt x="909" y="750"/>
                    <a:pt x="936" y="633"/>
                    <a:pt x="918" y="507"/>
                  </a:cubicBezTo>
                  <a:cubicBezTo>
                    <a:pt x="882" y="200"/>
                    <a:pt x="720" y="29"/>
                    <a:pt x="431" y="2"/>
                  </a:cubicBezTo>
                  <a:cubicBezTo>
                    <a:pt x="419" y="1"/>
                    <a:pt x="408" y="1"/>
                    <a:pt x="397" y="1"/>
                  </a:cubicBezTo>
                  <a:close/>
                </a:path>
              </a:pathLst>
            </a:custGeom>
            <a:solidFill>
              <a:srgbClr val="EECA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168"/>
            <p:cNvSpPr/>
            <p:nvPr/>
          </p:nvSpPr>
          <p:spPr>
            <a:xfrm>
              <a:off x="7151702" y="3605512"/>
              <a:ext cx="1882416" cy="359584"/>
            </a:xfrm>
            <a:custGeom>
              <a:avLst/>
              <a:gdLst/>
              <a:ahLst/>
              <a:cxnLst/>
              <a:rect l="l" t="t" r="r" b="b"/>
              <a:pathLst>
                <a:path w="38697" h="7392" extrusionOk="0">
                  <a:moveTo>
                    <a:pt x="38372" y="0"/>
                  </a:moveTo>
                  <a:lnTo>
                    <a:pt x="25555" y="1614"/>
                  </a:lnTo>
                  <a:cubicBezTo>
                    <a:pt x="25645" y="2506"/>
                    <a:pt x="25104" y="3353"/>
                    <a:pt x="23932" y="4156"/>
                  </a:cubicBezTo>
                  <a:cubicBezTo>
                    <a:pt x="23752" y="4282"/>
                    <a:pt x="23563" y="4399"/>
                    <a:pt x="23373" y="4507"/>
                  </a:cubicBezTo>
                  <a:lnTo>
                    <a:pt x="38697" y="2587"/>
                  </a:lnTo>
                  <a:lnTo>
                    <a:pt x="38661" y="2317"/>
                  </a:lnTo>
                  <a:lnTo>
                    <a:pt x="38372" y="0"/>
                  </a:lnTo>
                  <a:close/>
                  <a:moveTo>
                    <a:pt x="12593" y="3236"/>
                  </a:moveTo>
                  <a:lnTo>
                    <a:pt x="0" y="4805"/>
                  </a:lnTo>
                  <a:lnTo>
                    <a:pt x="298" y="7121"/>
                  </a:lnTo>
                  <a:lnTo>
                    <a:pt x="325" y="7392"/>
                  </a:lnTo>
                  <a:lnTo>
                    <a:pt x="15423" y="5499"/>
                  </a:lnTo>
                  <a:cubicBezTo>
                    <a:pt x="15207" y="5445"/>
                    <a:pt x="14999" y="5381"/>
                    <a:pt x="14792" y="5300"/>
                  </a:cubicBezTo>
                  <a:cubicBezTo>
                    <a:pt x="13458" y="4814"/>
                    <a:pt x="12728" y="4129"/>
                    <a:pt x="12593" y="3236"/>
                  </a:cubicBezTo>
                  <a:close/>
                </a:path>
              </a:pathLst>
            </a:custGeom>
            <a:solidFill>
              <a:srgbClr val="D767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168"/>
            <p:cNvSpPr/>
            <p:nvPr/>
          </p:nvSpPr>
          <p:spPr>
            <a:xfrm>
              <a:off x="7764232" y="3683976"/>
              <a:ext cx="634963" cy="189034"/>
            </a:xfrm>
            <a:custGeom>
              <a:avLst/>
              <a:gdLst/>
              <a:ahLst/>
              <a:cxnLst/>
              <a:rect l="l" t="t" r="r" b="b"/>
              <a:pathLst>
                <a:path w="13053" h="3886" extrusionOk="0">
                  <a:moveTo>
                    <a:pt x="12963" y="1"/>
                  </a:moveTo>
                  <a:lnTo>
                    <a:pt x="1" y="1623"/>
                  </a:lnTo>
                  <a:cubicBezTo>
                    <a:pt x="136" y="2516"/>
                    <a:pt x="866" y="3201"/>
                    <a:pt x="2200" y="3687"/>
                  </a:cubicBezTo>
                  <a:cubicBezTo>
                    <a:pt x="2407" y="3768"/>
                    <a:pt x="2615" y="3832"/>
                    <a:pt x="2831" y="3886"/>
                  </a:cubicBezTo>
                  <a:lnTo>
                    <a:pt x="10781" y="2894"/>
                  </a:lnTo>
                  <a:cubicBezTo>
                    <a:pt x="10971" y="2786"/>
                    <a:pt x="11160" y="2669"/>
                    <a:pt x="11340" y="2543"/>
                  </a:cubicBezTo>
                  <a:cubicBezTo>
                    <a:pt x="12512" y="1740"/>
                    <a:pt x="13053" y="893"/>
                    <a:pt x="12963" y="1"/>
                  </a:cubicBezTo>
                  <a:close/>
                </a:path>
              </a:pathLst>
            </a:custGeom>
            <a:solidFill>
              <a:srgbClr val="C2BC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168"/>
            <p:cNvSpPr/>
            <p:nvPr/>
          </p:nvSpPr>
          <p:spPr>
            <a:xfrm>
              <a:off x="7758540" y="3565575"/>
              <a:ext cx="636277" cy="197401"/>
            </a:xfrm>
            <a:custGeom>
              <a:avLst/>
              <a:gdLst/>
              <a:ahLst/>
              <a:cxnLst/>
              <a:rect l="l" t="t" r="r" b="b"/>
              <a:pathLst>
                <a:path w="13080" h="4058" extrusionOk="0">
                  <a:moveTo>
                    <a:pt x="9997" y="1"/>
                  </a:moveTo>
                  <a:lnTo>
                    <a:pt x="2506" y="938"/>
                  </a:lnTo>
                  <a:cubicBezTo>
                    <a:pt x="2227" y="1092"/>
                    <a:pt x="1966" y="1245"/>
                    <a:pt x="1722" y="1407"/>
                  </a:cubicBezTo>
                  <a:cubicBezTo>
                    <a:pt x="532" y="2218"/>
                    <a:pt x="0" y="3093"/>
                    <a:pt x="118" y="4012"/>
                  </a:cubicBezTo>
                  <a:cubicBezTo>
                    <a:pt x="118" y="4030"/>
                    <a:pt x="118" y="4039"/>
                    <a:pt x="118" y="4057"/>
                  </a:cubicBezTo>
                  <a:lnTo>
                    <a:pt x="13080" y="2435"/>
                  </a:lnTo>
                  <a:cubicBezTo>
                    <a:pt x="13071" y="2417"/>
                    <a:pt x="13071" y="2408"/>
                    <a:pt x="13071" y="2390"/>
                  </a:cubicBezTo>
                  <a:cubicBezTo>
                    <a:pt x="12953" y="1470"/>
                    <a:pt x="12223" y="758"/>
                    <a:pt x="10871" y="262"/>
                  </a:cubicBezTo>
                  <a:cubicBezTo>
                    <a:pt x="10583" y="172"/>
                    <a:pt x="10294" y="82"/>
                    <a:pt x="9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168"/>
            <p:cNvSpPr/>
            <p:nvPr/>
          </p:nvSpPr>
          <p:spPr>
            <a:xfrm>
              <a:off x="7130639" y="3466487"/>
              <a:ext cx="1892096" cy="377145"/>
            </a:xfrm>
            <a:custGeom>
              <a:avLst/>
              <a:gdLst/>
              <a:ahLst/>
              <a:cxnLst/>
              <a:rect l="l" t="t" r="r" b="b"/>
              <a:pathLst>
                <a:path w="38896" h="7753" extrusionOk="0">
                  <a:moveTo>
                    <a:pt x="38526" y="1"/>
                  </a:moveTo>
                  <a:lnTo>
                    <a:pt x="22896" y="1957"/>
                  </a:lnTo>
                  <a:lnTo>
                    <a:pt x="22878" y="2110"/>
                  </a:lnTo>
                  <a:cubicBezTo>
                    <a:pt x="23175" y="2191"/>
                    <a:pt x="23464" y="2281"/>
                    <a:pt x="23752" y="2371"/>
                  </a:cubicBezTo>
                  <a:cubicBezTo>
                    <a:pt x="25068" y="2858"/>
                    <a:pt x="25789" y="3552"/>
                    <a:pt x="25907" y="4481"/>
                  </a:cubicBezTo>
                  <a:lnTo>
                    <a:pt x="25916" y="4553"/>
                  </a:lnTo>
                  <a:lnTo>
                    <a:pt x="38896" y="2930"/>
                  </a:lnTo>
                  <a:lnTo>
                    <a:pt x="38526" y="1"/>
                  </a:lnTo>
                  <a:close/>
                  <a:moveTo>
                    <a:pt x="15405" y="2903"/>
                  </a:moveTo>
                  <a:lnTo>
                    <a:pt x="1" y="4823"/>
                  </a:lnTo>
                  <a:lnTo>
                    <a:pt x="370" y="7753"/>
                  </a:lnTo>
                  <a:lnTo>
                    <a:pt x="13035" y="6166"/>
                  </a:lnTo>
                  <a:lnTo>
                    <a:pt x="13107" y="6121"/>
                  </a:lnTo>
                  <a:lnTo>
                    <a:pt x="13098" y="6040"/>
                  </a:lnTo>
                  <a:cubicBezTo>
                    <a:pt x="12990" y="5157"/>
                    <a:pt x="13521" y="4300"/>
                    <a:pt x="14675" y="3507"/>
                  </a:cubicBezTo>
                  <a:cubicBezTo>
                    <a:pt x="14910" y="3354"/>
                    <a:pt x="15171" y="3192"/>
                    <a:pt x="15450" y="3047"/>
                  </a:cubicBezTo>
                  <a:lnTo>
                    <a:pt x="15405" y="2903"/>
                  </a:lnTo>
                  <a:close/>
                </a:path>
              </a:pathLst>
            </a:custGeom>
            <a:solidFill>
              <a:srgbClr val="EE87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168"/>
            <p:cNvSpPr/>
            <p:nvPr/>
          </p:nvSpPr>
          <p:spPr>
            <a:xfrm>
              <a:off x="8992842" y="3474999"/>
              <a:ext cx="35997" cy="141362"/>
            </a:xfrm>
            <a:custGeom>
              <a:avLst/>
              <a:gdLst/>
              <a:ahLst/>
              <a:cxnLst/>
              <a:rect l="l" t="t" r="r" b="b"/>
              <a:pathLst>
                <a:path w="740" h="2906" extrusionOk="0">
                  <a:moveTo>
                    <a:pt x="218" y="0"/>
                  </a:moveTo>
                  <a:cubicBezTo>
                    <a:pt x="203" y="0"/>
                    <a:pt x="187" y="2"/>
                    <a:pt x="172" y="6"/>
                  </a:cubicBezTo>
                  <a:cubicBezTo>
                    <a:pt x="73" y="24"/>
                    <a:pt x="1" y="123"/>
                    <a:pt x="19" y="231"/>
                  </a:cubicBezTo>
                  <a:cubicBezTo>
                    <a:pt x="91" y="637"/>
                    <a:pt x="163" y="1052"/>
                    <a:pt x="217" y="1466"/>
                  </a:cubicBezTo>
                  <a:cubicBezTo>
                    <a:pt x="271" y="1881"/>
                    <a:pt x="334" y="2296"/>
                    <a:pt x="334" y="2710"/>
                  </a:cubicBezTo>
                  <a:cubicBezTo>
                    <a:pt x="334" y="2728"/>
                    <a:pt x="334" y="2746"/>
                    <a:pt x="334" y="2764"/>
                  </a:cubicBezTo>
                  <a:cubicBezTo>
                    <a:pt x="357" y="2848"/>
                    <a:pt x="437" y="2906"/>
                    <a:pt x="527" y="2906"/>
                  </a:cubicBezTo>
                  <a:cubicBezTo>
                    <a:pt x="543" y="2906"/>
                    <a:pt x="561" y="2904"/>
                    <a:pt x="578" y="2899"/>
                  </a:cubicBezTo>
                  <a:cubicBezTo>
                    <a:pt x="677" y="2872"/>
                    <a:pt x="740" y="2764"/>
                    <a:pt x="713" y="2665"/>
                  </a:cubicBezTo>
                  <a:cubicBezTo>
                    <a:pt x="614" y="2259"/>
                    <a:pt x="569" y="1845"/>
                    <a:pt x="523" y="1430"/>
                  </a:cubicBezTo>
                  <a:cubicBezTo>
                    <a:pt x="469" y="1016"/>
                    <a:pt x="433" y="601"/>
                    <a:pt x="406" y="177"/>
                  </a:cubicBezTo>
                  <a:cubicBezTo>
                    <a:pt x="406" y="168"/>
                    <a:pt x="406" y="168"/>
                    <a:pt x="397" y="159"/>
                  </a:cubicBezTo>
                  <a:cubicBezTo>
                    <a:pt x="382" y="67"/>
                    <a:pt x="307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168"/>
            <p:cNvSpPr/>
            <p:nvPr/>
          </p:nvSpPr>
          <p:spPr>
            <a:xfrm>
              <a:off x="8234282" y="3461525"/>
              <a:ext cx="850704" cy="234469"/>
            </a:xfrm>
            <a:custGeom>
              <a:avLst/>
              <a:gdLst/>
              <a:ahLst/>
              <a:cxnLst/>
              <a:rect l="l" t="t" r="r" b="b"/>
              <a:pathLst>
                <a:path w="17488" h="4820" extrusionOk="0">
                  <a:moveTo>
                    <a:pt x="15781" y="1"/>
                  </a:moveTo>
                  <a:cubicBezTo>
                    <a:pt x="15770" y="1"/>
                    <a:pt x="15759" y="2"/>
                    <a:pt x="15748" y="4"/>
                  </a:cubicBezTo>
                  <a:lnTo>
                    <a:pt x="190" y="1951"/>
                  </a:lnTo>
                  <a:cubicBezTo>
                    <a:pt x="118" y="1960"/>
                    <a:pt x="55" y="2005"/>
                    <a:pt x="28" y="2086"/>
                  </a:cubicBezTo>
                  <a:cubicBezTo>
                    <a:pt x="1" y="2185"/>
                    <a:pt x="55" y="2293"/>
                    <a:pt x="163" y="2329"/>
                  </a:cubicBezTo>
                  <a:cubicBezTo>
                    <a:pt x="334" y="2356"/>
                    <a:pt x="505" y="2401"/>
                    <a:pt x="668" y="2437"/>
                  </a:cubicBezTo>
                  <a:cubicBezTo>
                    <a:pt x="839" y="2473"/>
                    <a:pt x="1010" y="2509"/>
                    <a:pt x="1172" y="2564"/>
                  </a:cubicBezTo>
                  <a:cubicBezTo>
                    <a:pt x="1488" y="2672"/>
                    <a:pt x="1812" y="2807"/>
                    <a:pt x="2101" y="2987"/>
                  </a:cubicBezTo>
                  <a:cubicBezTo>
                    <a:pt x="2245" y="3077"/>
                    <a:pt x="2380" y="3176"/>
                    <a:pt x="2506" y="3294"/>
                  </a:cubicBezTo>
                  <a:cubicBezTo>
                    <a:pt x="2642" y="3393"/>
                    <a:pt x="2750" y="3528"/>
                    <a:pt x="2849" y="3663"/>
                  </a:cubicBezTo>
                  <a:cubicBezTo>
                    <a:pt x="3038" y="3934"/>
                    <a:pt x="3137" y="4267"/>
                    <a:pt x="3101" y="4592"/>
                  </a:cubicBezTo>
                  <a:cubicBezTo>
                    <a:pt x="3101" y="4628"/>
                    <a:pt x="3101" y="4655"/>
                    <a:pt x="3110" y="4682"/>
                  </a:cubicBezTo>
                  <a:cubicBezTo>
                    <a:pt x="3139" y="4767"/>
                    <a:pt x="3218" y="4819"/>
                    <a:pt x="3304" y="4819"/>
                  </a:cubicBezTo>
                  <a:cubicBezTo>
                    <a:pt x="3326" y="4819"/>
                    <a:pt x="3349" y="4816"/>
                    <a:pt x="3372" y="4808"/>
                  </a:cubicBezTo>
                  <a:cubicBezTo>
                    <a:pt x="3471" y="4772"/>
                    <a:pt x="3525" y="4655"/>
                    <a:pt x="3489" y="4547"/>
                  </a:cubicBezTo>
                  <a:cubicBezTo>
                    <a:pt x="3426" y="4366"/>
                    <a:pt x="3372" y="4186"/>
                    <a:pt x="3282" y="4024"/>
                  </a:cubicBezTo>
                  <a:cubicBezTo>
                    <a:pt x="3201" y="3853"/>
                    <a:pt x="3101" y="3699"/>
                    <a:pt x="2984" y="3555"/>
                  </a:cubicBezTo>
                  <a:cubicBezTo>
                    <a:pt x="2768" y="3276"/>
                    <a:pt x="2497" y="3032"/>
                    <a:pt x="2200" y="2834"/>
                  </a:cubicBezTo>
                  <a:cubicBezTo>
                    <a:pt x="1903" y="2645"/>
                    <a:pt x="1578" y="2482"/>
                    <a:pt x="1254" y="2338"/>
                  </a:cubicBezTo>
                  <a:cubicBezTo>
                    <a:pt x="1170" y="2301"/>
                    <a:pt x="1086" y="2267"/>
                    <a:pt x="1002" y="2233"/>
                  </a:cubicBezTo>
                  <a:lnTo>
                    <a:pt x="1002" y="2233"/>
                  </a:lnTo>
                  <a:lnTo>
                    <a:pt x="15600" y="406"/>
                  </a:lnTo>
                  <a:lnTo>
                    <a:pt x="15600" y="406"/>
                  </a:lnTo>
                  <a:lnTo>
                    <a:pt x="15613" y="508"/>
                  </a:lnTo>
                  <a:lnTo>
                    <a:pt x="15667" y="617"/>
                  </a:lnTo>
                  <a:cubicBezTo>
                    <a:pt x="15686" y="660"/>
                    <a:pt x="15726" y="687"/>
                    <a:pt x="15770" y="687"/>
                  </a:cubicBezTo>
                  <a:cubicBezTo>
                    <a:pt x="15790" y="687"/>
                    <a:pt x="15810" y="682"/>
                    <a:pt x="15829" y="671"/>
                  </a:cubicBezTo>
                  <a:cubicBezTo>
                    <a:pt x="16009" y="589"/>
                    <a:pt x="16199" y="553"/>
                    <a:pt x="16388" y="526"/>
                  </a:cubicBezTo>
                  <a:cubicBezTo>
                    <a:pt x="16483" y="517"/>
                    <a:pt x="16577" y="511"/>
                    <a:pt x="16673" y="511"/>
                  </a:cubicBezTo>
                  <a:cubicBezTo>
                    <a:pt x="16710" y="511"/>
                    <a:pt x="16747" y="512"/>
                    <a:pt x="16784" y="514"/>
                  </a:cubicBezTo>
                  <a:lnTo>
                    <a:pt x="16784" y="514"/>
                  </a:lnTo>
                  <a:cubicBezTo>
                    <a:pt x="16865" y="872"/>
                    <a:pt x="16927" y="1235"/>
                    <a:pt x="16983" y="1599"/>
                  </a:cubicBezTo>
                  <a:cubicBezTo>
                    <a:pt x="17037" y="2005"/>
                    <a:pt x="17109" y="2419"/>
                    <a:pt x="17064" y="2843"/>
                  </a:cubicBezTo>
                  <a:cubicBezTo>
                    <a:pt x="17055" y="2879"/>
                    <a:pt x="17064" y="2906"/>
                    <a:pt x="17073" y="2933"/>
                  </a:cubicBezTo>
                  <a:cubicBezTo>
                    <a:pt x="17100" y="3015"/>
                    <a:pt x="17175" y="3066"/>
                    <a:pt x="17252" y="3066"/>
                  </a:cubicBezTo>
                  <a:cubicBezTo>
                    <a:pt x="17277" y="3066"/>
                    <a:pt x="17301" y="3061"/>
                    <a:pt x="17325" y="3050"/>
                  </a:cubicBezTo>
                  <a:cubicBezTo>
                    <a:pt x="17433" y="3014"/>
                    <a:pt x="17488" y="2897"/>
                    <a:pt x="17442" y="2798"/>
                  </a:cubicBezTo>
                  <a:cubicBezTo>
                    <a:pt x="17298" y="2392"/>
                    <a:pt x="17262" y="1978"/>
                    <a:pt x="17217" y="1563"/>
                  </a:cubicBezTo>
                  <a:cubicBezTo>
                    <a:pt x="17172" y="1148"/>
                    <a:pt x="17145" y="734"/>
                    <a:pt x="17136" y="319"/>
                  </a:cubicBezTo>
                  <a:cubicBezTo>
                    <a:pt x="17136" y="220"/>
                    <a:pt x="17055" y="148"/>
                    <a:pt x="16965" y="148"/>
                  </a:cubicBezTo>
                  <a:lnTo>
                    <a:pt x="16920" y="148"/>
                  </a:lnTo>
                  <a:cubicBezTo>
                    <a:pt x="16739" y="229"/>
                    <a:pt x="16550" y="265"/>
                    <a:pt x="16361" y="292"/>
                  </a:cubicBezTo>
                  <a:cubicBezTo>
                    <a:pt x="16260" y="307"/>
                    <a:pt x="16158" y="316"/>
                    <a:pt x="16056" y="316"/>
                  </a:cubicBezTo>
                  <a:cubicBezTo>
                    <a:pt x="16031" y="316"/>
                    <a:pt x="16007" y="315"/>
                    <a:pt x="15983" y="314"/>
                  </a:cubicBezTo>
                  <a:lnTo>
                    <a:pt x="15983" y="314"/>
                  </a:lnTo>
                  <a:lnTo>
                    <a:pt x="15964" y="166"/>
                  </a:lnTo>
                  <a:cubicBezTo>
                    <a:pt x="15948" y="69"/>
                    <a:pt x="15874" y="1"/>
                    <a:pt x="1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168"/>
            <p:cNvSpPr/>
            <p:nvPr/>
          </p:nvSpPr>
          <p:spPr>
            <a:xfrm>
              <a:off x="9007776" y="3586979"/>
              <a:ext cx="90772" cy="141168"/>
            </a:xfrm>
            <a:custGeom>
              <a:avLst/>
              <a:gdLst/>
              <a:ahLst/>
              <a:cxnLst/>
              <a:rect l="l" t="t" r="r" b="b"/>
              <a:pathLst>
                <a:path w="1866" h="2902" extrusionOk="0">
                  <a:moveTo>
                    <a:pt x="1344" y="0"/>
                  </a:moveTo>
                  <a:cubicBezTo>
                    <a:pt x="1323" y="0"/>
                    <a:pt x="1301" y="4"/>
                    <a:pt x="1280" y="12"/>
                  </a:cubicBezTo>
                  <a:cubicBezTo>
                    <a:pt x="1172" y="48"/>
                    <a:pt x="1118" y="165"/>
                    <a:pt x="1163" y="264"/>
                  </a:cubicBezTo>
                  <a:cubicBezTo>
                    <a:pt x="1298" y="643"/>
                    <a:pt x="1334" y="1030"/>
                    <a:pt x="1379" y="1409"/>
                  </a:cubicBezTo>
                  <a:cubicBezTo>
                    <a:pt x="1397" y="1607"/>
                    <a:pt x="1415" y="1796"/>
                    <a:pt x="1424" y="1995"/>
                  </a:cubicBezTo>
                  <a:cubicBezTo>
                    <a:pt x="1438" y="2136"/>
                    <a:pt x="1446" y="2283"/>
                    <a:pt x="1450" y="2430"/>
                  </a:cubicBezTo>
                  <a:lnTo>
                    <a:pt x="1450" y="2430"/>
                  </a:lnTo>
                  <a:cubicBezTo>
                    <a:pt x="1414" y="2442"/>
                    <a:pt x="1379" y="2453"/>
                    <a:pt x="1343" y="2463"/>
                  </a:cubicBezTo>
                  <a:cubicBezTo>
                    <a:pt x="1244" y="2481"/>
                    <a:pt x="1154" y="2499"/>
                    <a:pt x="1055" y="2508"/>
                  </a:cubicBezTo>
                  <a:cubicBezTo>
                    <a:pt x="960" y="2517"/>
                    <a:pt x="865" y="2524"/>
                    <a:pt x="770" y="2524"/>
                  </a:cubicBezTo>
                  <a:cubicBezTo>
                    <a:pt x="738" y="2524"/>
                    <a:pt x="705" y="2523"/>
                    <a:pt x="673" y="2522"/>
                  </a:cubicBezTo>
                  <a:lnTo>
                    <a:pt x="673" y="2522"/>
                  </a:lnTo>
                  <a:cubicBezTo>
                    <a:pt x="626" y="2191"/>
                    <a:pt x="579" y="1854"/>
                    <a:pt x="532" y="1517"/>
                  </a:cubicBezTo>
                  <a:cubicBezTo>
                    <a:pt x="478" y="1138"/>
                    <a:pt x="433" y="751"/>
                    <a:pt x="406" y="363"/>
                  </a:cubicBezTo>
                  <a:cubicBezTo>
                    <a:pt x="406" y="354"/>
                    <a:pt x="406" y="345"/>
                    <a:pt x="406" y="345"/>
                  </a:cubicBezTo>
                  <a:cubicBezTo>
                    <a:pt x="390" y="248"/>
                    <a:pt x="308" y="180"/>
                    <a:pt x="214" y="180"/>
                  </a:cubicBezTo>
                  <a:cubicBezTo>
                    <a:pt x="203" y="180"/>
                    <a:pt x="192" y="181"/>
                    <a:pt x="180" y="183"/>
                  </a:cubicBezTo>
                  <a:cubicBezTo>
                    <a:pt x="72" y="201"/>
                    <a:pt x="0" y="300"/>
                    <a:pt x="27" y="408"/>
                  </a:cubicBezTo>
                  <a:cubicBezTo>
                    <a:pt x="90" y="796"/>
                    <a:pt x="144" y="1174"/>
                    <a:pt x="189" y="1562"/>
                  </a:cubicBezTo>
                  <a:cubicBezTo>
                    <a:pt x="234" y="1950"/>
                    <a:pt x="280" y="2337"/>
                    <a:pt x="316" y="2716"/>
                  </a:cubicBezTo>
                  <a:lnTo>
                    <a:pt x="316" y="2770"/>
                  </a:lnTo>
                  <a:cubicBezTo>
                    <a:pt x="316" y="2779"/>
                    <a:pt x="325" y="2797"/>
                    <a:pt x="334" y="2815"/>
                  </a:cubicBezTo>
                  <a:cubicBezTo>
                    <a:pt x="353" y="2868"/>
                    <a:pt x="407" y="2901"/>
                    <a:pt x="466" y="2901"/>
                  </a:cubicBezTo>
                  <a:cubicBezTo>
                    <a:pt x="488" y="2901"/>
                    <a:pt x="510" y="2897"/>
                    <a:pt x="532" y="2887"/>
                  </a:cubicBezTo>
                  <a:cubicBezTo>
                    <a:pt x="712" y="2806"/>
                    <a:pt x="902" y="2770"/>
                    <a:pt x="1091" y="2734"/>
                  </a:cubicBezTo>
                  <a:cubicBezTo>
                    <a:pt x="1181" y="2725"/>
                    <a:pt x="1280" y="2716"/>
                    <a:pt x="1370" y="2716"/>
                  </a:cubicBezTo>
                  <a:cubicBezTo>
                    <a:pt x="1469" y="2716"/>
                    <a:pt x="1569" y="2725"/>
                    <a:pt x="1668" y="2743"/>
                  </a:cubicBezTo>
                  <a:cubicBezTo>
                    <a:pt x="1677" y="2747"/>
                    <a:pt x="1688" y="2750"/>
                    <a:pt x="1700" y="2750"/>
                  </a:cubicBezTo>
                  <a:cubicBezTo>
                    <a:pt x="1713" y="2750"/>
                    <a:pt x="1726" y="2747"/>
                    <a:pt x="1740" y="2743"/>
                  </a:cubicBezTo>
                  <a:cubicBezTo>
                    <a:pt x="1812" y="2725"/>
                    <a:pt x="1866" y="2644"/>
                    <a:pt x="1839" y="2563"/>
                  </a:cubicBezTo>
                  <a:lnTo>
                    <a:pt x="1830" y="2526"/>
                  </a:lnTo>
                  <a:cubicBezTo>
                    <a:pt x="1785" y="2337"/>
                    <a:pt x="1749" y="2148"/>
                    <a:pt x="1713" y="1959"/>
                  </a:cubicBezTo>
                  <a:cubicBezTo>
                    <a:pt x="1677" y="1769"/>
                    <a:pt x="1641" y="1580"/>
                    <a:pt x="1614" y="1382"/>
                  </a:cubicBezTo>
                  <a:cubicBezTo>
                    <a:pt x="1560" y="1003"/>
                    <a:pt x="1505" y="616"/>
                    <a:pt x="1541" y="219"/>
                  </a:cubicBezTo>
                  <a:cubicBezTo>
                    <a:pt x="1551" y="192"/>
                    <a:pt x="1541" y="156"/>
                    <a:pt x="1532" y="129"/>
                  </a:cubicBezTo>
                  <a:cubicBezTo>
                    <a:pt x="1504" y="51"/>
                    <a:pt x="1425" y="0"/>
                    <a:pt x="1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168"/>
            <p:cNvSpPr/>
            <p:nvPr/>
          </p:nvSpPr>
          <p:spPr>
            <a:xfrm>
              <a:off x="9050291" y="3487988"/>
              <a:ext cx="305685" cy="86102"/>
            </a:xfrm>
            <a:custGeom>
              <a:avLst/>
              <a:gdLst/>
              <a:ahLst/>
              <a:cxnLst/>
              <a:rect l="l" t="t" r="r" b="b"/>
              <a:pathLst>
                <a:path w="6284" h="1770" extrusionOk="0">
                  <a:moveTo>
                    <a:pt x="208" y="0"/>
                  </a:moveTo>
                  <a:cubicBezTo>
                    <a:pt x="100" y="0"/>
                    <a:pt x="9" y="82"/>
                    <a:pt x="0" y="190"/>
                  </a:cubicBezTo>
                  <a:cubicBezTo>
                    <a:pt x="0" y="298"/>
                    <a:pt x="82" y="388"/>
                    <a:pt x="190" y="388"/>
                  </a:cubicBezTo>
                  <a:cubicBezTo>
                    <a:pt x="1172" y="442"/>
                    <a:pt x="2137" y="613"/>
                    <a:pt x="3101" y="767"/>
                  </a:cubicBezTo>
                  <a:cubicBezTo>
                    <a:pt x="3588" y="848"/>
                    <a:pt x="4066" y="938"/>
                    <a:pt x="4552" y="1019"/>
                  </a:cubicBezTo>
                  <a:cubicBezTo>
                    <a:pt x="4982" y="1100"/>
                    <a:pt x="5412" y="1189"/>
                    <a:pt x="5849" y="1278"/>
                  </a:cubicBezTo>
                  <a:lnTo>
                    <a:pt x="5849" y="1278"/>
                  </a:lnTo>
                  <a:lnTo>
                    <a:pt x="5887" y="1605"/>
                  </a:lnTo>
                  <a:cubicBezTo>
                    <a:pt x="5903" y="1695"/>
                    <a:pt x="5978" y="1770"/>
                    <a:pt x="6073" y="1770"/>
                  </a:cubicBezTo>
                  <a:cubicBezTo>
                    <a:pt x="6083" y="1770"/>
                    <a:pt x="6093" y="1769"/>
                    <a:pt x="6103" y="1767"/>
                  </a:cubicBezTo>
                  <a:cubicBezTo>
                    <a:pt x="6211" y="1758"/>
                    <a:pt x="6283" y="1659"/>
                    <a:pt x="6274" y="1551"/>
                  </a:cubicBezTo>
                  <a:lnTo>
                    <a:pt x="6211" y="1091"/>
                  </a:lnTo>
                  <a:lnTo>
                    <a:pt x="6211" y="1082"/>
                  </a:lnTo>
                  <a:cubicBezTo>
                    <a:pt x="6202" y="1001"/>
                    <a:pt x="6139" y="929"/>
                    <a:pt x="6049" y="920"/>
                  </a:cubicBezTo>
                  <a:cubicBezTo>
                    <a:pt x="5562" y="875"/>
                    <a:pt x="5075" y="812"/>
                    <a:pt x="4589" y="749"/>
                  </a:cubicBezTo>
                  <a:cubicBezTo>
                    <a:pt x="4111" y="685"/>
                    <a:pt x="3624" y="622"/>
                    <a:pt x="3137" y="550"/>
                  </a:cubicBezTo>
                  <a:cubicBezTo>
                    <a:pt x="2173" y="397"/>
                    <a:pt x="1199" y="262"/>
                    <a:pt x="244" y="9"/>
                  </a:cubicBezTo>
                  <a:cubicBezTo>
                    <a:pt x="235" y="0"/>
                    <a:pt x="217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168"/>
            <p:cNvSpPr/>
            <p:nvPr/>
          </p:nvSpPr>
          <p:spPr>
            <a:xfrm>
              <a:off x="9073980" y="3552587"/>
              <a:ext cx="283308" cy="148610"/>
            </a:xfrm>
            <a:custGeom>
              <a:avLst/>
              <a:gdLst/>
              <a:ahLst/>
              <a:cxnLst/>
              <a:rect l="l" t="t" r="r" b="b"/>
              <a:pathLst>
                <a:path w="5824" h="3055" extrusionOk="0">
                  <a:moveTo>
                    <a:pt x="5588" y="1"/>
                  </a:moveTo>
                  <a:cubicBezTo>
                    <a:pt x="5570" y="1"/>
                    <a:pt x="5553" y="3"/>
                    <a:pt x="5535" y="6"/>
                  </a:cubicBezTo>
                  <a:cubicBezTo>
                    <a:pt x="5418" y="34"/>
                    <a:pt x="5336" y="160"/>
                    <a:pt x="5373" y="277"/>
                  </a:cubicBezTo>
                  <a:lnTo>
                    <a:pt x="5406" y="415"/>
                  </a:lnTo>
                  <a:lnTo>
                    <a:pt x="5406" y="415"/>
                  </a:lnTo>
                  <a:cubicBezTo>
                    <a:pt x="5013" y="613"/>
                    <a:pt x="4620" y="805"/>
                    <a:pt x="4228" y="989"/>
                  </a:cubicBezTo>
                  <a:cubicBezTo>
                    <a:pt x="3786" y="1196"/>
                    <a:pt x="3335" y="1395"/>
                    <a:pt x="2885" y="1584"/>
                  </a:cubicBezTo>
                  <a:cubicBezTo>
                    <a:pt x="2434" y="1773"/>
                    <a:pt x="1983" y="1972"/>
                    <a:pt x="1524" y="2152"/>
                  </a:cubicBezTo>
                  <a:cubicBezTo>
                    <a:pt x="1073" y="2332"/>
                    <a:pt x="613" y="2512"/>
                    <a:pt x="153" y="2675"/>
                  </a:cubicBezTo>
                  <a:cubicBezTo>
                    <a:pt x="144" y="2684"/>
                    <a:pt x="135" y="2684"/>
                    <a:pt x="126" y="2684"/>
                  </a:cubicBezTo>
                  <a:cubicBezTo>
                    <a:pt x="36" y="2738"/>
                    <a:pt x="0" y="2855"/>
                    <a:pt x="45" y="2945"/>
                  </a:cubicBezTo>
                  <a:cubicBezTo>
                    <a:pt x="77" y="3016"/>
                    <a:pt x="146" y="3054"/>
                    <a:pt x="219" y="3054"/>
                  </a:cubicBezTo>
                  <a:cubicBezTo>
                    <a:pt x="248" y="3054"/>
                    <a:pt x="278" y="3048"/>
                    <a:pt x="307" y="3035"/>
                  </a:cubicBezTo>
                  <a:cubicBezTo>
                    <a:pt x="748" y="2810"/>
                    <a:pt x="1190" y="2602"/>
                    <a:pt x="1632" y="2395"/>
                  </a:cubicBezTo>
                  <a:cubicBezTo>
                    <a:pt x="2073" y="2188"/>
                    <a:pt x="2524" y="1990"/>
                    <a:pt x="2975" y="1791"/>
                  </a:cubicBezTo>
                  <a:cubicBezTo>
                    <a:pt x="3416" y="1593"/>
                    <a:pt x="3876" y="1404"/>
                    <a:pt x="4327" y="1214"/>
                  </a:cubicBezTo>
                  <a:cubicBezTo>
                    <a:pt x="4778" y="1034"/>
                    <a:pt x="5237" y="854"/>
                    <a:pt x="5706" y="701"/>
                  </a:cubicBezTo>
                  <a:cubicBezTo>
                    <a:pt x="5769" y="674"/>
                    <a:pt x="5823" y="610"/>
                    <a:pt x="5823" y="529"/>
                  </a:cubicBezTo>
                  <a:lnTo>
                    <a:pt x="5823" y="493"/>
                  </a:lnTo>
                  <a:lnTo>
                    <a:pt x="5814" y="223"/>
                  </a:lnTo>
                  <a:cubicBezTo>
                    <a:pt x="5814" y="205"/>
                    <a:pt x="5814" y="187"/>
                    <a:pt x="5805" y="169"/>
                  </a:cubicBezTo>
                  <a:cubicBezTo>
                    <a:pt x="5782" y="68"/>
                    <a:pt x="5692" y="1"/>
                    <a:pt x="5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168"/>
            <p:cNvSpPr/>
            <p:nvPr/>
          </p:nvSpPr>
          <p:spPr>
            <a:xfrm>
              <a:off x="7051300" y="3556236"/>
              <a:ext cx="1992937" cy="418201"/>
            </a:xfrm>
            <a:custGeom>
              <a:avLst/>
              <a:gdLst/>
              <a:ahLst/>
              <a:cxnLst/>
              <a:rect l="l" t="t" r="r" b="b"/>
              <a:pathLst>
                <a:path w="40969" h="8597" extrusionOk="0">
                  <a:moveTo>
                    <a:pt x="24542" y="1"/>
                  </a:moveTo>
                  <a:cubicBezTo>
                    <a:pt x="24531" y="1"/>
                    <a:pt x="24520" y="2"/>
                    <a:pt x="24509" y="4"/>
                  </a:cubicBezTo>
                  <a:lnTo>
                    <a:pt x="18812" y="761"/>
                  </a:lnTo>
                  <a:lnTo>
                    <a:pt x="15964" y="1130"/>
                  </a:lnTo>
                  <a:lnTo>
                    <a:pt x="13115" y="1491"/>
                  </a:lnTo>
                  <a:cubicBezTo>
                    <a:pt x="11213" y="1734"/>
                    <a:pt x="9311" y="1978"/>
                    <a:pt x="7409" y="2203"/>
                  </a:cubicBezTo>
                  <a:cubicBezTo>
                    <a:pt x="5508" y="2437"/>
                    <a:pt x="3606" y="2654"/>
                    <a:pt x="1695" y="2861"/>
                  </a:cubicBezTo>
                  <a:cubicBezTo>
                    <a:pt x="1586" y="2870"/>
                    <a:pt x="1514" y="2969"/>
                    <a:pt x="1532" y="3068"/>
                  </a:cubicBezTo>
                  <a:lnTo>
                    <a:pt x="1532" y="3077"/>
                  </a:lnTo>
                  <a:lnTo>
                    <a:pt x="1544" y="3172"/>
                  </a:lnTo>
                  <a:lnTo>
                    <a:pt x="1544" y="3172"/>
                  </a:lnTo>
                  <a:lnTo>
                    <a:pt x="171" y="3339"/>
                  </a:lnTo>
                  <a:cubicBezTo>
                    <a:pt x="72" y="3357"/>
                    <a:pt x="0" y="3438"/>
                    <a:pt x="9" y="3537"/>
                  </a:cubicBezTo>
                  <a:lnTo>
                    <a:pt x="9" y="3555"/>
                  </a:lnTo>
                  <a:cubicBezTo>
                    <a:pt x="36" y="4366"/>
                    <a:pt x="117" y="5169"/>
                    <a:pt x="216" y="5962"/>
                  </a:cubicBezTo>
                  <a:cubicBezTo>
                    <a:pt x="316" y="6764"/>
                    <a:pt x="433" y="7557"/>
                    <a:pt x="604" y="8350"/>
                  </a:cubicBezTo>
                  <a:lnTo>
                    <a:pt x="613" y="8368"/>
                  </a:lnTo>
                  <a:cubicBezTo>
                    <a:pt x="630" y="8461"/>
                    <a:pt x="710" y="8523"/>
                    <a:pt x="802" y="8523"/>
                  </a:cubicBezTo>
                  <a:cubicBezTo>
                    <a:pt x="808" y="8523"/>
                    <a:pt x="814" y="8522"/>
                    <a:pt x="820" y="8522"/>
                  </a:cubicBezTo>
                  <a:lnTo>
                    <a:pt x="2189" y="8348"/>
                  </a:lnTo>
                  <a:lnTo>
                    <a:pt x="2189" y="8348"/>
                  </a:lnTo>
                  <a:lnTo>
                    <a:pt x="2199" y="8423"/>
                  </a:lnTo>
                  <a:lnTo>
                    <a:pt x="2199" y="8432"/>
                  </a:lnTo>
                  <a:lnTo>
                    <a:pt x="2199" y="8441"/>
                  </a:lnTo>
                  <a:cubicBezTo>
                    <a:pt x="2216" y="8529"/>
                    <a:pt x="2297" y="8597"/>
                    <a:pt x="2385" y="8597"/>
                  </a:cubicBezTo>
                  <a:cubicBezTo>
                    <a:pt x="2395" y="8597"/>
                    <a:pt x="2405" y="8596"/>
                    <a:pt x="2416" y="8594"/>
                  </a:cubicBezTo>
                  <a:cubicBezTo>
                    <a:pt x="5598" y="8089"/>
                    <a:pt x="8798" y="7701"/>
                    <a:pt x="11998" y="7305"/>
                  </a:cubicBezTo>
                  <a:lnTo>
                    <a:pt x="21588" y="6124"/>
                  </a:lnTo>
                  <a:lnTo>
                    <a:pt x="31188" y="4943"/>
                  </a:lnTo>
                  <a:lnTo>
                    <a:pt x="40779" y="3789"/>
                  </a:lnTo>
                  <a:lnTo>
                    <a:pt x="40788" y="3789"/>
                  </a:lnTo>
                  <a:cubicBezTo>
                    <a:pt x="40887" y="3780"/>
                    <a:pt x="40968" y="3681"/>
                    <a:pt x="40950" y="3573"/>
                  </a:cubicBezTo>
                  <a:lnTo>
                    <a:pt x="40914" y="3303"/>
                  </a:lnTo>
                  <a:cubicBezTo>
                    <a:pt x="40906" y="3201"/>
                    <a:pt x="40817" y="3131"/>
                    <a:pt x="40716" y="3131"/>
                  </a:cubicBezTo>
                  <a:cubicBezTo>
                    <a:pt x="40710" y="3131"/>
                    <a:pt x="40704" y="3131"/>
                    <a:pt x="40698" y="3131"/>
                  </a:cubicBezTo>
                  <a:cubicBezTo>
                    <a:pt x="40599" y="3149"/>
                    <a:pt x="40518" y="3249"/>
                    <a:pt x="40536" y="3348"/>
                  </a:cubicBezTo>
                  <a:lnTo>
                    <a:pt x="40544" y="3427"/>
                  </a:lnTo>
                  <a:lnTo>
                    <a:pt x="40544" y="3427"/>
                  </a:lnTo>
                  <a:lnTo>
                    <a:pt x="31152" y="4655"/>
                  </a:lnTo>
                  <a:lnTo>
                    <a:pt x="21561" y="5872"/>
                  </a:lnTo>
                  <a:lnTo>
                    <a:pt x="11971" y="7098"/>
                  </a:lnTo>
                  <a:cubicBezTo>
                    <a:pt x="8834" y="7495"/>
                    <a:pt x="5706" y="7893"/>
                    <a:pt x="2562" y="8188"/>
                  </a:cubicBezTo>
                  <a:lnTo>
                    <a:pt x="2562" y="8188"/>
                  </a:lnTo>
                  <a:lnTo>
                    <a:pt x="2551" y="8107"/>
                  </a:lnTo>
                  <a:cubicBezTo>
                    <a:pt x="2534" y="8005"/>
                    <a:pt x="2453" y="7935"/>
                    <a:pt x="2353" y="7935"/>
                  </a:cubicBezTo>
                  <a:cubicBezTo>
                    <a:pt x="2347" y="7935"/>
                    <a:pt x="2341" y="7935"/>
                    <a:pt x="2335" y="7936"/>
                  </a:cubicBezTo>
                  <a:lnTo>
                    <a:pt x="984" y="8108"/>
                  </a:lnTo>
                  <a:lnTo>
                    <a:pt x="984" y="8108"/>
                  </a:lnTo>
                  <a:cubicBezTo>
                    <a:pt x="950" y="7364"/>
                    <a:pt x="866" y="6627"/>
                    <a:pt x="775" y="5899"/>
                  </a:cubicBezTo>
                  <a:cubicBezTo>
                    <a:pt x="684" y="5161"/>
                    <a:pt x="578" y="4430"/>
                    <a:pt x="428" y="3701"/>
                  </a:cubicBezTo>
                  <a:lnTo>
                    <a:pt x="428" y="3701"/>
                  </a:lnTo>
                  <a:lnTo>
                    <a:pt x="1785" y="3528"/>
                  </a:lnTo>
                  <a:cubicBezTo>
                    <a:pt x="1884" y="3519"/>
                    <a:pt x="1965" y="3420"/>
                    <a:pt x="1947" y="3312"/>
                  </a:cubicBezTo>
                  <a:lnTo>
                    <a:pt x="1935" y="3213"/>
                  </a:lnTo>
                  <a:lnTo>
                    <a:pt x="1935" y="3213"/>
                  </a:lnTo>
                  <a:cubicBezTo>
                    <a:pt x="3766" y="2952"/>
                    <a:pt x="5606" y="2700"/>
                    <a:pt x="7437" y="2464"/>
                  </a:cubicBezTo>
                  <a:cubicBezTo>
                    <a:pt x="9338" y="2221"/>
                    <a:pt x="11240" y="1987"/>
                    <a:pt x="13142" y="1752"/>
                  </a:cubicBezTo>
                  <a:lnTo>
                    <a:pt x="16000" y="1401"/>
                  </a:lnTo>
                  <a:lnTo>
                    <a:pt x="18848" y="1058"/>
                  </a:lnTo>
                  <a:lnTo>
                    <a:pt x="24554" y="382"/>
                  </a:lnTo>
                  <a:lnTo>
                    <a:pt x="24563" y="382"/>
                  </a:lnTo>
                  <a:cubicBezTo>
                    <a:pt x="24671" y="373"/>
                    <a:pt x="24743" y="274"/>
                    <a:pt x="24725" y="166"/>
                  </a:cubicBezTo>
                  <a:cubicBezTo>
                    <a:pt x="24717" y="69"/>
                    <a:pt x="24637" y="1"/>
                    <a:pt x="2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168"/>
            <p:cNvSpPr/>
            <p:nvPr/>
          </p:nvSpPr>
          <p:spPr>
            <a:xfrm>
              <a:off x="7753724" y="3601377"/>
              <a:ext cx="138152" cy="171960"/>
            </a:xfrm>
            <a:custGeom>
              <a:avLst/>
              <a:gdLst/>
              <a:ahLst/>
              <a:cxnLst/>
              <a:rect l="l" t="t" r="r" b="b"/>
              <a:pathLst>
                <a:path w="2840" h="3535" extrusionOk="0">
                  <a:moveTo>
                    <a:pt x="2624" y="1"/>
                  </a:moveTo>
                  <a:cubicBezTo>
                    <a:pt x="2587" y="1"/>
                    <a:pt x="2549" y="11"/>
                    <a:pt x="2515" y="31"/>
                  </a:cubicBezTo>
                  <a:lnTo>
                    <a:pt x="2065" y="329"/>
                  </a:lnTo>
                  <a:cubicBezTo>
                    <a:pt x="1920" y="428"/>
                    <a:pt x="1767" y="509"/>
                    <a:pt x="1623" y="626"/>
                  </a:cubicBezTo>
                  <a:cubicBezTo>
                    <a:pt x="1343" y="842"/>
                    <a:pt x="1064" y="1068"/>
                    <a:pt x="821" y="1338"/>
                  </a:cubicBezTo>
                  <a:cubicBezTo>
                    <a:pt x="577" y="1599"/>
                    <a:pt x="370" y="1897"/>
                    <a:pt x="217" y="2239"/>
                  </a:cubicBezTo>
                  <a:cubicBezTo>
                    <a:pt x="63" y="2582"/>
                    <a:pt x="0" y="2961"/>
                    <a:pt x="27" y="3339"/>
                  </a:cubicBezTo>
                  <a:lnTo>
                    <a:pt x="27" y="3348"/>
                  </a:lnTo>
                  <a:cubicBezTo>
                    <a:pt x="27" y="3357"/>
                    <a:pt x="27" y="3375"/>
                    <a:pt x="27" y="3384"/>
                  </a:cubicBezTo>
                  <a:cubicBezTo>
                    <a:pt x="51" y="3469"/>
                    <a:pt x="133" y="3534"/>
                    <a:pt x="224" y="3534"/>
                  </a:cubicBezTo>
                  <a:cubicBezTo>
                    <a:pt x="240" y="3534"/>
                    <a:pt x="255" y="3532"/>
                    <a:pt x="271" y="3528"/>
                  </a:cubicBezTo>
                  <a:cubicBezTo>
                    <a:pt x="370" y="3501"/>
                    <a:pt x="433" y="3393"/>
                    <a:pt x="415" y="3294"/>
                  </a:cubicBezTo>
                  <a:cubicBezTo>
                    <a:pt x="334" y="2979"/>
                    <a:pt x="361" y="2654"/>
                    <a:pt x="478" y="2348"/>
                  </a:cubicBezTo>
                  <a:cubicBezTo>
                    <a:pt x="595" y="2041"/>
                    <a:pt x="794" y="1762"/>
                    <a:pt x="1019" y="1518"/>
                  </a:cubicBezTo>
                  <a:cubicBezTo>
                    <a:pt x="1253" y="1275"/>
                    <a:pt x="1524" y="1059"/>
                    <a:pt x="1803" y="878"/>
                  </a:cubicBezTo>
                  <a:lnTo>
                    <a:pt x="1911" y="806"/>
                  </a:lnTo>
                  <a:lnTo>
                    <a:pt x="2019" y="743"/>
                  </a:lnTo>
                  <a:cubicBezTo>
                    <a:pt x="2092" y="698"/>
                    <a:pt x="2173" y="653"/>
                    <a:pt x="2245" y="617"/>
                  </a:cubicBezTo>
                  <a:cubicBezTo>
                    <a:pt x="2398" y="536"/>
                    <a:pt x="2542" y="455"/>
                    <a:pt x="2695" y="374"/>
                  </a:cubicBezTo>
                  <a:lnTo>
                    <a:pt x="2714" y="365"/>
                  </a:lnTo>
                  <a:cubicBezTo>
                    <a:pt x="2714" y="365"/>
                    <a:pt x="2723" y="365"/>
                    <a:pt x="2732" y="356"/>
                  </a:cubicBezTo>
                  <a:cubicBezTo>
                    <a:pt x="2822" y="301"/>
                    <a:pt x="2840" y="175"/>
                    <a:pt x="2786" y="85"/>
                  </a:cubicBezTo>
                  <a:cubicBezTo>
                    <a:pt x="2746" y="29"/>
                    <a:pt x="2686" y="1"/>
                    <a:pt x="2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168"/>
            <p:cNvSpPr/>
            <p:nvPr/>
          </p:nvSpPr>
          <p:spPr>
            <a:xfrm>
              <a:off x="8276797" y="3673322"/>
              <a:ext cx="127207" cy="161161"/>
            </a:xfrm>
            <a:custGeom>
              <a:avLst/>
              <a:gdLst/>
              <a:ahLst/>
              <a:cxnLst/>
              <a:rect l="l" t="t" r="r" b="b"/>
              <a:pathLst>
                <a:path w="2615" h="3313" extrusionOk="0">
                  <a:moveTo>
                    <a:pt x="2417" y="0"/>
                  </a:moveTo>
                  <a:cubicBezTo>
                    <a:pt x="2405" y="0"/>
                    <a:pt x="2393" y="1"/>
                    <a:pt x="2381" y="3"/>
                  </a:cubicBezTo>
                  <a:cubicBezTo>
                    <a:pt x="2272" y="30"/>
                    <a:pt x="2209" y="129"/>
                    <a:pt x="2227" y="238"/>
                  </a:cubicBezTo>
                  <a:cubicBezTo>
                    <a:pt x="2254" y="382"/>
                    <a:pt x="2272" y="526"/>
                    <a:pt x="2254" y="670"/>
                  </a:cubicBezTo>
                  <a:cubicBezTo>
                    <a:pt x="2245" y="815"/>
                    <a:pt x="2218" y="968"/>
                    <a:pt x="2155" y="1103"/>
                  </a:cubicBezTo>
                  <a:cubicBezTo>
                    <a:pt x="2056" y="1382"/>
                    <a:pt x="1876" y="1644"/>
                    <a:pt x="1668" y="1869"/>
                  </a:cubicBezTo>
                  <a:cubicBezTo>
                    <a:pt x="1461" y="2104"/>
                    <a:pt x="1218" y="2302"/>
                    <a:pt x="965" y="2473"/>
                  </a:cubicBezTo>
                  <a:cubicBezTo>
                    <a:pt x="830" y="2563"/>
                    <a:pt x="704" y="2653"/>
                    <a:pt x="569" y="2735"/>
                  </a:cubicBezTo>
                  <a:cubicBezTo>
                    <a:pt x="434" y="2807"/>
                    <a:pt x="298" y="2879"/>
                    <a:pt x="154" y="2942"/>
                  </a:cubicBezTo>
                  <a:cubicBezTo>
                    <a:pt x="145" y="2942"/>
                    <a:pt x="136" y="2951"/>
                    <a:pt x="127" y="2951"/>
                  </a:cubicBezTo>
                  <a:cubicBezTo>
                    <a:pt x="28" y="3005"/>
                    <a:pt x="1" y="3131"/>
                    <a:pt x="64" y="3221"/>
                  </a:cubicBezTo>
                  <a:cubicBezTo>
                    <a:pt x="99" y="3280"/>
                    <a:pt x="162" y="3312"/>
                    <a:pt x="226" y="3312"/>
                  </a:cubicBezTo>
                  <a:cubicBezTo>
                    <a:pt x="260" y="3312"/>
                    <a:pt x="294" y="3303"/>
                    <a:pt x="325" y="3284"/>
                  </a:cubicBezTo>
                  <a:lnTo>
                    <a:pt x="334" y="3284"/>
                  </a:lnTo>
                  <a:cubicBezTo>
                    <a:pt x="614" y="3104"/>
                    <a:pt x="875" y="2906"/>
                    <a:pt x="1128" y="2707"/>
                  </a:cubicBezTo>
                  <a:cubicBezTo>
                    <a:pt x="1389" y="2500"/>
                    <a:pt x="1632" y="2284"/>
                    <a:pt x="1849" y="2031"/>
                  </a:cubicBezTo>
                  <a:cubicBezTo>
                    <a:pt x="2065" y="1788"/>
                    <a:pt x="2263" y="1518"/>
                    <a:pt x="2399" y="1202"/>
                  </a:cubicBezTo>
                  <a:cubicBezTo>
                    <a:pt x="2543" y="896"/>
                    <a:pt x="2615" y="553"/>
                    <a:pt x="2615" y="193"/>
                  </a:cubicBezTo>
                  <a:cubicBezTo>
                    <a:pt x="2615" y="184"/>
                    <a:pt x="2615" y="166"/>
                    <a:pt x="2615" y="157"/>
                  </a:cubicBezTo>
                  <a:cubicBezTo>
                    <a:pt x="2591" y="61"/>
                    <a:pt x="2510" y="0"/>
                    <a:pt x="2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168"/>
            <p:cNvSpPr/>
            <p:nvPr/>
          </p:nvSpPr>
          <p:spPr>
            <a:xfrm>
              <a:off x="7126261" y="3708687"/>
              <a:ext cx="37311" cy="143746"/>
            </a:xfrm>
            <a:custGeom>
              <a:avLst/>
              <a:gdLst/>
              <a:ahLst/>
              <a:cxnLst/>
              <a:rect l="l" t="t" r="r" b="b"/>
              <a:pathLst>
                <a:path w="767" h="2955" extrusionOk="0">
                  <a:moveTo>
                    <a:pt x="226" y="1"/>
                  </a:moveTo>
                  <a:cubicBezTo>
                    <a:pt x="211" y="1"/>
                    <a:pt x="196" y="3"/>
                    <a:pt x="181" y="6"/>
                  </a:cubicBezTo>
                  <a:cubicBezTo>
                    <a:pt x="73" y="24"/>
                    <a:pt x="0" y="124"/>
                    <a:pt x="27" y="232"/>
                  </a:cubicBezTo>
                  <a:cubicBezTo>
                    <a:pt x="100" y="637"/>
                    <a:pt x="163" y="1052"/>
                    <a:pt x="217" y="1467"/>
                  </a:cubicBezTo>
                  <a:lnTo>
                    <a:pt x="307" y="2089"/>
                  </a:lnTo>
                  <a:cubicBezTo>
                    <a:pt x="325" y="2296"/>
                    <a:pt x="379" y="2494"/>
                    <a:pt x="334" y="2711"/>
                  </a:cubicBezTo>
                  <a:cubicBezTo>
                    <a:pt x="325" y="2756"/>
                    <a:pt x="334" y="2801"/>
                    <a:pt x="352" y="2837"/>
                  </a:cubicBezTo>
                  <a:cubicBezTo>
                    <a:pt x="384" y="2914"/>
                    <a:pt x="458" y="2955"/>
                    <a:pt x="534" y="2955"/>
                  </a:cubicBezTo>
                  <a:cubicBezTo>
                    <a:pt x="564" y="2955"/>
                    <a:pt x="594" y="2949"/>
                    <a:pt x="622" y="2936"/>
                  </a:cubicBezTo>
                  <a:cubicBezTo>
                    <a:pt x="722" y="2891"/>
                    <a:pt x="767" y="2765"/>
                    <a:pt x="722" y="2666"/>
                  </a:cubicBezTo>
                  <a:cubicBezTo>
                    <a:pt x="622" y="2467"/>
                    <a:pt x="622" y="2251"/>
                    <a:pt x="595" y="2053"/>
                  </a:cubicBezTo>
                  <a:lnTo>
                    <a:pt x="523" y="1431"/>
                  </a:lnTo>
                  <a:cubicBezTo>
                    <a:pt x="478" y="1016"/>
                    <a:pt x="433" y="601"/>
                    <a:pt x="406" y="178"/>
                  </a:cubicBezTo>
                  <a:cubicBezTo>
                    <a:pt x="406" y="178"/>
                    <a:pt x="406" y="169"/>
                    <a:pt x="406" y="160"/>
                  </a:cubicBezTo>
                  <a:cubicBezTo>
                    <a:pt x="391" y="67"/>
                    <a:pt x="316" y="1"/>
                    <a:pt x="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168"/>
            <p:cNvSpPr/>
            <p:nvPr/>
          </p:nvSpPr>
          <p:spPr>
            <a:xfrm>
              <a:off x="7753724" y="3752661"/>
              <a:ext cx="159215" cy="130125"/>
            </a:xfrm>
            <a:custGeom>
              <a:avLst/>
              <a:gdLst/>
              <a:ahLst/>
              <a:cxnLst/>
              <a:rect l="l" t="t" r="r" b="b"/>
              <a:pathLst>
                <a:path w="3273" h="2675" extrusionOk="0">
                  <a:moveTo>
                    <a:pt x="215" y="1"/>
                  </a:moveTo>
                  <a:cubicBezTo>
                    <a:pt x="203" y="1"/>
                    <a:pt x="192" y="2"/>
                    <a:pt x="181" y="4"/>
                  </a:cubicBezTo>
                  <a:cubicBezTo>
                    <a:pt x="72" y="31"/>
                    <a:pt x="0" y="130"/>
                    <a:pt x="27" y="238"/>
                  </a:cubicBezTo>
                  <a:cubicBezTo>
                    <a:pt x="99" y="581"/>
                    <a:pt x="253" y="905"/>
                    <a:pt x="460" y="1176"/>
                  </a:cubicBezTo>
                  <a:cubicBezTo>
                    <a:pt x="676" y="1446"/>
                    <a:pt x="938" y="1662"/>
                    <a:pt x="1208" y="1843"/>
                  </a:cubicBezTo>
                  <a:cubicBezTo>
                    <a:pt x="1488" y="2023"/>
                    <a:pt x="1776" y="2176"/>
                    <a:pt x="2083" y="2302"/>
                  </a:cubicBezTo>
                  <a:cubicBezTo>
                    <a:pt x="2371" y="2438"/>
                    <a:pt x="2677" y="2564"/>
                    <a:pt x="3002" y="2663"/>
                  </a:cubicBezTo>
                  <a:cubicBezTo>
                    <a:pt x="3011" y="2663"/>
                    <a:pt x="3020" y="2672"/>
                    <a:pt x="3029" y="2672"/>
                  </a:cubicBezTo>
                  <a:cubicBezTo>
                    <a:pt x="3039" y="2674"/>
                    <a:pt x="3049" y="2674"/>
                    <a:pt x="3059" y="2674"/>
                  </a:cubicBezTo>
                  <a:cubicBezTo>
                    <a:pt x="3155" y="2674"/>
                    <a:pt x="3238" y="2599"/>
                    <a:pt x="3254" y="2510"/>
                  </a:cubicBezTo>
                  <a:cubicBezTo>
                    <a:pt x="3272" y="2402"/>
                    <a:pt x="3191" y="2302"/>
                    <a:pt x="3092" y="2284"/>
                  </a:cubicBezTo>
                  <a:cubicBezTo>
                    <a:pt x="2939" y="2266"/>
                    <a:pt x="2786" y="2230"/>
                    <a:pt x="2641" y="2185"/>
                  </a:cubicBezTo>
                  <a:cubicBezTo>
                    <a:pt x="2488" y="2140"/>
                    <a:pt x="2335" y="2086"/>
                    <a:pt x="2191" y="2032"/>
                  </a:cubicBezTo>
                  <a:cubicBezTo>
                    <a:pt x="1902" y="1915"/>
                    <a:pt x="1623" y="1789"/>
                    <a:pt x="1361" y="1608"/>
                  </a:cubicBezTo>
                  <a:cubicBezTo>
                    <a:pt x="1118" y="1437"/>
                    <a:pt x="875" y="1239"/>
                    <a:pt x="712" y="986"/>
                  </a:cubicBezTo>
                  <a:cubicBezTo>
                    <a:pt x="622" y="869"/>
                    <a:pt x="559" y="734"/>
                    <a:pt x="505" y="599"/>
                  </a:cubicBezTo>
                  <a:cubicBezTo>
                    <a:pt x="451" y="464"/>
                    <a:pt x="424" y="319"/>
                    <a:pt x="415" y="175"/>
                  </a:cubicBezTo>
                  <a:lnTo>
                    <a:pt x="406" y="175"/>
                  </a:lnTo>
                  <a:cubicBezTo>
                    <a:pt x="406" y="166"/>
                    <a:pt x="406" y="166"/>
                    <a:pt x="406" y="157"/>
                  </a:cubicBezTo>
                  <a:cubicBezTo>
                    <a:pt x="390" y="61"/>
                    <a:pt x="303" y="1"/>
                    <a:pt x="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168"/>
            <p:cNvSpPr/>
            <p:nvPr/>
          </p:nvSpPr>
          <p:spPr>
            <a:xfrm>
              <a:off x="7140708" y="3828157"/>
              <a:ext cx="36046" cy="134163"/>
            </a:xfrm>
            <a:custGeom>
              <a:avLst/>
              <a:gdLst/>
              <a:ahLst/>
              <a:cxnLst/>
              <a:rect l="l" t="t" r="r" b="b"/>
              <a:pathLst>
                <a:path w="741" h="2758" extrusionOk="0">
                  <a:moveTo>
                    <a:pt x="230" y="0"/>
                  </a:moveTo>
                  <a:cubicBezTo>
                    <a:pt x="208" y="0"/>
                    <a:pt x="186" y="4"/>
                    <a:pt x="163" y="11"/>
                  </a:cubicBezTo>
                  <a:cubicBezTo>
                    <a:pt x="64" y="38"/>
                    <a:pt x="1" y="155"/>
                    <a:pt x="37" y="255"/>
                  </a:cubicBezTo>
                  <a:cubicBezTo>
                    <a:pt x="163" y="633"/>
                    <a:pt x="208" y="1021"/>
                    <a:pt x="253" y="1399"/>
                  </a:cubicBezTo>
                  <a:cubicBezTo>
                    <a:pt x="289" y="1787"/>
                    <a:pt x="325" y="2175"/>
                    <a:pt x="325" y="2562"/>
                  </a:cubicBezTo>
                  <a:cubicBezTo>
                    <a:pt x="325" y="2580"/>
                    <a:pt x="325" y="2598"/>
                    <a:pt x="334" y="2607"/>
                  </a:cubicBezTo>
                  <a:cubicBezTo>
                    <a:pt x="357" y="2698"/>
                    <a:pt x="431" y="2758"/>
                    <a:pt x="519" y="2758"/>
                  </a:cubicBezTo>
                  <a:cubicBezTo>
                    <a:pt x="535" y="2758"/>
                    <a:pt x="552" y="2756"/>
                    <a:pt x="569" y="2751"/>
                  </a:cubicBezTo>
                  <a:cubicBezTo>
                    <a:pt x="677" y="2724"/>
                    <a:pt x="740" y="2625"/>
                    <a:pt x="713" y="2517"/>
                  </a:cubicBezTo>
                  <a:cubicBezTo>
                    <a:pt x="623" y="2138"/>
                    <a:pt x="551" y="1760"/>
                    <a:pt x="497" y="1372"/>
                  </a:cubicBezTo>
                  <a:cubicBezTo>
                    <a:pt x="443" y="985"/>
                    <a:pt x="397" y="606"/>
                    <a:pt x="425" y="210"/>
                  </a:cubicBezTo>
                  <a:cubicBezTo>
                    <a:pt x="425" y="182"/>
                    <a:pt x="425" y="155"/>
                    <a:pt x="416" y="137"/>
                  </a:cubicBezTo>
                  <a:cubicBezTo>
                    <a:pt x="387" y="52"/>
                    <a:pt x="313" y="0"/>
                    <a:pt x="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3" name="Google Shape;4683;p168"/>
          <p:cNvGrpSpPr/>
          <p:nvPr/>
        </p:nvGrpSpPr>
        <p:grpSpPr>
          <a:xfrm rot="854098">
            <a:off x="7782856" y="510397"/>
            <a:ext cx="639528" cy="438002"/>
            <a:chOff x="5501450" y="2545600"/>
            <a:chExt cx="639525" cy="438000"/>
          </a:xfrm>
        </p:grpSpPr>
        <p:sp>
          <p:nvSpPr>
            <p:cNvPr id="4684" name="Google Shape;4684;p168"/>
            <p:cNvSpPr/>
            <p:nvPr/>
          </p:nvSpPr>
          <p:spPr>
            <a:xfrm>
              <a:off x="5501450" y="2545600"/>
              <a:ext cx="639525" cy="438000"/>
            </a:xfrm>
            <a:custGeom>
              <a:avLst/>
              <a:gdLst/>
              <a:ahLst/>
              <a:cxnLst/>
              <a:rect l="l" t="t" r="r" b="b"/>
              <a:pathLst>
                <a:path w="25581" h="17520" extrusionOk="0">
                  <a:moveTo>
                    <a:pt x="2054" y="916"/>
                  </a:moveTo>
                  <a:cubicBezTo>
                    <a:pt x="4249" y="1273"/>
                    <a:pt x="6534" y="1376"/>
                    <a:pt x="8837" y="1376"/>
                  </a:cubicBezTo>
                  <a:cubicBezTo>
                    <a:pt x="11993" y="1376"/>
                    <a:pt x="15185" y="1183"/>
                    <a:pt x="18229" y="1183"/>
                  </a:cubicBezTo>
                  <a:cubicBezTo>
                    <a:pt x="18767" y="1183"/>
                    <a:pt x="19366" y="1142"/>
                    <a:pt x="19969" y="1142"/>
                  </a:cubicBezTo>
                  <a:cubicBezTo>
                    <a:pt x="21476" y="1142"/>
                    <a:pt x="23008" y="1398"/>
                    <a:pt x="23668" y="3189"/>
                  </a:cubicBezTo>
                  <a:cubicBezTo>
                    <a:pt x="24139" y="4443"/>
                    <a:pt x="23998" y="6292"/>
                    <a:pt x="24045" y="7625"/>
                  </a:cubicBezTo>
                  <a:cubicBezTo>
                    <a:pt x="24154" y="10242"/>
                    <a:pt x="24076" y="12876"/>
                    <a:pt x="23904" y="15493"/>
                  </a:cubicBezTo>
                  <a:cubicBezTo>
                    <a:pt x="19549" y="16044"/>
                    <a:pt x="15184" y="16308"/>
                    <a:pt x="10802" y="16308"/>
                  </a:cubicBezTo>
                  <a:cubicBezTo>
                    <a:pt x="9570" y="16308"/>
                    <a:pt x="8336" y="16287"/>
                    <a:pt x="7101" y="16246"/>
                  </a:cubicBezTo>
                  <a:cubicBezTo>
                    <a:pt x="5141" y="16167"/>
                    <a:pt x="2398" y="16543"/>
                    <a:pt x="1505" y="14036"/>
                  </a:cubicBezTo>
                  <a:cubicBezTo>
                    <a:pt x="1066" y="12782"/>
                    <a:pt x="1270" y="10916"/>
                    <a:pt x="1207" y="9600"/>
                  </a:cubicBezTo>
                  <a:cubicBezTo>
                    <a:pt x="1160" y="8659"/>
                    <a:pt x="235" y="1700"/>
                    <a:pt x="2054" y="916"/>
                  </a:cubicBezTo>
                  <a:close/>
                  <a:moveTo>
                    <a:pt x="1928" y="0"/>
                  </a:moveTo>
                  <a:cubicBezTo>
                    <a:pt x="478" y="0"/>
                    <a:pt x="29" y="2119"/>
                    <a:pt x="16" y="3518"/>
                  </a:cubicBezTo>
                  <a:cubicBezTo>
                    <a:pt x="0" y="5869"/>
                    <a:pt x="204" y="8252"/>
                    <a:pt x="282" y="10603"/>
                  </a:cubicBezTo>
                  <a:cubicBezTo>
                    <a:pt x="345" y="12139"/>
                    <a:pt x="157" y="14098"/>
                    <a:pt x="1003" y="15462"/>
                  </a:cubicBezTo>
                  <a:cubicBezTo>
                    <a:pt x="2119" y="17247"/>
                    <a:pt x="4806" y="17520"/>
                    <a:pt x="7212" y="17520"/>
                  </a:cubicBezTo>
                  <a:cubicBezTo>
                    <a:pt x="8268" y="17520"/>
                    <a:pt x="9269" y="17467"/>
                    <a:pt x="10061" y="17467"/>
                  </a:cubicBezTo>
                  <a:cubicBezTo>
                    <a:pt x="10126" y="17467"/>
                    <a:pt x="10189" y="17468"/>
                    <a:pt x="10251" y="17468"/>
                  </a:cubicBezTo>
                  <a:cubicBezTo>
                    <a:pt x="10550" y="17471"/>
                    <a:pt x="10848" y="17473"/>
                    <a:pt x="11146" y="17473"/>
                  </a:cubicBezTo>
                  <a:cubicBezTo>
                    <a:pt x="15785" y="17473"/>
                    <a:pt x="20422" y="17132"/>
                    <a:pt x="25016" y="16528"/>
                  </a:cubicBezTo>
                  <a:cubicBezTo>
                    <a:pt x="25581" y="16449"/>
                    <a:pt x="25549" y="15791"/>
                    <a:pt x="25189" y="15509"/>
                  </a:cubicBezTo>
                  <a:cubicBezTo>
                    <a:pt x="25440" y="11857"/>
                    <a:pt x="25534" y="8126"/>
                    <a:pt x="25110" y="4490"/>
                  </a:cubicBezTo>
                  <a:cubicBezTo>
                    <a:pt x="24907" y="2766"/>
                    <a:pt x="24515" y="995"/>
                    <a:pt x="22728" y="305"/>
                  </a:cubicBezTo>
                  <a:cubicBezTo>
                    <a:pt x="22098" y="64"/>
                    <a:pt x="21403" y="15"/>
                    <a:pt x="20716" y="15"/>
                  </a:cubicBezTo>
                  <a:cubicBezTo>
                    <a:pt x="20240" y="15"/>
                    <a:pt x="19769" y="38"/>
                    <a:pt x="19327" y="38"/>
                  </a:cubicBezTo>
                  <a:cubicBezTo>
                    <a:pt x="17132" y="38"/>
                    <a:pt x="14954" y="70"/>
                    <a:pt x="12759" y="70"/>
                  </a:cubicBezTo>
                  <a:cubicBezTo>
                    <a:pt x="12545" y="72"/>
                    <a:pt x="12330" y="73"/>
                    <a:pt x="12115" y="73"/>
                  </a:cubicBezTo>
                  <a:cubicBezTo>
                    <a:pt x="10641" y="73"/>
                    <a:pt x="9140" y="30"/>
                    <a:pt x="7640" y="30"/>
                  </a:cubicBezTo>
                  <a:cubicBezTo>
                    <a:pt x="6052" y="30"/>
                    <a:pt x="4466" y="78"/>
                    <a:pt x="2916" y="274"/>
                  </a:cubicBezTo>
                  <a:cubicBezTo>
                    <a:pt x="2544" y="84"/>
                    <a:pt x="2216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168"/>
            <p:cNvSpPr/>
            <p:nvPr/>
          </p:nvSpPr>
          <p:spPr>
            <a:xfrm>
              <a:off x="5714775" y="2654925"/>
              <a:ext cx="280075" cy="257600"/>
            </a:xfrm>
            <a:custGeom>
              <a:avLst/>
              <a:gdLst/>
              <a:ahLst/>
              <a:cxnLst/>
              <a:rect l="l" t="t" r="r" b="b"/>
              <a:pathLst>
                <a:path w="11203" h="10304" extrusionOk="0">
                  <a:moveTo>
                    <a:pt x="652" y="289"/>
                  </a:moveTo>
                  <a:cubicBezTo>
                    <a:pt x="809" y="415"/>
                    <a:pt x="966" y="540"/>
                    <a:pt x="1138" y="650"/>
                  </a:cubicBezTo>
                  <a:cubicBezTo>
                    <a:pt x="1076" y="697"/>
                    <a:pt x="1044" y="775"/>
                    <a:pt x="1029" y="854"/>
                  </a:cubicBezTo>
                  <a:cubicBezTo>
                    <a:pt x="1029" y="1042"/>
                    <a:pt x="1044" y="1214"/>
                    <a:pt x="1044" y="1387"/>
                  </a:cubicBezTo>
                  <a:cubicBezTo>
                    <a:pt x="919" y="1449"/>
                    <a:pt x="825" y="1543"/>
                    <a:pt x="778" y="1669"/>
                  </a:cubicBezTo>
                  <a:cubicBezTo>
                    <a:pt x="746" y="1214"/>
                    <a:pt x="699" y="760"/>
                    <a:pt x="652" y="305"/>
                  </a:cubicBezTo>
                  <a:cubicBezTo>
                    <a:pt x="652" y="305"/>
                    <a:pt x="652" y="289"/>
                    <a:pt x="652" y="289"/>
                  </a:cubicBezTo>
                  <a:close/>
                  <a:moveTo>
                    <a:pt x="5778" y="4208"/>
                  </a:moveTo>
                  <a:lnTo>
                    <a:pt x="5778" y="4208"/>
                  </a:lnTo>
                  <a:cubicBezTo>
                    <a:pt x="6217" y="4333"/>
                    <a:pt x="6671" y="4443"/>
                    <a:pt x="7126" y="4521"/>
                  </a:cubicBezTo>
                  <a:cubicBezTo>
                    <a:pt x="7142" y="4537"/>
                    <a:pt x="7142" y="4537"/>
                    <a:pt x="7157" y="4553"/>
                  </a:cubicBezTo>
                  <a:cubicBezTo>
                    <a:pt x="6844" y="4725"/>
                    <a:pt x="6530" y="4913"/>
                    <a:pt x="6232" y="5101"/>
                  </a:cubicBezTo>
                  <a:cubicBezTo>
                    <a:pt x="6138" y="4804"/>
                    <a:pt x="5966" y="4490"/>
                    <a:pt x="5778" y="4208"/>
                  </a:cubicBezTo>
                  <a:close/>
                  <a:moveTo>
                    <a:pt x="840" y="2296"/>
                  </a:moveTo>
                  <a:lnTo>
                    <a:pt x="840" y="2296"/>
                  </a:lnTo>
                  <a:cubicBezTo>
                    <a:pt x="919" y="2672"/>
                    <a:pt x="1013" y="3032"/>
                    <a:pt x="1076" y="3393"/>
                  </a:cubicBezTo>
                  <a:cubicBezTo>
                    <a:pt x="1123" y="4694"/>
                    <a:pt x="1201" y="5995"/>
                    <a:pt x="1264" y="7280"/>
                  </a:cubicBezTo>
                  <a:cubicBezTo>
                    <a:pt x="1279" y="7500"/>
                    <a:pt x="1436" y="7641"/>
                    <a:pt x="1609" y="7688"/>
                  </a:cubicBezTo>
                  <a:cubicBezTo>
                    <a:pt x="1624" y="7923"/>
                    <a:pt x="1656" y="8142"/>
                    <a:pt x="1671" y="8377"/>
                  </a:cubicBezTo>
                  <a:cubicBezTo>
                    <a:pt x="1671" y="8503"/>
                    <a:pt x="1734" y="8612"/>
                    <a:pt x="1812" y="8706"/>
                  </a:cubicBezTo>
                  <a:cubicBezTo>
                    <a:pt x="1781" y="8753"/>
                    <a:pt x="1765" y="8801"/>
                    <a:pt x="1734" y="8848"/>
                  </a:cubicBezTo>
                  <a:cubicBezTo>
                    <a:pt x="1718" y="8910"/>
                    <a:pt x="1718" y="8957"/>
                    <a:pt x="1703" y="9004"/>
                  </a:cubicBezTo>
                  <a:cubicBezTo>
                    <a:pt x="1577" y="9130"/>
                    <a:pt x="1436" y="9239"/>
                    <a:pt x="1295" y="9365"/>
                  </a:cubicBezTo>
                  <a:cubicBezTo>
                    <a:pt x="1154" y="7014"/>
                    <a:pt x="1029" y="4647"/>
                    <a:pt x="840" y="2296"/>
                  </a:cubicBezTo>
                  <a:close/>
                  <a:moveTo>
                    <a:pt x="299" y="0"/>
                  </a:moveTo>
                  <a:cubicBezTo>
                    <a:pt x="146" y="0"/>
                    <a:pt x="0" y="102"/>
                    <a:pt x="10" y="305"/>
                  </a:cubicBezTo>
                  <a:cubicBezTo>
                    <a:pt x="88" y="3440"/>
                    <a:pt x="355" y="6575"/>
                    <a:pt x="574" y="9710"/>
                  </a:cubicBezTo>
                  <a:cubicBezTo>
                    <a:pt x="590" y="9866"/>
                    <a:pt x="684" y="9976"/>
                    <a:pt x="793" y="10023"/>
                  </a:cubicBezTo>
                  <a:cubicBezTo>
                    <a:pt x="841" y="10176"/>
                    <a:pt x="985" y="10303"/>
                    <a:pt x="1148" y="10303"/>
                  </a:cubicBezTo>
                  <a:cubicBezTo>
                    <a:pt x="1201" y="10303"/>
                    <a:pt x="1256" y="10289"/>
                    <a:pt x="1311" y="10258"/>
                  </a:cubicBezTo>
                  <a:cubicBezTo>
                    <a:pt x="1718" y="10070"/>
                    <a:pt x="2110" y="9851"/>
                    <a:pt x="2486" y="9647"/>
                  </a:cubicBezTo>
                  <a:cubicBezTo>
                    <a:pt x="2627" y="9631"/>
                    <a:pt x="2753" y="9569"/>
                    <a:pt x="2847" y="9475"/>
                  </a:cubicBezTo>
                  <a:cubicBezTo>
                    <a:pt x="2894" y="9427"/>
                    <a:pt x="2941" y="9396"/>
                    <a:pt x="2988" y="9349"/>
                  </a:cubicBezTo>
                  <a:cubicBezTo>
                    <a:pt x="5417" y="7938"/>
                    <a:pt x="7721" y="6199"/>
                    <a:pt x="10151" y="4819"/>
                  </a:cubicBezTo>
                  <a:cubicBezTo>
                    <a:pt x="10229" y="4757"/>
                    <a:pt x="10292" y="4694"/>
                    <a:pt x="10323" y="4615"/>
                  </a:cubicBezTo>
                  <a:cubicBezTo>
                    <a:pt x="10383" y="4639"/>
                    <a:pt x="10441" y="4649"/>
                    <a:pt x="10497" y="4649"/>
                  </a:cubicBezTo>
                  <a:cubicBezTo>
                    <a:pt x="10925" y="4649"/>
                    <a:pt x="11203" y="4024"/>
                    <a:pt x="10731" y="3816"/>
                  </a:cubicBezTo>
                  <a:cubicBezTo>
                    <a:pt x="9101" y="3032"/>
                    <a:pt x="7439" y="2296"/>
                    <a:pt x="5762" y="1606"/>
                  </a:cubicBezTo>
                  <a:cubicBezTo>
                    <a:pt x="4238" y="987"/>
                    <a:pt x="2525" y="34"/>
                    <a:pt x="860" y="34"/>
                  </a:cubicBezTo>
                  <a:cubicBezTo>
                    <a:pt x="796" y="34"/>
                    <a:pt x="732" y="36"/>
                    <a:pt x="668" y="39"/>
                  </a:cubicBezTo>
                  <a:cubicBezTo>
                    <a:pt x="621" y="39"/>
                    <a:pt x="590" y="70"/>
                    <a:pt x="558" y="117"/>
                  </a:cubicBezTo>
                  <a:cubicBezTo>
                    <a:pt x="492" y="39"/>
                    <a:pt x="394" y="0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6" name="Google Shape;4686;p168"/>
          <p:cNvGrpSpPr/>
          <p:nvPr/>
        </p:nvGrpSpPr>
        <p:grpSpPr>
          <a:xfrm>
            <a:off x="3843743" y="4030505"/>
            <a:ext cx="1287126" cy="176025"/>
            <a:chOff x="4345425" y="2175475"/>
            <a:chExt cx="800750" cy="176025"/>
          </a:xfrm>
        </p:grpSpPr>
        <p:sp>
          <p:nvSpPr>
            <p:cNvPr id="4687" name="Google Shape;4687;p168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168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4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4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4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4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4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3" name="Google Shape;4693;p169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Data Types?</a:t>
            </a:r>
            <a:endParaRPr/>
          </a:p>
        </p:txBody>
      </p:sp>
      <p:grpSp>
        <p:nvGrpSpPr>
          <p:cNvPr id="4694" name="Google Shape;4694;p169"/>
          <p:cNvGrpSpPr/>
          <p:nvPr/>
        </p:nvGrpSpPr>
        <p:grpSpPr>
          <a:xfrm>
            <a:off x="1761528" y="947212"/>
            <a:ext cx="5620945" cy="176025"/>
            <a:chOff x="4345425" y="2175475"/>
            <a:chExt cx="800750" cy="176025"/>
          </a:xfrm>
        </p:grpSpPr>
        <p:sp>
          <p:nvSpPr>
            <p:cNvPr id="4695" name="Google Shape;4695;p169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169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97" name="Google Shape;4697;p169"/>
          <p:cNvSpPr/>
          <p:nvPr/>
        </p:nvSpPr>
        <p:spPr>
          <a:xfrm rot="-9268491">
            <a:off x="865725" y="3884737"/>
            <a:ext cx="740151" cy="406785"/>
          </a:xfrm>
          <a:custGeom>
            <a:avLst/>
            <a:gdLst/>
            <a:ahLst/>
            <a:cxnLst/>
            <a:rect l="l" t="t" r="r" b="b"/>
            <a:pathLst>
              <a:path w="17773" h="9768" extrusionOk="0">
                <a:moveTo>
                  <a:pt x="3304" y="1"/>
                </a:moveTo>
                <a:cubicBezTo>
                  <a:pt x="3172" y="1"/>
                  <a:pt x="3045" y="62"/>
                  <a:pt x="2971" y="211"/>
                </a:cubicBezTo>
                <a:cubicBezTo>
                  <a:pt x="2857" y="439"/>
                  <a:pt x="2743" y="690"/>
                  <a:pt x="2629" y="918"/>
                </a:cubicBezTo>
                <a:cubicBezTo>
                  <a:pt x="2629" y="941"/>
                  <a:pt x="2606" y="964"/>
                  <a:pt x="2583" y="1009"/>
                </a:cubicBezTo>
                <a:cubicBezTo>
                  <a:pt x="2058" y="2105"/>
                  <a:pt x="1510" y="3201"/>
                  <a:pt x="985" y="4296"/>
                </a:cubicBezTo>
                <a:cubicBezTo>
                  <a:pt x="985" y="4319"/>
                  <a:pt x="985" y="4319"/>
                  <a:pt x="985" y="4319"/>
                </a:cubicBezTo>
                <a:cubicBezTo>
                  <a:pt x="825" y="4593"/>
                  <a:pt x="643" y="4844"/>
                  <a:pt x="483" y="5118"/>
                </a:cubicBezTo>
                <a:cubicBezTo>
                  <a:pt x="369" y="5209"/>
                  <a:pt x="255" y="5323"/>
                  <a:pt x="141" y="5438"/>
                </a:cubicBezTo>
                <a:cubicBezTo>
                  <a:pt x="49" y="5529"/>
                  <a:pt x="49" y="5643"/>
                  <a:pt x="95" y="5711"/>
                </a:cubicBezTo>
                <a:cubicBezTo>
                  <a:pt x="0" y="5996"/>
                  <a:pt x="173" y="6327"/>
                  <a:pt x="469" y="6327"/>
                </a:cubicBezTo>
                <a:cubicBezTo>
                  <a:pt x="530" y="6327"/>
                  <a:pt x="596" y="6313"/>
                  <a:pt x="666" y="6282"/>
                </a:cubicBezTo>
                <a:cubicBezTo>
                  <a:pt x="711" y="6259"/>
                  <a:pt x="757" y="6236"/>
                  <a:pt x="803" y="6214"/>
                </a:cubicBezTo>
                <a:lnTo>
                  <a:pt x="917" y="6214"/>
                </a:lnTo>
                <a:cubicBezTo>
                  <a:pt x="962" y="6282"/>
                  <a:pt x="1031" y="6328"/>
                  <a:pt x="1122" y="6328"/>
                </a:cubicBezTo>
                <a:lnTo>
                  <a:pt x="3336" y="6830"/>
                </a:lnTo>
                <a:lnTo>
                  <a:pt x="3519" y="6830"/>
                </a:lnTo>
                <a:cubicBezTo>
                  <a:pt x="3633" y="6853"/>
                  <a:pt x="3770" y="6898"/>
                  <a:pt x="3907" y="6944"/>
                </a:cubicBezTo>
                <a:cubicBezTo>
                  <a:pt x="3951" y="6957"/>
                  <a:pt x="3993" y="6962"/>
                  <a:pt x="4033" y="6962"/>
                </a:cubicBezTo>
                <a:cubicBezTo>
                  <a:pt x="4427" y="6962"/>
                  <a:pt x="4601" y="6396"/>
                  <a:pt x="4249" y="6168"/>
                </a:cubicBezTo>
                <a:cubicBezTo>
                  <a:pt x="4500" y="6145"/>
                  <a:pt x="4592" y="5757"/>
                  <a:pt x="4318" y="5666"/>
                </a:cubicBezTo>
                <a:cubicBezTo>
                  <a:pt x="3861" y="5529"/>
                  <a:pt x="3405" y="5438"/>
                  <a:pt x="2971" y="5346"/>
                </a:cubicBezTo>
                <a:cubicBezTo>
                  <a:pt x="4744" y="4737"/>
                  <a:pt x="6686" y="4321"/>
                  <a:pt x="8540" y="4321"/>
                </a:cubicBezTo>
                <a:cubicBezTo>
                  <a:pt x="9811" y="4321"/>
                  <a:pt x="11041" y="4517"/>
                  <a:pt x="12147" y="4981"/>
                </a:cubicBezTo>
                <a:cubicBezTo>
                  <a:pt x="13311" y="5780"/>
                  <a:pt x="14292" y="6830"/>
                  <a:pt x="15228" y="7971"/>
                </a:cubicBezTo>
                <a:cubicBezTo>
                  <a:pt x="14886" y="7925"/>
                  <a:pt x="14543" y="7857"/>
                  <a:pt x="14201" y="7789"/>
                </a:cubicBezTo>
                <a:cubicBezTo>
                  <a:pt x="13767" y="7674"/>
                  <a:pt x="13356" y="7560"/>
                  <a:pt x="12923" y="7446"/>
                </a:cubicBezTo>
                <a:cubicBezTo>
                  <a:pt x="12881" y="7434"/>
                  <a:pt x="12839" y="7428"/>
                  <a:pt x="12799" y="7428"/>
                </a:cubicBezTo>
                <a:cubicBezTo>
                  <a:pt x="12406" y="7428"/>
                  <a:pt x="12143" y="7994"/>
                  <a:pt x="12558" y="8222"/>
                </a:cubicBezTo>
                <a:cubicBezTo>
                  <a:pt x="13790" y="8930"/>
                  <a:pt x="15046" y="9432"/>
                  <a:pt x="16438" y="9751"/>
                </a:cubicBezTo>
                <a:cubicBezTo>
                  <a:pt x="16480" y="9762"/>
                  <a:pt x="16522" y="9767"/>
                  <a:pt x="16563" y="9767"/>
                </a:cubicBezTo>
                <a:cubicBezTo>
                  <a:pt x="16785" y="9767"/>
                  <a:pt x="16970" y="9614"/>
                  <a:pt x="17009" y="9363"/>
                </a:cubicBezTo>
                <a:cubicBezTo>
                  <a:pt x="17009" y="9227"/>
                  <a:pt x="17031" y="9090"/>
                  <a:pt x="17054" y="8953"/>
                </a:cubicBezTo>
                <a:cubicBezTo>
                  <a:pt x="17123" y="8907"/>
                  <a:pt x="17191" y="8838"/>
                  <a:pt x="17237" y="8770"/>
                </a:cubicBezTo>
                <a:cubicBezTo>
                  <a:pt x="17351" y="8724"/>
                  <a:pt x="17465" y="8587"/>
                  <a:pt x="17488" y="8405"/>
                </a:cubicBezTo>
                <a:cubicBezTo>
                  <a:pt x="17556" y="7903"/>
                  <a:pt x="17533" y="7469"/>
                  <a:pt x="17442" y="7035"/>
                </a:cubicBezTo>
                <a:cubicBezTo>
                  <a:pt x="17442" y="6077"/>
                  <a:pt x="17533" y="5141"/>
                  <a:pt x="17716" y="4205"/>
                </a:cubicBezTo>
                <a:cubicBezTo>
                  <a:pt x="17773" y="3866"/>
                  <a:pt x="17480" y="3632"/>
                  <a:pt x="17227" y="3632"/>
                </a:cubicBezTo>
                <a:cubicBezTo>
                  <a:pt x="17071" y="3632"/>
                  <a:pt x="16929" y="3722"/>
                  <a:pt x="16894" y="3931"/>
                </a:cubicBezTo>
                <a:cubicBezTo>
                  <a:pt x="16780" y="4502"/>
                  <a:pt x="16689" y="5095"/>
                  <a:pt x="16598" y="5666"/>
                </a:cubicBezTo>
                <a:cubicBezTo>
                  <a:pt x="16324" y="5711"/>
                  <a:pt x="16073" y="5963"/>
                  <a:pt x="16232" y="6282"/>
                </a:cubicBezTo>
                <a:cubicBezTo>
                  <a:pt x="16324" y="6442"/>
                  <a:pt x="16392" y="6579"/>
                  <a:pt x="16438" y="6716"/>
                </a:cubicBezTo>
                <a:cubicBezTo>
                  <a:pt x="16415" y="6853"/>
                  <a:pt x="16415" y="6990"/>
                  <a:pt x="16392" y="7127"/>
                </a:cubicBezTo>
                <a:cubicBezTo>
                  <a:pt x="15160" y="5506"/>
                  <a:pt x="13585" y="4410"/>
                  <a:pt x="11827" y="3794"/>
                </a:cubicBezTo>
                <a:cubicBezTo>
                  <a:pt x="10960" y="3292"/>
                  <a:pt x="9978" y="2927"/>
                  <a:pt x="8883" y="2721"/>
                </a:cubicBezTo>
                <a:cubicBezTo>
                  <a:pt x="8296" y="2610"/>
                  <a:pt x="7705" y="2556"/>
                  <a:pt x="7117" y="2556"/>
                </a:cubicBezTo>
                <a:cubicBezTo>
                  <a:pt x="5416" y="2556"/>
                  <a:pt x="3739" y="3009"/>
                  <a:pt x="2263" y="3840"/>
                </a:cubicBezTo>
                <a:cubicBezTo>
                  <a:pt x="2377" y="3634"/>
                  <a:pt x="2492" y="3429"/>
                  <a:pt x="2583" y="3201"/>
                </a:cubicBezTo>
                <a:cubicBezTo>
                  <a:pt x="2857" y="2813"/>
                  <a:pt x="3062" y="2356"/>
                  <a:pt x="3222" y="1900"/>
                </a:cubicBezTo>
                <a:cubicBezTo>
                  <a:pt x="3405" y="1466"/>
                  <a:pt x="3587" y="1032"/>
                  <a:pt x="3770" y="576"/>
                </a:cubicBezTo>
                <a:cubicBezTo>
                  <a:pt x="3878" y="267"/>
                  <a:pt x="3580" y="1"/>
                  <a:pt x="33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98" name="Google Shape;4698;p169"/>
          <p:cNvGrpSpPr/>
          <p:nvPr/>
        </p:nvGrpSpPr>
        <p:grpSpPr>
          <a:xfrm>
            <a:off x="7505050" y="3462675"/>
            <a:ext cx="1178302" cy="1479749"/>
            <a:chOff x="7035175" y="2908900"/>
            <a:chExt cx="1178302" cy="1479749"/>
          </a:xfrm>
        </p:grpSpPr>
        <p:sp>
          <p:nvSpPr>
            <p:cNvPr id="4699" name="Google Shape;4699;p169"/>
            <p:cNvSpPr/>
            <p:nvPr/>
          </p:nvSpPr>
          <p:spPr>
            <a:xfrm>
              <a:off x="7553669" y="3989932"/>
              <a:ext cx="210357" cy="327043"/>
            </a:xfrm>
            <a:custGeom>
              <a:avLst/>
              <a:gdLst/>
              <a:ahLst/>
              <a:cxnLst/>
              <a:rect l="l" t="t" r="r" b="b"/>
              <a:pathLst>
                <a:path w="4963" h="7716" extrusionOk="0">
                  <a:moveTo>
                    <a:pt x="3679" y="1"/>
                  </a:moveTo>
                  <a:lnTo>
                    <a:pt x="1" y="680"/>
                  </a:lnTo>
                  <a:lnTo>
                    <a:pt x="1284" y="7716"/>
                  </a:lnTo>
                  <a:lnTo>
                    <a:pt x="4963" y="7049"/>
                  </a:lnTo>
                  <a:lnTo>
                    <a:pt x="36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169"/>
            <p:cNvSpPr/>
            <p:nvPr/>
          </p:nvSpPr>
          <p:spPr>
            <a:xfrm>
              <a:off x="7548455" y="3984634"/>
              <a:ext cx="221334" cy="337046"/>
            </a:xfrm>
            <a:custGeom>
              <a:avLst/>
              <a:gdLst/>
              <a:ahLst/>
              <a:cxnLst/>
              <a:rect l="l" t="t" r="r" b="b"/>
              <a:pathLst>
                <a:path w="5222" h="7952" extrusionOk="0">
                  <a:moveTo>
                    <a:pt x="3728" y="249"/>
                  </a:moveTo>
                  <a:lnTo>
                    <a:pt x="4962" y="7063"/>
                  </a:lnTo>
                  <a:lnTo>
                    <a:pt x="1506" y="7693"/>
                  </a:lnTo>
                  <a:lnTo>
                    <a:pt x="259" y="879"/>
                  </a:lnTo>
                  <a:lnTo>
                    <a:pt x="3728" y="249"/>
                  </a:lnTo>
                  <a:close/>
                  <a:moveTo>
                    <a:pt x="3813" y="0"/>
                  </a:moveTo>
                  <a:cubicBezTo>
                    <a:pt x="3805" y="0"/>
                    <a:pt x="3798" y="1"/>
                    <a:pt x="3790" y="2"/>
                  </a:cubicBezTo>
                  <a:lnTo>
                    <a:pt x="99" y="669"/>
                  </a:lnTo>
                  <a:cubicBezTo>
                    <a:pt x="74" y="681"/>
                    <a:pt x="50" y="694"/>
                    <a:pt x="25" y="718"/>
                  </a:cubicBezTo>
                  <a:cubicBezTo>
                    <a:pt x="13" y="743"/>
                    <a:pt x="0" y="780"/>
                    <a:pt x="13" y="805"/>
                  </a:cubicBezTo>
                  <a:lnTo>
                    <a:pt x="1296" y="7853"/>
                  </a:lnTo>
                  <a:cubicBezTo>
                    <a:pt x="1309" y="7902"/>
                    <a:pt x="1358" y="7952"/>
                    <a:pt x="1407" y="7952"/>
                  </a:cubicBezTo>
                  <a:lnTo>
                    <a:pt x="1432" y="7952"/>
                  </a:lnTo>
                  <a:lnTo>
                    <a:pt x="5111" y="7273"/>
                  </a:lnTo>
                  <a:cubicBezTo>
                    <a:pt x="5172" y="7261"/>
                    <a:pt x="5222" y="7199"/>
                    <a:pt x="5209" y="7137"/>
                  </a:cubicBezTo>
                  <a:lnTo>
                    <a:pt x="3926" y="101"/>
                  </a:lnTo>
                  <a:cubicBezTo>
                    <a:pt x="3915" y="36"/>
                    <a:pt x="3866" y="0"/>
                    <a:pt x="38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169"/>
            <p:cNvSpPr/>
            <p:nvPr/>
          </p:nvSpPr>
          <p:spPr>
            <a:xfrm>
              <a:off x="7554177" y="4008794"/>
              <a:ext cx="101554" cy="307164"/>
            </a:xfrm>
            <a:custGeom>
              <a:avLst/>
              <a:gdLst/>
              <a:ahLst/>
              <a:cxnLst/>
              <a:rect l="l" t="t" r="r" b="b"/>
              <a:pathLst>
                <a:path w="2396" h="7247" extrusionOk="0">
                  <a:moveTo>
                    <a:pt x="1112" y="0"/>
                  </a:moveTo>
                  <a:lnTo>
                    <a:pt x="1" y="198"/>
                  </a:lnTo>
                  <a:lnTo>
                    <a:pt x="1285" y="7246"/>
                  </a:lnTo>
                  <a:lnTo>
                    <a:pt x="2396" y="7036"/>
                  </a:lnTo>
                  <a:lnTo>
                    <a:pt x="11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169"/>
            <p:cNvSpPr/>
            <p:nvPr/>
          </p:nvSpPr>
          <p:spPr>
            <a:xfrm>
              <a:off x="7548455" y="4004386"/>
              <a:ext cx="111981" cy="317294"/>
            </a:xfrm>
            <a:custGeom>
              <a:avLst/>
              <a:gdLst/>
              <a:ahLst/>
              <a:cxnLst/>
              <a:rect l="l" t="t" r="r" b="b"/>
              <a:pathLst>
                <a:path w="2642" h="7486" extrusionOk="0">
                  <a:moveTo>
                    <a:pt x="1148" y="265"/>
                  </a:moveTo>
                  <a:lnTo>
                    <a:pt x="2383" y="7078"/>
                  </a:lnTo>
                  <a:lnTo>
                    <a:pt x="1506" y="7227"/>
                  </a:lnTo>
                  <a:lnTo>
                    <a:pt x="259" y="413"/>
                  </a:lnTo>
                  <a:lnTo>
                    <a:pt x="1148" y="265"/>
                  </a:lnTo>
                  <a:close/>
                  <a:moveTo>
                    <a:pt x="1247" y="0"/>
                  </a:moveTo>
                  <a:cubicBezTo>
                    <a:pt x="1238" y="0"/>
                    <a:pt x="1229" y="2"/>
                    <a:pt x="1222" y="5"/>
                  </a:cubicBezTo>
                  <a:lnTo>
                    <a:pt x="99" y="203"/>
                  </a:lnTo>
                  <a:cubicBezTo>
                    <a:pt x="37" y="215"/>
                    <a:pt x="0" y="277"/>
                    <a:pt x="13" y="339"/>
                  </a:cubicBezTo>
                  <a:lnTo>
                    <a:pt x="1296" y="7387"/>
                  </a:lnTo>
                  <a:cubicBezTo>
                    <a:pt x="1309" y="7436"/>
                    <a:pt x="1358" y="7486"/>
                    <a:pt x="1407" y="7486"/>
                  </a:cubicBezTo>
                  <a:lnTo>
                    <a:pt x="1432" y="7473"/>
                  </a:lnTo>
                  <a:lnTo>
                    <a:pt x="2543" y="7276"/>
                  </a:lnTo>
                  <a:cubicBezTo>
                    <a:pt x="2580" y="7276"/>
                    <a:pt x="2605" y="7251"/>
                    <a:pt x="2617" y="7227"/>
                  </a:cubicBezTo>
                  <a:cubicBezTo>
                    <a:pt x="2642" y="7202"/>
                    <a:pt x="2642" y="7177"/>
                    <a:pt x="2642" y="7140"/>
                  </a:cubicBezTo>
                  <a:lnTo>
                    <a:pt x="1358" y="92"/>
                  </a:lnTo>
                  <a:cubicBezTo>
                    <a:pt x="1346" y="67"/>
                    <a:pt x="1333" y="42"/>
                    <a:pt x="1309" y="18"/>
                  </a:cubicBezTo>
                  <a:cubicBezTo>
                    <a:pt x="1291" y="9"/>
                    <a:pt x="1268" y="0"/>
                    <a:pt x="12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169"/>
            <p:cNvSpPr/>
            <p:nvPr/>
          </p:nvSpPr>
          <p:spPr>
            <a:xfrm>
              <a:off x="7417105" y="4208894"/>
              <a:ext cx="547826" cy="174796"/>
            </a:xfrm>
            <a:custGeom>
              <a:avLst/>
              <a:gdLst/>
              <a:ahLst/>
              <a:cxnLst/>
              <a:rect l="l" t="t" r="r" b="b"/>
              <a:pathLst>
                <a:path w="12925" h="4124" extrusionOk="0">
                  <a:moveTo>
                    <a:pt x="11743" y="1"/>
                  </a:moveTo>
                  <a:cubicBezTo>
                    <a:pt x="11677" y="1"/>
                    <a:pt x="11610" y="7"/>
                    <a:pt x="11542" y="19"/>
                  </a:cubicBezTo>
                  <a:lnTo>
                    <a:pt x="1001" y="1945"/>
                  </a:lnTo>
                  <a:cubicBezTo>
                    <a:pt x="396" y="2044"/>
                    <a:pt x="1" y="2624"/>
                    <a:pt x="112" y="3216"/>
                  </a:cubicBezTo>
                  <a:cubicBezTo>
                    <a:pt x="210" y="3752"/>
                    <a:pt x="668" y="4124"/>
                    <a:pt x="1192" y="4124"/>
                  </a:cubicBezTo>
                  <a:cubicBezTo>
                    <a:pt x="1259" y="4124"/>
                    <a:pt x="1327" y="4118"/>
                    <a:pt x="1396" y="4105"/>
                  </a:cubicBezTo>
                  <a:lnTo>
                    <a:pt x="11937" y="2179"/>
                  </a:lnTo>
                  <a:cubicBezTo>
                    <a:pt x="12530" y="2068"/>
                    <a:pt x="12925" y="1501"/>
                    <a:pt x="12826" y="908"/>
                  </a:cubicBezTo>
                  <a:cubicBezTo>
                    <a:pt x="12728" y="372"/>
                    <a:pt x="12261" y="1"/>
                    <a:pt x="117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169"/>
            <p:cNvSpPr/>
            <p:nvPr/>
          </p:nvSpPr>
          <p:spPr>
            <a:xfrm>
              <a:off x="7413968" y="4204104"/>
              <a:ext cx="556727" cy="184544"/>
            </a:xfrm>
            <a:custGeom>
              <a:avLst/>
              <a:gdLst/>
              <a:ahLst/>
              <a:cxnLst/>
              <a:rect l="l" t="t" r="r" b="b"/>
              <a:pathLst>
                <a:path w="13135" h="4354" extrusionOk="0">
                  <a:moveTo>
                    <a:pt x="11814" y="231"/>
                  </a:moveTo>
                  <a:cubicBezTo>
                    <a:pt x="12295" y="231"/>
                    <a:pt x="12703" y="577"/>
                    <a:pt x="12789" y="1046"/>
                  </a:cubicBezTo>
                  <a:cubicBezTo>
                    <a:pt x="12876" y="1576"/>
                    <a:pt x="12530" y="2083"/>
                    <a:pt x="11999" y="2181"/>
                  </a:cubicBezTo>
                  <a:lnTo>
                    <a:pt x="1445" y="4107"/>
                  </a:lnTo>
                  <a:cubicBezTo>
                    <a:pt x="1392" y="4116"/>
                    <a:pt x="1339" y="4120"/>
                    <a:pt x="1287" y="4120"/>
                  </a:cubicBezTo>
                  <a:cubicBezTo>
                    <a:pt x="819" y="4120"/>
                    <a:pt x="411" y="3783"/>
                    <a:pt x="322" y="3317"/>
                  </a:cubicBezTo>
                  <a:cubicBezTo>
                    <a:pt x="223" y="2786"/>
                    <a:pt x="569" y="2280"/>
                    <a:pt x="1099" y="2169"/>
                  </a:cubicBezTo>
                  <a:lnTo>
                    <a:pt x="11641" y="243"/>
                  </a:lnTo>
                  <a:cubicBezTo>
                    <a:pt x="11691" y="243"/>
                    <a:pt x="11752" y="231"/>
                    <a:pt x="11814" y="231"/>
                  </a:cubicBezTo>
                  <a:close/>
                  <a:moveTo>
                    <a:pt x="11815" y="1"/>
                  </a:moveTo>
                  <a:cubicBezTo>
                    <a:pt x="11742" y="1"/>
                    <a:pt x="11667" y="7"/>
                    <a:pt x="11592" y="21"/>
                  </a:cubicBezTo>
                  <a:lnTo>
                    <a:pt x="1050" y="1947"/>
                  </a:lnTo>
                  <a:cubicBezTo>
                    <a:pt x="433" y="2058"/>
                    <a:pt x="1" y="2626"/>
                    <a:pt x="63" y="3255"/>
                  </a:cubicBezTo>
                  <a:cubicBezTo>
                    <a:pt x="112" y="3872"/>
                    <a:pt x="643" y="4354"/>
                    <a:pt x="1272" y="4354"/>
                  </a:cubicBezTo>
                  <a:cubicBezTo>
                    <a:pt x="1346" y="4354"/>
                    <a:pt x="1420" y="4354"/>
                    <a:pt x="1482" y="4342"/>
                  </a:cubicBezTo>
                  <a:lnTo>
                    <a:pt x="12036" y="2416"/>
                  </a:lnTo>
                  <a:cubicBezTo>
                    <a:pt x="12690" y="2292"/>
                    <a:pt x="13135" y="1663"/>
                    <a:pt x="13011" y="996"/>
                  </a:cubicBezTo>
                  <a:cubicBezTo>
                    <a:pt x="12902" y="416"/>
                    <a:pt x="12394" y="1"/>
                    <a:pt x="118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169"/>
            <p:cNvSpPr/>
            <p:nvPr/>
          </p:nvSpPr>
          <p:spPr>
            <a:xfrm>
              <a:off x="7420792" y="4277685"/>
              <a:ext cx="127706" cy="105072"/>
            </a:xfrm>
            <a:custGeom>
              <a:avLst/>
              <a:gdLst/>
              <a:ahLst/>
              <a:cxnLst/>
              <a:rect l="l" t="t" r="r" b="b"/>
              <a:pathLst>
                <a:path w="3013" h="2479" extrusionOk="0">
                  <a:moveTo>
                    <a:pt x="3012" y="2161"/>
                  </a:moveTo>
                  <a:lnTo>
                    <a:pt x="3007" y="2162"/>
                  </a:lnTo>
                  <a:lnTo>
                    <a:pt x="3007" y="2162"/>
                  </a:lnTo>
                  <a:cubicBezTo>
                    <a:pt x="3009" y="2162"/>
                    <a:pt x="3010" y="2161"/>
                    <a:pt x="3012" y="2161"/>
                  </a:cubicBezTo>
                  <a:close/>
                  <a:moveTo>
                    <a:pt x="2617" y="1"/>
                  </a:moveTo>
                  <a:lnTo>
                    <a:pt x="914" y="310"/>
                  </a:lnTo>
                  <a:cubicBezTo>
                    <a:pt x="358" y="458"/>
                    <a:pt x="0" y="1013"/>
                    <a:pt x="99" y="1581"/>
                  </a:cubicBezTo>
                  <a:cubicBezTo>
                    <a:pt x="201" y="2103"/>
                    <a:pt x="658" y="2479"/>
                    <a:pt x="1172" y="2479"/>
                  </a:cubicBezTo>
                  <a:cubicBezTo>
                    <a:pt x="1217" y="2479"/>
                    <a:pt x="1263" y="2476"/>
                    <a:pt x="1309" y="2470"/>
                  </a:cubicBezTo>
                  <a:lnTo>
                    <a:pt x="3007" y="2162"/>
                  </a:lnTo>
                  <a:lnTo>
                    <a:pt x="3007" y="2162"/>
                  </a:lnTo>
                  <a:cubicBezTo>
                    <a:pt x="2940" y="2174"/>
                    <a:pt x="2873" y="2180"/>
                    <a:pt x="2808" y="2180"/>
                  </a:cubicBezTo>
                  <a:cubicBezTo>
                    <a:pt x="2284" y="2180"/>
                    <a:pt x="1827" y="1810"/>
                    <a:pt x="1728" y="1285"/>
                  </a:cubicBezTo>
                  <a:cubicBezTo>
                    <a:pt x="1617" y="692"/>
                    <a:pt x="2012" y="112"/>
                    <a:pt x="26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169"/>
            <p:cNvSpPr/>
            <p:nvPr/>
          </p:nvSpPr>
          <p:spPr>
            <a:xfrm>
              <a:off x="7413968" y="4273404"/>
              <a:ext cx="139235" cy="115245"/>
            </a:xfrm>
            <a:custGeom>
              <a:avLst/>
              <a:gdLst/>
              <a:ahLst/>
              <a:cxnLst/>
              <a:rect l="l" t="t" r="r" b="b"/>
              <a:pathLst>
                <a:path w="3285" h="2719" extrusionOk="0">
                  <a:moveTo>
                    <a:pt x="2099" y="349"/>
                  </a:moveTo>
                  <a:cubicBezTo>
                    <a:pt x="1828" y="633"/>
                    <a:pt x="1704" y="1028"/>
                    <a:pt x="1778" y="1410"/>
                  </a:cubicBezTo>
                  <a:cubicBezTo>
                    <a:pt x="1840" y="1731"/>
                    <a:pt x="2013" y="2015"/>
                    <a:pt x="2284" y="2188"/>
                  </a:cubicBezTo>
                  <a:cubicBezTo>
                    <a:pt x="2334" y="2225"/>
                    <a:pt x="2383" y="2262"/>
                    <a:pt x="2445" y="2287"/>
                  </a:cubicBezTo>
                  <a:lnTo>
                    <a:pt x="1445" y="2472"/>
                  </a:lnTo>
                  <a:cubicBezTo>
                    <a:pt x="1392" y="2481"/>
                    <a:pt x="1339" y="2485"/>
                    <a:pt x="1287" y="2485"/>
                  </a:cubicBezTo>
                  <a:cubicBezTo>
                    <a:pt x="819" y="2485"/>
                    <a:pt x="411" y="2148"/>
                    <a:pt x="322" y="1682"/>
                  </a:cubicBezTo>
                  <a:cubicBezTo>
                    <a:pt x="223" y="1151"/>
                    <a:pt x="569" y="645"/>
                    <a:pt x="1087" y="534"/>
                  </a:cubicBezTo>
                  <a:lnTo>
                    <a:pt x="2099" y="349"/>
                  </a:lnTo>
                  <a:close/>
                  <a:moveTo>
                    <a:pt x="2777" y="1"/>
                  </a:moveTo>
                  <a:cubicBezTo>
                    <a:pt x="2769" y="1"/>
                    <a:pt x="2761" y="2"/>
                    <a:pt x="2754" y="3"/>
                  </a:cubicBezTo>
                  <a:lnTo>
                    <a:pt x="1050" y="312"/>
                  </a:lnTo>
                  <a:cubicBezTo>
                    <a:pt x="433" y="423"/>
                    <a:pt x="1" y="991"/>
                    <a:pt x="63" y="1620"/>
                  </a:cubicBezTo>
                  <a:cubicBezTo>
                    <a:pt x="112" y="2237"/>
                    <a:pt x="643" y="2719"/>
                    <a:pt x="1272" y="2719"/>
                  </a:cubicBezTo>
                  <a:cubicBezTo>
                    <a:pt x="1346" y="2719"/>
                    <a:pt x="1420" y="2719"/>
                    <a:pt x="1482" y="2707"/>
                  </a:cubicBezTo>
                  <a:lnTo>
                    <a:pt x="3186" y="2398"/>
                  </a:lnTo>
                  <a:cubicBezTo>
                    <a:pt x="3247" y="2386"/>
                    <a:pt x="3284" y="2324"/>
                    <a:pt x="3272" y="2262"/>
                  </a:cubicBezTo>
                  <a:cubicBezTo>
                    <a:pt x="3261" y="2207"/>
                    <a:pt x="3220" y="2161"/>
                    <a:pt x="3167" y="2161"/>
                  </a:cubicBezTo>
                  <a:cubicBezTo>
                    <a:pt x="3161" y="2161"/>
                    <a:pt x="3155" y="2162"/>
                    <a:pt x="3149" y="2163"/>
                  </a:cubicBezTo>
                  <a:cubicBezTo>
                    <a:pt x="3088" y="2174"/>
                    <a:pt x="3027" y="2180"/>
                    <a:pt x="2968" y="2180"/>
                  </a:cubicBezTo>
                  <a:cubicBezTo>
                    <a:pt x="2497" y="2180"/>
                    <a:pt x="2088" y="1845"/>
                    <a:pt x="2001" y="1373"/>
                  </a:cubicBezTo>
                  <a:cubicBezTo>
                    <a:pt x="1902" y="843"/>
                    <a:pt x="2260" y="324"/>
                    <a:pt x="2791" y="225"/>
                  </a:cubicBezTo>
                  <a:cubicBezTo>
                    <a:pt x="2852" y="213"/>
                    <a:pt x="2889" y="151"/>
                    <a:pt x="2877" y="90"/>
                  </a:cubicBezTo>
                  <a:cubicBezTo>
                    <a:pt x="2866" y="36"/>
                    <a:pt x="2827" y="1"/>
                    <a:pt x="2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169"/>
            <p:cNvSpPr/>
            <p:nvPr/>
          </p:nvSpPr>
          <p:spPr>
            <a:xfrm>
              <a:off x="7035175" y="3005284"/>
              <a:ext cx="999354" cy="942854"/>
            </a:xfrm>
            <a:custGeom>
              <a:avLst/>
              <a:gdLst/>
              <a:ahLst/>
              <a:cxnLst/>
              <a:rect l="l" t="t" r="r" b="b"/>
              <a:pathLst>
                <a:path w="23578" h="22245" extrusionOk="0">
                  <a:moveTo>
                    <a:pt x="11847" y="1"/>
                  </a:moveTo>
                  <a:cubicBezTo>
                    <a:pt x="11181" y="1"/>
                    <a:pt x="10505" y="61"/>
                    <a:pt x="9827" y="186"/>
                  </a:cubicBezTo>
                  <a:cubicBezTo>
                    <a:pt x="5407" y="988"/>
                    <a:pt x="1902" y="4383"/>
                    <a:pt x="951" y="8777"/>
                  </a:cubicBezTo>
                  <a:cubicBezTo>
                    <a:pt x="1" y="13172"/>
                    <a:pt x="1803" y="17714"/>
                    <a:pt x="5494" y="20269"/>
                  </a:cubicBezTo>
                  <a:cubicBezTo>
                    <a:pt x="7398" y="21583"/>
                    <a:pt x="9612" y="22244"/>
                    <a:pt x="11828" y="22244"/>
                  </a:cubicBezTo>
                  <a:cubicBezTo>
                    <a:pt x="13921" y="22244"/>
                    <a:pt x="16015" y="21654"/>
                    <a:pt x="17850" y="20467"/>
                  </a:cubicBezTo>
                  <a:cubicBezTo>
                    <a:pt x="21640" y="18035"/>
                    <a:pt x="23578" y="13554"/>
                    <a:pt x="22775" y="9135"/>
                  </a:cubicBezTo>
                  <a:cubicBezTo>
                    <a:pt x="21789" y="3765"/>
                    <a:pt x="17116" y="1"/>
                    <a:pt x="11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169"/>
            <p:cNvSpPr/>
            <p:nvPr/>
          </p:nvSpPr>
          <p:spPr>
            <a:xfrm>
              <a:off x="7354333" y="3005792"/>
              <a:ext cx="706897" cy="942558"/>
            </a:xfrm>
            <a:custGeom>
              <a:avLst/>
              <a:gdLst/>
              <a:ahLst/>
              <a:cxnLst/>
              <a:rect l="l" t="t" r="r" b="b"/>
              <a:pathLst>
                <a:path w="16678" h="22238" extrusionOk="0">
                  <a:moveTo>
                    <a:pt x="4876" y="1"/>
                  </a:moveTo>
                  <a:lnTo>
                    <a:pt x="4876" y="1"/>
                  </a:lnTo>
                  <a:cubicBezTo>
                    <a:pt x="9863" y="2099"/>
                    <a:pt x="12628" y="7469"/>
                    <a:pt x="11431" y="12740"/>
                  </a:cubicBezTo>
                  <a:cubicBezTo>
                    <a:pt x="10266" y="17818"/>
                    <a:pt x="5743" y="21384"/>
                    <a:pt x="590" y="21384"/>
                  </a:cubicBezTo>
                  <a:cubicBezTo>
                    <a:pt x="394" y="21384"/>
                    <a:pt x="198" y="21379"/>
                    <a:pt x="1" y="21368"/>
                  </a:cubicBezTo>
                  <a:lnTo>
                    <a:pt x="1" y="21368"/>
                  </a:lnTo>
                  <a:cubicBezTo>
                    <a:pt x="1414" y="21960"/>
                    <a:pt x="2870" y="22237"/>
                    <a:pt x="4297" y="22237"/>
                  </a:cubicBezTo>
                  <a:cubicBezTo>
                    <a:pt x="9300" y="22237"/>
                    <a:pt x="13946" y="18826"/>
                    <a:pt x="15147" y="13592"/>
                  </a:cubicBezTo>
                  <a:cubicBezTo>
                    <a:pt x="16677" y="6864"/>
                    <a:pt x="11777" y="371"/>
                    <a:pt x="48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169"/>
            <p:cNvSpPr/>
            <p:nvPr/>
          </p:nvSpPr>
          <p:spPr>
            <a:xfrm>
              <a:off x="7040431" y="2999053"/>
              <a:ext cx="1002999" cy="954298"/>
            </a:xfrm>
            <a:custGeom>
              <a:avLst/>
              <a:gdLst/>
              <a:ahLst/>
              <a:cxnLst/>
              <a:rect l="l" t="t" r="r" b="b"/>
              <a:pathLst>
                <a:path w="23664" h="22515" extrusionOk="0">
                  <a:moveTo>
                    <a:pt x="11727" y="259"/>
                  </a:moveTo>
                  <a:cubicBezTo>
                    <a:pt x="17035" y="283"/>
                    <a:pt x="21577" y="4073"/>
                    <a:pt x="22528" y="9294"/>
                  </a:cubicBezTo>
                  <a:cubicBezTo>
                    <a:pt x="23330" y="13677"/>
                    <a:pt x="21405" y="18108"/>
                    <a:pt x="17664" y="20515"/>
                  </a:cubicBezTo>
                  <a:cubicBezTo>
                    <a:pt x="15843" y="21693"/>
                    <a:pt x="13765" y="22280"/>
                    <a:pt x="11689" y="22280"/>
                  </a:cubicBezTo>
                  <a:cubicBezTo>
                    <a:pt x="9502" y="22280"/>
                    <a:pt x="7319" y="21628"/>
                    <a:pt x="5444" y="20330"/>
                  </a:cubicBezTo>
                  <a:cubicBezTo>
                    <a:pt x="1778" y="17799"/>
                    <a:pt x="0" y="13306"/>
                    <a:pt x="938" y="8949"/>
                  </a:cubicBezTo>
                  <a:cubicBezTo>
                    <a:pt x="1877" y="4604"/>
                    <a:pt x="5345" y="1246"/>
                    <a:pt x="9715" y="444"/>
                  </a:cubicBezTo>
                  <a:cubicBezTo>
                    <a:pt x="10381" y="320"/>
                    <a:pt x="11048" y="259"/>
                    <a:pt x="11727" y="259"/>
                  </a:cubicBezTo>
                  <a:close/>
                  <a:moveTo>
                    <a:pt x="11714" y="0"/>
                  </a:moveTo>
                  <a:cubicBezTo>
                    <a:pt x="11367" y="0"/>
                    <a:pt x="11017" y="16"/>
                    <a:pt x="10665" y="49"/>
                  </a:cubicBezTo>
                  <a:cubicBezTo>
                    <a:pt x="4666" y="592"/>
                    <a:pt x="161" y="5739"/>
                    <a:pt x="432" y="11763"/>
                  </a:cubicBezTo>
                  <a:cubicBezTo>
                    <a:pt x="704" y="17775"/>
                    <a:pt x="5654" y="22515"/>
                    <a:pt x="11678" y="22515"/>
                  </a:cubicBezTo>
                  <a:cubicBezTo>
                    <a:pt x="12369" y="22515"/>
                    <a:pt x="13048" y="22453"/>
                    <a:pt x="13714" y="22330"/>
                  </a:cubicBezTo>
                  <a:cubicBezTo>
                    <a:pt x="19639" y="21243"/>
                    <a:pt x="23664" y="15689"/>
                    <a:pt x="22849" y="9726"/>
                  </a:cubicBezTo>
                  <a:cubicBezTo>
                    <a:pt x="22082" y="4114"/>
                    <a:pt x="17279" y="0"/>
                    <a:pt x="11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169"/>
            <p:cNvSpPr/>
            <p:nvPr/>
          </p:nvSpPr>
          <p:spPr>
            <a:xfrm>
              <a:off x="7086969" y="3608551"/>
              <a:ext cx="230278" cy="267916"/>
            </a:xfrm>
            <a:custGeom>
              <a:avLst/>
              <a:gdLst/>
              <a:ahLst/>
              <a:cxnLst/>
              <a:rect l="l" t="t" r="r" b="b"/>
              <a:pathLst>
                <a:path w="5433" h="6321" extrusionOk="0">
                  <a:moveTo>
                    <a:pt x="766" y="0"/>
                  </a:moveTo>
                  <a:cubicBezTo>
                    <a:pt x="495" y="37"/>
                    <a:pt x="235" y="124"/>
                    <a:pt x="1" y="247"/>
                  </a:cubicBezTo>
                  <a:cubicBezTo>
                    <a:pt x="791" y="2765"/>
                    <a:pt x="2457" y="4925"/>
                    <a:pt x="4704" y="6320"/>
                  </a:cubicBezTo>
                  <a:cubicBezTo>
                    <a:pt x="4938" y="6073"/>
                    <a:pt x="5173" y="5789"/>
                    <a:pt x="5222" y="5530"/>
                  </a:cubicBezTo>
                  <a:cubicBezTo>
                    <a:pt x="5333" y="5049"/>
                    <a:pt x="4914" y="4666"/>
                    <a:pt x="4975" y="4197"/>
                  </a:cubicBezTo>
                  <a:cubicBezTo>
                    <a:pt x="5037" y="3691"/>
                    <a:pt x="5432" y="3247"/>
                    <a:pt x="5074" y="2753"/>
                  </a:cubicBezTo>
                  <a:cubicBezTo>
                    <a:pt x="4692" y="2210"/>
                    <a:pt x="4050" y="2592"/>
                    <a:pt x="3618" y="2247"/>
                  </a:cubicBezTo>
                  <a:cubicBezTo>
                    <a:pt x="3231" y="1938"/>
                    <a:pt x="3289" y="1628"/>
                    <a:pt x="2891" y="1628"/>
                  </a:cubicBezTo>
                  <a:cubicBezTo>
                    <a:pt x="2844" y="1628"/>
                    <a:pt x="2790" y="1633"/>
                    <a:pt x="2729" y="1642"/>
                  </a:cubicBezTo>
                  <a:cubicBezTo>
                    <a:pt x="2573" y="1662"/>
                    <a:pt x="2450" y="1674"/>
                    <a:pt x="2342" y="1674"/>
                  </a:cubicBezTo>
                  <a:cubicBezTo>
                    <a:pt x="2059" y="1674"/>
                    <a:pt x="1890" y="1591"/>
                    <a:pt x="1531" y="1358"/>
                  </a:cubicBezTo>
                  <a:cubicBezTo>
                    <a:pt x="1223" y="1148"/>
                    <a:pt x="951" y="1049"/>
                    <a:pt x="853" y="654"/>
                  </a:cubicBezTo>
                  <a:cubicBezTo>
                    <a:pt x="791" y="432"/>
                    <a:pt x="877" y="210"/>
                    <a:pt x="7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169"/>
            <p:cNvSpPr/>
            <p:nvPr/>
          </p:nvSpPr>
          <p:spPr>
            <a:xfrm>
              <a:off x="7081247" y="3603295"/>
              <a:ext cx="237017" cy="278385"/>
            </a:xfrm>
            <a:custGeom>
              <a:avLst/>
              <a:gdLst/>
              <a:ahLst/>
              <a:cxnLst/>
              <a:rect l="l" t="t" r="r" b="b"/>
              <a:pathLst>
                <a:path w="5592" h="6568" extrusionOk="0">
                  <a:moveTo>
                    <a:pt x="827" y="248"/>
                  </a:moveTo>
                  <a:cubicBezTo>
                    <a:pt x="852" y="322"/>
                    <a:pt x="852" y="408"/>
                    <a:pt x="852" y="494"/>
                  </a:cubicBezTo>
                  <a:cubicBezTo>
                    <a:pt x="839" y="593"/>
                    <a:pt x="852" y="692"/>
                    <a:pt x="876" y="803"/>
                  </a:cubicBezTo>
                  <a:cubicBezTo>
                    <a:pt x="975" y="1173"/>
                    <a:pt x="1197" y="1321"/>
                    <a:pt x="1457" y="1470"/>
                  </a:cubicBezTo>
                  <a:cubicBezTo>
                    <a:pt x="1506" y="1507"/>
                    <a:pt x="1555" y="1531"/>
                    <a:pt x="1617" y="1568"/>
                  </a:cubicBezTo>
                  <a:cubicBezTo>
                    <a:pt x="1994" y="1819"/>
                    <a:pt x="2162" y="1914"/>
                    <a:pt x="2467" y="1914"/>
                  </a:cubicBezTo>
                  <a:cubicBezTo>
                    <a:pt x="2582" y="1914"/>
                    <a:pt x="2716" y="1901"/>
                    <a:pt x="2889" y="1877"/>
                  </a:cubicBezTo>
                  <a:cubicBezTo>
                    <a:pt x="2943" y="1870"/>
                    <a:pt x="2990" y="1867"/>
                    <a:pt x="3030" y="1867"/>
                  </a:cubicBezTo>
                  <a:cubicBezTo>
                    <a:pt x="3205" y="1867"/>
                    <a:pt x="3255" y="1934"/>
                    <a:pt x="3345" y="2074"/>
                  </a:cubicBezTo>
                  <a:cubicBezTo>
                    <a:pt x="3444" y="2223"/>
                    <a:pt x="3555" y="2346"/>
                    <a:pt x="3679" y="2457"/>
                  </a:cubicBezTo>
                  <a:cubicBezTo>
                    <a:pt x="3873" y="2586"/>
                    <a:pt x="4085" y="2659"/>
                    <a:pt x="4309" y="2659"/>
                  </a:cubicBezTo>
                  <a:cubicBezTo>
                    <a:pt x="4341" y="2659"/>
                    <a:pt x="4374" y="2658"/>
                    <a:pt x="4407" y="2655"/>
                  </a:cubicBezTo>
                  <a:cubicBezTo>
                    <a:pt x="4691" y="2667"/>
                    <a:pt x="4938" y="2679"/>
                    <a:pt x="5123" y="2939"/>
                  </a:cubicBezTo>
                  <a:cubicBezTo>
                    <a:pt x="5333" y="3235"/>
                    <a:pt x="5234" y="3519"/>
                    <a:pt x="5123" y="3827"/>
                  </a:cubicBezTo>
                  <a:cubicBezTo>
                    <a:pt x="5061" y="3975"/>
                    <a:pt x="5024" y="4136"/>
                    <a:pt x="4987" y="4296"/>
                  </a:cubicBezTo>
                  <a:cubicBezTo>
                    <a:pt x="4975" y="4543"/>
                    <a:pt x="5024" y="4778"/>
                    <a:pt x="5135" y="4988"/>
                  </a:cubicBezTo>
                  <a:cubicBezTo>
                    <a:pt x="5234" y="5185"/>
                    <a:pt x="5271" y="5407"/>
                    <a:pt x="5246" y="5629"/>
                  </a:cubicBezTo>
                  <a:cubicBezTo>
                    <a:pt x="5160" y="5876"/>
                    <a:pt x="5012" y="6111"/>
                    <a:pt x="4827" y="6296"/>
                  </a:cubicBezTo>
                  <a:cubicBezTo>
                    <a:pt x="2679" y="4926"/>
                    <a:pt x="1062" y="2852"/>
                    <a:pt x="272" y="433"/>
                  </a:cubicBezTo>
                  <a:cubicBezTo>
                    <a:pt x="457" y="346"/>
                    <a:pt x="642" y="285"/>
                    <a:pt x="827" y="248"/>
                  </a:cubicBezTo>
                  <a:close/>
                  <a:moveTo>
                    <a:pt x="889" y="1"/>
                  </a:moveTo>
                  <a:cubicBezTo>
                    <a:pt x="642" y="38"/>
                    <a:pt x="383" y="112"/>
                    <a:pt x="161" y="235"/>
                  </a:cubicBezTo>
                  <a:lnTo>
                    <a:pt x="86" y="260"/>
                  </a:lnTo>
                  <a:cubicBezTo>
                    <a:pt x="37" y="285"/>
                    <a:pt x="0" y="346"/>
                    <a:pt x="25" y="396"/>
                  </a:cubicBezTo>
                  <a:cubicBezTo>
                    <a:pt x="827" y="2951"/>
                    <a:pt x="2518" y="5123"/>
                    <a:pt x="4777" y="6543"/>
                  </a:cubicBezTo>
                  <a:cubicBezTo>
                    <a:pt x="4802" y="6555"/>
                    <a:pt x="4827" y="6568"/>
                    <a:pt x="4839" y="6568"/>
                  </a:cubicBezTo>
                  <a:cubicBezTo>
                    <a:pt x="4876" y="6568"/>
                    <a:pt x="4901" y="6555"/>
                    <a:pt x="4925" y="6531"/>
                  </a:cubicBezTo>
                  <a:cubicBezTo>
                    <a:pt x="5160" y="6284"/>
                    <a:pt x="5407" y="5987"/>
                    <a:pt x="5468" y="5691"/>
                  </a:cubicBezTo>
                  <a:cubicBezTo>
                    <a:pt x="5505" y="5420"/>
                    <a:pt x="5468" y="5148"/>
                    <a:pt x="5345" y="4914"/>
                  </a:cubicBezTo>
                  <a:cubicBezTo>
                    <a:pt x="5246" y="4741"/>
                    <a:pt x="5209" y="4543"/>
                    <a:pt x="5222" y="4346"/>
                  </a:cubicBezTo>
                  <a:cubicBezTo>
                    <a:pt x="5246" y="4198"/>
                    <a:pt x="5283" y="4049"/>
                    <a:pt x="5333" y="3914"/>
                  </a:cubicBezTo>
                  <a:cubicBezTo>
                    <a:pt x="5456" y="3593"/>
                    <a:pt x="5592" y="3210"/>
                    <a:pt x="5308" y="2815"/>
                  </a:cubicBezTo>
                  <a:cubicBezTo>
                    <a:pt x="5049" y="2469"/>
                    <a:pt x="4715" y="2457"/>
                    <a:pt x="4407" y="2445"/>
                  </a:cubicBezTo>
                  <a:cubicBezTo>
                    <a:pt x="4390" y="2446"/>
                    <a:pt x="4373" y="2446"/>
                    <a:pt x="4357" y="2446"/>
                  </a:cubicBezTo>
                  <a:cubicBezTo>
                    <a:pt x="4174" y="2446"/>
                    <a:pt x="3985" y="2386"/>
                    <a:pt x="3827" y="2284"/>
                  </a:cubicBezTo>
                  <a:cubicBezTo>
                    <a:pt x="3703" y="2198"/>
                    <a:pt x="3617" y="2074"/>
                    <a:pt x="3530" y="1951"/>
                  </a:cubicBezTo>
                  <a:cubicBezTo>
                    <a:pt x="3424" y="1781"/>
                    <a:pt x="3327" y="1630"/>
                    <a:pt x="3020" y="1630"/>
                  </a:cubicBezTo>
                  <a:cubicBezTo>
                    <a:pt x="2970" y="1630"/>
                    <a:pt x="2914" y="1634"/>
                    <a:pt x="2852" y="1642"/>
                  </a:cubicBezTo>
                  <a:cubicBezTo>
                    <a:pt x="2683" y="1668"/>
                    <a:pt x="2557" y="1683"/>
                    <a:pt x="2450" y="1683"/>
                  </a:cubicBezTo>
                  <a:cubicBezTo>
                    <a:pt x="2199" y="1683"/>
                    <a:pt x="2058" y="1600"/>
                    <a:pt x="1728" y="1383"/>
                  </a:cubicBezTo>
                  <a:lnTo>
                    <a:pt x="1580" y="1284"/>
                  </a:lnTo>
                  <a:cubicBezTo>
                    <a:pt x="1333" y="1124"/>
                    <a:pt x="1173" y="1025"/>
                    <a:pt x="1099" y="754"/>
                  </a:cubicBezTo>
                  <a:cubicBezTo>
                    <a:pt x="1086" y="667"/>
                    <a:pt x="1074" y="581"/>
                    <a:pt x="1074" y="494"/>
                  </a:cubicBezTo>
                  <a:cubicBezTo>
                    <a:pt x="1086" y="346"/>
                    <a:pt x="1062" y="198"/>
                    <a:pt x="1012" y="62"/>
                  </a:cubicBezTo>
                  <a:cubicBezTo>
                    <a:pt x="988" y="25"/>
                    <a:pt x="938" y="1"/>
                    <a:pt x="8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169"/>
            <p:cNvSpPr/>
            <p:nvPr/>
          </p:nvSpPr>
          <p:spPr>
            <a:xfrm>
              <a:off x="7884864" y="3561928"/>
              <a:ext cx="115160" cy="225573"/>
            </a:xfrm>
            <a:custGeom>
              <a:avLst/>
              <a:gdLst/>
              <a:ahLst/>
              <a:cxnLst/>
              <a:rect l="l" t="t" r="r" b="b"/>
              <a:pathLst>
                <a:path w="2717" h="5322" extrusionOk="0">
                  <a:moveTo>
                    <a:pt x="2185" y="0"/>
                  </a:moveTo>
                  <a:cubicBezTo>
                    <a:pt x="1759" y="0"/>
                    <a:pt x="1428" y="202"/>
                    <a:pt x="1321" y="878"/>
                  </a:cubicBezTo>
                  <a:cubicBezTo>
                    <a:pt x="1259" y="1285"/>
                    <a:pt x="1654" y="1557"/>
                    <a:pt x="1568" y="1940"/>
                  </a:cubicBezTo>
                  <a:cubicBezTo>
                    <a:pt x="1506" y="2260"/>
                    <a:pt x="1087" y="2335"/>
                    <a:pt x="963" y="2594"/>
                  </a:cubicBezTo>
                  <a:cubicBezTo>
                    <a:pt x="827" y="2841"/>
                    <a:pt x="1000" y="3174"/>
                    <a:pt x="803" y="3421"/>
                  </a:cubicBezTo>
                  <a:cubicBezTo>
                    <a:pt x="618" y="3680"/>
                    <a:pt x="309" y="3692"/>
                    <a:pt x="148" y="3989"/>
                  </a:cubicBezTo>
                  <a:cubicBezTo>
                    <a:pt x="0" y="4235"/>
                    <a:pt x="13" y="4816"/>
                    <a:pt x="148" y="5322"/>
                  </a:cubicBezTo>
                  <a:cubicBezTo>
                    <a:pt x="1445" y="3840"/>
                    <a:pt x="2333" y="2026"/>
                    <a:pt x="2716" y="76"/>
                  </a:cubicBezTo>
                  <a:cubicBezTo>
                    <a:pt x="2530" y="31"/>
                    <a:pt x="2350" y="0"/>
                    <a:pt x="2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169"/>
            <p:cNvSpPr/>
            <p:nvPr/>
          </p:nvSpPr>
          <p:spPr>
            <a:xfrm>
              <a:off x="7879608" y="3557011"/>
              <a:ext cx="125121" cy="235745"/>
            </a:xfrm>
            <a:custGeom>
              <a:avLst/>
              <a:gdLst/>
              <a:ahLst/>
              <a:cxnLst/>
              <a:rect l="l" t="t" r="r" b="b"/>
              <a:pathLst>
                <a:path w="2952" h="5562" extrusionOk="0">
                  <a:moveTo>
                    <a:pt x="2253" y="239"/>
                  </a:moveTo>
                  <a:cubicBezTo>
                    <a:pt x="2272" y="239"/>
                    <a:pt x="2290" y="239"/>
                    <a:pt x="2309" y="241"/>
                  </a:cubicBezTo>
                  <a:cubicBezTo>
                    <a:pt x="2445" y="241"/>
                    <a:pt x="2568" y="253"/>
                    <a:pt x="2692" y="278"/>
                  </a:cubicBezTo>
                  <a:cubicBezTo>
                    <a:pt x="2334" y="2093"/>
                    <a:pt x="1519" y="3784"/>
                    <a:pt x="334" y="5191"/>
                  </a:cubicBezTo>
                  <a:cubicBezTo>
                    <a:pt x="248" y="4771"/>
                    <a:pt x="272" y="4351"/>
                    <a:pt x="371" y="4166"/>
                  </a:cubicBezTo>
                  <a:cubicBezTo>
                    <a:pt x="458" y="4043"/>
                    <a:pt x="569" y="3944"/>
                    <a:pt x="692" y="3882"/>
                  </a:cubicBezTo>
                  <a:cubicBezTo>
                    <a:pt x="828" y="3821"/>
                    <a:pt x="939" y="3722"/>
                    <a:pt x="1025" y="3611"/>
                  </a:cubicBezTo>
                  <a:cubicBezTo>
                    <a:pt x="1124" y="3463"/>
                    <a:pt x="1174" y="3278"/>
                    <a:pt x="1149" y="3092"/>
                  </a:cubicBezTo>
                  <a:cubicBezTo>
                    <a:pt x="1137" y="2981"/>
                    <a:pt x="1149" y="2870"/>
                    <a:pt x="1186" y="2771"/>
                  </a:cubicBezTo>
                  <a:cubicBezTo>
                    <a:pt x="1248" y="2673"/>
                    <a:pt x="1334" y="2599"/>
                    <a:pt x="1433" y="2537"/>
                  </a:cubicBezTo>
                  <a:cubicBezTo>
                    <a:pt x="1606" y="2438"/>
                    <a:pt x="1741" y="2278"/>
                    <a:pt x="1803" y="2080"/>
                  </a:cubicBezTo>
                  <a:cubicBezTo>
                    <a:pt x="1828" y="1870"/>
                    <a:pt x="1791" y="1661"/>
                    <a:pt x="1680" y="1488"/>
                  </a:cubicBezTo>
                  <a:cubicBezTo>
                    <a:pt x="1593" y="1340"/>
                    <a:pt x="1544" y="1179"/>
                    <a:pt x="1556" y="1019"/>
                  </a:cubicBezTo>
                  <a:cubicBezTo>
                    <a:pt x="1618" y="685"/>
                    <a:pt x="1729" y="463"/>
                    <a:pt x="1902" y="340"/>
                  </a:cubicBezTo>
                  <a:cubicBezTo>
                    <a:pt x="2010" y="275"/>
                    <a:pt x="2127" y="239"/>
                    <a:pt x="2253" y="239"/>
                  </a:cubicBezTo>
                  <a:close/>
                  <a:moveTo>
                    <a:pt x="2309" y="0"/>
                  </a:moveTo>
                  <a:cubicBezTo>
                    <a:pt x="2121" y="0"/>
                    <a:pt x="1933" y="37"/>
                    <a:pt x="1766" y="142"/>
                  </a:cubicBezTo>
                  <a:cubicBezTo>
                    <a:pt x="1544" y="303"/>
                    <a:pt x="1396" y="574"/>
                    <a:pt x="1322" y="982"/>
                  </a:cubicBezTo>
                  <a:cubicBezTo>
                    <a:pt x="1309" y="1191"/>
                    <a:pt x="1359" y="1401"/>
                    <a:pt x="1470" y="1586"/>
                  </a:cubicBezTo>
                  <a:cubicBezTo>
                    <a:pt x="1556" y="1710"/>
                    <a:pt x="1593" y="1870"/>
                    <a:pt x="1581" y="2031"/>
                  </a:cubicBezTo>
                  <a:cubicBezTo>
                    <a:pt x="1544" y="2167"/>
                    <a:pt x="1420" y="2253"/>
                    <a:pt x="1285" y="2352"/>
                  </a:cubicBezTo>
                  <a:cubicBezTo>
                    <a:pt x="1161" y="2426"/>
                    <a:pt x="1063" y="2537"/>
                    <a:pt x="976" y="2660"/>
                  </a:cubicBezTo>
                  <a:cubicBezTo>
                    <a:pt x="927" y="2796"/>
                    <a:pt x="902" y="2944"/>
                    <a:pt x="914" y="3105"/>
                  </a:cubicBezTo>
                  <a:cubicBezTo>
                    <a:pt x="927" y="3228"/>
                    <a:pt x="902" y="3364"/>
                    <a:pt x="840" y="3475"/>
                  </a:cubicBezTo>
                  <a:cubicBezTo>
                    <a:pt x="766" y="3561"/>
                    <a:pt x="680" y="3623"/>
                    <a:pt x="581" y="3685"/>
                  </a:cubicBezTo>
                  <a:cubicBezTo>
                    <a:pt x="408" y="3759"/>
                    <a:pt x="272" y="3882"/>
                    <a:pt x="174" y="4043"/>
                  </a:cubicBezTo>
                  <a:cubicBezTo>
                    <a:pt x="1" y="4364"/>
                    <a:pt x="38" y="5006"/>
                    <a:pt x="149" y="5475"/>
                  </a:cubicBezTo>
                  <a:cubicBezTo>
                    <a:pt x="161" y="5512"/>
                    <a:pt x="198" y="5549"/>
                    <a:pt x="235" y="5561"/>
                  </a:cubicBezTo>
                  <a:lnTo>
                    <a:pt x="272" y="5561"/>
                  </a:lnTo>
                  <a:cubicBezTo>
                    <a:pt x="297" y="5561"/>
                    <a:pt x="322" y="5536"/>
                    <a:pt x="347" y="5524"/>
                  </a:cubicBezTo>
                  <a:cubicBezTo>
                    <a:pt x="1667" y="4018"/>
                    <a:pt x="2556" y="2179"/>
                    <a:pt x="2939" y="216"/>
                  </a:cubicBezTo>
                  <a:cubicBezTo>
                    <a:pt x="2951" y="155"/>
                    <a:pt x="2914" y="93"/>
                    <a:pt x="2852" y="80"/>
                  </a:cubicBezTo>
                  <a:cubicBezTo>
                    <a:pt x="2686" y="37"/>
                    <a:pt x="2497" y="0"/>
                    <a:pt x="23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169"/>
            <p:cNvSpPr/>
            <p:nvPr/>
          </p:nvSpPr>
          <p:spPr>
            <a:xfrm>
              <a:off x="7070778" y="3119851"/>
              <a:ext cx="190478" cy="283089"/>
            </a:xfrm>
            <a:custGeom>
              <a:avLst/>
              <a:gdLst/>
              <a:ahLst/>
              <a:cxnLst/>
              <a:rect l="l" t="t" r="r" b="b"/>
              <a:pathLst>
                <a:path w="4494" h="6679" extrusionOk="0">
                  <a:moveTo>
                    <a:pt x="3703" y="1"/>
                  </a:moveTo>
                  <a:lnTo>
                    <a:pt x="3703" y="1"/>
                  </a:lnTo>
                  <a:cubicBezTo>
                    <a:pt x="1716" y="1729"/>
                    <a:pt x="408" y="4087"/>
                    <a:pt x="0" y="6679"/>
                  </a:cubicBezTo>
                  <a:cubicBezTo>
                    <a:pt x="173" y="6679"/>
                    <a:pt x="346" y="6630"/>
                    <a:pt x="506" y="6543"/>
                  </a:cubicBezTo>
                  <a:cubicBezTo>
                    <a:pt x="741" y="6358"/>
                    <a:pt x="593" y="6284"/>
                    <a:pt x="617" y="6000"/>
                  </a:cubicBezTo>
                  <a:cubicBezTo>
                    <a:pt x="667" y="5506"/>
                    <a:pt x="1111" y="5000"/>
                    <a:pt x="1420" y="4642"/>
                  </a:cubicBezTo>
                  <a:cubicBezTo>
                    <a:pt x="1753" y="4235"/>
                    <a:pt x="2531" y="4371"/>
                    <a:pt x="2778" y="3926"/>
                  </a:cubicBezTo>
                  <a:cubicBezTo>
                    <a:pt x="2876" y="3753"/>
                    <a:pt x="2778" y="3593"/>
                    <a:pt x="2876" y="3433"/>
                  </a:cubicBezTo>
                  <a:cubicBezTo>
                    <a:pt x="3000" y="3235"/>
                    <a:pt x="3407" y="3124"/>
                    <a:pt x="3605" y="3013"/>
                  </a:cubicBezTo>
                  <a:cubicBezTo>
                    <a:pt x="3814" y="2889"/>
                    <a:pt x="4358" y="2717"/>
                    <a:pt x="4432" y="2470"/>
                  </a:cubicBezTo>
                  <a:cubicBezTo>
                    <a:pt x="4493" y="2272"/>
                    <a:pt x="4419" y="2198"/>
                    <a:pt x="4284" y="2038"/>
                  </a:cubicBezTo>
                  <a:cubicBezTo>
                    <a:pt x="4049" y="1754"/>
                    <a:pt x="3901" y="1778"/>
                    <a:pt x="3777" y="1396"/>
                  </a:cubicBezTo>
                  <a:cubicBezTo>
                    <a:pt x="3666" y="1013"/>
                    <a:pt x="3765" y="458"/>
                    <a:pt x="37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169"/>
            <p:cNvSpPr/>
            <p:nvPr/>
          </p:nvSpPr>
          <p:spPr>
            <a:xfrm>
              <a:off x="7065523" y="3115570"/>
              <a:ext cx="201498" cy="293135"/>
            </a:xfrm>
            <a:custGeom>
              <a:avLst/>
              <a:gdLst/>
              <a:ahLst/>
              <a:cxnLst/>
              <a:rect l="l" t="t" r="r" b="b"/>
              <a:pathLst>
                <a:path w="4754" h="6916" extrusionOk="0">
                  <a:moveTo>
                    <a:pt x="3729" y="361"/>
                  </a:moveTo>
                  <a:cubicBezTo>
                    <a:pt x="3729" y="472"/>
                    <a:pt x="3729" y="608"/>
                    <a:pt x="3729" y="731"/>
                  </a:cubicBezTo>
                  <a:cubicBezTo>
                    <a:pt x="3716" y="1003"/>
                    <a:pt x="3729" y="1275"/>
                    <a:pt x="3803" y="1534"/>
                  </a:cubicBezTo>
                  <a:cubicBezTo>
                    <a:pt x="3840" y="1731"/>
                    <a:pt x="3963" y="1892"/>
                    <a:pt x="4111" y="2015"/>
                  </a:cubicBezTo>
                  <a:cubicBezTo>
                    <a:pt x="4198" y="2077"/>
                    <a:pt x="4259" y="2151"/>
                    <a:pt x="4321" y="2225"/>
                  </a:cubicBezTo>
                  <a:lnTo>
                    <a:pt x="4358" y="2262"/>
                  </a:lnTo>
                  <a:cubicBezTo>
                    <a:pt x="4469" y="2386"/>
                    <a:pt x="4494" y="2398"/>
                    <a:pt x="4445" y="2534"/>
                  </a:cubicBezTo>
                  <a:cubicBezTo>
                    <a:pt x="4408" y="2682"/>
                    <a:pt x="4074" y="2830"/>
                    <a:pt x="3864" y="2929"/>
                  </a:cubicBezTo>
                  <a:cubicBezTo>
                    <a:pt x="3790" y="2966"/>
                    <a:pt x="3729" y="2990"/>
                    <a:pt x="3679" y="3015"/>
                  </a:cubicBezTo>
                  <a:cubicBezTo>
                    <a:pt x="3630" y="3040"/>
                    <a:pt x="3556" y="3077"/>
                    <a:pt x="3482" y="3114"/>
                  </a:cubicBezTo>
                  <a:cubicBezTo>
                    <a:pt x="3260" y="3200"/>
                    <a:pt x="3013" y="3311"/>
                    <a:pt x="2902" y="3484"/>
                  </a:cubicBezTo>
                  <a:cubicBezTo>
                    <a:pt x="2840" y="3571"/>
                    <a:pt x="2815" y="3682"/>
                    <a:pt x="2828" y="3793"/>
                  </a:cubicBezTo>
                  <a:cubicBezTo>
                    <a:pt x="2840" y="3854"/>
                    <a:pt x="2828" y="3916"/>
                    <a:pt x="2803" y="3978"/>
                  </a:cubicBezTo>
                  <a:cubicBezTo>
                    <a:pt x="2692" y="4175"/>
                    <a:pt x="2457" y="4237"/>
                    <a:pt x="2186" y="4311"/>
                  </a:cubicBezTo>
                  <a:cubicBezTo>
                    <a:pt x="1914" y="4385"/>
                    <a:pt x="1630" y="4459"/>
                    <a:pt x="1457" y="4669"/>
                  </a:cubicBezTo>
                  <a:lnTo>
                    <a:pt x="1433" y="4694"/>
                  </a:lnTo>
                  <a:cubicBezTo>
                    <a:pt x="1112" y="5064"/>
                    <a:pt x="680" y="5583"/>
                    <a:pt x="630" y="6101"/>
                  </a:cubicBezTo>
                  <a:cubicBezTo>
                    <a:pt x="618" y="6187"/>
                    <a:pt x="618" y="6274"/>
                    <a:pt x="643" y="6360"/>
                  </a:cubicBezTo>
                  <a:cubicBezTo>
                    <a:pt x="655" y="6459"/>
                    <a:pt x="655" y="6471"/>
                    <a:pt x="556" y="6558"/>
                  </a:cubicBezTo>
                  <a:cubicBezTo>
                    <a:pt x="470" y="6607"/>
                    <a:pt x="371" y="6644"/>
                    <a:pt x="260" y="6657"/>
                  </a:cubicBezTo>
                  <a:cubicBezTo>
                    <a:pt x="680" y="4225"/>
                    <a:pt x="1902" y="2015"/>
                    <a:pt x="3729" y="361"/>
                  </a:cubicBezTo>
                  <a:close/>
                  <a:moveTo>
                    <a:pt x="3816" y="0"/>
                  </a:moveTo>
                  <a:cubicBezTo>
                    <a:pt x="3790" y="0"/>
                    <a:pt x="3764" y="9"/>
                    <a:pt x="3741" y="28"/>
                  </a:cubicBezTo>
                  <a:cubicBezTo>
                    <a:pt x="1741" y="1768"/>
                    <a:pt x="420" y="4163"/>
                    <a:pt x="1" y="6780"/>
                  </a:cubicBezTo>
                  <a:cubicBezTo>
                    <a:pt x="1" y="6817"/>
                    <a:pt x="13" y="6854"/>
                    <a:pt x="38" y="6879"/>
                  </a:cubicBezTo>
                  <a:cubicBezTo>
                    <a:pt x="62" y="6891"/>
                    <a:pt x="87" y="6916"/>
                    <a:pt x="124" y="6916"/>
                  </a:cubicBezTo>
                  <a:lnTo>
                    <a:pt x="137" y="6903"/>
                  </a:lnTo>
                  <a:cubicBezTo>
                    <a:pt x="334" y="6903"/>
                    <a:pt x="532" y="6842"/>
                    <a:pt x="704" y="6731"/>
                  </a:cubicBezTo>
                  <a:cubicBezTo>
                    <a:pt x="840" y="6644"/>
                    <a:pt x="914" y="6484"/>
                    <a:pt x="865" y="6323"/>
                  </a:cubicBezTo>
                  <a:cubicBezTo>
                    <a:pt x="852" y="6249"/>
                    <a:pt x="852" y="6187"/>
                    <a:pt x="852" y="6126"/>
                  </a:cubicBezTo>
                  <a:cubicBezTo>
                    <a:pt x="902" y="5669"/>
                    <a:pt x="1309" y="5188"/>
                    <a:pt x="1605" y="4842"/>
                  </a:cubicBezTo>
                  <a:lnTo>
                    <a:pt x="1630" y="4817"/>
                  </a:lnTo>
                  <a:cubicBezTo>
                    <a:pt x="1766" y="4657"/>
                    <a:pt x="2000" y="4595"/>
                    <a:pt x="2247" y="4533"/>
                  </a:cubicBezTo>
                  <a:cubicBezTo>
                    <a:pt x="2544" y="4447"/>
                    <a:pt x="2852" y="4373"/>
                    <a:pt x="3000" y="4089"/>
                  </a:cubicBezTo>
                  <a:cubicBezTo>
                    <a:pt x="3050" y="4003"/>
                    <a:pt x="3074" y="3892"/>
                    <a:pt x="3062" y="3780"/>
                  </a:cubicBezTo>
                  <a:cubicBezTo>
                    <a:pt x="3050" y="3719"/>
                    <a:pt x="3062" y="3657"/>
                    <a:pt x="3087" y="3608"/>
                  </a:cubicBezTo>
                  <a:cubicBezTo>
                    <a:pt x="3161" y="3497"/>
                    <a:pt x="3383" y="3398"/>
                    <a:pt x="3568" y="3324"/>
                  </a:cubicBezTo>
                  <a:cubicBezTo>
                    <a:pt x="3655" y="3287"/>
                    <a:pt x="3741" y="3237"/>
                    <a:pt x="3790" y="3213"/>
                  </a:cubicBezTo>
                  <a:cubicBezTo>
                    <a:pt x="3840" y="3188"/>
                    <a:pt x="3901" y="3163"/>
                    <a:pt x="3963" y="3139"/>
                  </a:cubicBezTo>
                  <a:cubicBezTo>
                    <a:pt x="4247" y="3003"/>
                    <a:pt x="4593" y="2855"/>
                    <a:pt x="4667" y="2608"/>
                  </a:cubicBezTo>
                  <a:cubicBezTo>
                    <a:pt x="4753" y="2361"/>
                    <a:pt x="4654" y="2250"/>
                    <a:pt x="4531" y="2102"/>
                  </a:cubicBezTo>
                  <a:lnTo>
                    <a:pt x="4506" y="2077"/>
                  </a:lnTo>
                  <a:cubicBezTo>
                    <a:pt x="4432" y="1991"/>
                    <a:pt x="4346" y="1916"/>
                    <a:pt x="4272" y="1842"/>
                  </a:cubicBezTo>
                  <a:cubicBezTo>
                    <a:pt x="4136" y="1744"/>
                    <a:pt x="4050" y="1620"/>
                    <a:pt x="4013" y="1472"/>
                  </a:cubicBezTo>
                  <a:cubicBezTo>
                    <a:pt x="3963" y="1225"/>
                    <a:pt x="3938" y="978"/>
                    <a:pt x="3963" y="731"/>
                  </a:cubicBezTo>
                  <a:cubicBezTo>
                    <a:pt x="3963" y="522"/>
                    <a:pt x="3963" y="312"/>
                    <a:pt x="3938" y="102"/>
                  </a:cubicBezTo>
                  <a:cubicBezTo>
                    <a:pt x="3930" y="42"/>
                    <a:pt x="3874" y="0"/>
                    <a:pt x="3816" y="0"/>
                  </a:cubicBezTo>
                  <a:close/>
                </a:path>
              </a:pathLst>
            </a:custGeom>
            <a:solidFill>
              <a:srgbClr val="272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169"/>
            <p:cNvSpPr/>
            <p:nvPr/>
          </p:nvSpPr>
          <p:spPr>
            <a:xfrm>
              <a:off x="7305166" y="3030418"/>
              <a:ext cx="703210" cy="839223"/>
            </a:xfrm>
            <a:custGeom>
              <a:avLst/>
              <a:gdLst/>
              <a:ahLst/>
              <a:cxnLst/>
              <a:rect l="l" t="t" r="r" b="b"/>
              <a:pathLst>
                <a:path w="16591" h="19800" extrusionOk="0">
                  <a:moveTo>
                    <a:pt x="9110" y="0"/>
                  </a:moveTo>
                  <a:lnTo>
                    <a:pt x="9098" y="12"/>
                  </a:lnTo>
                  <a:cubicBezTo>
                    <a:pt x="9085" y="222"/>
                    <a:pt x="9024" y="432"/>
                    <a:pt x="8913" y="605"/>
                  </a:cubicBezTo>
                  <a:cubicBezTo>
                    <a:pt x="8802" y="765"/>
                    <a:pt x="8481" y="864"/>
                    <a:pt x="8271" y="951"/>
                  </a:cubicBezTo>
                  <a:cubicBezTo>
                    <a:pt x="8082" y="1031"/>
                    <a:pt x="7560" y="1191"/>
                    <a:pt x="7195" y="1191"/>
                  </a:cubicBezTo>
                  <a:cubicBezTo>
                    <a:pt x="7058" y="1191"/>
                    <a:pt x="6943" y="1168"/>
                    <a:pt x="6876" y="1111"/>
                  </a:cubicBezTo>
                  <a:cubicBezTo>
                    <a:pt x="6654" y="938"/>
                    <a:pt x="6901" y="333"/>
                    <a:pt x="6715" y="148"/>
                  </a:cubicBezTo>
                  <a:cubicBezTo>
                    <a:pt x="6668" y="94"/>
                    <a:pt x="6597" y="73"/>
                    <a:pt x="6515" y="73"/>
                  </a:cubicBezTo>
                  <a:cubicBezTo>
                    <a:pt x="6299" y="73"/>
                    <a:pt x="6004" y="218"/>
                    <a:pt x="5851" y="272"/>
                  </a:cubicBezTo>
                  <a:cubicBezTo>
                    <a:pt x="5444" y="432"/>
                    <a:pt x="5037" y="543"/>
                    <a:pt x="4617" y="679"/>
                  </a:cubicBezTo>
                  <a:cubicBezTo>
                    <a:pt x="4308" y="778"/>
                    <a:pt x="4135" y="938"/>
                    <a:pt x="3852" y="1099"/>
                  </a:cubicBezTo>
                  <a:cubicBezTo>
                    <a:pt x="3074" y="1506"/>
                    <a:pt x="3629" y="1346"/>
                    <a:pt x="3926" y="1864"/>
                  </a:cubicBezTo>
                  <a:cubicBezTo>
                    <a:pt x="3197" y="2271"/>
                    <a:pt x="3247" y="3358"/>
                    <a:pt x="3308" y="4086"/>
                  </a:cubicBezTo>
                  <a:cubicBezTo>
                    <a:pt x="3765" y="4061"/>
                    <a:pt x="4160" y="3777"/>
                    <a:pt x="4210" y="3382"/>
                  </a:cubicBezTo>
                  <a:cubicBezTo>
                    <a:pt x="4284" y="2839"/>
                    <a:pt x="4098" y="2271"/>
                    <a:pt x="4827" y="2074"/>
                  </a:cubicBezTo>
                  <a:cubicBezTo>
                    <a:pt x="4963" y="2321"/>
                    <a:pt x="5456" y="2296"/>
                    <a:pt x="5555" y="2555"/>
                  </a:cubicBezTo>
                  <a:cubicBezTo>
                    <a:pt x="5666" y="2827"/>
                    <a:pt x="5283" y="3173"/>
                    <a:pt x="5111" y="3321"/>
                  </a:cubicBezTo>
                  <a:cubicBezTo>
                    <a:pt x="4740" y="3691"/>
                    <a:pt x="4345" y="3913"/>
                    <a:pt x="3901" y="4172"/>
                  </a:cubicBezTo>
                  <a:cubicBezTo>
                    <a:pt x="3716" y="4283"/>
                    <a:pt x="3444" y="4370"/>
                    <a:pt x="3284" y="4506"/>
                  </a:cubicBezTo>
                  <a:cubicBezTo>
                    <a:pt x="3173" y="4617"/>
                    <a:pt x="3173" y="4839"/>
                    <a:pt x="3012" y="4876"/>
                  </a:cubicBezTo>
                  <a:cubicBezTo>
                    <a:pt x="2995" y="4879"/>
                    <a:pt x="2979" y="4880"/>
                    <a:pt x="2963" y="4880"/>
                  </a:cubicBezTo>
                  <a:cubicBezTo>
                    <a:pt x="2607" y="4880"/>
                    <a:pt x="2484" y="4163"/>
                    <a:pt x="1981" y="4163"/>
                  </a:cubicBezTo>
                  <a:cubicBezTo>
                    <a:pt x="1948" y="4163"/>
                    <a:pt x="1913" y="4166"/>
                    <a:pt x="1877" y="4172"/>
                  </a:cubicBezTo>
                  <a:cubicBezTo>
                    <a:pt x="1765" y="4604"/>
                    <a:pt x="1148" y="4382"/>
                    <a:pt x="914" y="4728"/>
                  </a:cubicBezTo>
                  <a:cubicBezTo>
                    <a:pt x="740" y="4980"/>
                    <a:pt x="874" y="5062"/>
                    <a:pt x="1096" y="5062"/>
                  </a:cubicBezTo>
                  <a:cubicBezTo>
                    <a:pt x="1362" y="5062"/>
                    <a:pt x="1754" y="4944"/>
                    <a:pt x="1889" y="4864"/>
                  </a:cubicBezTo>
                  <a:cubicBezTo>
                    <a:pt x="2012" y="5049"/>
                    <a:pt x="2432" y="5073"/>
                    <a:pt x="2457" y="5308"/>
                  </a:cubicBezTo>
                  <a:cubicBezTo>
                    <a:pt x="2457" y="5407"/>
                    <a:pt x="1951" y="5851"/>
                    <a:pt x="1815" y="5925"/>
                  </a:cubicBezTo>
                  <a:cubicBezTo>
                    <a:pt x="1753" y="5955"/>
                    <a:pt x="1684" y="5966"/>
                    <a:pt x="1613" y="5966"/>
                  </a:cubicBezTo>
                  <a:cubicBezTo>
                    <a:pt x="1386" y="5966"/>
                    <a:pt x="1129" y="5851"/>
                    <a:pt x="960" y="5851"/>
                  </a:cubicBezTo>
                  <a:cubicBezTo>
                    <a:pt x="918" y="5851"/>
                    <a:pt x="881" y="5858"/>
                    <a:pt x="852" y="5876"/>
                  </a:cubicBezTo>
                  <a:cubicBezTo>
                    <a:pt x="531" y="6036"/>
                    <a:pt x="778" y="6357"/>
                    <a:pt x="815" y="6530"/>
                  </a:cubicBezTo>
                  <a:cubicBezTo>
                    <a:pt x="840" y="6703"/>
                    <a:pt x="753" y="7271"/>
                    <a:pt x="889" y="7394"/>
                  </a:cubicBezTo>
                  <a:cubicBezTo>
                    <a:pt x="956" y="7456"/>
                    <a:pt x="1013" y="7481"/>
                    <a:pt x="1062" y="7481"/>
                  </a:cubicBezTo>
                  <a:cubicBezTo>
                    <a:pt x="1237" y="7481"/>
                    <a:pt x="1311" y="7163"/>
                    <a:pt x="1407" y="7086"/>
                  </a:cubicBezTo>
                  <a:cubicBezTo>
                    <a:pt x="1593" y="6937"/>
                    <a:pt x="1938" y="7011"/>
                    <a:pt x="2074" y="6839"/>
                  </a:cubicBezTo>
                  <a:cubicBezTo>
                    <a:pt x="2210" y="6666"/>
                    <a:pt x="2111" y="6370"/>
                    <a:pt x="2272" y="6160"/>
                  </a:cubicBezTo>
                  <a:cubicBezTo>
                    <a:pt x="2531" y="5802"/>
                    <a:pt x="2889" y="5777"/>
                    <a:pt x="3012" y="5320"/>
                  </a:cubicBezTo>
                  <a:cubicBezTo>
                    <a:pt x="3469" y="5592"/>
                    <a:pt x="3531" y="5419"/>
                    <a:pt x="3654" y="5999"/>
                  </a:cubicBezTo>
                  <a:cubicBezTo>
                    <a:pt x="3815" y="5975"/>
                    <a:pt x="3987" y="5938"/>
                    <a:pt x="4148" y="5888"/>
                  </a:cubicBezTo>
                  <a:lnTo>
                    <a:pt x="4148" y="5888"/>
                  </a:lnTo>
                  <a:cubicBezTo>
                    <a:pt x="4104" y="6008"/>
                    <a:pt x="3775" y="6327"/>
                    <a:pt x="4006" y="6327"/>
                  </a:cubicBezTo>
                  <a:cubicBezTo>
                    <a:pt x="4038" y="6327"/>
                    <a:pt x="4080" y="6321"/>
                    <a:pt x="4135" y="6308"/>
                  </a:cubicBezTo>
                  <a:cubicBezTo>
                    <a:pt x="4365" y="6262"/>
                    <a:pt x="4467" y="5907"/>
                    <a:pt x="4758" y="5907"/>
                  </a:cubicBezTo>
                  <a:cubicBezTo>
                    <a:pt x="4779" y="5907"/>
                    <a:pt x="4803" y="5909"/>
                    <a:pt x="4827" y="5913"/>
                  </a:cubicBezTo>
                  <a:cubicBezTo>
                    <a:pt x="5074" y="5950"/>
                    <a:pt x="5049" y="6221"/>
                    <a:pt x="5259" y="6283"/>
                  </a:cubicBezTo>
                  <a:cubicBezTo>
                    <a:pt x="5298" y="6298"/>
                    <a:pt x="5338" y="6304"/>
                    <a:pt x="5378" y="6304"/>
                  </a:cubicBezTo>
                  <a:cubicBezTo>
                    <a:pt x="5612" y="6304"/>
                    <a:pt x="5850" y="6087"/>
                    <a:pt x="6061" y="6024"/>
                  </a:cubicBezTo>
                  <a:cubicBezTo>
                    <a:pt x="6132" y="6006"/>
                    <a:pt x="6196" y="5999"/>
                    <a:pt x="6257" y="5999"/>
                  </a:cubicBezTo>
                  <a:cubicBezTo>
                    <a:pt x="6533" y="5999"/>
                    <a:pt x="6722" y="6154"/>
                    <a:pt x="7036" y="6184"/>
                  </a:cubicBezTo>
                  <a:cubicBezTo>
                    <a:pt x="7057" y="6187"/>
                    <a:pt x="7078" y="6187"/>
                    <a:pt x="7098" y="6187"/>
                  </a:cubicBezTo>
                  <a:cubicBezTo>
                    <a:pt x="7440" y="6187"/>
                    <a:pt x="7722" y="5909"/>
                    <a:pt x="8049" y="5851"/>
                  </a:cubicBezTo>
                  <a:cubicBezTo>
                    <a:pt x="8084" y="5846"/>
                    <a:pt x="8117" y="5843"/>
                    <a:pt x="8148" y="5843"/>
                  </a:cubicBezTo>
                  <a:cubicBezTo>
                    <a:pt x="8701" y="5843"/>
                    <a:pt x="8579" y="6641"/>
                    <a:pt x="8567" y="7086"/>
                  </a:cubicBezTo>
                  <a:cubicBezTo>
                    <a:pt x="8555" y="7308"/>
                    <a:pt x="8493" y="7505"/>
                    <a:pt x="8407" y="7703"/>
                  </a:cubicBezTo>
                  <a:cubicBezTo>
                    <a:pt x="8098" y="7666"/>
                    <a:pt x="8234" y="7295"/>
                    <a:pt x="8024" y="7110"/>
                  </a:cubicBezTo>
                  <a:cubicBezTo>
                    <a:pt x="7802" y="6987"/>
                    <a:pt x="7567" y="6900"/>
                    <a:pt x="7320" y="6839"/>
                  </a:cubicBezTo>
                  <a:cubicBezTo>
                    <a:pt x="7279" y="6831"/>
                    <a:pt x="7239" y="6827"/>
                    <a:pt x="7199" y="6827"/>
                  </a:cubicBezTo>
                  <a:cubicBezTo>
                    <a:pt x="6660" y="6827"/>
                    <a:pt x="6171" y="7511"/>
                    <a:pt x="5630" y="7511"/>
                  </a:cubicBezTo>
                  <a:cubicBezTo>
                    <a:pt x="5601" y="7511"/>
                    <a:pt x="5572" y="7509"/>
                    <a:pt x="5543" y="7505"/>
                  </a:cubicBezTo>
                  <a:cubicBezTo>
                    <a:pt x="5123" y="7443"/>
                    <a:pt x="4642" y="6937"/>
                    <a:pt x="4247" y="6765"/>
                  </a:cubicBezTo>
                  <a:cubicBezTo>
                    <a:pt x="4140" y="6723"/>
                    <a:pt x="4032" y="6706"/>
                    <a:pt x="3923" y="6706"/>
                  </a:cubicBezTo>
                  <a:cubicBezTo>
                    <a:pt x="3512" y="6706"/>
                    <a:pt x="3081" y="6946"/>
                    <a:pt x="2642" y="7024"/>
                  </a:cubicBezTo>
                  <a:cubicBezTo>
                    <a:pt x="2494" y="7061"/>
                    <a:pt x="2333" y="7073"/>
                    <a:pt x="2185" y="7086"/>
                  </a:cubicBezTo>
                  <a:cubicBezTo>
                    <a:pt x="2049" y="7369"/>
                    <a:pt x="1617" y="7518"/>
                    <a:pt x="1321" y="7518"/>
                  </a:cubicBezTo>
                  <a:cubicBezTo>
                    <a:pt x="1321" y="7752"/>
                    <a:pt x="1111" y="7826"/>
                    <a:pt x="1012" y="8024"/>
                  </a:cubicBezTo>
                  <a:cubicBezTo>
                    <a:pt x="827" y="8332"/>
                    <a:pt x="877" y="8629"/>
                    <a:pt x="790" y="8949"/>
                  </a:cubicBezTo>
                  <a:cubicBezTo>
                    <a:pt x="729" y="9233"/>
                    <a:pt x="568" y="9381"/>
                    <a:pt x="445" y="9641"/>
                  </a:cubicBezTo>
                  <a:cubicBezTo>
                    <a:pt x="297" y="9974"/>
                    <a:pt x="358" y="10258"/>
                    <a:pt x="395" y="10604"/>
                  </a:cubicBezTo>
                  <a:cubicBezTo>
                    <a:pt x="445" y="11245"/>
                    <a:pt x="0" y="11900"/>
                    <a:pt x="346" y="12467"/>
                  </a:cubicBezTo>
                  <a:cubicBezTo>
                    <a:pt x="655" y="12937"/>
                    <a:pt x="1185" y="13233"/>
                    <a:pt x="1753" y="13233"/>
                  </a:cubicBezTo>
                  <a:cubicBezTo>
                    <a:pt x="1798" y="13236"/>
                    <a:pt x="1843" y="13237"/>
                    <a:pt x="1888" y="13237"/>
                  </a:cubicBezTo>
                  <a:cubicBezTo>
                    <a:pt x="2044" y="13237"/>
                    <a:pt x="2205" y="13219"/>
                    <a:pt x="2358" y="13171"/>
                  </a:cubicBezTo>
                  <a:cubicBezTo>
                    <a:pt x="2506" y="13109"/>
                    <a:pt x="2506" y="13023"/>
                    <a:pt x="2617" y="12961"/>
                  </a:cubicBezTo>
                  <a:cubicBezTo>
                    <a:pt x="3099" y="12714"/>
                    <a:pt x="3617" y="12554"/>
                    <a:pt x="4160" y="12504"/>
                  </a:cubicBezTo>
                  <a:cubicBezTo>
                    <a:pt x="4206" y="12500"/>
                    <a:pt x="4246" y="12497"/>
                    <a:pt x="4283" y="12497"/>
                  </a:cubicBezTo>
                  <a:cubicBezTo>
                    <a:pt x="4611" y="12497"/>
                    <a:pt x="4593" y="12698"/>
                    <a:pt x="4716" y="13109"/>
                  </a:cubicBezTo>
                  <a:cubicBezTo>
                    <a:pt x="4827" y="13443"/>
                    <a:pt x="4950" y="13776"/>
                    <a:pt x="5296" y="13961"/>
                  </a:cubicBezTo>
                  <a:cubicBezTo>
                    <a:pt x="5382" y="14010"/>
                    <a:pt x="5456" y="14017"/>
                    <a:pt x="5527" y="14017"/>
                  </a:cubicBezTo>
                  <a:cubicBezTo>
                    <a:pt x="5551" y="14017"/>
                    <a:pt x="5574" y="14016"/>
                    <a:pt x="5598" y="14016"/>
                  </a:cubicBezTo>
                  <a:cubicBezTo>
                    <a:pt x="5644" y="14016"/>
                    <a:pt x="5691" y="14019"/>
                    <a:pt x="5740" y="14035"/>
                  </a:cubicBezTo>
                  <a:cubicBezTo>
                    <a:pt x="5888" y="14122"/>
                    <a:pt x="6012" y="14220"/>
                    <a:pt x="6135" y="14319"/>
                  </a:cubicBezTo>
                  <a:cubicBezTo>
                    <a:pt x="6481" y="14554"/>
                    <a:pt x="6678" y="14554"/>
                    <a:pt x="6826" y="14973"/>
                  </a:cubicBezTo>
                  <a:cubicBezTo>
                    <a:pt x="7061" y="15603"/>
                    <a:pt x="6913" y="16467"/>
                    <a:pt x="6999" y="17096"/>
                  </a:cubicBezTo>
                  <a:cubicBezTo>
                    <a:pt x="7147" y="18109"/>
                    <a:pt x="8666" y="18689"/>
                    <a:pt x="8234" y="19800"/>
                  </a:cubicBezTo>
                  <a:cubicBezTo>
                    <a:pt x="8937" y="19479"/>
                    <a:pt x="10530" y="18652"/>
                    <a:pt x="10690" y="17788"/>
                  </a:cubicBezTo>
                  <a:cubicBezTo>
                    <a:pt x="10764" y="17417"/>
                    <a:pt x="10443" y="17109"/>
                    <a:pt x="10443" y="16763"/>
                  </a:cubicBezTo>
                  <a:cubicBezTo>
                    <a:pt x="10443" y="16553"/>
                    <a:pt x="10826" y="15911"/>
                    <a:pt x="11048" y="15874"/>
                  </a:cubicBezTo>
                  <a:cubicBezTo>
                    <a:pt x="11074" y="15868"/>
                    <a:pt x="11098" y="15866"/>
                    <a:pt x="11121" y="15866"/>
                  </a:cubicBezTo>
                  <a:cubicBezTo>
                    <a:pt x="11433" y="15866"/>
                    <a:pt x="11542" y="16372"/>
                    <a:pt x="11875" y="16430"/>
                  </a:cubicBezTo>
                  <a:cubicBezTo>
                    <a:pt x="11888" y="16432"/>
                    <a:pt x="11903" y="16433"/>
                    <a:pt x="11918" y="16433"/>
                  </a:cubicBezTo>
                  <a:cubicBezTo>
                    <a:pt x="12151" y="16433"/>
                    <a:pt x="12640" y="16184"/>
                    <a:pt x="12813" y="16010"/>
                  </a:cubicBezTo>
                  <a:cubicBezTo>
                    <a:pt x="13406" y="15393"/>
                    <a:pt x="12134" y="14862"/>
                    <a:pt x="11628" y="14689"/>
                  </a:cubicBezTo>
                  <a:cubicBezTo>
                    <a:pt x="11530" y="14665"/>
                    <a:pt x="11431" y="14652"/>
                    <a:pt x="11320" y="14652"/>
                  </a:cubicBezTo>
                  <a:cubicBezTo>
                    <a:pt x="11258" y="14368"/>
                    <a:pt x="11110" y="13973"/>
                    <a:pt x="11172" y="13690"/>
                  </a:cubicBezTo>
                  <a:cubicBezTo>
                    <a:pt x="11258" y="13171"/>
                    <a:pt x="11764" y="13035"/>
                    <a:pt x="12097" y="12727"/>
                  </a:cubicBezTo>
                  <a:cubicBezTo>
                    <a:pt x="12357" y="12492"/>
                    <a:pt x="13282" y="11110"/>
                    <a:pt x="12998" y="10739"/>
                  </a:cubicBezTo>
                  <a:cubicBezTo>
                    <a:pt x="12850" y="10542"/>
                    <a:pt x="11863" y="10492"/>
                    <a:pt x="11579" y="10406"/>
                  </a:cubicBezTo>
                  <a:cubicBezTo>
                    <a:pt x="11344" y="10332"/>
                    <a:pt x="10986" y="10332"/>
                    <a:pt x="10777" y="10184"/>
                  </a:cubicBezTo>
                  <a:cubicBezTo>
                    <a:pt x="10591" y="10073"/>
                    <a:pt x="10604" y="9962"/>
                    <a:pt x="10468" y="9838"/>
                  </a:cubicBezTo>
                  <a:cubicBezTo>
                    <a:pt x="10098" y="9505"/>
                    <a:pt x="9900" y="9443"/>
                    <a:pt x="9690" y="8962"/>
                  </a:cubicBezTo>
                  <a:cubicBezTo>
                    <a:pt x="9567" y="8641"/>
                    <a:pt x="9592" y="8320"/>
                    <a:pt x="9493" y="8024"/>
                  </a:cubicBezTo>
                  <a:cubicBezTo>
                    <a:pt x="9406" y="7801"/>
                    <a:pt x="8900" y="7320"/>
                    <a:pt x="9283" y="7073"/>
                  </a:cubicBezTo>
                  <a:cubicBezTo>
                    <a:pt x="9366" y="7019"/>
                    <a:pt x="9440" y="6995"/>
                    <a:pt x="9506" y="6995"/>
                  </a:cubicBezTo>
                  <a:cubicBezTo>
                    <a:pt x="9919" y="6995"/>
                    <a:pt x="10019" y="7932"/>
                    <a:pt x="10147" y="8135"/>
                  </a:cubicBezTo>
                  <a:cubicBezTo>
                    <a:pt x="10369" y="8480"/>
                    <a:pt x="11048" y="8925"/>
                    <a:pt x="11406" y="9147"/>
                  </a:cubicBezTo>
                  <a:cubicBezTo>
                    <a:pt x="11697" y="9310"/>
                    <a:pt x="12021" y="9392"/>
                    <a:pt x="12347" y="9392"/>
                  </a:cubicBezTo>
                  <a:cubicBezTo>
                    <a:pt x="12587" y="9392"/>
                    <a:pt x="12829" y="9347"/>
                    <a:pt x="13060" y="9258"/>
                  </a:cubicBezTo>
                  <a:cubicBezTo>
                    <a:pt x="12998" y="8826"/>
                    <a:pt x="12875" y="8468"/>
                    <a:pt x="13122" y="8085"/>
                  </a:cubicBezTo>
                  <a:cubicBezTo>
                    <a:pt x="13319" y="7789"/>
                    <a:pt x="13653" y="7616"/>
                    <a:pt x="13381" y="7246"/>
                  </a:cubicBezTo>
                  <a:cubicBezTo>
                    <a:pt x="13671" y="7175"/>
                    <a:pt x="13912" y="7126"/>
                    <a:pt x="14107" y="7126"/>
                  </a:cubicBezTo>
                  <a:cubicBezTo>
                    <a:pt x="14485" y="7126"/>
                    <a:pt x="14690" y="7309"/>
                    <a:pt x="14739" y="7863"/>
                  </a:cubicBezTo>
                  <a:cubicBezTo>
                    <a:pt x="14776" y="8332"/>
                    <a:pt x="14912" y="8271"/>
                    <a:pt x="15134" y="8567"/>
                  </a:cubicBezTo>
                  <a:cubicBezTo>
                    <a:pt x="15356" y="8851"/>
                    <a:pt x="15307" y="9159"/>
                    <a:pt x="15368" y="9530"/>
                  </a:cubicBezTo>
                  <a:cubicBezTo>
                    <a:pt x="15466" y="10112"/>
                    <a:pt x="15849" y="10456"/>
                    <a:pt x="16448" y="10456"/>
                  </a:cubicBezTo>
                  <a:cubicBezTo>
                    <a:pt x="16458" y="10456"/>
                    <a:pt x="16469" y="10456"/>
                    <a:pt x="16479" y="10455"/>
                  </a:cubicBezTo>
                  <a:lnTo>
                    <a:pt x="16591" y="10455"/>
                  </a:lnTo>
                  <a:cubicBezTo>
                    <a:pt x="16566" y="5740"/>
                    <a:pt x="13566" y="1543"/>
                    <a:pt x="91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169"/>
            <p:cNvSpPr/>
            <p:nvPr/>
          </p:nvSpPr>
          <p:spPr>
            <a:xfrm>
              <a:off x="7304615" y="3026392"/>
              <a:ext cx="707406" cy="848505"/>
            </a:xfrm>
            <a:custGeom>
              <a:avLst/>
              <a:gdLst/>
              <a:ahLst/>
              <a:cxnLst/>
              <a:rect l="l" t="t" r="r" b="b"/>
              <a:pathLst>
                <a:path w="16690" h="20019" extrusionOk="0">
                  <a:moveTo>
                    <a:pt x="3099" y="5601"/>
                  </a:moveTo>
                  <a:cubicBezTo>
                    <a:pt x="3173" y="5638"/>
                    <a:pt x="3235" y="5662"/>
                    <a:pt x="3284" y="5687"/>
                  </a:cubicBezTo>
                  <a:cubicBezTo>
                    <a:pt x="3457" y="5761"/>
                    <a:pt x="3482" y="5773"/>
                    <a:pt x="3568" y="6144"/>
                  </a:cubicBezTo>
                  <a:cubicBezTo>
                    <a:pt x="3581" y="6193"/>
                    <a:pt x="3630" y="6230"/>
                    <a:pt x="3692" y="6230"/>
                  </a:cubicBezTo>
                  <a:cubicBezTo>
                    <a:pt x="3766" y="6218"/>
                    <a:pt x="3840" y="6205"/>
                    <a:pt x="3914" y="6193"/>
                  </a:cubicBezTo>
                  <a:lnTo>
                    <a:pt x="3914" y="6193"/>
                  </a:lnTo>
                  <a:cubicBezTo>
                    <a:pt x="3840" y="6304"/>
                    <a:pt x="3803" y="6403"/>
                    <a:pt x="3865" y="6489"/>
                  </a:cubicBezTo>
                  <a:cubicBezTo>
                    <a:pt x="3903" y="6547"/>
                    <a:pt x="3969" y="6565"/>
                    <a:pt x="4034" y="6565"/>
                  </a:cubicBezTo>
                  <a:cubicBezTo>
                    <a:pt x="4092" y="6565"/>
                    <a:pt x="4150" y="6550"/>
                    <a:pt x="4186" y="6539"/>
                  </a:cubicBezTo>
                  <a:cubicBezTo>
                    <a:pt x="4309" y="6502"/>
                    <a:pt x="4408" y="6415"/>
                    <a:pt x="4494" y="6316"/>
                  </a:cubicBezTo>
                  <a:cubicBezTo>
                    <a:pt x="4591" y="6209"/>
                    <a:pt x="4669" y="6139"/>
                    <a:pt x="4769" y="6139"/>
                  </a:cubicBezTo>
                  <a:cubicBezTo>
                    <a:pt x="4784" y="6139"/>
                    <a:pt x="4799" y="6140"/>
                    <a:pt x="4815" y="6144"/>
                  </a:cubicBezTo>
                  <a:cubicBezTo>
                    <a:pt x="4901" y="6156"/>
                    <a:pt x="4926" y="6193"/>
                    <a:pt x="4988" y="6279"/>
                  </a:cubicBezTo>
                  <a:cubicBezTo>
                    <a:pt x="5037" y="6391"/>
                    <a:pt x="5124" y="6477"/>
                    <a:pt x="5235" y="6514"/>
                  </a:cubicBezTo>
                  <a:cubicBezTo>
                    <a:pt x="5285" y="6531"/>
                    <a:pt x="5335" y="6538"/>
                    <a:pt x="5385" y="6538"/>
                  </a:cubicBezTo>
                  <a:cubicBezTo>
                    <a:pt x="5555" y="6538"/>
                    <a:pt x="5721" y="6452"/>
                    <a:pt x="5864" y="6366"/>
                  </a:cubicBezTo>
                  <a:cubicBezTo>
                    <a:pt x="5938" y="6316"/>
                    <a:pt x="6025" y="6279"/>
                    <a:pt x="6111" y="6255"/>
                  </a:cubicBezTo>
                  <a:cubicBezTo>
                    <a:pt x="6172" y="6237"/>
                    <a:pt x="6235" y="6229"/>
                    <a:pt x="6298" y="6229"/>
                  </a:cubicBezTo>
                  <a:cubicBezTo>
                    <a:pt x="6412" y="6229"/>
                    <a:pt x="6526" y="6256"/>
                    <a:pt x="6630" y="6304"/>
                  </a:cubicBezTo>
                  <a:cubicBezTo>
                    <a:pt x="6765" y="6353"/>
                    <a:pt x="6901" y="6391"/>
                    <a:pt x="7037" y="6403"/>
                  </a:cubicBezTo>
                  <a:cubicBezTo>
                    <a:pt x="7272" y="6403"/>
                    <a:pt x="7506" y="6341"/>
                    <a:pt x="7704" y="6230"/>
                  </a:cubicBezTo>
                  <a:cubicBezTo>
                    <a:pt x="7827" y="6156"/>
                    <a:pt x="7950" y="6107"/>
                    <a:pt x="8086" y="6070"/>
                  </a:cubicBezTo>
                  <a:cubicBezTo>
                    <a:pt x="8109" y="6063"/>
                    <a:pt x="8133" y="6060"/>
                    <a:pt x="8158" y="6060"/>
                  </a:cubicBezTo>
                  <a:cubicBezTo>
                    <a:pt x="8224" y="6060"/>
                    <a:pt x="8291" y="6083"/>
                    <a:pt x="8345" y="6119"/>
                  </a:cubicBezTo>
                  <a:cubicBezTo>
                    <a:pt x="8506" y="6267"/>
                    <a:pt x="8494" y="6687"/>
                    <a:pt x="8469" y="6995"/>
                  </a:cubicBezTo>
                  <a:cubicBezTo>
                    <a:pt x="8469" y="7057"/>
                    <a:pt x="8469" y="7131"/>
                    <a:pt x="8469" y="7181"/>
                  </a:cubicBezTo>
                  <a:cubicBezTo>
                    <a:pt x="8457" y="7341"/>
                    <a:pt x="8420" y="7501"/>
                    <a:pt x="8358" y="7650"/>
                  </a:cubicBezTo>
                  <a:cubicBezTo>
                    <a:pt x="8308" y="7600"/>
                    <a:pt x="8284" y="7526"/>
                    <a:pt x="8284" y="7464"/>
                  </a:cubicBezTo>
                  <a:cubicBezTo>
                    <a:pt x="8271" y="7329"/>
                    <a:pt x="8210" y="7205"/>
                    <a:pt x="8111" y="7106"/>
                  </a:cubicBezTo>
                  <a:cubicBezTo>
                    <a:pt x="7987" y="6995"/>
                    <a:pt x="7457" y="6835"/>
                    <a:pt x="7346" y="6823"/>
                  </a:cubicBezTo>
                  <a:cubicBezTo>
                    <a:pt x="7296" y="6810"/>
                    <a:pt x="7247" y="6798"/>
                    <a:pt x="7185" y="6798"/>
                  </a:cubicBezTo>
                  <a:lnTo>
                    <a:pt x="7185" y="6810"/>
                  </a:lnTo>
                  <a:cubicBezTo>
                    <a:pt x="6889" y="6810"/>
                    <a:pt x="6630" y="7008"/>
                    <a:pt x="6358" y="7193"/>
                  </a:cubicBezTo>
                  <a:cubicBezTo>
                    <a:pt x="6105" y="7354"/>
                    <a:pt x="5874" y="7504"/>
                    <a:pt x="5634" y="7504"/>
                  </a:cubicBezTo>
                  <a:cubicBezTo>
                    <a:pt x="5616" y="7504"/>
                    <a:pt x="5598" y="7503"/>
                    <a:pt x="5580" y="7501"/>
                  </a:cubicBezTo>
                  <a:cubicBezTo>
                    <a:pt x="5358" y="7464"/>
                    <a:pt x="5099" y="7279"/>
                    <a:pt x="4852" y="7106"/>
                  </a:cubicBezTo>
                  <a:cubicBezTo>
                    <a:pt x="4692" y="6971"/>
                    <a:pt x="4506" y="6860"/>
                    <a:pt x="4309" y="6773"/>
                  </a:cubicBezTo>
                  <a:cubicBezTo>
                    <a:pt x="4184" y="6721"/>
                    <a:pt x="4058" y="6700"/>
                    <a:pt x="3932" y="6700"/>
                  </a:cubicBezTo>
                  <a:cubicBezTo>
                    <a:pt x="3671" y="6700"/>
                    <a:pt x="3410" y="6789"/>
                    <a:pt x="3161" y="6872"/>
                  </a:cubicBezTo>
                  <a:cubicBezTo>
                    <a:pt x="2988" y="6934"/>
                    <a:pt x="2815" y="6983"/>
                    <a:pt x="2643" y="7020"/>
                  </a:cubicBezTo>
                  <a:lnTo>
                    <a:pt x="2606" y="7020"/>
                  </a:lnTo>
                  <a:cubicBezTo>
                    <a:pt x="2470" y="7057"/>
                    <a:pt x="2334" y="7069"/>
                    <a:pt x="2198" y="7082"/>
                  </a:cubicBezTo>
                  <a:cubicBezTo>
                    <a:pt x="2192" y="7080"/>
                    <a:pt x="2185" y="7079"/>
                    <a:pt x="2179" y="7079"/>
                  </a:cubicBezTo>
                  <a:cubicBezTo>
                    <a:pt x="2139" y="7079"/>
                    <a:pt x="2108" y="7111"/>
                    <a:pt x="2087" y="7143"/>
                  </a:cubicBezTo>
                  <a:cubicBezTo>
                    <a:pt x="2001" y="7353"/>
                    <a:pt x="1667" y="7489"/>
                    <a:pt x="1383" y="7501"/>
                  </a:cubicBezTo>
                  <a:cubicBezTo>
                    <a:pt x="1396" y="7477"/>
                    <a:pt x="1420" y="7440"/>
                    <a:pt x="1433" y="7415"/>
                  </a:cubicBezTo>
                  <a:cubicBezTo>
                    <a:pt x="1445" y="7366"/>
                    <a:pt x="1470" y="7329"/>
                    <a:pt x="1507" y="7292"/>
                  </a:cubicBezTo>
                  <a:cubicBezTo>
                    <a:pt x="1581" y="7242"/>
                    <a:pt x="1680" y="7218"/>
                    <a:pt x="1778" y="7218"/>
                  </a:cubicBezTo>
                  <a:cubicBezTo>
                    <a:pt x="1927" y="7205"/>
                    <a:pt x="2075" y="7143"/>
                    <a:pt x="2186" y="7032"/>
                  </a:cubicBezTo>
                  <a:cubicBezTo>
                    <a:pt x="2260" y="6921"/>
                    <a:pt x="2309" y="6786"/>
                    <a:pt x="2309" y="6650"/>
                  </a:cubicBezTo>
                  <a:cubicBezTo>
                    <a:pt x="2297" y="6539"/>
                    <a:pt x="2334" y="6428"/>
                    <a:pt x="2383" y="6341"/>
                  </a:cubicBezTo>
                  <a:cubicBezTo>
                    <a:pt x="2470" y="6230"/>
                    <a:pt x="2581" y="6131"/>
                    <a:pt x="2692" y="6057"/>
                  </a:cubicBezTo>
                  <a:cubicBezTo>
                    <a:pt x="2865" y="5946"/>
                    <a:pt x="3013" y="5786"/>
                    <a:pt x="3099" y="5601"/>
                  </a:cubicBezTo>
                  <a:close/>
                  <a:moveTo>
                    <a:pt x="9197" y="293"/>
                  </a:moveTo>
                  <a:cubicBezTo>
                    <a:pt x="12888" y="1626"/>
                    <a:pt x="15579" y="4811"/>
                    <a:pt x="16295" y="8674"/>
                  </a:cubicBezTo>
                  <a:cubicBezTo>
                    <a:pt x="16406" y="9267"/>
                    <a:pt x="16455" y="9871"/>
                    <a:pt x="16468" y="10476"/>
                  </a:cubicBezTo>
                  <a:cubicBezTo>
                    <a:pt x="15925" y="10476"/>
                    <a:pt x="15567" y="10180"/>
                    <a:pt x="15480" y="9637"/>
                  </a:cubicBezTo>
                  <a:cubicBezTo>
                    <a:pt x="15468" y="9538"/>
                    <a:pt x="15456" y="9439"/>
                    <a:pt x="15456" y="9353"/>
                  </a:cubicBezTo>
                  <a:cubicBezTo>
                    <a:pt x="15456" y="9094"/>
                    <a:pt x="15381" y="8835"/>
                    <a:pt x="15221" y="8625"/>
                  </a:cubicBezTo>
                  <a:cubicBezTo>
                    <a:pt x="15172" y="8551"/>
                    <a:pt x="15110" y="8477"/>
                    <a:pt x="15036" y="8415"/>
                  </a:cubicBezTo>
                  <a:cubicBezTo>
                    <a:pt x="14925" y="8304"/>
                    <a:pt x="14875" y="8267"/>
                    <a:pt x="14851" y="7983"/>
                  </a:cubicBezTo>
                  <a:cubicBezTo>
                    <a:pt x="14826" y="7613"/>
                    <a:pt x="14727" y="7378"/>
                    <a:pt x="14542" y="7255"/>
                  </a:cubicBezTo>
                  <a:cubicBezTo>
                    <a:pt x="14422" y="7163"/>
                    <a:pt x="14280" y="7124"/>
                    <a:pt x="14104" y="7124"/>
                  </a:cubicBezTo>
                  <a:cubicBezTo>
                    <a:pt x="13902" y="7124"/>
                    <a:pt x="13655" y="7175"/>
                    <a:pt x="13345" y="7255"/>
                  </a:cubicBezTo>
                  <a:cubicBezTo>
                    <a:pt x="13308" y="7255"/>
                    <a:pt x="13283" y="7292"/>
                    <a:pt x="13271" y="7329"/>
                  </a:cubicBezTo>
                  <a:cubicBezTo>
                    <a:pt x="13258" y="7366"/>
                    <a:pt x="13258" y="7403"/>
                    <a:pt x="13283" y="7440"/>
                  </a:cubicBezTo>
                  <a:cubicBezTo>
                    <a:pt x="13431" y="7625"/>
                    <a:pt x="13369" y="7724"/>
                    <a:pt x="13184" y="7921"/>
                  </a:cubicBezTo>
                  <a:cubicBezTo>
                    <a:pt x="13135" y="7995"/>
                    <a:pt x="13073" y="8057"/>
                    <a:pt x="13024" y="8131"/>
                  </a:cubicBezTo>
                  <a:cubicBezTo>
                    <a:pt x="12789" y="8501"/>
                    <a:pt x="12851" y="8835"/>
                    <a:pt x="12913" y="9180"/>
                  </a:cubicBezTo>
                  <a:cubicBezTo>
                    <a:pt x="12913" y="9217"/>
                    <a:pt x="12925" y="9254"/>
                    <a:pt x="12925" y="9304"/>
                  </a:cubicBezTo>
                  <a:cubicBezTo>
                    <a:pt x="12739" y="9366"/>
                    <a:pt x="12545" y="9396"/>
                    <a:pt x="12352" y="9396"/>
                  </a:cubicBezTo>
                  <a:cubicBezTo>
                    <a:pt x="12046" y="9396"/>
                    <a:pt x="11741" y="9319"/>
                    <a:pt x="11468" y="9168"/>
                  </a:cubicBezTo>
                  <a:cubicBezTo>
                    <a:pt x="10641" y="8662"/>
                    <a:pt x="10345" y="8353"/>
                    <a:pt x="10246" y="8193"/>
                  </a:cubicBezTo>
                  <a:cubicBezTo>
                    <a:pt x="10197" y="8094"/>
                    <a:pt x="10160" y="7995"/>
                    <a:pt x="10135" y="7884"/>
                  </a:cubicBezTo>
                  <a:cubicBezTo>
                    <a:pt x="10037" y="7538"/>
                    <a:pt x="9913" y="7119"/>
                    <a:pt x="9629" y="7008"/>
                  </a:cubicBezTo>
                  <a:cubicBezTo>
                    <a:pt x="9588" y="6997"/>
                    <a:pt x="9546" y="6991"/>
                    <a:pt x="9502" y="6991"/>
                  </a:cubicBezTo>
                  <a:cubicBezTo>
                    <a:pt x="9402" y="6991"/>
                    <a:pt x="9300" y="7021"/>
                    <a:pt x="9222" y="7082"/>
                  </a:cubicBezTo>
                  <a:cubicBezTo>
                    <a:pt x="9123" y="7143"/>
                    <a:pt x="9061" y="7242"/>
                    <a:pt x="9037" y="7341"/>
                  </a:cubicBezTo>
                  <a:cubicBezTo>
                    <a:pt x="8987" y="7563"/>
                    <a:pt x="9148" y="7798"/>
                    <a:pt x="9271" y="7983"/>
                  </a:cubicBezTo>
                  <a:cubicBezTo>
                    <a:pt x="9308" y="8045"/>
                    <a:pt x="9345" y="8106"/>
                    <a:pt x="9370" y="8168"/>
                  </a:cubicBezTo>
                  <a:cubicBezTo>
                    <a:pt x="9419" y="8304"/>
                    <a:pt x="9444" y="8427"/>
                    <a:pt x="9456" y="8575"/>
                  </a:cubicBezTo>
                  <a:cubicBezTo>
                    <a:pt x="9481" y="8761"/>
                    <a:pt x="9518" y="8933"/>
                    <a:pt x="9580" y="9106"/>
                  </a:cubicBezTo>
                  <a:cubicBezTo>
                    <a:pt x="9703" y="9402"/>
                    <a:pt x="9901" y="9662"/>
                    <a:pt x="10160" y="9847"/>
                  </a:cubicBezTo>
                  <a:cubicBezTo>
                    <a:pt x="10222" y="9896"/>
                    <a:pt x="10296" y="9958"/>
                    <a:pt x="10382" y="10032"/>
                  </a:cubicBezTo>
                  <a:cubicBezTo>
                    <a:pt x="10419" y="10069"/>
                    <a:pt x="10456" y="10118"/>
                    <a:pt x="10481" y="10168"/>
                  </a:cubicBezTo>
                  <a:cubicBezTo>
                    <a:pt x="10530" y="10254"/>
                    <a:pt x="10604" y="10341"/>
                    <a:pt x="10691" y="10390"/>
                  </a:cubicBezTo>
                  <a:cubicBezTo>
                    <a:pt x="10876" y="10489"/>
                    <a:pt x="11061" y="10550"/>
                    <a:pt x="11259" y="10563"/>
                  </a:cubicBezTo>
                  <a:cubicBezTo>
                    <a:pt x="11357" y="10575"/>
                    <a:pt x="11444" y="10600"/>
                    <a:pt x="11543" y="10624"/>
                  </a:cubicBezTo>
                  <a:cubicBezTo>
                    <a:pt x="11703" y="10662"/>
                    <a:pt x="11863" y="10699"/>
                    <a:pt x="12024" y="10711"/>
                  </a:cubicBezTo>
                  <a:cubicBezTo>
                    <a:pt x="12283" y="10748"/>
                    <a:pt x="12826" y="10822"/>
                    <a:pt x="12900" y="10921"/>
                  </a:cubicBezTo>
                  <a:cubicBezTo>
                    <a:pt x="13098" y="11192"/>
                    <a:pt x="12320" y="12476"/>
                    <a:pt x="12012" y="12760"/>
                  </a:cubicBezTo>
                  <a:cubicBezTo>
                    <a:pt x="11900" y="12834"/>
                    <a:pt x="11802" y="12908"/>
                    <a:pt x="11691" y="12982"/>
                  </a:cubicBezTo>
                  <a:cubicBezTo>
                    <a:pt x="11419" y="13155"/>
                    <a:pt x="11110" y="13365"/>
                    <a:pt x="11036" y="13772"/>
                  </a:cubicBezTo>
                  <a:cubicBezTo>
                    <a:pt x="11024" y="14044"/>
                    <a:pt x="11061" y="14315"/>
                    <a:pt x="11148" y="14575"/>
                  </a:cubicBezTo>
                  <a:cubicBezTo>
                    <a:pt x="11172" y="14649"/>
                    <a:pt x="11185" y="14723"/>
                    <a:pt x="11197" y="14784"/>
                  </a:cubicBezTo>
                  <a:cubicBezTo>
                    <a:pt x="11209" y="14834"/>
                    <a:pt x="11259" y="14871"/>
                    <a:pt x="11320" y="14883"/>
                  </a:cubicBezTo>
                  <a:cubicBezTo>
                    <a:pt x="11343" y="14880"/>
                    <a:pt x="11368" y="14878"/>
                    <a:pt x="11392" y="14878"/>
                  </a:cubicBezTo>
                  <a:cubicBezTo>
                    <a:pt x="11459" y="14878"/>
                    <a:pt x="11529" y="14890"/>
                    <a:pt x="11592" y="14908"/>
                  </a:cubicBezTo>
                  <a:cubicBezTo>
                    <a:pt x="12123" y="15093"/>
                    <a:pt x="12765" y="15426"/>
                    <a:pt x="12839" y="15735"/>
                  </a:cubicBezTo>
                  <a:cubicBezTo>
                    <a:pt x="12851" y="15846"/>
                    <a:pt x="12814" y="15957"/>
                    <a:pt x="12728" y="16043"/>
                  </a:cubicBezTo>
                  <a:cubicBezTo>
                    <a:pt x="12563" y="16208"/>
                    <a:pt x="12086" y="16428"/>
                    <a:pt x="11913" y="16428"/>
                  </a:cubicBezTo>
                  <a:cubicBezTo>
                    <a:pt x="11904" y="16428"/>
                    <a:pt x="11895" y="16427"/>
                    <a:pt x="11888" y="16426"/>
                  </a:cubicBezTo>
                  <a:cubicBezTo>
                    <a:pt x="11765" y="16401"/>
                    <a:pt x="11678" y="16290"/>
                    <a:pt x="11580" y="16167"/>
                  </a:cubicBezTo>
                  <a:cubicBezTo>
                    <a:pt x="11460" y="16026"/>
                    <a:pt x="11332" y="15847"/>
                    <a:pt x="11110" y="15847"/>
                  </a:cubicBezTo>
                  <a:cubicBezTo>
                    <a:pt x="11079" y="15847"/>
                    <a:pt x="11047" y="15851"/>
                    <a:pt x="11012" y="15858"/>
                  </a:cubicBezTo>
                  <a:cubicBezTo>
                    <a:pt x="10740" y="15932"/>
                    <a:pt x="10333" y="16611"/>
                    <a:pt x="10320" y="16870"/>
                  </a:cubicBezTo>
                  <a:cubicBezTo>
                    <a:pt x="10333" y="17043"/>
                    <a:pt x="10382" y="17216"/>
                    <a:pt x="10456" y="17364"/>
                  </a:cubicBezTo>
                  <a:cubicBezTo>
                    <a:pt x="10543" y="17525"/>
                    <a:pt x="10592" y="17698"/>
                    <a:pt x="10567" y="17883"/>
                  </a:cubicBezTo>
                  <a:cubicBezTo>
                    <a:pt x="10432" y="18623"/>
                    <a:pt x="9086" y="19364"/>
                    <a:pt x="8407" y="19685"/>
                  </a:cubicBezTo>
                  <a:cubicBezTo>
                    <a:pt x="8506" y="19117"/>
                    <a:pt x="8123" y="18673"/>
                    <a:pt x="7753" y="18241"/>
                  </a:cubicBezTo>
                  <a:cubicBezTo>
                    <a:pt x="7469" y="17920"/>
                    <a:pt x="7173" y="17574"/>
                    <a:pt x="7111" y="17191"/>
                  </a:cubicBezTo>
                  <a:cubicBezTo>
                    <a:pt x="7086" y="16920"/>
                    <a:pt x="7074" y="16661"/>
                    <a:pt x="7086" y="16389"/>
                  </a:cubicBezTo>
                  <a:cubicBezTo>
                    <a:pt x="7086" y="15920"/>
                    <a:pt x="7086" y="15439"/>
                    <a:pt x="6926" y="15031"/>
                  </a:cubicBezTo>
                  <a:cubicBezTo>
                    <a:pt x="6852" y="14784"/>
                    <a:pt x="6667" y="14575"/>
                    <a:pt x="6432" y="14476"/>
                  </a:cubicBezTo>
                  <a:cubicBezTo>
                    <a:pt x="6346" y="14439"/>
                    <a:pt x="6284" y="14389"/>
                    <a:pt x="6198" y="14328"/>
                  </a:cubicBezTo>
                  <a:cubicBezTo>
                    <a:pt x="6148" y="14291"/>
                    <a:pt x="6086" y="14254"/>
                    <a:pt x="6037" y="14217"/>
                  </a:cubicBezTo>
                  <a:cubicBezTo>
                    <a:pt x="5963" y="14142"/>
                    <a:pt x="5877" y="14081"/>
                    <a:pt x="5778" y="14031"/>
                  </a:cubicBezTo>
                  <a:cubicBezTo>
                    <a:pt x="5704" y="14007"/>
                    <a:pt x="5642" y="13994"/>
                    <a:pt x="5568" y="13994"/>
                  </a:cubicBezTo>
                  <a:lnTo>
                    <a:pt x="5531" y="14031"/>
                  </a:lnTo>
                  <a:cubicBezTo>
                    <a:pt x="5517" y="14034"/>
                    <a:pt x="5504" y="14035"/>
                    <a:pt x="5490" y="14035"/>
                  </a:cubicBezTo>
                  <a:cubicBezTo>
                    <a:pt x="5430" y="14035"/>
                    <a:pt x="5372" y="14015"/>
                    <a:pt x="5321" y="13994"/>
                  </a:cubicBezTo>
                  <a:cubicBezTo>
                    <a:pt x="5025" y="13834"/>
                    <a:pt x="4914" y="13538"/>
                    <a:pt x="4803" y="13204"/>
                  </a:cubicBezTo>
                  <a:cubicBezTo>
                    <a:pt x="4778" y="13130"/>
                    <a:pt x="4766" y="13069"/>
                    <a:pt x="4741" y="13007"/>
                  </a:cubicBezTo>
                  <a:cubicBezTo>
                    <a:pt x="4672" y="12721"/>
                    <a:pt x="4614" y="12509"/>
                    <a:pt x="4223" y="12509"/>
                  </a:cubicBezTo>
                  <a:cubicBezTo>
                    <a:pt x="4192" y="12509"/>
                    <a:pt x="4159" y="12510"/>
                    <a:pt x="4124" y="12513"/>
                  </a:cubicBezTo>
                  <a:cubicBezTo>
                    <a:pt x="3581" y="12575"/>
                    <a:pt x="3038" y="12723"/>
                    <a:pt x="2544" y="12982"/>
                  </a:cubicBezTo>
                  <a:cubicBezTo>
                    <a:pt x="2494" y="13007"/>
                    <a:pt x="2445" y="13044"/>
                    <a:pt x="2408" y="13093"/>
                  </a:cubicBezTo>
                  <a:cubicBezTo>
                    <a:pt x="2371" y="13130"/>
                    <a:pt x="2334" y="13167"/>
                    <a:pt x="2285" y="13180"/>
                  </a:cubicBezTo>
                  <a:cubicBezTo>
                    <a:pt x="2162" y="13217"/>
                    <a:pt x="2032" y="13233"/>
                    <a:pt x="1901" y="13233"/>
                  </a:cubicBezTo>
                  <a:cubicBezTo>
                    <a:pt x="1860" y="13233"/>
                    <a:pt x="1819" y="13232"/>
                    <a:pt x="1778" y="13229"/>
                  </a:cubicBezTo>
                  <a:lnTo>
                    <a:pt x="1729" y="13229"/>
                  </a:lnTo>
                  <a:cubicBezTo>
                    <a:pt x="1211" y="13229"/>
                    <a:pt x="717" y="12970"/>
                    <a:pt x="421" y="12525"/>
                  </a:cubicBezTo>
                  <a:cubicBezTo>
                    <a:pt x="235" y="12217"/>
                    <a:pt x="310" y="11871"/>
                    <a:pt x="396" y="11501"/>
                  </a:cubicBezTo>
                  <a:cubicBezTo>
                    <a:pt x="458" y="11242"/>
                    <a:pt x="495" y="10982"/>
                    <a:pt x="482" y="10723"/>
                  </a:cubicBezTo>
                  <a:cubicBezTo>
                    <a:pt x="470" y="10662"/>
                    <a:pt x="470" y="10612"/>
                    <a:pt x="470" y="10563"/>
                  </a:cubicBezTo>
                  <a:cubicBezTo>
                    <a:pt x="421" y="10316"/>
                    <a:pt x="445" y="10044"/>
                    <a:pt x="532" y="9810"/>
                  </a:cubicBezTo>
                  <a:cubicBezTo>
                    <a:pt x="581" y="9723"/>
                    <a:pt x="630" y="9637"/>
                    <a:pt x="680" y="9551"/>
                  </a:cubicBezTo>
                  <a:cubicBezTo>
                    <a:pt x="779" y="9402"/>
                    <a:pt x="840" y="9254"/>
                    <a:pt x="890" y="9081"/>
                  </a:cubicBezTo>
                  <a:cubicBezTo>
                    <a:pt x="914" y="8970"/>
                    <a:pt x="927" y="8859"/>
                    <a:pt x="939" y="8748"/>
                  </a:cubicBezTo>
                  <a:cubicBezTo>
                    <a:pt x="951" y="8551"/>
                    <a:pt x="1001" y="8353"/>
                    <a:pt x="1100" y="8193"/>
                  </a:cubicBezTo>
                  <a:cubicBezTo>
                    <a:pt x="1124" y="8131"/>
                    <a:pt x="1174" y="8082"/>
                    <a:pt x="1223" y="8032"/>
                  </a:cubicBezTo>
                  <a:cubicBezTo>
                    <a:pt x="1309" y="7946"/>
                    <a:pt x="1383" y="7847"/>
                    <a:pt x="1408" y="7724"/>
                  </a:cubicBezTo>
                  <a:cubicBezTo>
                    <a:pt x="1729" y="7699"/>
                    <a:pt x="2087" y="7551"/>
                    <a:pt x="2248" y="7292"/>
                  </a:cubicBezTo>
                  <a:cubicBezTo>
                    <a:pt x="2371" y="7279"/>
                    <a:pt x="2507" y="7267"/>
                    <a:pt x="2630" y="7242"/>
                  </a:cubicBezTo>
                  <a:lnTo>
                    <a:pt x="2655" y="7242"/>
                  </a:lnTo>
                  <a:cubicBezTo>
                    <a:pt x="2852" y="7205"/>
                    <a:pt x="3025" y="7156"/>
                    <a:pt x="3210" y="7082"/>
                  </a:cubicBezTo>
                  <a:cubicBezTo>
                    <a:pt x="3457" y="7005"/>
                    <a:pt x="3686" y="6929"/>
                    <a:pt x="3905" y="6929"/>
                  </a:cubicBezTo>
                  <a:cubicBezTo>
                    <a:pt x="4004" y="6929"/>
                    <a:pt x="4102" y="6945"/>
                    <a:pt x="4198" y="6983"/>
                  </a:cubicBezTo>
                  <a:cubicBezTo>
                    <a:pt x="4383" y="7069"/>
                    <a:pt x="4544" y="7168"/>
                    <a:pt x="4704" y="7292"/>
                  </a:cubicBezTo>
                  <a:cubicBezTo>
                    <a:pt x="4976" y="7477"/>
                    <a:pt x="5247" y="7687"/>
                    <a:pt x="5519" y="7724"/>
                  </a:cubicBezTo>
                  <a:cubicBezTo>
                    <a:pt x="5546" y="7727"/>
                    <a:pt x="5573" y="7728"/>
                    <a:pt x="5599" y="7728"/>
                  </a:cubicBezTo>
                  <a:cubicBezTo>
                    <a:pt x="5914" y="7728"/>
                    <a:pt x="6208" y="7536"/>
                    <a:pt x="6469" y="7366"/>
                  </a:cubicBezTo>
                  <a:cubicBezTo>
                    <a:pt x="6720" y="7202"/>
                    <a:pt x="6951" y="7049"/>
                    <a:pt x="7188" y="7049"/>
                  </a:cubicBezTo>
                  <a:cubicBezTo>
                    <a:pt x="7220" y="7049"/>
                    <a:pt x="7252" y="7051"/>
                    <a:pt x="7284" y="7057"/>
                  </a:cubicBezTo>
                  <a:cubicBezTo>
                    <a:pt x="7518" y="7106"/>
                    <a:pt x="7741" y="7193"/>
                    <a:pt x="7950" y="7292"/>
                  </a:cubicBezTo>
                  <a:cubicBezTo>
                    <a:pt x="8000" y="7366"/>
                    <a:pt x="8037" y="7440"/>
                    <a:pt x="8049" y="7526"/>
                  </a:cubicBezTo>
                  <a:cubicBezTo>
                    <a:pt x="8086" y="7687"/>
                    <a:pt x="8123" y="7896"/>
                    <a:pt x="8395" y="7921"/>
                  </a:cubicBezTo>
                  <a:cubicBezTo>
                    <a:pt x="8401" y="7923"/>
                    <a:pt x="8408" y="7924"/>
                    <a:pt x="8414" y="7924"/>
                  </a:cubicBezTo>
                  <a:cubicBezTo>
                    <a:pt x="8457" y="7924"/>
                    <a:pt x="8497" y="7890"/>
                    <a:pt x="8518" y="7847"/>
                  </a:cubicBezTo>
                  <a:cubicBezTo>
                    <a:pt x="8605" y="7650"/>
                    <a:pt x="8666" y="7427"/>
                    <a:pt x="8679" y="7205"/>
                  </a:cubicBezTo>
                  <a:lnTo>
                    <a:pt x="8679" y="7008"/>
                  </a:lnTo>
                  <a:cubicBezTo>
                    <a:pt x="8703" y="6637"/>
                    <a:pt x="8728" y="6181"/>
                    <a:pt x="8481" y="5958"/>
                  </a:cubicBezTo>
                  <a:cubicBezTo>
                    <a:pt x="8389" y="5875"/>
                    <a:pt x="8268" y="5834"/>
                    <a:pt x="8146" y="5834"/>
                  </a:cubicBezTo>
                  <a:cubicBezTo>
                    <a:pt x="8106" y="5834"/>
                    <a:pt x="8065" y="5838"/>
                    <a:pt x="8024" y="5847"/>
                  </a:cubicBezTo>
                  <a:cubicBezTo>
                    <a:pt x="7876" y="5884"/>
                    <a:pt x="7716" y="5934"/>
                    <a:pt x="7580" y="6020"/>
                  </a:cubicBezTo>
                  <a:cubicBezTo>
                    <a:pt x="7420" y="6119"/>
                    <a:pt x="7234" y="6168"/>
                    <a:pt x="7037" y="6168"/>
                  </a:cubicBezTo>
                  <a:cubicBezTo>
                    <a:pt x="6914" y="6156"/>
                    <a:pt x="6802" y="6131"/>
                    <a:pt x="6691" y="6082"/>
                  </a:cubicBezTo>
                  <a:cubicBezTo>
                    <a:pt x="6561" y="6028"/>
                    <a:pt x="6421" y="5998"/>
                    <a:pt x="6280" y="5998"/>
                  </a:cubicBezTo>
                  <a:cubicBezTo>
                    <a:pt x="6194" y="5998"/>
                    <a:pt x="6109" y="6009"/>
                    <a:pt x="6025" y="6033"/>
                  </a:cubicBezTo>
                  <a:cubicBezTo>
                    <a:pt x="5926" y="6057"/>
                    <a:pt x="5827" y="6107"/>
                    <a:pt x="5729" y="6168"/>
                  </a:cubicBezTo>
                  <a:cubicBezTo>
                    <a:pt x="5601" y="6237"/>
                    <a:pt x="5480" y="6306"/>
                    <a:pt x="5368" y="6306"/>
                  </a:cubicBezTo>
                  <a:cubicBezTo>
                    <a:pt x="5340" y="6306"/>
                    <a:pt x="5312" y="6302"/>
                    <a:pt x="5284" y="6292"/>
                  </a:cubicBezTo>
                  <a:cubicBezTo>
                    <a:pt x="5235" y="6279"/>
                    <a:pt x="5210" y="6230"/>
                    <a:pt x="5161" y="6156"/>
                  </a:cubicBezTo>
                  <a:cubicBezTo>
                    <a:pt x="5099" y="6033"/>
                    <a:pt x="4976" y="5934"/>
                    <a:pt x="4840" y="5909"/>
                  </a:cubicBezTo>
                  <a:cubicBezTo>
                    <a:pt x="4814" y="5905"/>
                    <a:pt x="4789" y="5904"/>
                    <a:pt x="4765" y="5904"/>
                  </a:cubicBezTo>
                  <a:cubicBezTo>
                    <a:pt x="4549" y="5904"/>
                    <a:pt x="4409" y="6045"/>
                    <a:pt x="4309" y="6156"/>
                  </a:cubicBezTo>
                  <a:cubicBezTo>
                    <a:pt x="4247" y="6218"/>
                    <a:pt x="4186" y="6279"/>
                    <a:pt x="4099" y="6316"/>
                  </a:cubicBezTo>
                  <a:lnTo>
                    <a:pt x="4074" y="6316"/>
                  </a:lnTo>
                  <a:lnTo>
                    <a:pt x="4136" y="6218"/>
                  </a:lnTo>
                  <a:cubicBezTo>
                    <a:pt x="4186" y="6156"/>
                    <a:pt x="4223" y="6094"/>
                    <a:pt x="4247" y="6020"/>
                  </a:cubicBezTo>
                  <a:cubicBezTo>
                    <a:pt x="4260" y="5983"/>
                    <a:pt x="4247" y="5934"/>
                    <a:pt x="4223" y="5909"/>
                  </a:cubicBezTo>
                  <a:cubicBezTo>
                    <a:pt x="4207" y="5886"/>
                    <a:pt x="4181" y="5877"/>
                    <a:pt x="4155" y="5877"/>
                  </a:cubicBezTo>
                  <a:cubicBezTo>
                    <a:pt x="4140" y="5877"/>
                    <a:pt x="4125" y="5880"/>
                    <a:pt x="4111" y="5884"/>
                  </a:cubicBezTo>
                  <a:lnTo>
                    <a:pt x="4025" y="5897"/>
                  </a:lnTo>
                  <a:cubicBezTo>
                    <a:pt x="3939" y="5934"/>
                    <a:pt x="3840" y="5958"/>
                    <a:pt x="3741" y="5971"/>
                  </a:cubicBezTo>
                  <a:cubicBezTo>
                    <a:pt x="3655" y="5625"/>
                    <a:pt x="3568" y="5563"/>
                    <a:pt x="3346" y="5465"/>
                  </a:cubicBezTo>
                  <a:cubicBezTo>
                    <a:pt x="3247" y="5428"/>
                    <a:pt x="3149" y="5378"/>
                    <a:pt x="3062" y="5329"/>
                  </a:cubicBezTo>
                  <a:cubicBezTo>
                    <a:pt x="3044" y="5317"/>
                    <a:pt x="3025" y="5310"/>
                    <a:pt x="3008" y="5310"/>
                  </a:cubicBezTo>
                  <a:cubicBezTo>
                    <a:pt x="2991" y="5310"/>
                    <a:pt x="2976" y="5317"/>
                    <a:pt x="2963" y="5329"/>
                  </a:cubicBezTo>
                  <a:cubicBezTo>
                    <a:pt x="2926" y="5341"/>
                    <a:pt x="2902" y="5366"/>
                    <a:pt x="2889" y="5403"/>
                  </a:cubicBezTo>
                  <a:cubicBezTo>
                    <a:pt x="2840" y="5601"/>
                    <a:pt x="2704" y="5761"/>
                    <a:pt x="2531" y="5860"/>
                  </a:cubicBezTo>
                  <a:cubicBezTo>
                    <a:pt x="2396" y="5958"/>
                    <a:pt x="2272" y="6070"/>
                    <a:pt x="2173" y="6193"/>
                  </a:cubicBezTo>
                  <a:cubicBezTo>
                    <a:pt x="2087" y="6316"/>
                    <a:pt x="2050" y="6465"/>
                    <a:pt x="2050" y="6613"/>
                  </a:cubicBezTo>
                  <a:cubicBezTo>
                    <a:pt x="2050" y="6711"/>
                    <a:pt x="2025" y="6798"/>
                    <a:pt x="1976" y="6884"/>
                  </a:cubicBezTo>
                  <a:cubicBezTo>
                    <a:pt x="1902" y="6934"/>
                    <a:pt x="1803" y="6971"/>
                    <a:pt x="1704" y="6971"/>
                  </a:cubicBezTo>
                  <a:cubicBezTo>
                    <a:pt x="1581" y="6983"/>
                    <a:pt x="1445" y="7032"/>
                    <a:pt x="1334" y="7106"/>
                  </a:cubicBezTo>
                  <a:cubicBezTo>
                    <a:pt x="1272" y="7156"/>
                    <a:pt x="1235" y="7218"/>
                    <a:pt x="1198" y="7292"/>
                  </a:cubicBezTo>
                  <a:cubicBezTo>
                    <a:pt x="1161" y="7353"/>
                    <a:pt x="1112" y="7464"/>
                    <a:pt x="1063" y="7464"/>
                  </a:cubicBezTo>
                  <a:cubicBezTo>
                    <a:pt x="1060" y="7467"/>
                    <a:pt x="1055" y="7469"/>
                    <a:pt x="1050" y="7469"/>
                  </a:cubicBezTo>
                  <a:cubicBezTo>
                    <a:pt x="1032" y="7469"/>
                    <a:pt x="1001" y="7453"/>
                    <a:pt x="964" y="7415"/>
                  </a:cubicBezTo>
                  <a:cubicBezTo>
                    <a:pt x="914" y="7353"/>
                    <a:pt x="927" y="7045"/>
                    <a:pt x="927" y="6909"/>
                  </a:cubicBezTo>
                  <a:cubicBezTo>
                    <a:pt x="939" y="6810"/>
                    <a:pt x="939" y="6711"/>
                    <a:pt x="927" y="6613"/>
                  </a:cubicBezTo>
                  <a:cubicBezTo>
                    <a:pt x="914" y="6563"/>
                    <a:pt x="902" y="6502"/>
                    <a:pt x="877" y="6452"/>
                  </a:cubicBezTo>
                  <a:cubicBezTo>
                    <a:pt x="791" y="6230"/>
                    <a:pt x="779" y="6156"/>
                    <a:pt x="902" y="6082"/>
                  </a:cubicBezTo>
                  <a:cubicBezTo>
                    <a:pt x="928" y="6079"/>
                    <a:pt x="954" y="6077"/>
                    <a:pt x="979" y="6077"/>
                  </a:cubicBezTo>
                  <a:cubicBezTo>
                    <a:pt x="1060" y="6077"/>
                    <a:pt x="1135" y="6094"/>
                    <a:pt x="1211" y="6131"/>
                  </a:cubicBezTo>
                  <a:cubicBezTo>
                    <a:pt x="1329" y="6154"/>
                    <a:pt x="1470" y="6185"/>
                    <a:pt x="1609" y="6185"/>
                  </a:cubicBezTo>
                  <a:cubicBezTo>
                    <a:pt x="1701" y="6185"/>
                    <a:pt x="1793" y="6171"/>
                    <a:pt x="1877" y="6131"/>
                  </a:cubicBezTo>
                  <a:cubicBezTo>
                    <a:pt x="1939" y="6094"/>
                    <a:pt x="2593" y="5613"/>
                    <a:pt x="2581" y="5403"/>
                  </a:cubicBezTo>
                  <a:cubicBezTo>
                    <a:pt x="2568" y="5193"/>
                    <a:pt x="2371" y="5107"/>
                    <a:pt x="2210" y="5045"/>
                  </a:cubicBezTo>
                  <a:cubicBezTo>
                    <a:pt x="2136" y="5008"/>
                    <a:pt x="2050" y="4959"/>
                    <a:pt x="1988" y="4897"/>
                  </a:cubicBezTo>
                  <a:cubicBezTo>
                    <a:pt x="1966" y="4867"/>
                    <a:pt x="1934" y="4851"/>
                    <a:pt x="1902" y="4851"/>
                  </a:cubicBezTo>
                  <a:cubicBezTo>
                    <a:pt x="1881" y="4851"/>
                    <a:pt x="1860" y="4858"/>
                    <a:pt x="1840" y="4872"/>
                  </a:cubicBezTo>
                  <a:cubicBezTo>
                    <a:pt x="1680" y="4957"/>
                    <a:pt x="1295" y="5049"/>
                    <a:pt x="1090" y="5049"/>
                  </a:cubicBezTo>
                  <a:cubicBezTo>
                    <a:pt x="1027" y="5049"/>
                    <a:pt x="981" y="5041"/>
                    <a:pt x="964" y="5020"/>
                  </a:cubicBezTo>
                  <a:cubicBezTo>
                    <a:pt x="964" y="5020"/>
                    <a:pt x="951" y="4983"/>
                    <a:pt x="1025" y="4897"/>
                  </a:cubicBezTo>
                  <a:cubicBezTo>
                    <a:pt x="1100" y="4773"/>
                    <a:pt x="1260" y="4749"/>
                    <a:pt x="1433" y="4712"/>
                  </a:cubicBezTo>
                  <a:cubicBezTo>
                    <a:pt x="1630" y="4675"/>
                    <a:pt x="1877" y="4625"/>
                    <a:pt x="1976" y="4378"/>
                  </a:cubicBezTo>
                  <a:cubicBezTo>
                    <a:pt x="2173" y="4378"/>
                    <a:pt x="2309" y="4527"/>
                    <a:pt x="2482" y="4736"/>
                  </a:cubicBezTo>
                  <a:cubicBezTo>
                    <a:pt x="2601" y="4910"/>
                    <a:pt x="2749" y="5093"/>
                    <a:pt x="2959" y="5093"/>
                  </a:cubicBezTo>
                  <a:cubicBezTo>
                    <a:pt x="2988" y="5093"/>
                    <a:pt x="3018" y="5090"/>
                    <a:pt x="3050" y="5082"/>
                  </a:cubicBezTo>
                  <a:cubicBezTo>
                    <a:pt x="3173" y="5045"/>
                    <a:pt x="3272" y="4946"/>
                    <a:pt x="3309" y="4823"/>
                  </a:cubicBezTo>
                  <a:cubicBezTo>
                    <a:pt x="3321" y="4773"/>
                    <a:pt x="3346" y="4736"/>
                    <a:pt x="3371" y="4699"/>
                  </a:cubicBezTo>
                  <a:cubicBezTo>
                    <a:pt x="3482" y="4613"/>
                    <a:pt x="3593" y="4539"/>
                    <a:pt x="3729" y="4490"/>
                  </a:cubicBezTo>
                  <a:cubicBezTo>
                    <a:pt x="3803" y="4453"/>
                    <a:pt x="3889" y="4415"/>
                    <a:pt x="3963" y="4366"/>
                  </a:cubicBezTo>
                  <a:lnTo>
                    <a:pt x="4136" y="4267"/>
                  </a:lnTo>
                  <a:cubicBezTo>
                    <a:pt x="4519" y="4070"/>
                    <a:pt x="4877" y="3811"/>
                    <a:pt x="5198" y="3527"/>
                  </a:cubicBezTo>
                  <a:lnTo>
                    <a:pt x="5247" y="3477"/>
                  </a:lnTo>
                  <a:cubicBezTo>
                    <a:pt x="5445" y="3280"/>
                    <a:pt x="5790" y="2947"/>
                    <a:pt x="5667" y="2626"/>
                  </a:cubicBezTo>
                  <a:cubicBezTo>
                    <a:pt x="5593" y="2453"/>
                    <a:pt x="5408" y="2379"/>
                    <a:pt x="5235" y="2317"/>
                  </a:cubicBezTo>
                  <a:cubicBezTo>
                    <a:pt x="5111" y="2292"/>
                    <a:pt x="5000" y="2231"/>
                    <a:pt x="4926" y="2144"/>
                  </a:cubicBezTo>
                  <a:cubicBezTo>
                    <a:pt x="4906" y="2103"/>
                    <a:pt x="4860" y="2079"/>
                    <a:pt x="4817" y="2079"/>
                  </a:cubicBezTo>
                  <a:cubicBezTo>
                    <a:pt x="4808" y="2079"/>
                    <a:pt x="4799" y="2080"/>
                    <a:pt x="4790" y="2083"/>
                  </a:cubicBezTo>
                  <a:cubicBezTo>
                    <a:pt x="4148" y="2268"/>
                    <a:pt x="4124" y="2737"/>
                    <a:pt x="4111" y="3144"/>
                  </a:cubicBezTo>
                  <a:cubicBezTo>
                    <a:pt x="4111" y="3255"/>
                    <a:pt x="4111" y="3366"/>
                    <a:pt x="4099" y="3477"/>
                  </a:cubicBezTo>
                  <a:cubicBezTo>
                    <a:pt x="4050" y="3786"/>
                    <a:pt x="3778" y="4020"/>
                    <a:pt x="3408" y="4070"/>
                  </a:cubicBezTo>
                  <a:cubicBezTo>
                    <a:pt x="3358" y="3268"/>
                    <a:pt x="3396" y="2416"/>
                    <a:pt x="3988" y="2083"/>
                  </a:cubicBezTo>
                  <a:cubicBezTo>
                    <a:pt x="4013" y="2070"/>
                    <a:pt x="4037" y="2045"/>
                    <a:pt x="4037" y="2021"/>
                  </a:cubicBezTo>
                  <a:cubicBezTo>
                    <a:pt x="4050" y="1984"/>
                    <a:pt x="4050" y="1959"/>
                    <a:pt x="4025" y="1922"/>
                  </a:cubicBezTo>
                  <a:cubicBezTo>
                    <a:pt x="3939" y="1762"/>
                    <a:pt x="3803" y="1626"/>
                    <a:pt x="3642" y="1527"/>
                  </a:cubicBezTo>
                  <a:lnTo>
                    <a:pt x="3605" y="1502"/>
                  </a:lnTo>
                  <a:cubicBezTo>
                    <a:pt x="3704" y="1428"/>
                    <a:pt x="3803" y="1367"/>
                    <a:pt x="3914" y="1317"/>
                  </a:cubicBezTo>
                  <a:cubicBezTo>
                    <a:pt x="4013" y="1268"/>
                    <a:pt x="4099" y="1206"/>
                    <a:pt x="4186" y="1157"/>
                  </a:cubicBezTo>
                  <a:cubicBezTo>
                    <a:pt x="4334" y="1058"/>
                    <a:pt x="4494" y="972"/>
                    <a:pt x="4667" y="910"/>
                  </a:cubicBezTo>
                  <a:cubicBezTo>
                    <a:pt x="4827" y="860"/>
                    <a:pt x="4976" y="811"/>
                    <a:pt x="5136" y="762"/>
                  </a:cubicBezTo>
                  <a:cubicBezTo>
                    <a:pt x="5395" y="675"/>
                    <a:pt x="5654" y="601"/>
                    <a:pt x="5901" y="502"/>
                  </a:cubicBezTo>
                  <a:lnTo>
                    <a:pt x="6025" y="453"/>
                  </a:lnTo>
                  <a:cubicBezTo>
                    <a:pt x="6154" y="398"/>
                    <a:pt x="6388" y="307"/>
                    <a:pt x="6533" y="307"/>
                  </a:cubicBezTo>
                  <a:cubicBezTo>
                    <a:pt x="6582" y="307"/>
                    <a:pt x="6620" y="317"/>
                    <a:pt x="6642" y="342"/>
                  </a:cubicBezTo>
                  <a:cubicBezTo>
                    <a:pt x="6704" y="391"/>
                    <a:pt x="6691" y="577"/>
                    <a:pt x="6679" y="725"/>
                  </a:cubicBezTo>
                  <a:cubicBezTo>
                    <a:pt x="6667" y="959"/>
                    <a:pt x="6654" y="1194"/>
                    <a:pt x="6815" y="1330"/>
                  </a:cubicBezTo>
                  <a:cubicBezTo>
                    <a:pt x="6901" y="1398"/>
                    <a:pt x="7034" y="1424"/>
                    <a:pt x="7185" y="1424"/>
                  </a:cubicBezTo>
                  <a:cubicBezTo>
                    <a:pt x="7657" y="1424"/>
                    <a:pt x="8311" y="1169"/>
                    <a:pt x="8321" y="1169"/>
                  </a:cubicBezTo>
                  <a:lnTo>
                    <a:pt x="8407" y="1132"/>
                  </a:lnTo>
                  <a:cubicBezTo>
                    <a:pt x="8617" y="1046"/>
                    <a:pt x="8889" y="947"/>
                    <a:pt x="9012" y="786"/>
                  </a:cubicBezTo>
                  <a:cubicBezTo>
                    <a:pt x="9111" y="638"/>
                    <a:pt x="9172" y="465"/>
                    <a:pt x="9197" y="293"/>
                  </a:cubicBezTo>
                  <a:close/>
                  <a:moveTo>
                    <a:pt x="9087" y="1"/>
                  </a:moveTo>
                  <a:cubicBezTo>
                    <a:pt x="9068" y="1"/>
                    <a:pt x="9046" y="7"/>
                    <a:pt x="9024" y="21"/>
                  </a:cubicBezTo>
                  <a:cubicBezTo>
                    <a:pt x="9000" y="33"/>
                    <a:pt x="8975" y="70"/>
                    <a:pt x="8975" y="107"/>
                  </a:cubicBezTo>
                  <a:cubicBezTo>
                    <a:pt x="8963" y="293"/>
                    <a:pt x="8913" y="478"/>
                    <a:pt x="8815" y="638"/>
                  </a:cubicBezTo>
                  <a:cubicBezTo>
                    <a:pt x="8740" y="737"/>
                    <a:pt x="8481" y="836"/>
                    <a:pt x="8321" y="910"/>
                  </a:cubicBezTo>
                  <a:lnTo>
                    <a:pt x="8234" y="935"/>
                  </a:lnTo>
                  <a:cubicBezTo>
                    <a:pt x="7978" y="1044"/>
                    <a:pt x="7493" y="1174"/>
                    <a:pt x="7187" y="1174"/>
                  </a:cubicBezTo>
                  <a:cubicBezTo>
                    <a:pt x="7080" y="1174"/>
                    <a:pt x="6995" y="1158"/>
                    <a:pt x="6951" y="1120"/>
                  </a:cubicBezTo>
                  <a:cubicBezTo>
                    <a:pt x="6889" y="1070"/>
                    <a:pt x="6901" y="873"/>
                    <a:pt x="6901" y="712"/>
                  </a:cubicBezTo>
                  <a:cubicBezTo>
                    <a:pt x="6914" y="502"/>
                    <a:pt x="6938" y="280"/>
                    <a:pt x="6815" y="157"/>
                  </a:cubicBezTo>
                  <a:cubicBezTo>
                    <a:pt x="6740" y="82"/>
                    <a:pt x="6641" y="55"/>
                    <a:pt x="6532" y="55"/>
                  </a:cubicBezTo>
                  <a:cubicBezTo>
                    <a:pt x="6335" y="55"/>
                    <a:pt x="6106" y="147"/>
                    <a:pt x="5938" y="219"/>
                  </a:cubicBezTo>
                  <a:lnTo>
                    <a:pt x="5815" y="268"/>
                  </a:lnTo>
                  <a:cubicBezTo>
                    <a:pt x="5568" y="354"/>
                    <a:pt x="5309" y="441"/>
                    <a:pt x="5062" y="515"/>
                  </a:cubicBezTo>
                  <a:cubicBezTo>
                    <a:pt x="4901" y="564"/>
                    <a:pt x="4741" y="614"/>
                    <a:pt x="4593" y="663"/>
                  </a:cubicBezTo>
                  <a:cubicBezTo>
                    <a:pt x="4408" y="737"/>
                    <a:pt x="4223" y="823"/>
                    <a:pt x="4062" y="935"/>
                  </a:cubicBezTo>
                  <a:cubicBezTo>
                    <a:pt x="3976" y="984"/>
                    <a:pt x="3889" y="1046"/>
                    <a:pt x="3791" y="1095"/>
                  </a:cubicBezTo>
                  <a:cubicBezTo>
                    <a:pt x="3470" y="1268"/>
                    <a:pt x="3346" y="1367"/>
                    <a:pt x="3346" y="1478"/>
                  </a:cubicBezTo>
                  <a:cubicBezTo>
                    <a:pt x="3334" y="1576"/>
                    <a:pt x="3420" y="1638"/>
                    <a:pt x="3507" y="1700"/>
                  </a:cubicBezTo>
                  <a:cubicBezTo>
                    <a:pt x="3605" y="1762"/>
                    <a:pt x="3692" y="1836"/>
                    <a:pt x="3766" y="1934"/>
                  </a:cubicBezTo>
                  <a:cubicBezTo>
                    <a:pt x="3124" y="2379"/>
                    <a:pt x="3112" y="3317"/>
                    <a:pt x="3186" y="4193"/>
                  </a:cubicBezTo>
                  <a:cubicBezTo>
                    <a:pt x="3198" y="4255"/>
                    <a:pt x="3247" y="4304"/>
                    <a:pt x="3309" y="4304"/>
                  </a:cubicBezTo>
                  <a:cubicBezTo>
                    <a:pt x="3840" y="4280"/>
                    <a:pt x="4260" y="3934"/>
                    <a:pt x="4321" y="3490"/>
                  </a:cubicBezTo>
                  <a:cubicBezTo>
                    <a:pt x="4334" y="3379"/>
                    <a:pt x="4346" y="3255"/>
                    <a:pt x="4346" y="3144"/>
                  </a:cubicBezTo>
                  <a:cubicBezTo>
                    <a:pt x="4358" y="2749"/>
                    <a:pt x="4358" y="2453"/>
                    <a:pt x="4778" y="2317"/>
                  </a:cubicBezTo>
                  <a:cubicBezTo>
                    <a:pt x="4877" y="2403"/>
                    <a:pt x="5013" y="2478"/>
                    <a:pt x="5148" y="2515"/>
                  </a:cubicBezTo>
                  <a:cubicBezTo>
                    <a:pt x="5284" y="2564"/>
                    <a:pt x="5408" y="2613"/>
                    <a:pt x="5445" y="2700"/>
                  </a:cubicBezTo>
                  <a:cubicBezTo>
                    <a:pt x="5506" y="2873"/>
                    <a:pt x="5235" y="3144"/>
                    <a:pt x="5074" y="3292"/>
                  </a:cubicBezTo>
                  <a:lnTo>
                    <a:pt x="5025" y="3342"/>
                  </a:lnTo>
                  <a:cubicBezTo>
                    <a:pt x="4716" y="3625"/>
                    <a:pt x="4371" y="3872"/>
                    <a:pt x="4013" y="4070"/>
                  </a:cubicBezTo>
                  <a:lnTo>
                    <a:pt x="3828" y="4169"/>
                  </a:lnTo>
                  <a:cubicBezTo>
                    <a:pt x="3766" y="4218"/>
                    <a:pt x="3692" y="4255"/>
                    <a:pt x="3618" y="4292"/>
                  </a:cubicBezTo>
                  <a:cubicBezTo>
                    <a:pt x="3470" y="4341"/>
                    <a:pt x="3321" y="4428"/>
                    <a:pt x="3198" y="4527"/>
                  </a:cubicBezTo>
                  <a:cubicBezTo>
                    <a:pt x="3149" y="4588"/>
                    <a:pt x="3112" y="4662"/>
                    <a:pt x="3075" y="4736"/>
                  </a:cubicBezTo>
                  <a:cubicBezTo>
                    <a:pt x="3050" y="4811"/>
                    <a:pt x="3025" y="4860"/>
                    <a:pt x="2988" y="4860"/>
                  </a:cubicBezTo>
                  <a:cubicBezTo>
                    <a:pt x="2978" y="4862"/>
                    <a:pt x="2968" y="4863"/>
                    <a:pt x="2958" y="4863"/>
                  </a:cubicBezTo>
                  <a:cubicBezTo>
                    <a:pt x="2860" y="4863"/>
                    <a:pt x="2777" y="4757"/>
                    <a:pt x="2643" y="4601"/>
                  </a:cubicBezTo>
                  <a:cubicBezTo>
                    <a:pt x="2500" y="4403"/>
                    <a:pt x="2308" y="4157"/>
                    <a:pt x="1990" y="4157"/>
                  </a:cubicBezTo>
                  <a:cubicBezTo>
                    <a:pt x="1950" y="4157"/>
                    <a:pt x="1909" y="4160"/>
                    <a:pt x="1865" y="4169"/>
                  </a:cubicBezTo>
                  <a:cubicBezTo>
                    <a:pt x="1815" y="4169"/>
                    <a:pt x="1778" y="4206"/>
                    <a:pt x="1766" y="4255"/>
                  </a:cubicBezTo>
                  <a:cubicBezTo>
                    <a:pt x="1729" y="4403"/>
                    <a:pt x="1593" y="4440"/>
                    <a:pt x="1371" y="4490"/>
                  </a:cubicBezTo>
                  <a:cubicBezTo>
                    <a:pt x="1161" y="4502"/>
                    <a:pt x="951" y="4601"/>
                    <a:pt x="816" y="4761"/>
                  </a:cubicBezTo>
                  <a:cubicBezTo>
                    <a:pt x="668" y="4983"/>
                    <a:pt x="717" y="5107"/>
                    <a:pt x="779" y="5181"/>
                  </a:cubicBezTo>
                  <a:cubicBezTo>
                    <a:pt x="846" y="5248"/>
                    <a:pt x="963" y="5274"/>
                    <a:pt x="1099" y="5274"/>
                  </a:cubicBezTo>
                  <a:cubicBezTo>
                    <a:pt x="1359" y="5274"/>
                    <a:pt x="1686" y="5180"/>
                    <a:pt x="1865" y="5107"/>
                  </a:cubicBezTo>
                  <a:cubicBezTo>
                    <a:pt x="1939" y="5168"/>
                    <a:pt x="2013" y="5218"/>
                    <a:pt x="2099" y="5255"/>
                  </a:cubicBezTo>
                  <a:cubicBezTo>
                    <a:pt x="2210" y="5292"/>
                    <a:pt x="2309" y="5341"/>
                    <a:pt x="2334" y="5403"/>
                  </a:cubicBezTo>
                  <a:cubicBezTo>
                    <a:pt x="2161" y="5601"/>
                    <a:pt x="1964" y="5773"/>
                    <a:pt x="1754" y="5921"/>
                  </a:cubicBezTo>
                  <a:cubicBezTo>
                    <a:pt x="1712" y="5947"/>
                    <a:pt x="1661" y="5956"/>
                    <a:pt x="1605" y="5956"/>
                  </a:cubicBezTo>
                  <a:cubicBezTo>
                    <a:pt x="1498" y="5956"/>
                    <a:pt x="1374" y="5921"/>
                    <a:pt x="1260" y="5897"/>
                  </a:cubicBezTo>
                  <a:cubicBezTo>
                    <a:pt x="1174" y="5861"/>
                    <a:pt x="1083" y="5842"/>
                    <a:pt x="991" y="5842"/>
                  </a:cubicBezTo>
                  <a:cubicBezTo>
                    <a:pt x="925" y="5842"/>
                    <a:pt x="858" y="5851"/>
                    <a:pt x="791" y="5872"/>
                  </a:cubicBezTo>
                  <a:cubicBezTo>
                    <a:pt x="458" y="6045"/>
                    <a:pt x="581" y="6366"/>
                    <a:pt x="655" y="6539"/>
                  </a:cubicBezTo>
                  <a:cubicBezTo>
                    <a:pt x="668" y="6576"/>
                    <a:pt x="680" y="6613"/>
                    <a:pt x="692" y="6650"/>
                  </a:cubicBezTo>
                  <a:cubicBezTo>
                    <a:pt x="705" y="6736"/>
                    <a:pt x="705" y="6823"/>
                    <a:pt x="692" y="6897"/>
                  </a:cubicBezTo>
                  <a:cubicBezTo>
                    <a:pt x="692" y="7230"/>
                    <a:pt x="692" y="7464"/>
                    <a:pt x="803" y="7576"/>
                  </a:cubicBezTo>
                  <a:cubicBezTo>
                    <a:pt x="870" y="7653"/>
                    <a:pt x="976" y="7701"/>
                    <a:pt x="1078" y="7701"/>
                  </a:cubicBezTo>
                  <a:cubicBezTo>
                    <a:pt x="1089" y="7701"/>
                    <a:pt x="1101" y="7700"/>
                    <a:pt x="1112" y="7699"/>
                  </a:cubicBezTo>
                  <a:cubicBezTo>
                    <a:pt x="1137" y="7687"/>
                    <a:pt x="1161" y="7687"/>
                    <a:pt x="1186" y="7674"/>
                  </a:cubicBezTo>
                  <a:lnTo>
                    <a:pt x="1186" y="7674"/>
                  </a:lnTo>
                  <a:cubicBezTo>
                    <a:pt x="1161" y="7748"/>
                    <a:pt x="1112" y="7810"/>
                    <a:pt x="1050" y="7859"/>
                  </a:cubicBezTo>
                  <a:cubicBezTo>
                    <a:pt x="988" y="7921"/>
                    <a:pt x="939" y="7983"/>
                    <a:pt x="902" y="8057"/>
                  </a:cubicBezTo>
                  <a:cubicBezTo>
                    <a:pt x="791" y="8254"/>
                    <a:pt x="729" y="8477"/>
                    <a:pt x="717" y="8711"/>
                  </a:cubicBezTo>
                  <a:cubicBezTo>
                    <a:pt x="705" y="8810"/>
                    <a:pt x="692" y="8909"/>
                    <a:pt x="668" y="9020"/>
                  </a:cubicBezTo>
                  <a:cubicBezTo>
                    <a:pt x="630" y="9156"/>
                    <a:pt x="569" y="9279"/>
                    <a:pt x="495" y="9402"/>
                  </a:cubicBezTo>
                  <a:cubicBezTo>
                    <a:pt x="433" y="9489"/>
                    <a:pt x="384" y="9588"/>
                    <a:pt x="334" y="9686"/>
                  </a:cubicBezTo>
                  <a:cubicBezTo>
                    <a:pt x="235" y="9970"/>
                    <a:pt x="198" y="10266"/>
                    <a:pt x="248" y="10563"/>
                  </a:cubicBezTo>
                  <a:cubicBezTo>
                    <a:pt x="260" y="10612"/>
                    <a:pt x="272" y="10662"/>
                    <a:pt x="272" y="10711"/>
                  </a:cubicBezTo>
                  <a:cubicBezTo>
                    <a:pt x="272" y="10958"/>
                    <a:pt x="248" y="11192"/>
                    <a:pt x="186" y="11427"/>
                  </a:cubicBezTo>
                  <a:cubicBezTo>
                    <a:pt x="100" y="11834"/>
                    <a:pt x="1" y="12242"/>
                    <a:pt x="235" y="12624"/>
                  </a:cubicBezTo>
                  <a:cubicBezTo>
                    <a:pt x="569" y="13130"/>
                    <a:pt x="1137" y="13439"/>
                    <a:pt x="1741" y="13439"/>
                  </a:cubicBezTo>
                  <a:lnTo>
                    <a:pt x="1791" y="13439"/>
                  </a:lnTo>
                  <a:cubicBezTo>
                    <a:pt x="1842" y="13445"/>
                    <a:pt x="1894" y="13448"/>
                    <a:pt x="1946" y="13448"/>
                  </a:cubicBezTo>
                  <a:cubicBezTo>
                    <a:pt x="2096" y="13448"/>
                    <a:pt x="2249" y="13423"/>
                    <a:pt x="2396" y="13377"/>
                  </a:cubicBezTo>
                  <a:cubicBezTo>
                    <a:pt x="2470" y="13340"/>
                    <a:pt x="2544" y="13291"/>
                    <a:pt x="2593" y="13217"/>
                  </a:cubicBezTo>
                  <a:cubicBezTo>
                    <a:pt x="2618" y="13192"/>
                    <a:pt x="2643" y="13167"/>
                    <a:pt x="2667" y="13155"/>
                  </a:cubicBezTo>
                  <a:cubicBezTo>
                    <a:pt x="3136" y="12920"/>
                    <a:pt x="3642" y="12772"/>
                    <a:pt x="4161" y="12711"/>
                  </a:cubicBezTo>
                  <a:cubicBezTo>
                    <a:pt x="4206" y="12707"/>
                    <a:pt x="4244" y="12704"/>
                    <a:pt x="4276" y="12704"/>
                  </a:cubicBezTo>
                  <a:cubicBezTo>
                    <a:pt x="4450" y="12704"/>
                    <a:pt x="4471" y="12772"/>
                    <a:pt x="4544" y="13032"/>
                  </a:cubicBezTo>
                  <a:cubicBezTo>
                    <a:pt x="4556" y="13093"/>
                    <a:pt x="4581" y="13167"/>
                    <a:pt x="4605" y="13241"/>
                  </a:cubicBezTo>
                  <a:cubicBezTo>
                    <a:pt x="4716" y="13612"/>
                    <a:pt x="4852" y="13957"/>
                    <a:pt x="5235" y="14167"/>
                  </a:cubicBezTo>
                  <a:cubicBezTo>
                    <a:pt x="5317" y="14208"/>
                    <a:pt x="5407" y="14232"/>
                    <a:pt x="5492" y="14232"/>
                  </a:cubicBezTo>
                  <a:cubicBezTo>
                    <a:pt x="5509" y="14232"/>
                    <a:pt x="5526" y="14231"/>
                    <a:pt x="5543" y="14229"/>
                  </a:cubicBezTo>
                  <a:cubicBezTo>
                    <a:pt x="5593" y="14229"/>
                    <a:pt x="5642" y="14229"/>
                    <a:pt x="5691" y="14254"/>
                  </a:cubicBezTo>
                  <a:cubicBezTo>
                    <a:pt x="5766" y="14291"/>
                    <a:pt x="5840" y="14328"/>
                    <a:pt x="5901" y="14389"/>
                  </a:cubicBezTo>
                  <a:cubicBezTo>
                    <a:pt x="5951" y="14426"/>
                    <a:pt x="6000" y="14476"/>
                    <a:pt x="6062" y="14525"/>
                  </a:cubicBezTo>
                  <a:cubicBezTo>
                    <a:pt x="6161" y="14587"/>
                    <a:pt x="6235" y="14636"/>
                    <a:pt x="6309" y="14673"/>
                  </a:cubicBezTo>
                  <a:cubicBezTo>
                    <a:pt x="6506" y="14760"/>
                    <a:pt x="6642" y="14908"/>
                    <a:pt x="6704" y="15105"/>
                  </a:cubicBezTo>
                  <a:cubicBezTo>
                    <a:pt x="6852" y="15476"/>
                    <a:pt x="6852" y="15945"/>
                    <a:pt x="6852" y="16389"/>
                  </a:cubicBezTo>
                  <a:cubicBezTo>
                    <a:pt x="6839" y="16673"/>
                    <a:pt x="6852" y="16945"/>
                    <a:pt x="6877" y="17216"/>
                  </a:cubicBezTo>
                  <a:cubicBezTo>
                    <a:pt x="6951" y="17685"/>
                    <a:pt x="7259" y="18043"/>
                    <a:pt x="7568" y="18401"/>
                  </a:cubicBezTo>
                  <a:cubicBezTo>
                    <a:pt x="7987" y="18870"/>
                    <a:pt x="8345" y="19290"/>
                    <a:pt x="8123" y="19858"/>
                  </a:cubicBezTo>
                  <a:cubicBezTo>
                    <a:pt x="8099" y="19907"/>
                    <a:pt x="8111" y="19956"/>
                    <a:pt x="8148" y="19981"/>
                  </a:cubicBezTo>
                  <a:cubicBezTo>
                    <a:pt x="8173" y="20006"/>
                    <a:pt x="8197" y="20018"/>
                    <a:pt x="8234" y="20018"/>
                  </a:cubicBezTo>
                  <a:lnTo>
                    <a:pt x="8284" y="20018"/>
                  </a:lnTo>
                  <a:cubicBezTo>
                    <a:pt x="8975" y="19697"/>
                    <a:pt x="10617" y="18858"/>
                    <a:pt x="10802" y="17932"/>
                  </a:cubicBezTo>
                  <a:cubicBezTo>
                    <a:pt x="10827" y="17710"/>
                    <a:pt x="10777" y="17475"/>
                    <a:pt x="10666" y="17278"/>
                  </a:cubicBezTo>
                  <a:cubicBezTo>
                    <a:pt x="10604" y="17154"/>
                    <a:pt x="10567" y="17019"/>
                    <a:pt x="10555" y="16883"/>
                  </a:cubicBezTo>
                  <a:cubicBezTo>
                    <a:pt x="10567" y="16698"/>
                    <a:pt x="10925" y="16130"/>
                    <a:pt x="11061" y="16093"/>
                  </a:cubicBezTo>
                  <a:cubicBezTo>
                    <a:pt x="11077" y="16090"/>
                    <a:pt x="11091" y="16088"/>
                    <a:pt x="11105" y="16088"/>
                  </a:cubicBezTo>
                  <a:cubicBezTo>
                    <a:pt x="11204" y="16088"/>
                    <a:pt x="11276" y="16164"/>
                    <a:pt x="11394" y="16315"/>
                  </a:cubicBezTo>
                  <a:cubicBezTo>
                    <a:pt x="11505" y="16488"/>
                    <a:pt x="11666" y="16611"/>
                    <a:pt x="11851" y="16661"/>
                  </a:cubicBezTo>
                  <a:cubicBezTo>
                    <a:pt x="11861" y="16662"/>
                    <a:pt x="11872" y="16662"/>
                    <a:pt x="11883" y="16662"/>
                  </a:cubicBezTo>
                  <a:cubicBezTo>
                    <a:pt x="12156" y="16662"/>
                    <a:pt x="12698" y="16381"/>
                    <a:pt x="12888" y="16192"/>
                  </a:cubicBezTo>
                  <a:cubicBezTo>
                    <a:pt x="13036" y="16068"/>
                    <a:pt x="13098" y="15871"/>
                    <a:pt x="13061" y="15673"/>
                  </a:cubicBezTo>
                  <a:cubicBezTo>
                    <a:pt x="12950" y="15179"/>
                    <a:pt x="12049" y="14821"/>
                    <a:pt x="11666" y="14698"/>
                  </a:cubicBezTo>
                  <a:cubicBezTo>
                    <a:pt x="11592" y="14661"/>
                    <a:pt x="11505" y="14649"/>
                    <a:pt x="11407" y="14649"/>
                  </a:cubicBezTo>
                  <a:cubicBezTo>
                    <a:pt x="11407" y="14612"/>
                    <a:pt x="11394" y="14562"/>
                    <a:pt x="11382" y="14525"/>
                  </a:cubicBezTo>
                  <a:cubicBezTo>
                    <a:pt x="11296" y="14291"/>
                    <a:pt x="11259" y="14056"/>
                    <a:pt x="11271" y="13809"/>
                  </a:cubicBezTo>
                  <a:cubicBezTo>
                    <a:pt x="11320" y="13501"/>
                    <a:pt x="11555" y="13352"/>
                    <a:pt x="11826" y="13180"/>
                  </a:cubicBezTo>
                  <a:cubicBezTo>
                    <a:pt x="11950" y="13106"/>
                    <a:pt x="12061" y="13019"/>
                    <a:pt x="12172" y="12920"/>
                  </a:cubicBezTo>
                  <a:cubicBezTo>
                    <a:pt x="12431" y="12686"/>
                    <a:pt x="13443" y="11229"/>
                    <a:pt x="13086" y="10773"/>
                  </a:cubicBezTo>
                  <a:cubicBezTo>
                    <a:pt x="12974" y="10612"/>
                    <a:pt x="12604" y="10550"/>
                    <a:pt x="12073" y="10476"/>
                  </a:cubicBezTo>
                  <a:cubicBezTo>
                    <a:pt x="11913" y="10464"/>
                    <a:pt x="11765" y="10439"/>
                    <a:pt x="11617" y="10402"/>
                  </a:cubicBezTo>
                  <a:cubicBezTo>
                    <a:pt x="11518" y="10378"/>
                    <a:pt x="11419" y="10353"/>
                    <a:pt x="11308" y="10341"/>
                  </a:cubicBezTo>
                  <a:cubicBezTo>
                    <a:pt x="11148" y="10316"/>
                    <a:pt x="10987" y="10279"/>
                    <a:pt x="10839" y="10205"/>
                  </a:cubicBezTo>
                  <a:cubicBezTo>
                    <a:pt x="10777" y="10155"/>
                    <a:pt x="10715" y="10106"/>
                    <a:pt x="10678" y="10044"/>
                  </a:cubicBezTo>
                  <a:cubicBezTo>
                    <a:pt x="10641" y="9983"/>
                    <a:pt x="10592" y="9921"/>
                    <a:pt x="10543" y="9871"/>
                  </a:cubicBezTo>
                  <a:cubicBezTo>
                    <a:pt x="10456" y="9785"/>
                    <a:pt x="10382" y="9723"/>
                    <a:pt x="10308" y="9674"/>
                  </a:cubicBezTo>
                  <a:cubicBezTo>
                    <a:pt x="10061" y="9501"/>
                    <a:pt x="9876" y="9267"/>
                    <a:pt x="9777" y="8995"/>
                  </a:cubicBezTo>
                  <a:cubicBezTo>
                    <a:pt x="9716" y="8847"/>
                    <a:pt x="9679" y="8686"/>
                    <a:pt x="9666" y="8514"/>
                  </a:cubicBezTo>
                  <a:cubicBezTo>
                    <a:pt x="9654" y="8366"/>
                    <a:pt x="9617" y="8217"/>
                    <a:pt x="9567" y="8069"/>
                  </a:cubicBezTo>
                  <a:cubicBezTo>
                    <a:pt x="9543" y="7983"/>
                    <a:pt x="9493" y="7909"/>
                    <a:pt x="9444" y="7835"/>
                  </a:cubicBezTo>
                  <a:cubicBezTo>
                    <a:pt x="9345" y="7699"/>
                    <a:pt x="9210" y="7501"/>
                    <a:pt x="9234" y="7378"/>
                  </a:cubicBezTo>
                  <a:cubicBezTo>
                    <a:pt x="9247" y="7329"/>
                    <a:pt x="9284" y="7279"/>
                    <a:pt x="9333" y="7267"/>
                  </a:cubicBezTo>
                  <a:cubicBezTo>
                    <a:pt x="9404" y="7212"/>
                    <a:pt x="9459" y="7202"/>
                    <a:pt x="9494" y="7202"/>
                  </a:cubicBezTo>
                  <a:cubicBezTo>
                    <a:pt x="9513" y="7202"/>
                    <a:pt x="9526" y="7205"/>
                    <a:pt x="9530" y="7205"/>
                  </a:cubicBezTo>
                  <a:cubicBezTo>
                    <a:pt x="9703" y="7279"/>
                    <a:pt x="9814" y="7674"/>
                    <a:pt x="9901" y="7934"/>
                  </a:cubicBezTo>
                  <a:cubicBezTo>
                    <a:pt x="9925" y="8057"/>
                    <a:pt x="9975" y="8180"/>
                    <a:pt x="10024" y="8291"/>
                  </a:cubicBezTo>
                  <a:cubicBezTo>
                    <a:pt x="10197" y="8563"/>
                    <a:pt x="10617" y="8896"/>
                    <a:pt x="11320" y="9341"/>
                  </a:cubicBezTo>
                  <a:cubicBezTo>
                    <a:pt x="11633" y="9511"/>
                    <a:pt x="11978" y="9600"/>
                    <a:pt x="12325" y="9600"/>
                  </a:cubicBezTo>
                  <a:cubicBezTo>
                    <a:pt x="12581" y="9600"/>
                    <a:pt x="12839" y="9551"/>
                    <a:pt x="13086" y="9452"/>
                  </a:cubicBezTo>
                  <a:cubicBezTo>
                    <a:pt x="13135" y="9427"/>
                    <a:pt x="13160" y="9378"/>
                    <a:pt x="13147" y="9328"/>
                  </a:cubicBezTo>
                  <a:cubicBezTo>
                    <a:pt x="13135" y="9254"/>
                    <a:pt x="13123" y="9180"/>
                    <a:pt x="13110" y="9119"/>
                  </a:cubicBezTo>
                  <a:cubicBezTo>
                    <a:pt x="13061" y="8785"/>
                    <a:pt x="13011" y="8526"/>
                    <a:pt x="13197" y="8242"/>
                  </a:cubicBezTo>
                  <a:cubicBezTo>
                    <a:pt x="13246" y="8168"/>
                    <a:pt x="13295" y="8106"/>
                    <a:pt x="13345" y="8045"/>
                  </a:cubicBezTo>
                  <a:cubicBezTo>
                    <a:pt x="13493" y="7884"/>
                    <a:pt x="13666" y="7687"/>
                    <a:pt x="13542" y="7415"/>
                  </a:cubicBezTo>
                  <a:cubicBezTo>
                    <a:pt x="13765" y="7369"/>
                    <a:pt x="13946" y="7341"/>
                    <a:pt x="14091" y="7341"/>
                  </a:cubicBezTo>
                  <a:cubicBezTo>
                    <a:pt x="14219" y="7341"/>
                    <a:pt x="14319" y="7363"/>
                    <a:pt x="14394" y="7415"/>
                  </a:cubicBezTo>
                  <a:cubicBezTo>
                    <a:pt x="14517" y="7501"/>
                    <a:pt x="14579" y="7687"/>
                    <a:pt x="14604" y="7983"/>
                  </a:cubicBezTo>
                  <a:cubicBezTo>
                    <a:pt x="14641" y="8329"/>
                    <a:pt x="14727" y="8427"/>
                    <a:pt x="14863" y="8563"/>
                  </a:cubicBezTo>
                  <a:cubicBezTo>
                    <a:pt x="14925" y="8612"/>
                    <a:pt x="14974" y="8674"/>
                    <a:pt x="15024" y="8736"/>
                  </a:cubicBezTo>
                  <a:cubicBezTo>
                    <a:pt x="15147" y="8921"/>
                    <a:pt x="15209" y="9131"/>
                    <a:pt x="15209" y="9341"/>
                  </a:cubicBezTo>
                  <a:cubicBezTo>
                    <a:pt x="15221" y="9439"/>
                    <a:pt x="15221" y="9538"/>
                    <a:pt x="15246" y="9649"/>
                  </a:cubicBezTo>
                  <a:cubicBezTo>
                    <a:pt x="15357" y="10304"/>
                    <a:pt x="15789" y="10686"/>
                    <a:pt x="16431" y="10686"/>
                  </a:cubicBezTo>
                  <a:lnTo>
                    <a:pt x="16591" y="10686"/>
                  </a:lnTo>
                  <a:cubicBezTo>
                    <a:pt x="16653" y="10674"/>
                    <a:pt x="16690" y="10624"/>
                    <a:pt x="16690" y="10563"/>
                  </a:cubicBezTo>
                  <a:cubicBezTo>
                    <a:pt x="16690" y="9909"/>
                    <a:pt x="16628" y="9254"/>
                    <a:pt x="16505" y="8612"/>
                  </a:cubicBezTo>
                  <a:cubicBezTo>
                    <a:pt x="15776" y="4625"/>
                    <a:pt x="12962" y="1342"/>
                    <a:pt x="9123" y="9"/>
                  </a:cubicBezTo>
                  <a:cubicBezTo>
                    <a:pt x="9113" y="4"/>
                    <a:pt x="9101" y="1"/>
                    <a:pt x="90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169"/>
            <p:cNvSpPr/>
            <p:nvPr/>
          </p:nvSpPr>
          <p:spPr>
            <a:xfrm>
              <a:off x="7194245" y="2985914"/>
              <a:ext cx="1019232" cy="1088574"/>
            </a:xfrm>
            <a:custGeom>
              <a:avLst/>
              <a:gdLst/>
              <a:ahLst/>
              <a:cxnLst/>
              <a:rect l="l" t="t" r="r" b="b"/>
              <a:pathLst>
                <a:path w="24047" h="25683" extrusionOk="0">
                  <a:moveTo>
                    <a:pt x="15640" y="1"/>
                  </a:moveTo>
                  <a:lnTo>
                    <a:pt x="14825" y="1198"/>
                  </a:lnTo>
                  <a:cubicBezTo>
                    <a:pt x="20862" y="4951"/>
                    <a:pt x="22565" y="12962"/>
                    <a:pt x="18578" y="18825"/>
                  </a:cubicBezTo>
                  <a:cubicBezTo>
                    <a:pt x="16159" y="22402"/>
                    <a:pt x="12221" y="24318"/>
                    <a:pt x="8220" y="24318"/>
                  </a:cubicBezTo>
                  <a:cubicBezTo>
                    <a:pt x="5649" y="24318"/>
                    <a:pt x="3051" y="23526"/>
                    <a:pt x="815" y="21874"/>
                  </a:cubicBezTo>
                  <a:lnTo>
                    <a:pt x="0" y="23084"/>
                  </a:lnTo>
                  <a:cubicBezTo>
                    <a:pt x="2461" y="24840"/>
                    <a:pt x="5292" y="25682"/>
                    <a:pt x="8094" y="25682"/>
                  </a:cubicBezTo>
                  <a:cubicBezTo>
                    <a:pt x="12560" y="25682"/>
                    <a:pt x="16952" y="23543"/>
                    <a:pt x="19652" y="19554"/>
                  </a:cubicBezTo>
                  <a:cubicBezTo>
                    <a:pt x="24046" y="13073"/>
                    <a:pt x="22232" y="4235"/>
                    <a:pt x="156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169"/>
            <p:cNvSpPr/>
            <p:nvPr/>
          </p:nvSpPr>
          <p:spPr>
            <a:xfrm>
              <a:off x="7188990" y="2981209"/>
              <a:ext cx="1014527" cy="1097729"/>
            </a:xfrm>
            <a:custGeom>
              <a:avLst/>
              <a:gdLst/>
              <a:ahLst/>
              <a:cxnLst/>
              <a:rect l="l" t="t" r="r" b="b"/>
              <a:pathLst>
                <a:path w="23936" h="25899" extrusionOk="0">
                  <a:moveTo>
                    <a:pt x="15801" y="272"/>
                  </a:moveTo>
                  <a:cubicBezTo>
                    <a:pt x="22220" y="4519"/>
                    <a:pt x="23936" y="13196"/>
                    <a:pt x="19615" y="19566"/>
                  </a:cubicBezTo>
                  <a:cubicBezTo>
                    <a:pt x="16946" y="23513"/>
                    <a:pt x="12588" y="25635"/>
                    <a:pt x="8155" y="25635"/>
                  </a:cubicBezTo>
                  <a:cubicBezTo>
                    <a:pt x="5436" y="25635"/>
                    <a:pt x="2688" y="24837"/>
                    <a:pt x="285" y="23170"/>
                  </a:cubicBezTo>
                  <a:lnTo>
                    <a:pt x="976" y="22158"/>
                  </a:lnTo>
                  <a:cubicBezTo>
                    <a:pt x="3107" y="23658"/>
                    <a:pt x="5637" y="24448"/>
                    <a:pt x="8211" y="24448"/>
                  </a:cubicBezTo>
                  <a:cubicBezTo>
                    <a:pt x="8963" y="24448"/>
                    <a:pt x="9718" y="24381"/>
                    <a:pt x="10469" y="24244"/>
                  </a:cubicBezTo>
                  <a:cubicBezTo>
                    <a:pt x="15542" y="23318"/>
                    <a:pt x="19541" y="19393"/>
                    <a:pt x="20566" y="14332"/>
                  </a:cubicBezTo>
                  <a:cubicBezTo>
                    <a:pt x="21590" y="9271"/>
                    <a:pt x="19430" y="4111"/>
                    <a:pt x="15110" y="1285"/>
                  </a:cubicBezTo>
                  <a:lnTo>
                    <a:pt x="15801" y="272"/>
                  </a:lnTo>
                  <a:close/>
                  <a:moveTo>
                    <a:pt x="15771" y="1"/>
                  </a:moveTo>
                  <a:cubicBezTo>
                    <a:pt x="15731" y="1"/>
                    <a:pt x="15690" y="17"/>
                    <a:pt x="15665" y="50"/>
                  </a:cubicBezTo>
                  <a:lnTo>
                    <a:pt x="14851" y="1248"/>
                  </a:lnTo>
                  <a:cubicBezTo>
                    <a:pt x="14838" y="1272"/>
                    <a:pt x="14826" y="1309"/>
                    <a:pt x="14838" y="1334"/>
                  </a:cubicBezTo>
                  <a:cubicBezTo>
                    <a:pt x="14838" y="1371"/>
                    <a:pt x="14863" y="1396"/>
                    <a:pt x="14888" y="1408"/>
                  </a:cubicBezTo>
                  <a:cubicBezTo>
                    <a:pt x="17776" y="3272"/>
                    <a:pt x="19764" y="6234"/>
                    <a:pt x="20381" y="9617"/>
                  </a:cubicBezTo>
                  <a:cubicBezTo>
                    <a:pt x="21282" y="14579"/>
                    <a:pt x="19085" y="19591"/>
                    <a:pt x="14826" y="22294"/>
                  </a:cubicBezTo>
                  <a:cubicBezTo>
                    <a:pt x="12799" y="23580"/>
                    <a:pt x="10499" y="24218"/>
                    <a:pt x="8202" y="24218"/>
                  </a:cubicBezTo>
                  <a:cubicBezTo>
                    <a:pt x="5673" y="24218"/>
                    <a:pt x="3149" y="23444"/>
                    <a:pt x="1001" y="21911"/>
                  </a:cubicBezTo>
                  <a:cubicBezTo>
                    <a:pt x="981" y="21897"/>
                    <a:pt x="958" y="21890"/>
                    <a:pt x="935" y="21890"/>
                  </a:cubicBezTo>
                  <a:cubicBezTo>
                    <a:pt x="899" y="21890"/>
                    <a:pt x="863" y="21906"/>
                    <a:pt x="840" y="21936"/>
                  </a:cubicBezTo>
                  <a:lnTo>
                    <a:pt x="26" y="23133"/>
                  </a:lnTo>
                  <a:cubicBezTo>
                    <a:pt x="1" y="23183"/>
                    <a:pt x="13" y="23257"/>
                    <a:pt x="63" y="23294"/>
                  </a:cubicBezTo>
                  <a:cubicBezTo>
                    <a:pt x="2420" y="24985"/>
                    <a:pt x="5259" y="25898"/>
                    <a:pt x="8173" y="25898"/>
                  </a:cubicBezTo>
                  <a:cubicBezTo>
                    <a:pt x="9024" y="25898"/>
                    <a:pt x="9876" y="25812"/>
                    <a:pt x="10728" y="25664"/>
                  </a:cubicBezTo>
                  <a:cubicBezTo>
                    <a:pt x="18356" y="24257"/>
                    <a:pt x="23417" y="16949"/>
                    <a:pt x="22035" y="9308"/>
                  </a:cubicBezTo>
                  <a:cubicBezTo>
                    <a:pt x="21356" y="5481"/>
                    <a:pt x="19097" y="2112"/>
                    <a:pt x="15826" y="13"/>
                  </a:cubicBezTo>
                  <a:cubicBezTo>
                    <a:pt x="15809" y="5"/>
                    <a:pt x="15790" y="1"/>
                    <a:pt x="157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169"/>
            <p:cNvSpPr/>
            <p:nvPr/>
          </p:nvSpPr>
          <p:spPr>
            <a:xfrm>
              <a:off x="7739950" y="2915554"/>
              <a:ext cx="173185" cy="193996"/>
            </a:xfrm>
            <a:custGeom>
              <a:avLst/>
              <a:gdLst/>
              <a:ahLst/>
              <a:cxnLst/>
              <a:rect l="l" t="t" r="r" b="b"/>
              <a:pathLst>
                <a:path w="4086" h="4577" extrusionOk="0">
                  <a:moveTo>
                    <a:pt x="2885" y="0"/>
                  </a:moveTo>
                  <a:cubicBezTo>
                    <a:pt x="2553" y="0"/>
                    <a:pt x="2229" y="156"/>
                    <a:pt x="2025" y="451"/>
                  </a:cubicBezTo>
                  <a:lnTo>
                    <a:pt x="333" y="2920"/>
                  </a:lnTo>
                  <a:cubicBezTo>
                    <a:pt x="0" y="3401"/>
                    <a:pt x="111" y="4056"/>
                    <a:pt x="593" y="4389"/>
                  </a:cubicBezTo>
                  <a:cubicBezTo>
                    <a:pt x="776" y="4516"/>
                    <a:pt x="984" y="4576"/>
                    <a:pt x="1190" y="4576"/>
                  </a:cubicBezTo>
                  <a:cubicBezTo>
                    <a:pt x="1525" y="4576"/>
                    <a:pt x="1855" y="4416"/>
                    <a:pt x="2062" y="4117"/>
                  </a:cubicBezTo>
                  <a:lnTo>
                    <a:pt x="3753" y="1649"/>
                  </a:lnTo>
                  <a:cubicBezTo>
                    <a:pt x="4086" y="1180"/>
                    <a:pt x="3975" y="513"/>
                    <a:pt x="3493" y="192"/>
                  </a:cubicBezTo>
                  <a:cubicBezTo>
                    <a:pt x="3307" y="63"/>
                    <a:pt x="3094" y="0"/>
                    <a:pt x="28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169"/>
            <p:cNvSpPr/>
            <p:nvPr/>
          </p:nvSpPr>
          <p:spPr>
            <a:xfrm>
              <a:off x="7726853" y="2908900"/>
              <a:ext cx="192597" cy="205271"/>
            </a:xfrm>
            <a:custGeom>
              <a:avLst/>
              <a:gdLst/>
              <a:ahLst/>
              <a:cxnLst/>
              <a:rect l="l" t="t" r="r" b="b"/>
              <a:pathLst>
                <a:path w="4544" h="4843" extrusionOk="0">
                  <a:moveTo>
                    <a:pt x="3198" y="275"/>
                  </a:moveTo>
                  <a:cubicBezTo>
                    <a:pt x="3395" y="275"/>
                    <a:pt x="3580" y="324"/>
                    <a:pt x="3741" y="435"/>
                  </a:cubicBezTo>
                  <a:cubicBezTo>
                    <a:pt x="4160" y="732"/>
                    <a:pt x="4272" y="1312"/>
                    <a:pt x="3975" y="1744"/>
                  </a:cubicBezTo>
                  <a:lnTo>
                    <a:pt x="2272" y="4213"/>
                  </a:lnTo>
                  <a:cubicBezTo>
                    <a:pt x="2068" y="4490"/>
                    <a:pt x="1802" y="4606"/>
                    <a:pt x="1541" y="4606"/>
                  </a:cubicBezTo>
                  <a:cubicBezTo>
                    <a:pt x="886" y="4606"/>
                    <a:pt x="261" y="3875"/>
                    <a:pt x="729" y="3151"/>
                  </a:cubicBezTo>
                  <a:lnTo>
                    <a:pt x="2432" y="682"/>
                  </a:lnTo>
                  <a:cubicBezTo>
                    <a:pt x="2568" y="472"/>
                    <a:pt x="2790" y="337"/>
                    <a:pt x="3037" y="287"/>
                  </a:cubicBezTo>
                  <a:cubicBezTo>
                    <a:pt x="3086" y="275"/>
                    <a:pt x="3148" y="275"/>
                    <a:pt x="3198" y="275"/>
                  </a:cubicBezTo>
                  <a:close/>
                  <a:moveTo>
                    <a:pt x="3212" y="1"/>
                  </a:moveTo>
                  <a:cubicBezTo>
                    <a:pt x="2831" y="1"/>
                    <a:pt x="2458" y="192"/>
                    <a:pt x="2235" y="546"/>
                  </a:cubicBezTo>
                  <a:lnTo>
                    <a:pt x="531" y="3015"/>
                  </a:lnTo>
                  <a:cubicBezTo>
                    <a:pt x="0" y="3781"/>
                    <a:pt x="556" y="4842"/>
                    <a:pt x="1494" y="4842"/>
                  </a:cubicBezTo>
                  <a:cubicBezTo>
                    <a:pt x="1877" y="4842"/>
                    <a:pt x="2235" y="4657"/>
                    <a:pt x="2457" y="4336"/>
                  </a:cubicBezTo>
                  <a:lnTo>
                    <a:pt x="4160" y="1867"/>
                  </a:lnTo>
                  <a:cubicBezTo>
                    <a:pt x="4543" y="1337"/>
                    <a:pt x="4420" y="584"/>
                    <a:pt x="3876" y="213"/>
                  </a:cubicBezTo>
                  <a:cubicBezTo>
                    <a:pt x="3673" y="70"/>
                    <a:pt x="3441" y="1"/>
                    <a:pt x="3212" y="1"/>
                  </a:cubicBezTo>
                  <a:close/>
                </a:path>
              </a:pathLst>
            </a:custGeom>
            <a:solidFill>
              <a:srgbClr val="272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169"/>
            <p:cNvSpPr/>
            <p:nvPr/>
          </p:nvSpPr>
          <p:spPr>
            <a:xfrm>
              <a:off x="7750377" y="2915554"/>
              <a:ext cx="163309" cy="130080"/>
            </a:xfrm>
            <a:custGeom>
              <a:avLst/>
              <a:gdLst/>
              <a:ahLst/>
              <a:cxnLst/>
              <a:rect l="l" t="t" r="r" b="b"/>
              <a:pathLst>
                <a:path w="3853" h="3069" extrusionOk="0">
                  <a:moveTo>
                    <a:pt x="2639" y="0"/>
                  </a:moveTo>
                  <a:cubicBezTo>
                    <a:pt x="2307" y="0"/>
                    <a:pt x="1983" y="156"/>
                    <a:pt x="1779" y="451"/>
                  </a:cubicBezTo>
                  <a:lnTo>
                    <a:pt x="87" y="2920"/>
                  </a:lnTo>
                  <a:cubicBezTo>
                    <a:pt x="50" y="2969"/>
                    <a:pt x="26" y="3019"/>
                    <a:pt x="1" y="3068"/>
                  </a:cubicBezTo>
                  <a:lnTo>
                    <a:pt x="1198" y="1352"/>
                  </a:lnTo>
                  <a:cubicBezTo>
                    <a:pt x="1421" y="1024"/>
                    <a:pt x="1729" y="886"/>
                    <a:pt x="2034" y="886"/>
                  </a:cubicBezTo>
                  <a:cubicBezTo>
                    <a:pt x="2724" y="886"/>
                    <a:pt x="3395" y="1596"/>
                    <a:pt x="3001" y="2402"/>
                  </a:cubicBezTo>
                  <a:lnTo>
                    <a:pt x="3519" y="1661"/>
                  </a:lnTo>
                  <a:cubicBezTo>
                    <a:pt x="3852" y="1180"/>
                    <a:pt x="3729" y="513"/>
                    <a:pt x="3247" y="192"/>
                  </a:cubicBezTo>
                  <a:cubicBezTo>
                    <a:pt x="3061" y="63"/>
                    <a:pt x="2848" y="0"/>
                    <a:pt x="26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169"/>
            <p:cNvSpPr/>
            <p:nvPr/>
          </p:nvSpPr>
          <p:spPr>
            <a:xfrm>
              <a:off x="7744655" y="2909281"/>
              <a:ext cx="174796" cy="141057"/>
            </a:xfrm>
            <a:custGeom>
              <a:avLst/>
              <a:gdLst/>
              <a:ahLst/>
              <a:cxnLst/>
              <a:rect l="l" t="t" r="r" b="b"/>
              <a:pathLst>
                <a:path w="4124" h="3328" extrusionOk="0">
                  <a:moveTo>
                    <a:pt x="2775" y="269"/>
                  </a:moveTo>
                  <a:cubicBezTo>
                    <a:pt x="2960" y="269"/>
                    <a:pt x="3146" y="324"/>
                    <a:pt x="3308" y="439"/>
                  </a:cubicBezTo>
                  <a:cubicBezTo>
                    <a:pt x="3740" y="723"/>
                    <a:pt x="3852" y="1315"/>
                    <a:pt x="3555" y="1735"/>
                  </a:cubicBezTo>
                  <a:lnTo>
                    <a:pt x="3358" y="2031"/>
                  </a:lnTo>
                  <a:cubicBezTo>
                    <a:pt x="3321" y="1414"/>
                    <a:pt x="2802" y="920"/>
                    <a:pt x="2185" y="920"/>
                  </a:cubicBezTo>
                  <a:cubicBezTo>
                    <a:pt x="2123" y="920"/>
                    <a:pt x="2049" y="932"/>
                    <a:pt x="1975" y="945"/>
                  </a:cubicBezTo>
                  <a:cubicBezTo>
                    <a:pt x="1914" y="957"/>
                    <a:pt x="1852" y="970"/>
                    <a:pt x="1790" y="994"/>
                  </a:cubicBezTo>
                  <a:lnTo>
                    <a:pt x="2012" y="673"/>
                  </a:lnTo>
                  <a:cubicBezTo>
                    <a:pt x="2194" y="408"/>
                    <a:pt x="2482" y="269"/>
                    <a:pt x="2775" y="269"/>
                  </a:cubicBezTo>
                  <a:close/>
                  <a:moveTo>
                    <a:pt x="2798" y="0"/>
                  </a:moveTo>
                  <a:cubicBezTo>
                    <a:pt x="2415" y="0"/>
                    <a:pt x="2040" y="189"/>
                    <a:pt x="1815" y="537"/>
                  </a:cubicBezTo>
                  <a:lnTo>
                    <a:pt x="111" y="3006"/>
                  </a:lnTo>
                  <a:cubicBezTo>
                    <a:pt x="87" y="3056"/>
                    <a:pt x="50" y="3105"/>
                    <a:pt x="25" y="3154"/>
                  </a:cubicBezTo>
                  <a:cubicBezTo>
                    <a:pt x="0" y="3216"/>
                    <a:pt x="25" y="3278"/>
                    <a:pt x="74" y="3315"/>
                  </a:cubicBezTo>
                  <a:cubicBezTo>
                    <a:pt x="87" y="3327"/>
                    <a:pt x="111" y="3327"/>
                    <a:pt x="136" y="3327"/>
                  </a:cubicBezTo>
                  <a:cubicBezTo>
                    <a:pt x="173" y="3327"/>
                    <a:pt x="198" y="3303"/>
                    <a:pt x="222" y="3278"/>
                  </a:cubicBezTo>
                  <a:lnTo>
                    <a:pt x="1407" y="1550"/>
                  </a:lnTo>
                  <a:cubicBezTo>
                    <a:pt x="1607" y="1256"/>
                    <a:pt x="1883" y="1132"/>
                    <a:pt x="2155" y="1132"/>
                  </a:cubicBezTo>
                  <a:cubicBezTo>
                    <a:pt x="2775" y="1132"/>
                    <a:pt x="3376" y="1771"/>
                    <a:pt x="3024" y="2500"/>
                  </a:cubicBezTo>
                  <a:cubicBezTo>
                    <a:pt x="2982" y="2586"/>
                    <a:pt x="3052" y="2660"/>
                    <a:pt x="3128" y="2660"/>
                  </a:cubicBezTo>
                  <a:cubicBezTo>
                    <a:pt x="3161" y="2660"/>
                    <a:pt x="3196" y="2645"/>
                    <a:pt x="3222" y="2611"/>
                  </a:cubicBezTo>
                  <a:lnTo>
                    <a:pt x="3740" y="1871"/>
                  </a:lnTo>
                  <a:cubicBezTo>
                    <a:pt x="4123" y="1328"/>
                    <a:pt x="4000" y="587"/>
                    <a:pt x="3456" y="204"/>
                  </a:cubicBezTo>
                  <a:cubicBezTo>
                    <a:pt x="3254" y="66"/>
                    <a:pt x="3025" y="0"/>
                    <a:pt x="2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169"/>
            <p:cNvSpPr/>
            <p:nvPr/>
          </p:nvSpPr>
          <p:spPr>
            <a:xfrm>
              <a:off x="7127786" y="3833235"/>
              <a:ext cx="173736" cy="193996"/>
            </a:xfrm>
            <a:custGeom>
              <a:avLst/>
              <a:gdLst/>
              <a:ahLst/>
              <a:cxnLst/>
              <a:rect l="l" t="t" r="r" b="b"/>
              <a:pathLst>
                <a:path w="4099" h="4577" extrusionOk="0">
                  <a:moveTo>
                    <a:pt x="2885" y="1"/>
                  </a:moveTo>
                  <a:cubicBezTo>
                    <a:pt x="2554" y="1"/>
                    <a:pt x="2229" y="157"/>
                    <a:pt x="2025" y="451"/>
                  </a:cubicBezTo>
                  <a:lnTo>
                    <a:pt x="334" y="2920"/>
                  </a:lnTo>
                  <a:cubicBezTo>
                    <a:pt x="1" y="3402"/>
                    <a:pt x="124" y="4056"/>
                    <a:pt x="606" y="4389"/>
                  </a:cubicBezTo>
                  <a:cubicBezTo>
                    <a:pt x="784" y="4516"/>
                    <a:pt x="991" y="4577"/>
                    <a:pt x="1197" y="4577"/>
                  </a:cubicBezTo>
                  <a:cubicBezTo>
                    <a:pt x="1532" y="4577"/>
                    <a:pt x="1863" y="4416"/>
                    <a:pt x="2062" y="4118"/>
                  </a:cubicBezTo>
                  <a:lnTo>
                    <a:pt x="3766" y="1649"/>
                  </a:lnTo>
                  <a:cubicBezTo>
                    <a:pt x="4099" y="1167"/>
                    <a:pt x="3975" y="513"/>
                    <a:pt x="3494" y="192"/>
                  </a:cubicBezTo>
                  <a:cubicBezTo>
                    <a:pt x="3307" y="63"/>
                    <a:pt x="3095" y="1"/>
                    <a:pt x="28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169"/>
            <p:cNvSpPr/>
            <p:nvPr/>
          </p:nvSpPr>
          <p:spPr>
            <a:xfrm>
              <a:off x="7115240" y="3826962"/>
              <a:ext cx="193106" cy="204889"/>
            </a:xfrm>
            <a:custGeom>
              <a:avLst/>
              <a:gdLst/>
              <a:ahLst/>
              <a:cxnLst/>
              <a:rect l="l" t="t" r="r" b="b"/>
              <a:pathLst>
                <a:path w="4556" h="4834" extrusionOk="0">
                  <a:moveTo>
                    <a:pt x="3210" y="266"/>
                  </a:moveTo>
                  <a:cubicBezTo>
                    <a:pt x="3963" y="266"/>
                    <a:pt x="4407" y="1118"/>
                    <a:pt x="3975" y="1735"/>
                  </a:cubicBezTo>
                  <a:lnTo>
                    <a:pt x="2284" y="4204"/>
                  </a:lnTo>
                  <a:cubicBezTo>
                    <a:pt x="2100" y="4472"/>
                    <a:pt x="1803" y="4611"/>
                    <a:pt x="1504" y="4611"/>
                  </a:cubicBezTo>
                  <a:cubicBezTo>
                    <a:pt x="1320" y="4611"/>
                    <a:pt x="1135" y="4559"/>
                    <a:pt x="976" y="4451"/>
                  </a:cubicBezTo>
                  <a:cubicBezTo>
                    <a:pt x="544" y="4154"/>
                    <a:pt x="445" y="3562"/>
                    <a:pt x="741" y="3142"/>
                  </a:cubicBezTo>
                  <a:lnTo>
                    <a:pt x="2432" y="673"/>
                  </a:lnTo>
                  <a:cubicBezTo>
                    <a:pt x="2605" y="414"/>
                    <a:pt x="2901" y="266"/>
                    <a:pt x="3210" y="266"/>
                  </a:cubicBezTo>
                  <a:close/>
                  <a:moveTo>
                    <a:pt x="3221" y="1"/>
                  </a:moveTo>
                  <a:cubicBezTo>
                    <a:pt x="2835" y="1"/>
                    <a:pt x="2459" y="189"/>
                    <a:pt x="2235" y="538"/>
                  </a:cubicBezTo>
                  <a:lnTo>
                    <a:pt x="531" y="3006"/>
                  </a:lnTo>
                  <a:cubicBezTo>
                    <a:pt x="0" y="3784"/>
                    <a:pt x="556" y="4833"/>
                    <a:pt x="1494" y="4833"/>
                  </a:cubicBezTo>
                  <a:cubicBezTo>
                    <a:pt x="1877" y="4833"/>
                    <a:pt x="2235" y="4648"/>
                    <a:pt x="2457" y="4340"/>
                  </a:cubicBezTo>
                  <a:lnTo>
                    <a:pt x="4160" y="1871"/>
                  </a:lnTo>
                  <a:cubicBezTo>
                    <a:pt x="4555" y="1340"/>
                    <a:pt x="4432" y="587"/>
                    <a:pt x="3889" y="204"/>
                  </a:cubicBezTo>
                  <a:cubicBezTo>
                    <a:pt x="3682" y="67"/>
                    <a:pt x="3450" y="1"/>
                    <a:pt x="3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169"/>
            <p:cNvSpPr/>
            <p:nvPr/>
          </p:nvSpPr>
          <p:spPr>
            <a:xfrm>
              <a:off x="7127786" y="3847095"/>
              <a:ext cx="109396" cy="179755"/>
            </a:xfrm>
            <a:custGeom>
              <a:avLst/>
              <a:gdLst/>
              <a:ahLst/>
              <a:cxnLst/>
              <a:rect l="l" t="t" r="r" b="b"/>
              <a:pathLst>
                <a:path w="2581" h="4241" extrusionOk="0">
                  <a:moveTo>
                    <a:pt x="2136" y="1"/>
                  </a:moveTo>
                  <a:lnTo>
                    <a:pt x="2136" y="1"/>
                  </a:lnTo>
                  <a:cubicBezTo>
                    <a:pt x="2099" y="38"/>
                    <a:pt x="2062" y="87"/>
                    <a:pt x="2037" y="124"/>
                  </a:cubicBezTo>
                  <a:lnTo>
                    <a:pt x="334" y="2593"/>
                  </a:lnTo>
                  <a:cubicBezTo>
                    <a:pt x="1" y="3075"/>
                    <a:pt x="124" y="3729"/>
                    <a:pt x="606" y="4062"/>
                  </a:cubicBezTo>
                  <a:cubicBezTo>
                    <a:pt x="787" y="4183"/>
                    <a:pt x="991" y="4241"/>
                    <a:pt x="1193" y="4241"/>
                  </a:cubicBezTo>
                  <a:cubicBezTo>
                    <a:pt x="1527" y="4241"/>
                    <a:pt x="1854" y="4083"/>
                    <a:pt x="2062" y="3791"/>
                  </a:cubicBezTo>
                  <a:lnTo>
                    <a:pt x="2581" y="3038"/>
                  </a:lnTo>
                  <a:lnTo>
                    <a:pt x="2581" y="3038"/>
                  </a:lnTo>
                  <a:cubicBezTo>
                    <a:pt x="2353" y="3281"/>
                    <a:pt x="2087" y="3383"/>
                    <a:pt x="1829" y="3383"/>
                  </a:cubicBezTo>
                  <a:cubicBezTo>
                    <a:pt x="1079" y="3383"/>
                    <a:pt x="400" y="2516"/>
                    <a:pt x="951" y="1717"/>
                  </a:cubicBezTo>
                  <a:lnTo>
                    <a:pt x="21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169"/>
            <p:cNvSpPr/>
            <p:nvPr/>
          </p:nvSpPr>
          <p:spPr>
            <a:xfrm>
              <a:off x="7115240" y="3842347"/>
              <a:ext cx="127960" cy="189503"/>
            </a:xfrm>
            <a:custGeom>
              <a:avLst/>
              <a:gdLst/>
              <a:ahLst/>
              <a:cxnLst/>
              <a:rect l="l" t="t" r="r" b="b"/>
              <a:pathLst>
                <a:path w="3019" h="4471" extrusionOk="0">
                  <a:moveTo>
                    <a:pt x="951" y="2458"/>
                  </a:moveTo>
                  <a:cubicBezTo>
                    <a:pt x="951" y="2520"/>
                    <a:pt x="951" y="2582"/>
                    <a:pt x="963" y="2643"/>
                  </a:cubicBezTo>
                  <a:cubicBezTo>
                    <a:pt x="1076" y="3216"/>
                    <a:pt x="1569" y="3610"/>
                    <a:pt x="2120" y="3610"/>
                  </a:cubicBezTo>
                  <a:cubicBezTo>
                    <a:pt x="2235" y="3610"/>
                    <a:pt x="2352" y="3593"/>
                    <a:pt x="2469" y="3557"/>
                  </a:cubicBezTo>
                  <a:lnTo>
                    <a:pt x="2469" y="3557"/>
                  </a:lnTo>
                  <a:lnTo>
                    <a:pt x="2272" y="3841"/>
                  </a:lnTo>
                  <a:cubicBezTo>
                    <a:pt x="2088" y="4100"/>
                    <a:pt x="1796" y="4242"/>
                    <a:pt x="1498" y="4242"/>
                  </a:cubicBezTo>
                  <a:cubicBezTo>
                    <a:pt x="1314" y="4242"/>
                    <a:pt x="1128" y="4188"/>
                    <a:pt x="963" y="4075"/>
                  </a:cubicBezTo>
                  <a:cubicBezTo>
                    <a:pt x="544" y="3779"/>
                    <a:pt x="432" y="3199"/>
                    <a:pt x="729" y="2779"/>
                  </a:cubicBezTo>
                  <a:lnTo>
                    <a:pt x="951" y="2458"/>
                  </a:lnTo>
                  <a:close/>
                  <a:moveTo>
                    <a:pt x="2428" y="0"/>
                  </a:moveTo>
                  <a:cubicBezTo>
                    <a:pt x="2396" y="0"/>
                    <a:pt x="2366" y="12"/>
                    <a:pt x="2346" y="39"/>
                  </a:cubicBezTo>
                  <a:cubicBezTo>
                    <a:pt x="2309" y="76"/>
                    <a:pt x="2272" y="125"/>
                    <a:pt x="2235" y="175"/>
                  </a:cubicBezTo>
                  <a:lnTo>
                    <a:pt x="531" y="2643"/>
                  </a:lnTo>
                  <a:cubicBezTo>
                    <a:pt x="0" y="3421"/>
                    <a:pt x="556" y="4470"/>
                    <a:pt x="1494" y="4470"/>
                  </a:cubicBezTo>
                  <a:cubicBezTo>
                    <a:pt x="1877" y="4470"/>
                    <a:pt x="2235" y="4285"/>
                    <a:pt x="2445" y="3964"/>
                  </a:cubicBezTo>
                  <a:lnTo>
                    <a:pt x="2963" y="3224"/>
                  </a:lnTo>
                  <a:cubicBezTo>
                    <a:pt x="3018" y="3132"/>
                    <a:pt x="2950" y="3040"/>
                    <a:pt x="2871" y="3040"/>
                  </a:cubicBezTo>
                  <a:cubicBezTo>
                    <a:pt x="2844" y="3040"/>
                    <a:pt x="2815" y="3050"/>
                    <a:pt x="2790" y="3075"/>
                  </a:cubicBezTo>
                  <a:cubicBezTo>
                    <a:pt x="2585" y="3294"/>
                    <a:pt x="2345" y="3385"/>
                    <a:pt x="2114" y="3385"/>
                  </a:cubicBezTo>
                  <a:cubicBezTo>
                    <a:pt x="1442" y="3385"/>
                    <a:pt x="838" y="2610"/>
                    <a:pt x="1334" y="1903"/>
                  </a:cubicBezTo>
                  <a:lnTo>
                    <a:pt x="2531" y="187"/>
                  </a:lnTo>
                  <a:cubicBezTo>
                    <a:pt x="2556" y="125"/>
                    <a:pt x="2543" y="64"/>
                    <a:pt x="2506" y="27"/>
                  </a:cubicBezTo>
                  <a:cubicBezTo>
                    <a:pt x="2483" y="9"/>
                    <a:pt x="2455" y="0"/>
                    <a:pt x="24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8" name="Google Shape;4728;p169"/>
          <p:cNvGrpSpPr/>
          <p:nvPr/>
        </p:nvGrpSpPr>
        <p:grpSpPr>
          <a:xfrm>
            <a:off x="442323" y="278500"/>
            <a:ext cx="615195" cy="485584"/>
            <a:chOff x="442323" y="278500"/>
            <a:chExt cx="615195" cy="485584"/>
          </a:xfrm>
        </p:grpSpPr>
        <p:sp>
          <p:nvSpPr>
            <p:cNvPr id="4729" name="Google Shape;4729;p169"/>
            <p:cNvSpPr/>
            <p:nvPr/>
          </p:nvSpPr>
          <p:spPr>
            <a:xfrm>
              <a:off x="443044" y="278500"/>
              <a:ext cx="597423" cy="485104"/>
            </a:xfrm>
            <a:custGeom>
              <a:avLst/>
              <a:gdLst/>
              <a:ahLst/>
              <a:cxnLst/>
              <a:rect l="l" t="t" r="r" b="b"/>
              <a:pathLst>
                <a:path w="9950" h="8079" extrusionOk="0">
                  <a:moveTo>
                    <a:pt x="7409" y="1"/>
                  </a:moveTo>
                  <a:cubicBezTo>
                    <a:pt x="7193" y="1"/>
                    <a:pt x="6952" y="72"/>
                    <a:pt x="6654" y="183"/>
                  </a:cubicBezTo>
                  <a:cubicBezTo>
                    <a:pt x="5876" y="454"/>
                    <a:pt x="5086" y="689"/>
                    <a:pt x="4333" y="1047"/>
                  </a:cubicBezTo>
                  <a:cubicBezTo>
                    <a:pt x="2852" y="1738"/>
                    <a:pt x="1506" y="2688"/>
                    <a:pt x="346" y="3849"/>
                  </a:cubicBezTo>
                  <a:cubicBezTo>
                    <a:pt x="210" y="3960"/>
                    <a:pt x="99" y="4120"/>
                    <a:pt x="50" y="4281"/>
                  </a:cubicBezTo>
                  <a:cubicBezTo>
                    <a:pt x="0" y="4503"/>
                    <a:pt x="99" y="4737"/>
                    <a:pt x="198" y="4947"/>
                  </a:cubicBezTo>
                  <a:cubicBezTo>
                    <a:pt x="223" y="4984"/>
                    <a:pt x="235" y="5021"/>
                    <a:pt x="260" y="5058"/>
                  </a:cubicBezTo>
                  <a:cubicBezTo>
                    <a:pt x="544" y="5663"/>
                    <a:pt x="865" y="6256"/>
                    <a:pt x="1210" y="6824"/>
                  </a:cubicBezTo>
                  <a:cubicBezTo>
                    <a:pt x="1519" y="7305"/>
                    <a:pt x="1889" y="7774"/>
                    <a:pt x="2432" y="7972"/>
                  </a:cubicBezTo>
                  <a:cubicBezTo>
                    <a:pt x="2629" y="8048"/>
                    <a:pt x="2834" y="8078"/>
                    <a:pt x="3041" y="8078"/>
                  </a:cubicBezTo>
                  <a:cubicBezTo>
                    <a:pt x="3405" y="8078"/>
                    <a:pt x="3777" y="7983"/>
                    <a:pt x="4123" y="7873"/>
                  </a:cubicBezTo>
                  <a:cubicBezTo>
                    <a:pt x="5901" y="7330"/>
                    <a:pt x="7530" y="6416"/>
                    <a:pt x="8913" y="5182"/>
                  </a:cubicBezTo>
                  <a:cubicBezTo>
                    <a:pt x="9419" y="4737"/>
                    <a:pt x="9913" y="4194"/>
                    <a:pt x="9937" y="3515"/>
                  </a:cubicBezTo>
                  <a:cubicBezTo>
                    <a:pt x="9950" y="2923"/>
                    <a:pt x="9604" y="2404"/>
                    <a:pt x="9258" y="1923"/>
                  </a:cubicBezTo>
                  <a:lnTo>
                    <a:pt x="8481" y="812"/>
                  </a:lnTo>
                  <a:cubicBezTo>
                    <a:pt x="8431" y="763"/>
                    <a:pt x="8394" y="713"/>
                    <a:pt x="8357" y="652"/>
                  </a:cubicBezTo>
                  <a:cubicBezTo>
                    <a:pt x="8025" y="177"/>
                    <a:pt x="7749" y="1"/>
                    <a:pt x="74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169"/>
            <p:cNvSpPr/>
            <p:nvPr/>
          </p:nvSpPr>
          <p:spPr>
            <a:xfrm>
              <a:off x="756521" y="495974"/>
              <a:ext cx="129211" cy="119550"/>
            </a:xfrm>
            <a:custGeom>
              <a:avLst/>
              <a:gdLst/>
              <a:ahLst/>
              <a:cxnLst/>
              <a:rect l="l" t="t" r="r" b="b"/>
              <a:pathLst>
                <a:path w="2152" h="1991" extrusionOk="0">
                  <a:moveTo>
                    <a:pt x="1104" y="0"/>
                  </a:moveTo>
                  <a:cubicBezTo>
                    <a:pt x="837" y="0"/>
                    <a:pt x="565" y="109"/>
                    <a:pt x="359" y="350"/>
                  </a:cubicBezTo>
                  <a:cubicBezTo>
                    <a:pt x="1" y="757"/>
                    <a:pt x="50" y="1387"/>
                    <a:pt x="458" y="1745"/>
                  </a:cubicBezTo>
                  <a:cubicBezTo>
                    <a:pt x="657" y="1915"/>
                    <a:pt x="886" y="1991"/>
                    <a:pt x="1110" y="1991"/>
                  </a:cubicBezTo>
                  <a:cubicBezTo>
                    <a:pt x="1649" y="1991"/>
                    <a:pt x="2152" y="1550"/>
                    <a:pt x="2099" y="930"/>
                  </a:cubicBezTo>
                  <a:cubicBezTo>
                    <a:pt x="2060" y="357"/>
                    <a:pt x="1589" y="0"/>
                    <a:pt x="1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169"/>
            <p:cNvSpPr/>
            <p:nvPr/>
          </p:nvSpPr>
          <p:spPr>
            <a:xfrm>
              <a:off x="748416" y="498256"/>
              <a:ext cx="129752" cy="75837"/>
            </a:xfrm>
            <a:custGeom>
              <a:avLst/>
              <a:gdLst/>
              <a:ahLst/>
              <a:cxnLst/>
              <a:rect l="l" t="t" r="r" b="b"/>
              <a:pathLst>
                <a:path w="2161" h="1263" extrusionOk="0">
                  <a:moveTo>
                    <a:pt x="1178" y="1"/>
                  </a:moveTo>
                  <a:cubicBezTo>
                    <a:pt x="582" y="1"/>
                    <a:pt x="0" y="538"/>
                    <a:pt x="198" y="1263"/>
                  </a:cubicBezTo>
                  <a:cubicBezTo>
                    <a:pt x="574" y="1012"/>
                    <a:pt x="990" y="905"/>
                    <a:pt x="1418" y="905"/>
                  </a:cubicBezTo>
                  <a:cubicBezTo>
                    <a:pt x="1663" y="905"/>
                    <a:pt x="1913" y="940"/>
                    <a:pt x="2160" y="1003"/>
                  </a:cubicBezTo>
                  <a:cubicBezTo>
                    <a:pt x="2160" y="806"/>
                    <a:pt x="2099" y="608"/>
                    <a:pt x="1988" y="448"/>
                  </a:cubicBezTo>
                  <a:cubicBezTo>
                    <a:pt x="1778" y="135"/>
                    <a:pt x="1476" y="1"/>
                    <a:pt x="11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169"/>
            <p:cNvSpPr/>
            <p:nvPr/>
          </p:nvSpPr>
          <p:spPr>
            <a:xfrm>
              <a:off x="560125" y="387237"/>
              <a:ext cx="228342" cy="114986"/>
            </a:xfrm>
            <a:custGeom>
              <a:avLst/>
              <a:gdLst/>
              <a:ahLst/>
              <a:cxnLst/>
              <a:rect l="l" t="t" r="r" b="b"/>
              <a:pathLst>
                <a:path w="3803" h="1915" extrusionOk="0">
                  <a:moveTo>
                    <a:pt x="1512" y="0"/>
                  </a:moveTo>
                  <a:cubicBezTo>
                    <a:pt x="979" y="0"/>
                    <a:pt x="428" y="435"/>
                    <a:pt x="1" y="705"/>
                  </a:cubicBezTo>
                  <a:lnTo>
                    <a:pt x="1791" y="1791"/>
                  </a:lnTo>
                  <a:cubicBezTo>
                    <a:pt x="1889" y="1853"/>
                    <a:pt x="1988" y="1890"/>
                    <a:pt x="2099" y="1914"/>
                  </a:cubicBezTo>
                  <a:cubicBezTo>
                    <a:pt x="2210" y="1914"/>
                    <a:pt x="2321" y="1877"/>
                    <a:pt x="2408" y="1840"/>
                  </a:cubicBezTo>
                  <a:cubicBezTo>
                    <a:pt x="2889" y="1630"/>
                    <a:pt x="3358" y="1396"/>
                    <a:pt x="3803" y="1149"/>
                  </a:cubicBezTo>
                  <a:lnTo>
                    <a:pt x="3803" y="1149"/>
                  </a:lnTo>
                  <a:cubicBezTo>
                    <a:pt x="3786" y="1157"/>
                    <a:pt x="3766" y="1162"/>
                    <a:pt x="3742" y="1162"/>
                  </a:cubicBezTo>
                  <a:cubicBezTo>
                    <a:pt x="3355" y="1162"/>
                    <a:pt x="2039" y="83"/>
                    <a:pt x="1667" y="13"/>
                  </a:cubicBezTo>
                  <a:cubicBezTo>
                    <a:pt x="1616" y="5"/>
                    <a:pt x="1564" y="0"/>
                    <a:pt x="1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169"/>
            <p:cNvSpPr/>
            <p:nvPr/>
          </p:nvSpPr>
          <p:spPr>
            <a:xfrm>
              <a:off x="634997" y="414857"/>
              <a:ext cx="54999" cy="50618"/>
            </a:xfrm>
            <a:custGeom>
              <a:avLst/>
              <a:gdLst/>
              <a:ahLst/>
              <a:cxnLst/>
              <a:rect l="l" t="t" r="r" b="b"/>
              <a:pathLst>
                <a:path w="916" h="843" extrusionOk="0">
                  <a:moveTo>
                    <a:pt x="472" y="1"/>
                  </a:moveTo>
                  <a:cubicBezTo>
                    <a:pt x="361" y="1"/>
                    <a:pt x="248" y="46"/>
                    <a:pt x="161" y="146"/>
                  </a:cubicBezTo>
                  <a:cubicBezTo>
                    <a:pt x="1" y="319"/>
                    <a:pt x="25" y="590"/>
                    <a:pt x="198" y="738"/>
                  </a:cubicBezTo>
                  <a:cubicBezTo>
                    <a:pt x="281" y="811"/>
                    <a:pt x="378" y="843"/>
                    <a:pt x="472" y="843"/>
                  </a:cubicBezTo>
                  <a:cubicBezTo>
                    <a:pt x="701" y="843"/>
                    <a:pt x="916" y="655"/>
                    <a:pt x="889" y="393"/>
                  </a:cubicBezTo>
                  <a:cubicBezTo>
                    <a:pt x="873" y="153"/>
                    <a:pt x="676" y="1"/>
                    <a:pt x="472" y="1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169"/>
            <p:cNvSpPr/>
            <p:nvPr/>
          </p:nvSpPr>
          <p:spPr>
            <a:xfrm>
              <a:off x="644664" y="359077"/>
              <a:ext cx="167519" cy="96432"/>
            </a:xfrm>
            <a:custGeom>
              <a:avLst/>
              <a:gdLst/>
              <a:ahLst/>
              <a:cxnLst/>
              <a:rect l="l" t="t" r="r" b="b"/>
              <a:pathLst>
                <a:path w="2790" h="1606" extrusionOk="0">
                  <a:moveTo>
                    <a:pt x="494" y="1"/>
                  </a:moveTo>
                  <a:lnTo>
                    <a:pt x="0" y="297"/>
                  </a:lnTo>
                  <a:lnTo>
                    <a:pt x="2407" y="1606"/>
                  </a:lnTo>
                  <a:lnTo>
                    <a:pt x="2790" y="1272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169"/>
            <p:cNvSpPr/>
            <p:nvPr/>
          </p:nvSpPr>
          <p:spPr>
            <a:xfrm>
              <a:off x="442323" y="279160"/>
              <a:ext cx="615195" cy="484923"/>
            </a:xfrm>
            <a:custGeom>
              <a:avLst/>
              <a:gdLst/>
              <a:ahLst/>
              <a:cxnLst/>
              <a:rect l="l" t="t" r="r" b="b"/>
              <a:pathLst>
                <a:path w="10246" h="8076" extrusionOk="0">
                  <a:moveTo>
                    <a:pt x="7098" y="172"/>
                  </a:moveTo>
                  <a:cubicBezTo>
                    <a:pt x="7197" y="172"/>
                    <a:pt x="7271" y="172"/>
                    <a:pt x="7345" y="184"/>
                  </a:cubicBezTo>
                  <a:cubicBezTo>
                    <a:pt x="7363" y="187"/>
                    <a:pt x="7381" y="188"/>
                    <a:pt x="7398" y="188"/>
                  </a:cubicBezTo>
                  <a:cubicBezTo>
                    <a:pt x="7415" y="188"/>
                    <a:pt x="7432" y="187"/>
                    <a:pt x="7448" y="187"/>
                  </a:cubicBezTo>
                  <a:cubicBezTo>
                    <a:pt x="7481" y="187"/>
                    <a:pt x="7511" y="190"/>
                    <a:pt x="7542" y="209"/>
                  </a:cubicBezTo>
                  <a:cubicBezTo>
                    <a:pt x="7604" y="246"/>
                    <a:pt x="7690" y="209"/>
                    <a:pt x="7764" y="258"/>
                  </a:cubicBezTo>
                  <a:cubicBezTo>
                    <a:pt x="7839" y="295"/>
                    <a:pt x="7913" y="320"/>
                    <a:pt x="7987" y="344"/>
                  </a:cubicBezTo>
                  <a:lnTo>
                    <a:pt x="8011" y="406"/>
                  </a:lnTo>
                  <a:cubicBezTo>
                    <a:pt x="8110" y="406"/>
                    <a:pt x="8159" y="505"/>
                    <a:pt x="8234" y="542"/>
                  </a:cubicBezTo>
                  <a:cubicBezTo>
                    <a:pt x="8258" y="591"/>
                    <a:pt x="8283" y="641"/>
                    <a:pt x="8295" y="678"/>
                  </a:cubicBezTo>
                  <a:cubicBezTo>
                    <a:pt x="8295" y="764"/>
                    <a:pt x="8271" y="863"/>
                    <a:pt x="8234" y="937"/>
                  </a:cubicBezTo>
                  <a:cubicBezTo>
                    <a:pt x="8221" y="974"/>
                    <a:pt x="8184" y="986"/>
                    <a:pt x="8172" y="1011"/>
                  </a:cubicBezTo>
                  <a:cubicBezTo>
                    <a:pt x="8147" y="1048"/>
                    <a:pt x="8147" y="1110"/>
                    <a:pt x="8110" y="1134"/>
                  </a:cubicBezTo>
                  <a:cubicBezTo>
                    <a:pt x="8085" y="1171"/>
                    <a:pt x="8061" y="1184"/>
                    <a:pt x="8048" y="1208"/>
                  </a:cubicBezTo>
                  <a:cubicBezTo>
                    <a:pt x="7987" y="1270"/>
                    <a:pt x="7937" y="1332"/>
                    <a:pt x="7888" y="1394"/>
                  </a:cubicBezTo>
                  <a:cubicBezTo>
                    <a:pt x="7863" y="1443"/>
                    <a:pt x="7764" y="1431"/>
                    <a:pt x="7764" y="1517"/>
                  </a:cubicBezTo>
                  <a:cubicBezTo>
                    <a:pt x="7764" y="1517"/>
                    <a:pt x="7752" y="1529"/>
                    <a:pt x="7740" y="1529"/>
                  </a:cubicBezTo>
                  <a:lnTo>
                    <a:pt x="7616" y="1591"/>
                  </a:lnTo>
                  <a:cubicBezTo>
                    <a:pt x="7592" y="1616"/>
                    <a:pt x="7592" y="1628"/>
                    <a:pt x="7579" y="1665"/>
                  </a:cubicBezTo>
                  <a:lnTo>
                    <a:pt x="7382" y="1752"/>
                  </a:lnTo>
                  <a:lnTo>
                    <a:pt x="7357" y="1813"/>
                  </a:lnTo>
                  <a:lnTo>
                    <a:pt x="7061" y="1937"/>
                  </a:lnTo>
                  <a:lnTo>
                    <a:pt x="7024" y="2011"/>
                  </a:lnTo>
                  <a:lnTo>
                    <a:pt x="6839" y="2085"/>
                  </a:lnTo>
                  <a:cubicBezTo>
                    <a:pt x="6826" y="2110"/>
                    <a:pt x="6814" y="2134"/>
                    <a:pt x="6802" y="2159"/>
                  </a:cubicBezTo>
                  <a:lnTo>
                    <a:pt x="6654" y="2221"/>
                  </a:lnTo>
                  <a:cubicBezTo>
                    <a:pt x="6654" y="2245"/>
                    <a:pt x="6641" y="2258"/>
                    <a:pt x="6629" y="2295"/>
                  </a:cubicBezTo>
                  <a:cubicBezTo>
                    <a:pt x="6567" y="2319"/>
                    <a:pt x="6493" y="2344"/>
                    <a:pt x="6431" y="2369"/>
                  </a:cubicBezTo>
                  <a:cubicBezTo>
                    <a:pt x="6419" y="2393"/>
                    <a:pt x="6419" y="2418"/>
                    <a:pt x="6407" y="2443"/>
                  </a:cubicBezTo>
                  <a:lnTo>
                    <a:pt x="6234" y="2517"/>
                  </a:lnTo>
                  <a:cubicBezTo>
                    <a:pt x="6221" y="2492"/>
                    <a:pt x="6209" y="2468"/>
                    <a:pt x="6197" y="2455"/>
                  </a:cubicBezTo>
                  <a:cubicBezTo>
                    <a:pt x="6135" y="2431"/>
                    <a:pt x="6073" y="2393"/>
                    <a:pt x="6024" y="2356"/>
                  </a:cubicBezTo>
                  <a:cubicBezTo>
                    <a:pt x="5962" y="2307"/>
                    <a:pt x="5901" y="2282"/>
                    <a:pt x="5826" y="2270"/>
                  </a:cubicBezTo>
                  <a:cubicBezTo>
                    <a:pt x="5752" y="2245"/>
                    <a:pt x="5728" y="2171"/>
                    <a:pt x="5654" y="2147"/>
                  </a:cubicBezTo>
                  <a:cubicBezTo>
                    <a:pt x="5543" y="2122"/>
                    <a:pt x="5431" y="2073"/>
                    <a:pt x="5333" y="1986"/>
                  </a:cubicBezTo>
                  <a:cubicBezTo>
                    <a:pt x="5296" y="1949"/>
                    <a:pt x="5222" y="1937"/>
                    <a:pt x="5160" y="1912"/>
                  </a:cubicBezTo>
                  <a:cubicBezTo>
                    <a:pt x="5111" y="1887"/>
                    <a:pt x="5049" y="1887"/>
                    <a:pt x="5024" y="1850"/>
                  </a:cubicBezTo>
                  <a:cubicBezTo>
                    <a:pt x="4987" y="1801"/>
                    <a:pt x="4925" y="1764"/>
                    <a:pt x="4864" y="1752"/>
                  </a:cubicBezTo>
                  <a:cubicBezTo>
                    <a:pt x="4802" y="1739"/>
                    <a:pt x="4777" y="1678"/>
                    <a:pt x="4728" y="1653"/>
                  </a:cubicBezTo>
                  <a:cubicBezTo>
                    <a:pt x="4641" y="1616"/>
                    <a:pt x="4555" y="1591"/>
                    <a:pt x="4469" y="1554"/>
                  </a:cubicBezTo>
                  <a:cubicBezTo>
                    <a:pt x="4432" y="1443"/>
                    <a:pt x="4308" y="1468"/>
                    <a:pt x="4234" y="1418"/>
                  </a:cubicBezTo>
                  <a:cubicBezTo>
                    <a:pt x="4209" y="1406"/>
                    <a:pt x="4185" y="1394"/>
                    <a:pt x="4160" y="1381"/>
                  </a:cubicBezTo>
                  <a:cubicBezTo>
                    <a:pt x="4148" y="1369"/>
                    <a:pt x="4160" y="1344"/>
                    <a:pt x="4148" y="1307"/>
                  </a:cubicBezTo>
                  <a:cubicBezTo>
                    <a:pt x="4382" y="1208"/>
                    <a:pt x="4617" y="1110"/>
                    <a:pt x="4851" y="999"/>
                  </a:cubicBezTo>
                  <a:lnTo>
                    <a:pt x="4888" y="937"/>
                  </a:lnTo>
                  <a:lnTo>
                    <a:pt x="5580" y="641"/>
                  </a:lnTo>
                  <a:lnTo>
                    <a:pt x="5641" y="665"/>
                  </a:lnTo>
                  <a:lnTo>
                    <a:pt x="5851" y="579"/>
                  </a:lnTo>
                  <a:lnTo>
                    <a:pt x="5876" y="530"/>
                  </a:lnTo>
                  <a:lnTo>
                    <a:pt x="6221" y="369"/>
                  </a:lnTo>
                  <a:lnTo>
                    <a:pt x="6296" y="394"/>
                  </a:lnTo>
                  <a:lnTo>
                    <a:pt x="6542" y="295"/>
                  </a:lnTo>
                  <a:lnTo>
                    <a:pt x="6616" y="320"/>
                  </a:lnTo>
                  <a:lnTo>
                    <a:pt x="6863" y="221"/>
                  </a:lnTo>
                  <a:lnTo>
                    <a:pt x="6925" y="246"/>
                  </a:lnTo>
                  <a:lnTo>
                    <a:pt x="7098" y="172"/>
                  </a:lnTo>
                  <a:close/>
                  <a:moveTo>
                    <a:pt x="3765" y="1480"/>
                  </a:moveTo>
                  <a:lnTo>
                    <a:pt x="4629" y="1838"/>
                  </a:lnTo>
                  <a:cubicBezTo>
                    <a:pt x="4641" y="1850"/>
                    <a:pt x="4654" y="1875"/>
                    <a:pt x="4666" y="1875"/>
                  </a:cubicBezTo>
                  <a:cubicBezTo>
                    <a:pt x="4753" y="1924"/>
                    <a:pt x="4851" y="1961"/>
                    <a:pt x="4950" y="2011"/>
                  </a:cubicBezTo>
                  <a:cubicBezTo>
                    <a:pt x="4950" y="2023"/>
                    <a:pt x="4962" y="2036"/>
                    <a:pt x="4975" y="2060"/>
                  </a:cubicBezTo>
                  <a:lnTo>
                    <a:pt x="5246" y="2171"/>
                  </a:lnTo>
                  <a:cubicBezTo>
                    <a:pt x="5246" y="2184"/>
                    <a:pt x="5259" y="2196"/>
                    <a:pt x="5271" y="2221"/>
                  </a:cubicBezTo>
                  <a:cubicBezTo>
                    <a:pt x="5320" y="2245"/>
                    <a:pt x="5382" y="2270"/>
                    <a:pt x="5444" y="2282"/>
                  </a:cubicBezTo>
                  <a:cubicBezTo>
                    <a:pt x="5493" y="2307"/>
                    <a:pt x="5518" y="2369"/>
                    <a:pt x="5580" y="2393"/>
                  </a:cubicBezTo>
                  <a:cubicBezTo>
                    <a:pt x="5641" y="2393"/>
                    <a:pt x="5703" y="2431"/>
                    <a:pt x="5740" y="2480"/>
                  </a:cubicBezTo>
                  <a:cubicBezTo>
                    <a:pt x="5765" y="2529"/>
                    <a:pt x="5851" y="2517"/>
                    <a:pt x="5888" y="2566"/>
                  </a:cubicBezTo>
                  <a:cubicBezTo>
                    <a:pt x="5925" y="2628"/>
                    <a:pt x="5999" y="2616"/>
                    <a:pt x="6036" y="2665"/>
                  </a:cubicBezTo>
                  <a:cubicBezTo>
                    <a:pt x="6036" y="2665"/>
                    <a:pt x="6036" y="2677"/>
                    <a:pt x="6024" y="2690"/>
                  </a:cubicBezTo>
                  <a:lnTo>
                    <a:pt x="5826" y="2764"/>
                  </a:lnTo>
                  <a:lnTo>
                    <a:pt x="5789" y="2850"/>
                  </a:lnTo>
                  <a:lnTo>
                    <a:pt x="5728" y="2863"/>
                  </a:lnTo>
                  <a:lnTo>
                    <a:pt x="5703" y="2801"/>
                  </a:lnTo>
                  <a:cubicBezTo>
                    <a:pt x="5530" y="2739"/>
                    <a:pt x="5357" y="2653"/>
                    <a:pt x="5209" y="2566"/>
                  </a:cubicBezTo>
                  <a:cubicBezTo>
                    <a:pt x="5123" y="2492"/>
                    <a:pt x="4987" y="2492"/>
                    <a:pt x="4901" y="2418"/>
                  </a:cubicBezTo>
                  <a:cubicBezTo>
                    <a:pt x="4814" y="2344"/>
                    <a:pt x="4691" y="2332"/>
                    <a:pt x="4592" y="2258"/>
                  </a:cubicBezTo>
                  <a:cubicBezTo>
                    <a:pt x="4592" y="2258"/>
                    <a:pt x="4580" y="2233"/>
                    <a:pt x="4567" y="2221"/>
                  </a:cubicBezTo>
                  <a:lnTo>
                    <a:pt x="4296" y="2110"/>
                  </a:lnTo>
                  <a:cubicBezTo>
                    <a:pt x="4246" y="2011"/>
                    <a:pt x="4135" y="2023"/>
                    <a:pt x="4061" y="1961"/>
                  </a:cubicBezTo>
                  <a:lnTo>
                    <a:pt x="4037" y="1912"/>
                  </a:lnTo>
                  <a:lnTo>
                    <a:pt x="3666" y="1764"/>
                  </a:lnTo>
                  <a:cubicBezTo>
                    <a:pt x="3592" y="1715"/>
                    <a:pt x="3568" y="1690"/>
                    <a:pt x="3530" y="1665"/>
                  </a:cubicBezTo>
                  <a:cubicBezTo>
                    <a:pt x="3530" y="1665"/>
                    <a:pt x="3530" y="1653"/>
                    <a:pt x="3543" y="1640"/>
                  </a:cubicBezTo>
                  <a:lnTo>
                    <a:pt x="3716" y="1566"/>
                  </a:lnTo>
                  <a:cubicBezTo>
                    <a:pt x="3728" y="1554"/>
                    <a:pt x="3740" y="1542"/>
                    <a:pt x="3753" y="1529"/>
                  </a:cubicBezTo>
                  <a:lnTo>
                    <a:pt x="3765" y="1480"/>
                  </a:lnTo>
                  <a:close/>
                  <a:moveTo>
                    <a:pt x="3382" y="1764"/>
                  </a:moveTo>
                  <a:cubicBezTo>
                    <a:pt x="3469" y="1875"/>
                    <a:pt x="3605" y="1875"/>
                    <a:pt x="3703" y="1949"/>
                  </a:cubicBezTo>
                  <a:lnTo>
                    <a:pt x="3728" y="1986"/>
                  </a:lnTo>
                  <a:cubicBezTo>
                    <a:pt x="3790" y="2011"/>
                    <a:pt x="3864" y="2036"/>
                    <a:pt x="3925" y="2073"/>
                  </a:cubicBezTo>
                  <a:cubicBezTo>
                    <a:pt x="3975" y="2085"/>
                    <a:pt x="4037" y="2110"/>
                    <a:pt x="4074" y="2159"/>
                  </a:cubicBezTo>
                  <a:cubicBezTo>
                    <a:pt x="4135" y="2208"/>
                    <a:pt x="4197" y="2221"/>
                    <a:pt x="4259" y="2245"/>
                  </a:cubicBezTo>
                  <a:cubicBezTo>
                    <a:pt x="4320" y="2282"/>
                    <a:pt x="4345" y="2332"/>
                    <a:pt x="4407" y="2356"/>
                  </a:cubicBezTo>
                  <a:cubicBezTo>
                    <a:pt x="4469" y="2369"/>
                    <a:pt x="4543" y="2393"/>
                    <a:pt x="4604" y="2431"/>
                  </a:cubicBezTo>
                  <a:lnTo>
                    <a:pt x="4629" y="2468"/>
                  </a:lnTo>
                  <a:cubicBezTo>
                    <a:pt x="4728" y="2517"/>
                    <a:pt x="4827" y="2566"/>
                    <a:pt x="4938" y="2628"/>
                  </a:cubicBezTo>
                  <a:cubicBezTo>
                    <a:pt x="5024" y="2690"/>
                    <a:pt x="5123" y="2727"/>
                    <a:pt x="5222" y="2751"/>
                  </a:cubicBezTo>
                  <a:cubicBezTo>
                    <a:pt x="5333" y="2788"/>
                    <a:pt x="5394" y="2887"/>
                    <a:pt x="5518" y="2912"/>
                  </a:cubicBezTo>
                  <a:cubicBezTo>
                    <a:pt x="5493" y="2986"/>
                    <a:pt x="5382" y="2961"/>
                    <a:pt x="5382" y="3060"/>
                  </a:cubicBezTo>
                  <a:lnTo>
                    <a:pt x="5073" y="3196"/>
                  </a:lnTo>
                  <a:cubicBezTo>
                    <a:pt x="5061" y="3221"/>
                    <a:pt x="5049" y="3233"/>
                    <a:pt x="5049" y="3258"/>
                  </a:cubicBezTo>
                  <a:lnTo>
                    <a:pt x="4308" y="3566"/>
                  </a:lnTo>
                  <a:lnTo>
                    <a:pt x="4271" y="3640"/>
                  </a:lnTo>
                  <a:lnTo>
                    <a:pt x="4086" y="3727"/>
                  </a:lnTo>
                  <a:cubicBezTo>
                    <a:pt x="4000" y="3702"/>
                    <a:pt x="3925" y="3665"/>
                    <a:pt x="3864" y="3603"/>
                  </a:cubicBezTo>
                  <a:cubicBezTo>
                    <a:pt x="3790" y="3554"/>
                    <a:pt x="3679" y="3541"/>
                    <a:pt x="3629" y="3467"/>
                  </a:cubicBezTo>
                  <a:cubicBezTo>
                    <a:pt x="3530" y="3467"/>
                    <a:pt x="3493" y="3344"/>
                    <a:pt x="3407" y="3332"/>
                  </a:cubicBezTo>
                  <a:cubicBezTo>
                    <a:pt x="3308" y="3319"/>
                    <a:pt x="3271" y="3233"/>
                    <a:pt x="3185" y="3196"/>
                  </a:cubicBezTo>
                  <a:cubicBezTo>
                    <a:pt x="3098" y="3171"/>
                    <a:pt x="3074" y="3085"/>
                    <a:pt x="2987" y="3085"/>
                  </a:cubicBezTo>
                  <a:cubicBezTo>
                    <a:pt x="2901" y="3072"/>
                    <a:pt x="2876" y="3011"/>
                    <a:pt x="2827" y="2974"/>
                  </a:cubicBezTo>
                  <a:cubicBezTo>
                    <a:pt x="2765" y="2937"/>
                    <a:pt x="2765" y="2887"/>
                    <a:pt x="2703" y="2887"/>
                  </a:cubicBezTo>
                  <a:cubicBezTo>
                    <a:pt x="2642" y="2875"/>
                    <a:pt x="2629" y="2813"/>
                    <a:pt x="2580" y="2788"/>
                  </a:cubicBezTo>
                  <a:cubicBezTo>
                    <a:pt x="2543" y="2764"/>
                    <a:pt x="2432" y="2764"/>
                    <a:pt x="2382" y="2677"/>
                  </a:cubicBezTo>
                  <a:lnTo>
                    <a:pt x="2136" y="2566"/>
                  </a:lnTo>
                  <a:cubicBezTo>
                    <a:pt x="2123" y="2566"/>
                    <a:pt x="2123" y="2554"/>
                    <a:pt x="2111" y="2542"/>
                  </a:cubicBezTo>
                  <a:cubicBezTo>
                    <a:pt x="2148" y="2517"/>
                    <a:pt x="2185" y="2468"/>
                    <a:pt x="2210" y="2431"/>
                  </a:cubicBezTo>
                  <a:lnTo>
                    <a:pt x="2395" y="2344"/>
                  </a:lnTo>
                  <a:lnTo>
                    <a:pt x="2420" y="2282"/>
                  </a:lnTo>
                  <a:lnTo>
                    <a:pt x="2568" y="2221"/>
                  </a:lnTo>
                  <a:lnTo>
                    <a:pt x="2617" y="2134"/>
                  </a:lnTo>
                  <a:lnTo>
                    <a:pt x="2852" y="2036"/>
                  </a:lnTo>
                  <a:cubicBezTo>
                    <a:pt x="2864" y="2011"/>
                    <a:pt x="2864" y="1998"/>
                    <a:pt x="2876" y="1974"/>
                  </a:cubicBezTo>
                  <a:lnTo>
                    <a:pt x="3308" y="1789"/>
                  </a:lnTo>
                  <a:cubicBezTo>
                    <a:pt x="3333" y="1776"/>
                    <a:pt x="3345" y="1776"/>
                    <a:pt x="3370" y="1764"/>
                  </a:cubicBezTo>
                  <a:close/>
                  <a:moveTo>
                    <a:pt x="1950" y="2653"/>
                  </a:moveTo>
                  <a:cubicBezTo>
                    <a:pt x="1975" y="2677"/>
                    <a:pt x="2012" y="2714"/>
                    <a:pt x="2049" y="2727"/>
                  </a:cubicBezTo>
                  <a:cubicBezTo>
                    <a:pt x="2136" y="2751"/>
                    <a:pt x="2185" y="2850"/>
                    <a:pt x="2284" y="2863"/>
                  </a:cubicBezTo>
                  <a:cubicBezTo>
                    <a:pt x="2321" y="2924"/>
                    <a:pt x="2382" y="2937"/>
                    <a:pt x="2432" y="2974"/>
                  </a:cubicBezTo>
                  <a:cubicBezTo>
                    <a:pt x="2481" y="2998"/>
                    <a:pt x="2531" y="3060"/>
                    <a:pt x="2605" y="3072"/>
                  </a:cubicBezTo>
                  <a:cubicBezTo>
                    <a:pt x="2666" y="3085"/>
                    <a:pt x="2703" y="3146"/>
                    <a:pt x="2753" y="3171"/>
                  </a:cubicBezTo>
                  <a:cubicBezTo>
                    <a:pt x="2815" y="3208"/>
                    <a:pt x="2913" y="3233"/>
                    <a:pt x="2975" y="3307"/>
                  </a:cubicBezTo>
                  <a:cubicBezTo>
                    <a:pt x="3049" y="3381"/>
                    <a:pt x="3148" y="3332"/>
                    <a:pt x="3197" y="3430"/>
                  </a:cubicBezTo>
                  <a:lnTo>
                    <a:pt x="3370" y="3504"/>
                  </a:lnTo>
                  <a:cubicBezTo>
                    <a:pt x="3419" y="3529"/>
                    <a:pt x="3432" y="3578"/>
                    <a:pt x="3481" y="3603"/>
                  </a:cubicBezTo>
                  <a:cubicBezTo>
                    <a:pt x="3543" y="3616"/>
                    <a:pt x="3605" y="3628"/>
                    <a:pt x="3642" y="3677"/>
                  </a:cubicBezTo>
                  <a:cubicBezTo>
                    <a:pt x="3666" y="3739"/>
                    <a:pt x="3753" y="3727"/>
                    <a:pt x="3790" y="3776"/>
                  </a:cubicBezTo>
                  <a:cubicBezTo>
                    <a:pt x="3790" y="3801"/>
                    <a:pt x="3790" y="3813"/>
                    <a:pt x="3802" y="3850"/>
                  </a:cubicBezTo>
                  <a:lnTo>
                    <a:pt x="1864" y="4665"/>
                  </a:lnTo>
                  <a:lnTo>
                    <a:pt x="1790" y="4640"/>
                  </a:lnTo>
                  <a:lnTo>
                    <a:pt x="1691" y="4677"/>
                  </a:lnTo>
                  <a:lnTo>
                    <a:pt x="1617" y="4652"/>
                  </a:lnTo>
                  <a:lnTo>
                    <a:pt x="1370" y="4751"/>
                  </a:lnTo>
                  <a:lnTo>
                    <a:pt x="1296" y="4726"/>
                  </a:lnTo>
                  <a:cubicBezTo>
                    <a:pt x="1247" y="4776"/>
                    <a:pt x="1185" y="4776"/>
                    <a:pt x="1123" y="4776"/>
                  </a:cubicBezTo>
                  <a:cubicBezTo>
                    <a:pt x="1062" y="4776"/>
                    <a:pt x="1000" y="4776"/>
                    <a:pt x="951" y="4825"/>
                  </a:cubicBezTo>
                  <a:cubicBezTo>
                    <a:pt x="864" y="4788"/>
                    <a:pt x="778" y="4825"/>
                    <a:pt x="704" y="4776"/>
                  </a:cubicBezTo>
                  <a:cubicBezTo>
                    <a:pt x="630" y="4739"/>
                    <a:pt x="556" y="4714"/>
                    <a:pt x="482" y="4689"/>
                  </a:cubicBezTo>
                  <a:lnTo>
                    <a:pt x="259" y="4504"/>
                  </a:lnTo>
                  <a:cubicBezTo>
                    <a:pt x="259" y="4443"/>
                    <a:pt x="272" y="4393"/>
                    <a:pt x="272" y="4344"/>
                  </a:cubicBezTo>
                  <a:cubicBezTo>
                    <a:pt x="272" y="4294"/>
                    <a:pt x="346" y="4270"/>
                    <a:pt x="358" y="4220"/>
                  </a:cubicBezTo>
                  <a:cubicBezTo>
                    <a:pt x="370" y="4208"/>
                    <a:pt x="383" y="4196"/>
                    <a:pt x="383" y="4171"/>
                  </a:cubicBezTo>
                  <a:cubicBezTo>
                    <a:pt x="383" y="4122"/>
                    <a:pt x="457" y="4109"/>
                    <a:pt x="469" y="4060"/>
                  </a:cubicBezTo>
                  <a:cubicBezTo>
                    <a:pt x="494" y="3998"/>
                    <a:pt x="494" y="3949"/>
                    <a:pt x="556" y="3936"/>
                  </a:cubicBezTo>
                  <a:cubicBezTo>
                    <a:pt x="593" y="3862"/>
                    <a:pt x="654" y="3825"/>
                    <a:pt x="704" y="3764"/>
                  </a:cubicBezTo>
                  <a:cubicBezTo>
                    <a:pt x="753" y="3702"/>
                    <a:pt x="790" y="3640"/>
                    <a:pt x="840" y="3591"/>
                  </a:cubicBezTo>
                  <a:cubicBezTo>
                    <a:pt x="889" y="3529"/>
                    <a:pt x="951" y="3467"/>
                    <a:pt x="1012" y="3430"/>
                  </a:cubicBezTo>
                  <a:cubicBezTo>
                    <a:pt x="1012" y="3381"/>
                    <a:pt x="1086" y="3381"/>
                    <a:pt x="1086" y="3332"/>
                  </a:cubicBezTo>
                  <a:cubicBezTo>
                    <a:pt x="1099" y="3295"/>
                    <a:pt x="1197" y="3282"/>
                    <a:pt x="1210" y="3245"/>
                  </a:cubicBezTo>
                  <a:cubicBezTo>
                    <a:pt x="1235" y="3171"/>
                    <a:pt x="1309" y="3171"/>
                    <a:pt x="1333" y="3122"/>
                  </a:cubicBezTo>
                  <a:cubicBezTo>
                    <a:pt x="1358" y="3085"/>
                    <a:pt x="1407" y="3060"/>
                    <a:pt x="1444" y="3023"/>
                  </a:cubicBezTo>
                  <a:cubicBezTo>
                    <a:pt x="1481" y="2998"/>
                    <a:pt x="1518" y="2937"/>
                    <a:pt x="1580" y="2912"/>
                  </a:cubicBezTo>
                  <a:cubicBezTo>
                    <a:pt x="1592" y="2912"/>
                    <a:pt x="1605" y="2875"/>
                    <a:pt x="1617" y="2850"/>
                  </a:cubicBezTo>
                  <a:cubicBezTo>
                    <a:pt x="1667" y="2826"/>
                    <a:pt x="1716" y="2801"/>
                    <a:pt x="1765" y="2788"/>
                  </a:cubicBezTo>
                  <a:cubicBezTo>
                    <a:pt x="1778" y="2764"/>
                    <a:pt x="1778" y="2739"/>
                    <a:pt x="1790" y="2714"/>
                  </a:cubicBezTo>
                  <a:lnTo>
                    <a:pt x="1950" y="2653"/>
                  </a:lnTo>
                  <a:close/>
                  <a:moveTo>
                    <a:pt x="8542" y="912"/>
                  </a:moveTo>
                  <a:lnTo>
                    <a:pt x="8653" y="962"/>
                  </a:lnTo>
                  <a:cubicBezTo>
                    <a:pt x="8678" y="1023"/>
                    <a:pt x="8715" y="1097"/>
                    <a:pt x="8740" y="1159"/>
                  </a:cubicBezTo>
                  <a:lnTo>
                    <a:pt x="8801" y="1184"/>
                  </a:lnTo>
                  <a:cubicBezTo>
                    <a:pt x="8838" y="1270"/>
                    <a:pt x="8875" y="1357"/>
                    <a:pt x="8912" y="1431"/>
                  </a:cubicBezTo>
                  <a:lnTo>
                    <a:pt x="8974" y="1455"/>
                  </a:lnTo>
                  <a:lnTo>
                    <a:pt x="9085" y="1702"/>
                  </a:lnTo>
                  <a:lnTo>
                    <a:pt x="9159" y="1739"/>
                  </a:lnTo>
                  <a:lnTo>
                    <a:pt x="9221" y="1887"/>
                  </a:lnTo>
                  <a:lnTo>
                    <a:pt x="9283" y="1912"/>
                  </a:lnTo>
                  <a:cubicBezTo>
                    <a:pt x="9344" y="2048"/>
                    <a:pt x="9406" y="2208"/>
                    <a:pt x="9468" y="2356"/>
                  </a:cubicBezTo>
                  <a:lnTo>
                    <a:pt x="9542" y="2381"/>
                  </a:lnTo>
                  <a:lnTo>
                    <a:pt x="9838" y="3072"/>
                  </a:lnTo>
                  <a:lnTo>
                    <a:pt x="9912" y="3109"/>
                  </a:lnTo>
                  <a:lnTo>
                    <a:pt x="9962" y="3245"/>
                  </a:lnTo>
                  <a:cubicBezTo>
                    <a:pt x="9962" y="3282"/>
                    <a:pt x="9912" y="3319"/>
                    <a:pt x="9962" y="3369"/>
                  </a:cubicBezTo>
                  <a:cubicBezTo>
                    <a:pt x="9912" y="3455"/>
                    <a:pt x="9888" y="3566"/>
                    <a:pt x="9888" y="3665"/>
                  </a:cubicBezTo>
                  <a:cubicBezTo>
                    <a:pt x="9888" y="3739"/>
                    <a:pt x="9875" y="3801"/>
                    <a:pt x="9851" y="3862"/>
                  </a:cubicBezTo>
                  <a:cubicBezTo>
                    <a:pt x="9801" y="3949"/>
                    <a:pt x="9764" y="4048"/>
                    <a:pt x="9739" y="4134"/>
                  </a:cubicBezTo>
                  <a:cubicBezTo>
                    <a:pt x="9702" y="4220"/>
                    <a:pt x="9653" y="4307"/>
                    <a:pt x="9579" y="4368"/>
                  </a:cubicBezTo>
                  <a:cubicBezTo>
                    <a:pt x="9456" y="4529"/>
                    <a:pt x="9320" y="4677"/>
                    <a:pt x="9184" y="4838"/>
                  </a:cubicBezTo>
                  <a:cubicBezTo>
                    <a:pt x="9179" y="4837"/>
                    <a:pt x="9175" y="4837"/>
                    <a:pt x="9170" y="4837"/>
                  </a:cubicBezTo>
                  <a:cubicBezTo>
                    <a:pt x="9082" y="4837"/>
                    <a:pt x="9044" y="4950"/>
                    <a:pt x="8962" y="4986"/>
                  </a:cubicBezTo>
                  <a:cubicBezTo>
                    <a:pt x="8912" y="5010"/>
                    <a:pt x="8912" y="5084"/>
                    <a:pt x="8838" y="5097"/>
                  </a:cubicBezTo>
                  <a:cubicBezTo>
                    <a:pt x="8789" y="5121"/>
                    <a:pt x="8740" y="5171"/>
                    <a:pt x="8727" y="5220"/>
                  </a:cubicBezTo>
                  <a:cubicBezTo>
                    <a:pt x="8690" y="5282"/>
                    <a:pt x="8641" y="5282"/>
                    <a:pt x="8604" y="5319"/>
                  </a:cubicBezTo>
                  <a:cubicBezTo>
                    <a:pt x="8592" y="5344"/>
                    <a:pt x="8579" y="5356"/>
                    <a:pt x="8567" y="5381"/>
                  </a:cubicBezTo>
                  <a:lnTo>
                    <a:pt x="8419" y="5455"/>
                  </a:lnTo>
                  <a:cubicBezTo>
                    <a:pt x="8419" y="5554"/>
                    <a:pt x="8295" y="5529"/>
                    <a:pt x="8271" y="5603"/>
                  </a:cubicBezTo>
                  <a:cubicBezTo>
                    <a:pt x="8258" y="5677"/>
                    <a:pt x="8135" y="5652"/>
                    <a:pt x="8135" y="5751"/>
                  </a:cubicBezTo>
                  <a:lnTo>
                    <a:pt x="7937" y="5837"/>
                  </a:lnTo>
                  <a:cubicBezTo>
                    <a:pt x="7925" y="5874"/>
                    <a:pt x="7913" y="5887"/>
                    <a:pt x="7913" y="5899"/>
                  </a:cubicBezTo>
                  <a:lnTo>
                    <a:pt x="7715" y="5986"/>
                  </a:lnTo>
                  <a:cubicBezTo>
                    <a:pt x="7703" y="6010"/>
                    <a:pt x="7690" y="6035"/>
                    <a:pt x="7678" y="6060"/>
                  </a:cubicBezTo>
                  <a:lnTo>
                    <a:pt x="7481" y="6146"/>
                  </a:lnTo>
                  <a:lnTo>
                    <a:pt x="7456" y="6220"/>
                  </a:lnTo>
                  <a:lnTo>
                    <a:pt x="7258" y="6294"/>
                  </a:lnTo>
                  <a:cubicBezTo>
                    <a:pt x="7246" y="6319"/>
                    <a:pt x="7246" y="6331"/>
                    <a:pt x="7234" y="6368"/>
                  </a:cubicBezTo>
                  <a:lnTo>
                    <a:pt x="6789" y="6553"/>
                  </a:lnTo>
                  <a:lnTo>
                    <a:pt x="6740" y="6640"/>
                  </a:lnTo>
                  <a:lnTo>
                    <a:pt x="6456" y="6751"/>
                  </a:lnTo>
                  <a:cubicBezTo>
                    <a:pt x="6444" y="6776"/>
                    <a:pt x="6444" y="6800"/>
                    <a:pt x="6431" y="6813"/>
                  </a:cubicBezTo>
                  <a:cubicBezTo>
                    <a:pt x="6320" y="6874"/>
                    <a:pt x="6184" y="6911"/>
                    <a:pt x="6086" y="6961"/>
                  </a:cubicBezTo>
                  <a:lnTo>
                    <a:pt x="6061" y="7035"/>
                  </a:lnTo>
                  <a:lnTo>
                    <a:pt x="5073" y="7442"/>
                  </a:lnTo>
                  <a:lnTo>
                    <a:pt x="4999" y="7417"/>
                  </a:lnTo>
                  <a:lnTo>
                    <a:pt x="4555" y="7603"/>
                  </a:lnTo>
                  <a:lnTo>
                    <a:pt x="4481" y="7578"/>
                  </a:lnTo>
                  <a:lnTo>
                    <a:pt x="4234" y="7677"/>
                  </a:lnTo>
                  <a:lnTo>
                    <a:pt x="4172" y="7652"/>
                  </a:lnTo>
                  <a:lnTo>
                    <a:pt x="3876" y="7775"/>
                  </a:lnTo>
                  <a:lnTo>
                    <a:pt x="3802" y="7751"/>
                  </a:lnTo>
                  <a:lnTo>
                    <a:pt x="3654" y="7812"/>
                  </a:lnTo>
                  <a:lnTo>
                    <a:pt x="3592" y="7788"/>
                  </a:lnTo>
                  <a:lnTo>
                    <a:pt x="3481" y="7825"/>
                  </a:lnTo>
                  <a:lnTo>
                    <a:pt x="3419" y="7800"/>
                  </a:lnTo>
                  <a:lnTo>
                    <a:pt x="3321" y="7837"/>
                  </a:lnTo>
                  <a:lnTo>
                    <a:pt x="3247" y="7812"/>
                  </a:lnTo>
                  <a:lnTo>
                    <a:pt x="3173" y="7849"/>
                  </a:lnTo>
                  <a:lnTo>
                    <a:pt x="3049" y="7849"/>
                  </a:lnTo>
                  <a:cubicBezTo>
                    <a:pt x="2998" y="7835"/>
                    <a:pt x="2948" y="7829"/>
                    <a:pt x="2900" y="7829"/>
                  </a:cubicBezTo>
                  <a:cubicBezTo>
                    <a:pt x="2866" y="7829"/>
                    <a:pt x="2833" y="7832"/>
                    <a:pt x="2802" y="7837"/>
                  </a:cubicBezTo>
                  <a:cubicBezTo>
                    <a:pt x="2745" y="7837"/>
                    <a:pt x="2702" y="7785"/>
                    <a:pt x="2651" y="7785"/>
                  </a:cubicBezTo>
                  <a:cubicBezTo>
                    <a:pt x="2636" y="7785"/>
                    <a:pt x="2621" y="7789"/>
                    <a:pt x="2605" y="7800"/>
                  </a:cubicBezTo>
                  <a:cubicBezTo>
                    <a:pt x="2555" y="7775"/>
                    <a:pt x="2506" y="7751"/>
                    <a:pt x="2444" y="7738"/>
                  </a:cubicBezTo>
                  <a:cubicBezTo>
                    <a:pt x="2395" y="7726"/>
                    <a:pt x="2345" y="7726"/>
                    <a:pt x="2296" y="7714"/>
                  </a:cubicBezTo>
                  <a:cubicBezTo>
                    <a:pt x="2296" y="7701"/>
                    <a:pt x="2284" y="7689"/>
                    <a:pt x="2271" y="7664"/>
                  </a:cubicBezTo>
                  <a:lnTo>
                    <a:pt x="2074" y="7590"/>
                  </a:lnTo>
                  <a:cubicBezTo>
                    <a:pt x="2025" y="7541"/>
                    <a:pt x="1975" y="7491"/>
                    <a:pt x="1926" y="7454"/>
                  </a:cubicBezTo>
                  <a:cubicBezTo>
                    <a:pt x="1913" y="7442"/>
                    <a:pt x="1901" y="7430"/>
                    <a:pt x="1876" y="7430"/>
                  </a:cubicBezTo>
                  <a:cubicBezTo>
                    <a:pt x="1864" y="7380"/>
                    <a:pt x="1839" y="7331"/>
                    <a:pt x="1815" y="7269"/>
                  </a:cubicBezTo>
                  <a:lnTo>
                    <a:pt x="1741" y="7245"/>
                  </a:lnTo>
                  <a:lnTo>
                    <a:pt x="1642" y="6998"/>
                  </a:lnTo>
                  <a:lnTo>
                    <a:pt x="1568" y="6961"/>
                  </a:lnTo>
                  <a:lnTo>
                    <a:pt x="1444" y="6677"/>
                  </a:lnTo>
                  <a:lnTo>
                    <a:pt x="1383" y="6640"/>
                  </a:lnTo>
                  <a:cubicBezTo>
                    <a:pt x="1333" y="6529"/>
                    <a:pt x="1284" y="6405"/>
                    <a:pt x="1235" y="6306"/>
                  </a:cubicBezTo>
                  <a:lnTo>
                    <a:pt x="1148" y="6257"/>
                  </a:lnTo>
                  <a:cubicBezTo>
                    <a:pt x="1111" y="6171"/>
                    <a:pt x="1086" y="6097"/>
                    <a:pt x="1049" y="6023"/>
                  </a:cubicBezTo>
                  <a:lnTo>
                    <a:pt x="988" y="5998"/>
                  </a:lnTo>
                  <a:cubicBezTo>
                    <a:pt x="938" y="5899"/>
                    <a:pt x="914" y="5788"/>
                    <a:pt x="852" y="5689"/>
                  </a:cubicBezTo>
                  <a:lnTo>
                    <a:pt x="790" y="5665"/>
                  </a:lnTo>
                  <a:cubicBezTo>
                    <a:pt x="765" y="5603"/>
                    <a:pt x="741" y="5541"/>
                    <a:pt x="716" y="5492"/>
                  </a:cubicBezTo>
                  <a:cubicBezTo>
                    <a:pt x="716" y="5479"/>
                    <a:pt x="691" y="5467"/>
                    <a:pt x="691" y="5455"/>
                  </a:cubicBezTo>
                  <a:lnTo>
                    <a:pt x="630" y="5430"/>
                  </a:lnTo>
                  <a:lnTo>
                    <a:pt x="531" y="5183"/>
                  </a:lnTo>
                  <a:lnTo>
                    <a:pt x="457" y="5159"/>
                  </a:lnTo>
                  <a:cubicBezTo>
                    <a:pt x="457" y="5109"/>
                    <a:pt x="407" y="5072"/>
                    <a:pt x="444" y="5023"/>
                  </a:cubicBezTo>
                  <a:cubicBezTo>
                    <a:pt x="457" y="5010"/>
                    <a:pt x="482" y="5010"/>
                    <a:pt x="506" y="5010"/>
                  </a:cubicBezTo>
                  <a:cubicBezTo>
                    <a:pt x="593" y="5023"/>
                    <a:pt x="667" y="5023"/>
                    <a:pt x="753" y="5035"/>
                  </a:cubicBezTo>
                  <a:cubicBezTo>
                    <a:pt x="794" y="5040"/>
                    <a:pt x="833" y="5043"/>
                    <a:pt x="870" y="5043"/>
                  </a:cubicBezTo>
                  <a:cubicBezTo>
                    <a:pt x="923" y="5043"/>
                    <a:pt x="974" y="5037"/>
                    <a:pt x="1025" y="5023"/>
                  </a:cubicBezTo>
                  <a:cubicBezTo>
                    <a:pt x="1049" y="5023"/>
                    <a:pt x="1074" y="5035"/>
                    <a:pt x="1086" y="5035"/>
                  </a:cubicBezTo>
                  <a:cubicBezTo>
                    <a:pt x="1148" y="5023"/>
                    <a:pt x="1197" y="4986"/>
                    <a:pt x="1247" y="4986"/>
                  </a:cubicBezTo>
                  <a:lnTo>
                    <a:pt x="1296" y="5010"/>
                  </a:lnTo>
                  <a:cubicBezTo>
                    <a:pt x="1383" y="4973"/>
                    <a:pt x="1469" y="4936"/>
                    <a:pt x="1555" y="4912"/>
                  </a:cubicBezTo>
                  <a:lnTo>
                    <a:pt x="1617" y="4936"/>
                  </a:lnTo>
                  <a:lnTo>
                    <a:pt x="1864" y="4825"/>
                  </a:lnTo>
                  <a:lnTo>
                    <a:pt x="1938" y="4862"/>
                  </a:lnTo>
                  <a:lnTo>
                    <a:pt x="2284" y="4714"/>
                  </a:lnTo>
                  <a:lnTo>
                    <a:pt x="2345" y="4739"/>
                  </a:lnTo>
                  <a:lnTo>
                    <a:pt x="3938" y="4060"/>
                  </a:lnTo>
                  <a:cubicBezTo>
                    <a:pt x="3938" y="4048"/>
                    <a:pt x="3950" y="4035"/>
                    <a:pt x="3963" y="3998"/>
                  </a:cubicBezTo>
                  <a:lnTo>
                    <a:pt x="4654" y="3714"/>
                  </a:lnTo>
                  <a:cubicBezTo>
                    <a:pt x="4666" y="3677"/>
                    <a:pt x="4666" y="3665"/>
                    <a:pt x="4678" y="3653"/>
                  </a:cubicBezTo>
                  <a:cubicBezTo>
                    <a:pt x="4777" y="3591"/>
                    <a:pt x="4888" y="3566"/>
                    <a:pt x="4987" y="3504"/>
                  </a:cubicBezTo>
                  <a:lnTo>
                    <a:pt x="5012" y="3443"/>
                  </a:lnTo>
                  <a:lnTo>
                    <a:pt x="5456" y="3258"/>
                  </a:lnTo>
                  <a:cubicBezTo>
                    <a:pt x="5456" y="3258"/>
                    <a:pt x="5456" y="3245"/>
                    <a:pt x="5468" y="3233"/>
                  </a:cubicBezTo>
                  <a:lnTo>
                    <a:pt x="5481" y="3183"/>
                  </a:lnTo>
                  <a:lnTo>
                    <a:pt x="5876" y="3023"/>
                  </a:lnTo>
                  <a:lnTo>
                    <a:pt x="5913" y="2949"/>
                  </a:lnTo>
                  <a:lnTo>
                    <a:pt x="6258" y="2801"/>
                  </a:lnTo>
                  <a:cubicBezTo>
                    <a:pt x="6258" y="2788"/>
                    <a:pt x="6271" y="2764"/>
                    <a:pt x="6283" y="2739"/>
                  </a:cubicBezTo>
                  <a:lnTo>
                    <a:pt x="6629" y="2591"/>
                  </a:lnTo>
                  <a:lnTo>
                    <a:pt x="6654" y="2517"/>
                  </a:lnTo>
                  <a:lnTo>
                    <a:pt x="6900" y="2418"/>
                  </a:lnTo>
                  <a:lnTo>
                    <a:pt x="6937" y="2332"/>
                  </a:lnTo>
                  <a:lnTo>
                    <a:pt x="7135" y="2258"/>
                  </a:lnTo>
                  <a:lnTo>
                    <a:pt x="7160" y="2196"/>
                  </a:lnTo>
                  <a:lnTo>
                    <a:pt x="7357" y="2110"/>
                  </a:lnTo>
                  <a:cubicBezTo>
                    <a:pt x="7369" y="2085"/>
                    <a:pt x="7369" y="2060"/>
                    <a:pt x="7382" y="2036"/>
                  </a:cubicBezTo>
                  <a:lnTo>
                    <a:pt x="7481" y="1998"/>
                  </a:lnTo>
                  <a:lnTo>
                    <a:pt x="7518" y="1924"/>
                  </a:lnTo>
                  <a:lnTo>
                    <a:pt x="7666" y="1863"/>
                  </a:lnTo>
                  <a:cubicBezTo>
                    <a:pt x="7666" y="1838"/>
                    <a:pt x="7666" y="1813"/>
                    <a:pt x="7678" y="1813"/>
                  </a:cubicBezTo>
                  <a:cubicBezTo>
                    <a:pt x="7740" y="1764"/>
                    <a:pt x="7801" y="1752"/>
                    <a:pt x="7839" y="1678"/>
                  </a:cubicBezTo>
                  <a:cubicBezTo>
                    <a:pt x="7925" y="1678"/>
                    <a:pt x="7925" y="1554"/>
                    <a:pt x="8011" y="1542"/>
                  </a:cubicBezTo>
                  <a:cubicBezTo>
                    <a:pt x="8061" y="1542"/>
                    <a:pt x="8048" y="1480"/>
                    <a:pt x="8073" y="1455"/>
                  </a:cubicBezTo>
                  <a:cubicBezTo>
                    <a:pt x="8098" y="1431"/>
                    <a:pt x="8159" y="1443"/>
                    <a:pt x="8184" y="1394"/>
                  </a:cubicBezTo>
                  <a:cubicBezTo>
                    <a:pt x="8209" y="1344"/>
                    <a:pt x="8271" y="1295"/>
                    <a:pt x="8308" y="1233"/>
                  </a:cubicBezTo>
                  <a:cubicBezTo>
                    <a:pt x="8345" y="1184"/>
                    <a:pt x="8419" y="1147"/>
                    <a:pt x="8431" y="1085"/>
                  </a:cubicBezTo>
                  <a:cubicBezTo>
                    <a:pt x="8443" y="1023"/>
                    <a:pt x="8542" y="986"/>
                    <a:pt x="8542" y="912"/>
                  </a:cubicBezTo>
                  <a:close/>
                  <a:moveTo>
                    <a:pt x="7266" y="0"/>
                  </a:moveTo>
                  <a:cubicBezTo>
                    <a:pt x="7255" y="0"/>
                    <a:pt x="7244" y="3"/>
                    <a:pt x="7234" y="11"/>
                  </a:cubicBezTo>
                  <a:cubicBezTo>
                    <a:pt x="7217" y="19"/>
                    <a:pt x="7201" y="22"/>
                    <a:pt x="7184" y="22"/>
                  </a:cubicBezTo>
                  <a:cubicBezTo>
                    <a:pt x="7151" y="22"/>
                    <a:pt x="7118" y="11"/>
                    <a:pt x="7086" y="11"/>
                  </a:cubicBezTo>
                  <a:cubicBezTo>
                    <a:pt x="7044" y="11"/>
                    <a:pt x="7014" y="28"/>
                    <a:pt x="6980" y="28"/>
                  </a:cubicBezTo>
                  <a:cubicBezTo>
                    <a:pt x="6963" y="28"/>
                    <a:pt x="6946" y="23"/>
                    <a:pt x="6925" y="11"/>
                  </a:cubicBezTo>
                  <a:lnTo>
                    <a:pt x="6728" y="85"/>
                  </a:lnTo>
                  <a:lnTo>
                    <a:pt x="6654" y="60"/>
                  </a:lnTo>
                  <a:lnTo>
                    <a:pt x="6431" y="184"/>
                  </a:lnTo>
                  <a:lnTo>
                    <a:pt x="6382" y="159"/>
                  </a:lnTo>
                  <a:cubicBezTo>
                    <a:pt x="6374" y="159"/>
                    <a:pt x="6365" y="154"/>
                    <a:pt x="6361" y="154"/>
                  </a:cubicBezTo>
                  <a:cubicBezTo>
                    <a:pt x="6359" y="154"/>
                    <a:pt x="6357" y="155"/>
                    <a:pt x="6357" y="159"/>
                  </a:cubicBezTo>
                  <a:lnTo>
                    <a:pt x="6061" y="283"/>
                  </a:lnTo>
                  <a:lnTo>
                    <a:pt x="6012" y="258"/>
                  </a:lnTo>
                  <a:lnTo>
                    <a:pt x="5962" y="258"/>
                  </a:lnTo>
                  <a:cubicBezTo>
                    <a:pt x="5419" y="480"/>
                    <a:pt x="4888" y="715"/>
                    <a:pt x="4358" y="937"/>
                  </a:cubicBezTo>
                  <a:lnTo>
                    <a:pt x="4333" y="999"/>
                  </a:lnTo>
                  <a:lnTo>
                    <a:pt x="3740" y="1258"/>
                  </a:lnTo>
                  <a:cubicBezTo>
                    <a:pt x="3728" y="1283"/>
                    <a:pt x="3728" y="1307"/>
                    <a:pt x="3716" y="1332"/>
                  </a:cubicBezTo>
                  <a:lnTo>
                    <a:pt x="3407" y="1455"/>
                  </a:lnTo>
                  <a:cubicBezTo>
                    <a:pt x="3407" y="1492"/>
                    <a:pt x="3395" y="1505"/>
                    <a:pt x="3382" y="1529"/>
                  </a:cubicBezTo>
                  <a:lnTo>
                    <a:pt x="3037" y="1690"/>
                  </a:lnTo>
                  <a:lnTo>
                    <a:pt x="3012" y="1752"/>
                  </a:lnTo>
                  <a:lnTo>
                    <a:pt x="2716" y="1875"/>
                  </a:lnTo>
                  <a:lnTo>
                    <a:pt x="2679" y="1949"/>
                  </a:lnTo>
                  <a:lnTo>
                    <a:pt x="2432" y="2048"/>
                  </a:lnTo>
                  <a:lnTo>
                    <a:pt x="2407" y="2110"/>
                  </a:lnTo>
                  <a:lnTo>
                    <a:pt x="2210" y="2196"/>
                  </a:lnTo>
                  <a:lnTo>
                    <a:pt x="2185" y="2270"/>
                  </a:lnTo>
                  <a:lnTo>
                    <a:pt x="1987" y="2356"/>
                  </a:lnTo>
                  <a:cubicBezTo>
                    <a:pt x="1975" y="2381"/>
                    <a:pt x="1963" y="2393"/>
                    <a:pt x="1963" y="2431"/>
                  </a:cubicBezTo>
                  <a:lnTo>
                    <a:pt x="1765" y="2505"/>
                  </a:lnTo>
                  <a:lnTo>
                    <a:pt x="1728" y="2591"/>
                  </a:lnTo>
                  <a:lnTo>
                    <a:pt x="1481" y="2690"/>
                  </a:lnTo>
                  <a:lnTo>
                    <a:pt x="1457" y="2751"/>
                  </a:lnTo>
                  <a:lnTo>
                    <a:pt x="1259" y="2838"/>
                  </a:lnTo>
                  <a:cubicBezTo>
                    <a:pt x="1247" y="2887"/>
                    <a:pt x="1185" y="2912"/>
                    <a:pt x="1173" y="2961"/>
                  </a:cubicBezTo>
                  <a:cubicBezTo>
                    <a:pt x="1148" y="2998"/>
                    <a:pt x="1111" y="3011"/>
                    <a:pt x="1074" y="3035"/>
                  </a:cubicBezTo>
                  <a:cubicBezTo>
                    <a:pt x="1037" y="3060"/>
                    <a:pt x="1012" y="3122"/>
                    <a:pt x="938" y="3146"/>
                  </a:cubicBezTo>
                  <a:cubicBezTo>
                    <a:pt x="877" y="3183"/>
                    <a:pt x="877" y="3233"/>
                    <a:pt x="815" y="3270"/>
                  </a:cubicBezTo>
                  <a:cubicBezTo>
                    <a:pt x="765" y="3295"/>
                    <a:pt x="728" y="3344"/>
                    <a:pt x="704" y="3393"/>
                  </a:cubicBezTo>
                  <a:cubicBezTo>
                    <a:pt x="679" y="3443"/>
                    <a:pt x="630" y="3443"/>
                    <a:pt x="593" y="3467"/>
                  </a:cubicBezTo>
                  <a:cubicBezTo>
                    <a:pt x="556" y="3492"/>
                    <a:pt x="568" y="3578"/>
                    <a:pt x="531" y="3603"/>
                  </a:cubicBezTo>
                  <a:cubicBezTo>
                    <a:pt x="420" y="3690"/>
                    <a:pt x="358" y="3813"/>
                    <a:pt x="259" y="3912"/>
                  </a:cubicBezTo>
                  <a:lnTo>
                    <a:pt x="74" y="4381"/>
                  </a:lnTo>
                  <a:lnTo>
                    <a:pt x="74" y="4443"/>
                  </a:lnTo>
                  <a:lnTo>
                    <a:pt x="12" y="4467"/>
                  </a:lnTo>
                  <a:cubicBezTo>
                    <a:pt x="12" y="4554"/>
                    <a:pt x="0" y="4652"/>
                    <a:pt x="0" y="4763"/>
                  </a:cubicBezTo>
                  <a:lnTo>
                    <a:pt x="99" y="4986"/>
                  </a:lnTo>
                  <a:lnTo>
                    <a:pt x="161" y="5023"/>
                  </a:lnTo>
                  <a:lnTo>
                    <a:pt x="247" y="5220"/>
                  </a:lnTo>
                  <a:lnTo>
                    <a:pt x="321" y="5245"/>
                  </a:lnTo>
                  <a:lnTo>
                    <a:pt x="420" y="5492"/>
                  </a:lnTo>
                  <a:lnTo>
                    <a:pt x="469" y="5516"/>
                  </a:lnTo>
                  <a:cubicBezTo>
                    <a:pt x="469" y="5516"/>
                    <a:pt x="494" y="5516"/>
                    <a:pt x="494" y="5529"/>
                  </a:cubicBezTo>
                  <a:cubicBezTo>
                    <a:pt x="531" y="5615"/>
                    <a:pt x="556" y="5689"/>
                    <a:pt x="593" y="5763"/>
                  </a:cubicBezTo>
                  <a:lnTo>
                    <a:pt x="654" y="5800"/>
                  </a:lnTo>
                  <a:cubicBezTo>
                    <a:pt x="704" y="5899"/>
                    <a:pt x="753" y="6023"/>
                    <a:pt x="802" y="6134"/>
                  </a:cubicBezTo>
                  <a:lnTo>
                    <a:pt x="889" y="6183"/>
                  </a:lnTo>
                  <a:lnTo>
                    <a:pt x="1012" y="6467"/>
                  </a:lnTo>
                  <a:lnTo>
                    <a:pt x="1074" y="6492"/>
                  </a:lnTo>
                  <a:lnTo>
                    <a:pt x="1222" y="6837"/>
                  </a:lnTo>
                  <a:lnTo>
                    <a:pt x="1296" y="6874"/>
                  </a:lnTo>
                  <a:lnTo>
                    <a:pt x="1395" y="7121"/>
                  </a:lnTo>
                  <a:lnTo>
                    <a:pt x="1444" y="7134"/>
                  </a:lnTo>
                  <a:cubicBezTo>
                    <a:pt x="1457" y="7146"/>
                    <a:pt x="1469" y="7158"/>
                    <a:pt x="1481" y="7171"/>
                  </a:cubicBezTo>
                  <a:cubicBezTo>
                    <a:pt x="1506" y="7232"/>
                    <a:pt x="1531" y="7294"/>
                    <a:pt x="1555" y="7343"/>
                  </a:cubicBezTo>
                  <a:lnTo>
                    <a:pt x="1617" y="7368"/>
                  </a:lnTo>
                  <a:cubicBezTo>
                    <a:pt x="1667" y="7442"/>
                    <a:pt x="1679" y="7541"/>
                    <a:pt x="1728" y="7627"/>
                  </a:cubicBezTo>
                  <a:cubicBezTo>
                    <a:pt x="1802" y="7640"/>
                    <a:pt x="1827" y="7714"/>
                    <a:pt x="1901" y="7738"/>
                  </a:cubicBezTo>
                  <a:cubicBezTo>
                    <a:pt x="1975" y="7751"/>
                    <a:pt x="2000" y="7825"/>
                    <a:pt x="2074" y="7849"/>
                  </a:cubicBezTo>
                  <a:cubicBezTo>
                    <a:pt x="2136" y="7862"/>
                    <a:pt x="2210" y="7886"/>
                    <a:pt x="2271" y="7924"/>
                  </a:cubicBezTo>
                  <a:cubicBezTo>
                    <a:pt x="2296" y="7942"/>
                    <a:pt x="2324" y="7945"/>
                    <a:pt x="2353" y="7945"/>
                  </a:cubicBezTo>
                  <a:cubicBezTo>
                    <a:pt x="2368" y="7945"/>
                    <a:pt x="2383" y="7944"/>
                    <a:pt x="2398" y="7944"/>
                  </a:cubicBezTo>
                  <a:cubicBezTo>
                    <a:pt x="2413" y="7944"/>
                    <a:pt x="2429" y="7945"/>
                    <a:pt x="2444" y="7948"/>
                  </a:cubicBezTo>
                  <a:cubicBezTo>
                    <a:pt x="2489" y="7959"/>
                    <a:pt x="2565" y="8012"/>
                    <a:pt x="2624" y="8012"/>
                  </a:cubicBezTo>
                  <a:cubicBezTo>
                    <a:pt x="2630" y="8012"/>
                    <a:pt x="2636" y="8011"/>
                    <a:pt x="2642" y="8010"/>
                  </a:cubicBezTo>
                  <a:cubicBezTo>
                    <a:pt x="2698" y="8010"/>
                    <a:pt x="2754" y="8061"/>
                    <a:pt x="2801" y="8061"/>
                  </a:cubicBezTo>
                  <a:cubicBezTo>
                    <a:pt x="2805" y="8061"/>
                    <a:pt x="2810" y="8060"/>
                    <a:pt x="2815" y="8059"/>
                  </a:cubicBezTo>
                  <a:cubicBezTo>
                    <a:pt x="2825" y="8054"/>
                    <a:pt x="2835" y="8052"/>
                    <a:pt x="2846" y="8052"/>
                  </a:cubicBezTo>
                  <a:cubicBezTo>
                    <a:pt x="2874" y="8052"/>
                    <a:pt x="2903" y="8066"/>
                    <a:pt x="2931" y="8066"/>
                  </a:cubicBezTo>
                  <a:cubicBezTo>
                    <a:pt x="2942" y="8066"/>
                    <a:pt x="2952" y="8065"/>
                    <a:pt x="2963" y="8059"/>
                  </a:cubicBezTo>
                  <a:cubicBezTo>
                    <a:pt x="2974" y="8055"/>
                    <a:pt x="2984" y="8053"/>
                    <a:pt x="2993" y="8053"/>
                  </a:cubicBezTo>
                  <a:cubicBezTo>
                    <a:pt x="3025" y="8053"/>
                    <a:pt x="3051" y="8071"/>
                    <a:pt x="3082" y="8071"/>
                  </a:cubicBezTo>
                  <a:cubicBezTo>
                    <a:pt x="3095" y="8071"/>
                    <a:pt x="3108" y="8068"/>
                    <a:pt x="3123" y="8059"/>
                  </a:cubicBezTo>
                  <a:cubicBezTo>
                    <a:pt x="3140" y="8072"/>
                    <a:pt x="3156" y="8076"/>
                    <a:pt x="3173" y="8076"/>
                  </a:cubicBezTo>
                  <a:cubicBezTo>
                    <a:pt x="3205" y="8076"/>
                    <a:pt x="3238" y="8059"/>
                    <a:pt x="3271" y="8059"/>
                  </a:cubicBezTo>
                  <a:cubicBezTo>
                    <a:pt x="3288" y="8063"/>
                    <a:pt x="3304" y="8064"/>
                    <a:pt x="3321" y="8064"/>
                  </a:cubicBezTo>
                  <a:cubicBezTo>
                    <a:pt x="3365" y="8064"/>
                    <a:pt x="3408" y="8053"/>
                    <a:pt x="3444" y="8035"/>
                  </a:cubicBezTo>
                  <a:cubicBezTo>
                    <a:pt x="3469" y="8035"/>
                    <a:pt x="3493" y="8047"/>
                    <a:pt x="3530" y="8059"/>
                  </a:cubicBezTo>
                  <a:lnTo>
                    <a:pt x="3666" y="7998"/>
                  </a:lnTo>
                  <a:lnTo>
                    <a:pt x="3753" y="8035"/>
                  </a:lnTo>
                  <a:lnTo>
                    <a:pt x="3888" y="7973"/>
                  </a:lnTo>
                  <a:lnTo>
                    <a:pt x="3963" y="7998"/>
                  </a:lnTo>
                  <a:lnTo>
                    <a:pt x="4209" y="7886"/>
                  </a:lnTo>
                  <a:lnTo>
                    <a:pt x="4271" y="7911"/>
                  </a:lnTo>
                  <a:lnTo>
                    <a:pt x="4407" y="7862"/>
                  </a:lnTo>
                  <a:lnTo>
                    <a:pt x="4506" y="7886"/>
                  </a:lnTo>
                  <a:lnTo>
                    <a:pt x="4753" y="7775"/>
                  </a:lnTo>
                  <a:lnTo>
                    <a:pt x="4814" y="7812"/>
                  </a:lnTo>
                  <a:lnTo>
                    <a:pt x="6258" y="7195"/>
                  </a:lnTo>
                  <a:lnTo>
                    <a:pt x="6283" y="7134"/>
                  </a:lnTo>
                  <a:lnTo>
                    <a:pt x="6715" y="6948"/>
                  </a:lnTo>
                  <a:cubicBezTo>
                    <a:pt x="6728" y="6924"/>
                    <a:pt x="6740" y="6899"/>
                    <a:pt x="6752" y="6874"/>
                  </a:cubicBezTo>
                  <a:lnTo>
                    <a:pt x="6999" y="6763"/>
                  </a:lnTo>
                  <a:cubicBezTo>
                    <a:pt x="6999" y="6751"/>
                    <a:pt x="7011" y="6739"/>
                    <a:pt x="7024" y="6701"/>
                  </a:cubicBezTo>
                  <a:cubicBezTo>
                    <a:pt x="7073" y="6664"/>
                    <a:pt x="7160" y="6640"/>
                    <a:pt x="7221" y="6615"/>
                  </a:cubicBezTo>
                  <a:cubicBezTo>
                    <a:pt x="7221" y="6590"/>
                    <a:pt x="7234" y="6578"/>
                    <a:pt x="7246" y="6553"/>
                  </a:cubicBezTo>
                  <a:cubicBezTo>
                    <a:pt x="7320" y="6504"/>
                    <a:pt x="7419" y="6479"/>
                    <a:pt x="7505" y="6430"/>
                  </a:cubicBezTo>
                  <a:cubicBezTo>
                    <a:pt x="7505" y="6418"/>
                    <a:pt x="7518" y="6393"/>
                    <a:pt x="7530" y="6368"/>
                  </a:cubicBezTo>
                  <a:cubicBezTo>
                    <a:pt x="7604" y="6344"/>
                    <a:pt x="7678" y="6306"/>
                    <a:pt x="7764" y="6269"/>
                  </a:cubicBezTo>
                  <a:lnTo>
                    <a:pt x="7814" y="6183"/>
                  </a:lnTo>
                  <a:lnTo>
                    <a:pt x="7950" y="6134"/>
                  </a:lnTo>
                  <a:lnTo>
                    <a:pt x="7974" y="6060"/>
                  </a:lnTo>
                  <a:lnTo>
                    <a:pt x="8221" y="5961"/>
                  </a:lnTo>
                  <a:cubicBezTo>
                    <a:pt x="8234" y="5936"/>
                    <a:pt x="8246" y="5911"/>
                    <a:pt x="8258" y="5887"/>
                  </a:cubicBezTo>
                  <a:lnTo>
                    <a:pt x="8592" y="5739"/>
                  </a:lnTo>
                  <a:lnTo>
                    <a:pt x="8616" y="5665"/>
                  </a:lnTo>
                  <a:lnTo>
                    <a:pt x="8863" y="5554"/>
                  </a:lnTo>
                  <a:lnTo>
                    <a:pt x="8888" y="5504"/>
                  </a:lnTo>
                  <a:cubicBezTo>
                    <a:pt x="8925" y="5455"/>
                    <a:pt x="9024" y="5455"/>
                    <a:pt x="9036" y="5368"/>
                  </a:cubicBezTo>
                  <a:cubicBezTo>
                    <a:pt x="9122" y="5307"/>
                    <a:pt x="9147" y="5183"/>
                    <a:pt x="9270" y="5159"/>
                  </a:cubicBezTo>
                  <a:cubicBezTo>
                    <a:pt x="9320" y="5060"/>
                    <a:pt x="9419" y="4998"/>
                    <a:pt x="9468" y="4899"/>
                  </a:cubicBezTo>
                  <a:cubicBezTo>
                    <a:pt x="9554" y="4875"/>
                    <a:pt x="9530" y="4776"/>
                    <a:pt x="9579" y="4726"/>
                  </a:cubicBezTo>
                  <a:cubicBezTo>
                    <a:pt x="9628" y="4677"/>
                    <a:pt x="9665" y="4628"/>
                    <a:pt x="9715" y="4578"/>
                  </a:cubicBezTo>
                  <a:cubicBezTo>
                    <a:pt x="9752" y="4517"/>
                    <a:pt x="9814" y="4443"/>
                    <a:pt x="9875" y="4393"/>
                  </a:cubicBezTo>
                  <a:cubicBezTo>
                    <a:pt x="9937" y="4344"/>
                    <a:pt x="9974" y="4270"/>
                    <a:pt x="9986" y="4196"/>
                  </a:cubicBezTo>
                  <a:cubicBezTo>
                    <a:pt x="9986" y="4072"/>
                    <a:pt x="10023" y="3961"/>
                    <a:pt x="10085" y="3875"/>
                  </a:cubicBezTo>
                  <a:cubicBezTo>
                    <a:pt x="10172" y="3714"/>
                    <a:pt x="10159" y="3529"/>
                    <a:pt x="10246" y="3381"/>
                  </a:cubicBezTo>
                  <a:lnTo>
                    <a:pt x="10209" y="3282"/>
                  </a:lnTo>
                  <a:lnTo>
                    <a:pt x="10233" y="3196"/>
                  </a:lnTo>
                  <a:lnTo>
                    <a:pt x="10023" y="2714"/>
                  </a:lnTo>
                  <a:lnTo>
                    <a:pt x="9974" y="2690"/>
                  </a:lnTo>
                  <a:cubicBezTo>
                    <a:pt x="9974" y="2690"/>
                    <a:pt x="9962" y="2690"/>
                    <a:pt x="9949" y="2677"/>
                  </a:cubicBezTo>
                  <a:lnTo>
                    <a:pt x="9702" y="2085"/>
                  </a:lnTo>
                  <a:lnTo>
                    <a:pt x="9641" y="2060"/>
                  </a:lnTo>
                  <a:lnTo>
                    <a:pt x="9530" y="1813"/>
                  </a:lnTo>
                  <a:lnTo>
                    <a:pt x="9456" y="1789"/>
                  </a:lnTo>
                  <a:lnTo>
                    <a:pt x="9382" y="1591"/>
                  </a:lnTo>
                  <a:lnTo>
                    <a:pt x="9307" y="1554"/>
                  </a:lnTo>
                  <a:lnTo>
                    <a:pt x="9221" y="1357"/>
                  </a:lnTo>
                  <a:lnTo>
                    <a:pt x="9159" y="1332"/>
                  </a:lnTo>
                  <a:lnTo>
                    <a:pt x="9073" y="1134"/>
                  </a:lnTo>
                  <a:lnTo>
                    <a:pt x="8999" y="1097"/>
                  </a:lnTo>
                  <a:cubicBezTo>
                    <a:pt x="8974" y="1036"/>
                    <a:pt x="8949" y="974"/>
                    <a:pt x="8912" y="912"/>
                  </a:cubicBezTo>
                  <a:lnTo>
                    <a:pt x="8851" y="888"/>
                  </a:lnTo>
                  <a:lnTo>
                    <a:pt x="8789" y="727"/>
                  </a:lnTo>
                  <a:lnTo>
                    <a:pt x="8727" y="702"/>
                  </a:lnTo>
                  <a:cubicBezTo>
                    <a:pt x="8703" y="653"/>
                    <a:pt x="8666" y="591"/>
                    <a:pt x="8641" y="542"/>
                  </a:cubicBezTo>
                  <a:cubicBezTo>
                    <a:pt x="8567" y="542"/>
                    <a:pt x="8579" y="443"/>
                    <a:pt x="8530" y="418"/>
                  </a:cubicBezTo>
                  <a:cubicBezTo>
                    <a:pt x="8480" y="394"/>
                    <a:pt x="8468" y="357"/>
                    <a:pt x="8431" y="332"/>
                  </a:cubicBezTo>
                  <a:cubicBezTo>
                    <a:pt x="8394" y="320"/>
                    <a:pt x="8345" y="295"/>
                    <a:pt x="8308" y="283"/>
                  </a:cubicBezTo>
                  <a:lnTo>
                    <a:pt x="8283" y="233"/>
                  </a:lnTo>
                  <a:lnTo>
                    <a:pt x="8258" y="221"/>
                  </a:lnTo>
                  <a:lnTo>
                    <a:pt x="7863" y="73"/>
                  </a:lnTo>
                  <a:cubicBezTo>
                    <a:pt x="7850" y="63"/>
                    <a:pt x="7838" y="60"/>
                    <a:pt x="7825" y="60"/>
                  </a:cubicBezTo>
                  <a:cubicBezTo>
                    <a:pt x="7804" y="60"/>
                    <a:pt x="7783" y="68"/>
                    <a:pt x="7762" y="68"/>
                  </a:cubicBezTo>
                  <a:cubicBezTo>
                    <a:pt x="7746" y="68"/>
                    <a:pt x="7731" y="64"/>
                    <a:pt x="7715" y="48"/>
                  </a:cubicBezTo>
                  <a:cubicBezTo>
                    <a:pt x="7692" y="30"/>
                    <a:pt x="7671" y="25"/>
                    <a:pt x="7652" y="25"/>
                  </a:cubicBezTo>
                  <a:cubicBezTo>
                    <a:pt x="7630" y="25"/>
                    <a:pt x="7611" y="31"/>
                    <a:pt x="7594" y="31"/>
                  </a:cubicBezTo>
                  <a:cubicBezTo>
                    <a:pt x="7584" y="31"/>
                    <a:pt x="7575" y="29"/>
                    <a:pt x="7567" y="23"/>
                  </a:cubicBezTo>
                  <a:cubicBezTo>
                    <a:pt x="7559" y="22"/>
                    <a:pt x="7551" y="21"/>
                    <a:pt x="7542" y="21"/>
                  </a:cubicBezTo>
                  <a:cubicBezTo>
                    <a:pt x="7515" y="21"/>
                    <a:pt x="7484" y="28"/>
                    <a:pt x="7454" y="28"/>
                  </a:cubicBezTo>
                  <a:cubicBezTo>
                    <a:pt x="7432" y="28"/>
                    <a:pt x="7412" y="24"/>
                    <a:pt x="7394" y="11"/>
                  </a:cubicBezTo>
                  <a:cubicBezTo>
                    <a:pt x="7384" y="19"/>
                    <a:pt x="7373" y="22"/>
                    <a:pt x="7361" y="22"/>
                  </a:cubicBezTo>
                  <a:cubicBezTo>
                    <a:pt x="7331" y="22"/>
                    <a:pt x="7297" y="0"/>
                    <a:pt x="72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169"/>
            <p:cNvSpPr/>
            <p:nvPr/>
          </p:nvSpPr>
          <p:spPr>
            <a:xfrm>
              <a:off x="750637" y="493032"/>
              <a:ext cx="142361" cy="132940"/>
            </a:xfrm>
            <a:custGeom>
              <a:avLst/>
              <a:gdLst/>
              <a:ahLst/>
              <a:cxnLst/>
              <a:rect l="l" t="t" r="r" b="b"/>
              <a:pathLst>
                <a:path w="2371" h="2214" extrusionOk="0">
                  <a:moveTo>
                    <a:pt x="1235" y="189"/>
                  </a:moveTo>
                  <a:cubicBezTo>
                    <a:pt x="1309" y="251"/>
                    <a:pt x="1395" y="214"/>
                    <a:pt x="1481" y="251"/>
                  </a:cubicBezTo>
                  <a:cubicBezTo>
                    <a:pt x="1519" y="263"/>
                    <a:pt x="1556" y="263"/>
                    <a:pt x="1580" y="288"/>
                  </a:cubicBezTo>
                  <a:cubicBezTo>
                    <a:pt x="1617" y="350"/>
                    <a:pt x="1704" y="362"/>
                    <a:pt x="1741" y="411"/>
                  </a:cubicBezTo>
                  <a:cubicBezTo>
                    <a:pt x="1778" y="449"/>
                    <a:pt x="1852" y="461"/>
                    <a:pt x="1864" y="523"/>
                  </a:cubicBezTo>
                  <a:cubicBezTo>
                    <a:pt x="1864" y="547"/>
                    <a:pt x="1914" y="547"/>
                    <a:pt x="1938" y="560"/>
                  </a:cubicBezTo>
                  <a:lnTo>
                    <a:pt x="2062" y="856"/>
                  </a:lnTo>
                  <a:lnTo>
                    <a:pt x="2037" y="930"/>
                  </a:lnTo>
                  <a:lnTo>
                    <a:pt x="2074" y="1029"/>
                  </a:lnTo>
                  <a:cubicBezTo>
                    <a:pt x="2074" y="1041"/>
                    <a:pt x="2074" y="1041"/>
                    <a:pt x="2074" y="1053"/>
                  </a:cubicBezTo>
                  <a:cubicBezTo>
                    <a:pt x="2062" y="1115"/>
                    <a:pt x="2049" y="1164"/>
                    <a:pt x="2049" y="1226"/>
                  </a:cubicBezTo>
                  <a:cubicBezTo>
                    <a:pt x="2049" y="1239"/>
                    <a:pt x="2049" y="1263"/>
                    <a:pt x="2062" y="1276"/>
                  </a:cubicBezTo>
                  <a:cubicBezTo>
                    <a:pt x="2037" y="1350"/>
                    <a:pt x="2012" y="1411"/>
                    <a:pt x="1975" y="1473"/>
                  </a:cubicBezTo>
                  <a:cubicBezTo>
                    <a:pt x="1926" y="1535"/>
                    <a:pt x="1889" y="1597"/>
                    <a:pt x="1852" y="1671"/>
                  </a:cubicBezTo>
                  <a:lnTo>
                    <a:pt x="1259" y="1917"/>
                  </a:lnTo>
                  <a:lnTo>
                    <a:pt x="1198" y="1893"/>
                  </a:lnTo>
                  <a:lnTo>
                    <a:pt x="1099" y="1942"/>
                  </a:lnTo>
                  <a:cubicBezTo>
                    <a:pt x="1075" y="1927"/>
                    <a:pt x="1047" y="1911"/>
                    <a:pt x="1020" y="1911"/>
                  </a:cubicBezTo>
                  <a:cubicBezTo>
                    <a:pt x="1004" y="1911"/>
                    <a:pt x="989" y="1916"/>
                    <a:pt x="975" y="1930"/>
                  </a:cubicBezTo>
                  <a:lnTo>
                    <a:pt x="728" y="1831"/>
                  </a:lnTo>
                  <a:cubicBezTo>
                    <a:pt x="728" y="1769"/>
                    <a:pt x="667" y="1769"/>
                    <a:pt x="630" y="1745"/>
                  </a:cubicBezTo>
                  <a:cubicBezTo>
                    <a:pt x="593" y="1720"/>
                    <a:pt x="593" y="1646"/>
                    <a:pt x="568" y="1609"/>
                  </a:cubicBezTo>
                  <a:lnTo>
                    <a:pt x="506" y="1584"/>
                  </a:lnTo>
                  <a:cubicBezTo>
                    <a:pt x="420" y="1350"/>
                    <a:pt x="321" y="1115"/>
                    <a:pt x="210" y="868"/>
                  </a:cubicBezTo>
                  <a:cubicBezTo>
                    <a:pt x="259" y="831"/>
                    <a:pt x="247" y="745"/>
                    <a:pt x="309" y="695"/>
                  </a:cubicBezTo>
                  <a:cubicBezTo>
                    <a:pt x="371" y="646"/>
                    <a:pt x="383" y="560"/>
                    <a:pt x="420" y="486"/>
                  </a:cubicBezTo>
                  <a:cubicBezTo>
                    <a:pt x="420" y="486"/>
                    <a:pt x="432" y="473"/>
                    <a:pt x="432" y="473"/>
                  </a:cubicBezTo>
                  <a:cubicBezTo>
                    <a:pt x="482" y="461"/>
                    <a:pt x="531" y="424"/>
                    <a:pt x="543" y="374"/>
                  </a:cubicBezTo>
                  <a:lnTo>
                    <a:pt x="938" y="202"/>
                  </a:lnTo>
                  <a:lnTo>
                    <a:pt x="1012" y="226"/>
                  </a:lnTo>
                  <a:cubicBezTo>
                    <a:pt x="1049" y="214"/>
                    <a:pt x="1074" y="189"/>
                    <a:pt x="1111" y="189"/>
                  </a:cubicBezTo>
                  <a:cubicBezTo>
                    <a:pt x="1128" y="189"/>
                    <a:pt x="1155" y="206"/>
                    <a:pt x="1186" y="206"/>
                  </a:cubicBezTo>
                  <a:cubicBezTo>
                    <a:pt x="1202" y="206"/>
                    <a:pt x="1218" y="202"/>
                    <a:pt x="1235" y="189"/>
                  </a:cubicBezTo>
                  <a:close/>
                  <a:moveTo>
                    <a:pt x="1034" y="0"/>
                  </a:moveTo>
                  <a:cubicBezTo>
                    <a:pt x="1002" y="0"/>
                    <a:pt x="970" y="9"/>
                    <a:pt x="938" y="41"/>
                  </a:cubicBezTo>
                  <a:lnTo>
                    <a:pt x="864" y="16"/>
                  </a:lnTo>
                  <a:lnTo>
                    <a:pt x="469" y="177"/>
                  </a:lnTo>
                  <a:cubicBezTo>
                    <a:pt x="457" y="202"/>
                    <a:pt x="445" y="226"/>
                    <a:pt x="432" y="251"/>
                  </a:cubicBezTo>
                  <a:lnTo>
                    <a:pt x="346" y="288"/>
                  </a:lnTo>
                  <a:lnTo>
                    <a:pt x="309" y="362"/>
                  </a:lnTo>
                  <a:lnTo>
                    <a:pt x="235" y="399"/>
                  </a:lnTo>
                  <a:cubicBezTo>
                    <a:pt x="235" y="399"/>
                    <a:pt x="210" y="399"/>
                    <a:pt x="210" y="411"/>
                  </a:cubicBezTo>
                  <a:cubicBezTo>
                    <a:pt x="185" y="473"/>
                    <a:pt x="161" y="535"/>
                    <a:pt x="136" y="609"/>
                  </a:cubicBezTo>
                  <a:lnTo>
                    <a:pt x="87" y="634"/>
                  </a:lnTo>
                  <a:cubicBezTo>
                    <a:pt x="50" y="658"/>
                    <a:pt x="87" y="695"/>
                    <a:pt x="87" y="720"/>
                  </a:cubicBezTo>
                  <a:cubicBezTo>
                    <a:pt x="62" y="794"/>
                    <a:pt x="37" y="856"/>
                    <a:pt x="25" y="893"/>
                  </a:cubicBezTo>
                  <a:cubicBezTo>
                    <a:pt x="25" y="967"/>
                    <a:pt x="13" y="1004"/>
                    <a:pt x="0" y="1066"/>
                  </a:cubicBezTo>
                  <a:cubicBezTo>
                    <a:pt x="87" y="1276"/>
                    <a:pt x="185" y="1498"/>
                    <a:pt x="284" y="1732"/>
                  </a:cubicBezTo>
                  <a:lnTo>
                    <a:pt x="321" y="1745"/>
                  </a:lnTo>
                  <a:cubicBezTo>
                    <a:pt x="333" y="1745"/>
                    <a:pt x="346" y="1757"/>
                    <a:pt x="346" y="1769"/>
                  </a:cubicBezTo>
                  <a:cubicBezTo>
                    <a:pt x="383" y="1843"/>
                    <a:pt x="420" y="1930"/>
                    <a:pt x="457" y="2004"/>
                  </a:cubicBezTo>
                  <a:lnTo>
                    <a:pt x="901" y="2189"/>
                  </a:lnTo>
                  <a:cubicBezTo>
                    <a:pt x="918" y="2189"/>
                    <a:pt x="940" y="2184"/>
                    <a:pt x="956" y="2184"/>
                  </a:cubicBezTo>
                  <a:cubicBezTo>
                    <a:pt x="964" y="2184"/>
                    <a:pt x="971" y="2185"/>
                    <a:pt x="975" y="2189"/>
                  </a:cubicBezTo>
                  <a:cubicBezTo>
                    <a:pt x="995" y="2201"/>
                    <a:pt x="1014" y="2204"/>
                    <a:pt x="1033" y="2204"/>
                  </a:cubicBezTo>
                  <a:cubicBezTo>
                    <a:pt x="1055" y="2204"/>
                    <a:pt x="1078" y="2199"/>
                    <a:pt x="1099" y="2199"/>
                  </a:cubicBezTo>
                  <a:cubicBezTo>
                    <a:pt x="1116" y="2199"/>
                    <a:pt x="1133" y="2202"/>
                    <a:pt x="1148" y="2214"/>
                  </a:cubicBezTo>
                  <a:lnTo>
                    <a:pt x="1309" y="2152"/>
                  </a:lnTo>
                  <a:lnTo>
                    <a:pt x="1358" y="2177"/>
                  </a:lnTo>
                  <a:lnTo>
                    <a:pt x="1407" y="2177"/>
                  </a:lnTo>
                  <a:lnTo>
                    <a:pt x="1864" y="1979"/>
                  </a:lnTo>
                  <a:cubicBezTo>
                    <a:pt x="1864" y="1954"/>
                    <a:pt x="1889" y="1942"/>
                    <a:pt x="1901" y="1905"/>
                  </a:cubicBezTo>
                  <a:lnTo>
                    <a:pt x="2025" y="1856"/>
                  </a:lnTo>
                  <a:cubicBezTo>
                    <a:pt x="2025" y="1856"/>
                    <a:pt x="2049" y="1843"/>
                    <a:pt x="2049" y="1843"/>
                  </a:cubicBezTo>
                  <a:cubicBezTo>
                    <a:pt x="2049" y="1745"/>
                    <a:pt x="2160" y="1769"/>
                    <a:pt x="2185" y="1695"/>
                  </a:cubicBezTo>
                  <a:cubicBezTo>
                    <a:pt x="2185" y="1683"/>
                    <a:pt x="2222" y="1671"/>
                    <a:pt x="2247" y="1646"/>
                  </a:cubicBezTo>
                  <a:cubicBezTo>
                    <a:pt x="2247" y="1634"/>
                    <a:pt x="2259" y="1621"/>
                    <a:pt x="2271" y="1609"/>
                  </a:cubicBezTo>
                  <a:cubicBezTo>
                    <a:pt x="2271" y="1584"/>
                    <a:pt x="2284" y="1572"/>
                    <a:pt x="2284" y="1547"/>
                  </a:cubicBezTo>
                  <a:cubicBezTo>
                    <a:pt x="2296" y="1522"/>
                    <a:pt x="2321" y="1498"/>
                    <a:pt x="2309" y="1485"/>
                  </a:cubicBezTo>
                  <a:cubicBezTo>
                    <a:pt x="2271" y="1399"/>
                    <a:pt x="2370" y="1325"/>
                    <a:pt x="2346" y="1251"/>
                  </a:cubicBezTo>
                  <a:cubicBezTo>
                    <a:pt x="2333" y="1214"/>
                    <a:pt x="2358" y="1189"/>
                    <a:pt x="2358" y="1152"/>
                  </a:cubicBezTo>
                  <a:cubicBezTo>
                    <a:pt x="2358" y="1152"/>
                    <a:pt x="2358" y="1140"/>
                    <a:pt x="2358" y="1127"/>
                  </a:cubicBezTo>
                  <a:lnTo>
                    <a:pt x="2346" y="1103"/>
                  </a:lnTo>
                  <a:lnTo>
                    <a:pt x="2321" y="1066"/>
                  </a:lnTo>
                  <a:cubicBezTo>
                    <a:pt x="2333" y="1041"/>
                    <a:pt x="2346" y="1004"/>
                    <a:pt x="2346" y="992"/>
                  </a:cubicBezTo>
                  <a:cubicBezTo>
                    <a:pt x="2284" y="819"/>
                    <a:pt x="2210" y="658"/>
                    <a:pt x="2136" y="498"/>
                  </a:cubicBezTo>
                  <a:cubicBezTo>
                    <a:pt x="2037" y="498"/>
                    <a:pt x="2062" y="350"/>
                    <a:pt x="1975" y="337"/>
                  </a:cubicBezTo>
                  <a:cubicBezTo>
                    <a:pt x="1938" y="251"/>
                    <a:pt x="1839" y="263"/>
                    <a:pt x="1790" y="202"/>
                  </a:cubicBezTo>
                  <a:cubicBezTo>
                    <a:pt x="1741" y="140"/>
                    <a:pt x="1654" y="128"/>
                    <a:pt x="1580" y="103"/>
                  </a:cubicBezTo>
                  <a:cubicBezTo>
                    <a:pt x="1519" y="66"/>
                    <a:pt x="1457" y="41"/>
                    <a:pt x="1383" y="29"/>
                  </a:cubicBezTo>
                  <a:cubicBezTo>
                    <a:pt x="1309" y="16"/>
                    <a:pt x="1235" y="16"/>
                    <a:pt x="1161" y="16"/>
                  </a:cubicBezTo>
                  <a:cubicBezTo>
                    <a:pt x="1118" y="16"/>
                    <a:pt x="1076" y="0"/>
                    <a:pt x="1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169"/>
            <p:cNvSpPr/>
            <p:nvPr/>
          </p:nvSpPr>
          <p:spPr>
            <a:xfrm>
              <a:off x="633496" y="410234"/>
              <a:ext cx="65326" cy="63047"/>
            </a:xfrm>
            <a:custGeom>
              <a:avLst/>
              <a:gdLst/>
              <a:ahLst/>
              <a:cxnLst/>
              <a:rect l="l" t="t" r="r" b="b"/>
              <a:pathLst>
                <a:path w="1088" h="1050" extrusionOk="0">
                  <a:moveTo>
                    <a:pt x="450" y="235"/>
                  </a:moveTo>
                  <a:cubicBezTo>
                    <a:pt x="490" y="235"/>
                    <a:pt x="524" y="249"/>
                    <a:pt x="546" y="249"/>
                  </a:cubicBezTo>
                  <a:cubicBezTo>
                    <a:pt x="550" y="249"/>
                    <a:pt x="553" y="249"/>
                    <a:pt x="556" y="248"/>
                  </a:cubicBezTo>
                  <a:lnTo>
                    <a:pt x="828" y="359"/>
                  </a:lnTo>
                  <a:lnTo>
                    <a:pt x="877" y="482"/>
                  </a:lnTo>
                  <a:cubicBezTo>
                    <a:pt x="868" y="510"/>
                    <a:pt x="845" y="524"/>
                    <a:pt x="818" y="524"/>
                  </a:cubicBezTo>
                  <a:cubicBezTo>
                    <a:pt x="809" y="524"/>
                    <a:pt x="800" y="522"/>
                    <a:pt x="791" y="519"/>
                  </a:cubicBezTo>
                  <a:lnTo>
                    <a:pt x="779" y="470"/>
                  </a:lnTo>
                  <a:lnTo>
                    <a:pt x="334" y="297"/>
                  </a:lnTo>
                  <a:cubicBezTo>
                    <a:pt x="373" y="247"/>
                    <a:pt x="414" y="235"/>
                    <a:pt x="450" y="235"/>
                  </a:cubicBezTo>
                  <a:close/>
                  <a:moveTo>
                    <a:pt x="198" y="470"/>
                  </a:moveTo>
                  <a:lnTo>
                    <a:pt x="692" y="667"/>
                  </a:lnTo>
                  <a:cubicBezTo>
                    <a:pt x="704" y="680"/>
                    <a:pt x="704" y="692"/>
                    <a:pt x="816" y="741"/>
                  </a:cubicBezTo>
                  <a:cubicBezTo>
                    <a:pt x="803" y="791"/>
                    <a:pt x="741" y="791"/>
                    <a:pt x="704" y="815"/>
                  </a:cubicBezTo>
                  <a:lnTo>
                    <a:pt x="630" y="778"/>
                  </a:lnTo>
                  <a:lnTo>
                    <a:pt x="544" y="828"/>
                  </a:lnTo>
                  <a:lnTo>
                    <a:pt x="297" y="729"/>
                  </a:lnTo>
                  <a:cubicBezTo>
                    <a:pt x="260" y="643"/>
                    <a:pt x="223" y="556"/>
                    <a:pt x="186" y="482"/>
                  </a:cubicBezTo>
                  <a:cubicBezTo>
                    <a:pt x="186" y="470"/>
                    <a:pt x="198" y="470"/>
                    <a:pt x="198" y="470"/>
                  </a:cubicBezTo>
                  <a:close/>
                  <a:moveTo>
                    <a:pt x="421" y="1"/>
                  </a:moveTo>
                  <a:lnTo>
                    <a:pt x="396" y="75"/>
                  </a:lnTo>
                  <a:cubicBezTo>
                    <a:pt x="379" y="87"/>
                    <a:pt x="364" y="91"/>
                    <a:pt x="350" y="91"/>
                  </a:cubicBezTo>
                  <a:cubicBezTo>
                    <a:pt x="320" y="91"/>
                    <a:pt x="293" y="75"/>
                    <a:pt x="260" y="75"/>
                  </a:cubicBezTo>
                  <a:cubicBezTo>
                    <a:pt x="248" y="75"/>
                    <a:pt x="223" y="87"/>
                    <a:pt x="223" y="99"/>
                  </a:cubicBezTo>
                  <a:cubicBezTo>
                    <a:pt x="211" y="161"/>
                    <a:pt x="161" y="173"/>
                    <a:pt x="112" y="198"/>
                  </a:cubicBezTo>
                  <a:cubicBezTo>
                    <a:pt x="75" y="272"/>
                    <a:pt x="50" y="359"/>
                    <a:pt x="1" y="507"/>
                  </a:cubicBezTo>
                  <a:lnTo>
                    <a:pt x="1" y="593"/>
                  </a:lnTo>
                  <a:lnTo>
                    <a:pt x="124" y="865"/>
                  </a:lnTo>
                  <a:cubicBezTo>
                    <a:pt x="137" y="877"/>
                    <a:pt x="161" y="877"/>
                    <a:pt x="186" y="902"/>
                  </a:cubicBezTo>
                  <a:cubicBezTo>
                    <a:pt x="198" y="902"/>
                    <a:pt x="198" y="926"/>
                    <a:pt x="211" y="951"/>
                  </a:cubicBezTo>
                  <a:lnTo>
                    <a:pt x="458" y="1038"/>
                  </a:lnTo>
                  <a:lnTo>
                    <a:pt x="507" y="1025"/>
                  </a:lnTo>
                  <a:lnTo>
                    <a:pt x="581" y="1050"/>
                  </a:lnTo>
                  <a:lnTo>
                    <a:pt x="717" y="988"/>
                  </a:lnTo>
                  <a:lnTo>
                    <a:pt x="791" y="1025"/>
                  </a:lnTo>
                  <a:lnTo>
                    <a:pt x="877" y="988"/>
                  </a:lnTo>
                  <a:cubicBezTo>
                    <a:pt x="927" y="877"/>
                    <a:pt x="1062" y="815"/>
                    <a:pt x="1087" y="692"/>
                  </a:cubicBezTo>
                  <a:cubicBezTo>
                    <a:pt x="1075" y="667"/>
                    <a:pt x="1062" y="643"/>
                    <a:pt x="1050" y="605"/>
                  </a:cubicBezTo>
                  <a:cubicBezTo>
                    <a:pt x="1050" y="544"/>
                    <a:pt x="1075" y="470"/>
                    <a:pt x="1075" y="383"/>
                  </a:cubicBezTo>
                  <a:lnTo>
                    <a:pt x="1025" y="272"/>
                  </a:lnTo>
                  <a:lnTo>
                    <a:pt x="902" y="161"/>
                  </a:lnTo>
                  <a:cubicBezTo>
                    <a:pt x="828" y="124"/>
                    <a:pt x="741" y="87"/>
                    <a:pt x="667" y="62"/>
                  </a:cubicBezTo>
                  <a:cubicBezTo>
                    <a:pt x="593" y="25"/>
                    <a:pt x="495" y="62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38" name="Google Shape;4738;p169"/>
          <p:cNvSpPr txBox="1"/>
          <p:nvPr/>
        </p:nvSpPr>
        <p:spPr>
          <a:xfrm>
            <a:off x="1761525" y="1445275"/>
            <a:ext cx="5984700" cy="23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/>
              <a:t>Data Types</a:t>
            </a:r>
            <a:r>
              <a:rPr lang="en" sz="2300"/>
              <a:t> in programming are like different "</a:t>
            </a:r>
            <a:r>
              <a:rPr lang="en" sz="2300">
                <a:highlight>
                  <a:schemeClr val="lt1"/>
                </a:highlight>
              </a:rPr>
              <a:t>kinds</a:t>
            </a:r>
            <a:r>
              <a:rPr lang="en" sz="2300"/>
              <a:t>" of information that a computer can understand and work with. </a:t>
            </a:r>
            <a:endParaRPr sz="2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/>
              <a:t>Data Types</a:t>
            </a:r>
            <a:r>
              <a:rPr lang="en" sz="2300"/>
              <a:t> help your computer understand and organize this information properly.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3" name="Google Shape;4743;p170"/>
          <p:cNvSpPr txBox="1">
            <a:spLocks noGrp="1"/>
          </p:cNvSpPr>
          <p:nvPr>
            <p:ph type="title" idx="8"/>
          </p:nvPr>
        </p:nvSpPr>
        <p:spPr>
          <a:xfrm>
            <a:off x="720000" y="952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them?</a:t>
            </a:r>
            <a:endParaRPr/>
          </a:p>
        </p:txBody>
      </p:sp>
      <p:sp>
        <p:nvSpPr>
          <p:cNvPr id="4744" name="Google Shape;4744;p170"/>
          <p:cNvSpPr txBox="1"/>
          <p:nvPr/>
        </p:nvSpPr>
        <p:spPr>
          <a:xfrm>
            <a:off x="860475" y="10621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4745" name="Google Shape;4745;p170"/>
          <p:cNvSpPr txBox="1"/>
          <p:nvPr/>
        </p:nvSpPr>
        <p:spPr>
          <a:xfrm>
            <a:off x="1305225" y="1023425"/>
            <a:ext cx="3180900" cy="23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We have to </a:t>
            </a:r>
            <a:r>
              <a:rPr lang="en" sz="1500" u="sng"/>
              <a:t>store</a:t>
            </a:r>
            <a:r>
              <a:rPr lang="en" sz="1500"/>
              <a:t> names, grades, GPAs, and many more informations according to their </a:t>
            </a:r>
            <a:r>
              <a:rPr lang="en" sz="1500" b="1"/>
              <a:t>data types</a:t>
            </a:r>
            <a:endParaRPr sz="1500" b="1"/>
          </a:p>
        </p:txBody>
      </p:sp>
      <p:pic>
        <p:nvPicPr>
          <p:cNvPr id="4746" name="Google Shape;4746;p170"/>
          <p:cNvPicPr preferRelativeResize="0"/>
          <p:nvPr/>
        </p:nvPicPr>
        <p:blipFill rotWithShape="1">
          <a:blip r:embed="rId3">
            <a:alphaModFix/>
          </a:blip>
          <a:srcRect l="16862" t="1205" r="17244"/>
          <a:stretch/>
        </p:blipFill>
        <p:spPr>
          <a:xfrm>
            <a:off x="6284350" y="638100"/>
            <a:ext cx="2291351" cy="457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7" name="Google Shape;4747;p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9000" y="2274100"/>
            <a:ext cx="3780274" cy="29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2" name="Google Shape;4752;p171"/>
          <p:cNvGrpSpPr/>
          <p:nvPr/>
        </p:nvGrpSpPr>
        <p:grpSpPr>
          <a:xfrm rot="1123222">
            <a:off x="2722184" y="3514559"/>
            <a:ext cx="1087793" cy="585337"/>
            <a:chOff x="4345425" y="2175475"/>
            <a:chExt cx="800750" cy="176025"/>
          </a:xfrm>
        </p:grpSpPr>
        <p:sp>
          <p:nvSpPr>
            <p:cNvPr id="4753" name="Google Shape;4753;p17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17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5" name="Google Shape;4755;p171"/>
          <p:cNvGrpSpPr/>
          <p:nvPr/>
        </p:nvGrpSpPr>
        <p:grpSpPr>
          <a:xfrm rot="1123222">
            <a:off x="5354323" y="3514559"/>
            <a:ext cx="1087793" cy="585337"/>
            <a:chOff x="4345425" y="2175475"/>
            <a:chExt cx="800750" cy="176025"/>
          </a:xfrm>
        </p:grpSpPr>
        <p:sp>
          <p:nvSpPr>
            <p:cNvPr id="4756" name="Google Shape;4756;p17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17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8" name="Google Shape;4758;p171"/>
          <p:cNvGrpSpPr/>
          <p:nvPr/>
        </p:nvGrpSpPr>
        <p:grpSpPr>
          <a:xfrm rot="1123222">
            <a:off x="1406103" y="1908084"/>
            <a:ext cx="1087793" cy="585337"/>
            <a:chOff x="4345425" y="2175475"/>
            <a:chExt cx="800750" cy="176025"/>
          </a:xfrm>
        </p:grpSpPr>
        <p:sp>
          <p:nvSpPr>
            <p:cNvPr id="4759" name="Google Shape;4759;p17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17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1" name="Google Shape;4761;p171"/>
          <p:cNvGrpSpPr/>
          <p:nvPr/>
        </p:nvGrpSpPr>
        <p:grpSpPr>
          <a:xfrm rot="1123222">
            <a:off x="4038253" y="1908084"/>
            <a:ext cx="1087793" cy="585337"/>
            <a:chOff x="4345425" y="2175475"/>
            <a:chExt cx="800750" cy="176025"/>
          </a:xfrm>
        </p:grpSpPr>
        <p:sp>
          <p:nvSpPr>
            <p:cNvPr id="4762" name="Google Shape;4762;p17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17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64" name="Google Shape;4764;p171"/>
          <p:cNvSpPr txBox="1">
            <a:spLocks noGrp="1"/>
          </p:cNvSpPr>
          <p:nvPr>
            <p:ph type="ctrTitle" idx="3"/>
          </p:nvPr>
        </p:nvSpPr>
        <p:spPr>
          <a:xfrm>
            <a:off x="4770070" y="3561928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5.) -4.3</a:t>
            </a:r>
            <a:endParaRPr sz="2600"/>
          </a:p>
        </p:txBody>
      </p:sp>
      <p:sp>
        <p:nvSpPr>
          <p:cNvPr id="4765" name="Google Shape;4765;p171"/>
          <p:cNvSpPr txBox="1">
            <a:spLocks noGrp="1"/>
          </p:cNvSpPr>
          <p:nvPr>
            <p:ph type="subTitle" idx="1"/>
          </p:nvPr>
        </p:nvSpPr>
        <p:spPr>
          <a:xfrm>
            <a:off x="3454000" y="2290071"/>
            <a:ext cx="2256300" cy="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Decimal</a:t>
            </a:r>
            <a:endParaRPr sz="2300"/>
          </a:p>
        </p:txBody>
      </p:sp>
      <p:grpSp>
        <p:nvGrpSpPr>
          <p:cNvPr id="4766" name="Google Shape;4766;p171"/>
          <p:cNvGrpSpPr/>
          <p:nvPr/>
        </p:nvGrpSpPr>
        <p:grpSpPr>
          <a:xfrm rot="1123222">
            <a:off x="6670403" y="1908084"/>
            <a:ext cx="1087793" cy="585337"/>
            <a:chOff x="4345425" y="2175475"/>
            <a:chExt cx="800750" cy="176025"/>
          </a:xfrm>
        </p:grpSpPr>
        <p:sp>
          <p:nvSpPr>
            <p:cNvPr id="4767" name="Google Shape;4767;p17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17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69" name="Google Shape;4769;p171"/>
          <p:cNvSpPr txBox="1">
            <a:spLocks noGrp="1"/>
          </p:cNvSpPr>
          <p:nvPr>
            <p:ph type="subTitle" idx="5"/>
          </p:nvPr>
        </p:nvSpPr>
        <p:spPr>
          <a:xfrm>
            <a:off x="821855" y="2290071"/>
            <a:ext cx="2256300" cy="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Whole Number</a:t>
            </a:r>
            <a:endParaRPr sz="2300"/>
          </a:p>
        </p:txBody>
      </p:sp>
      <p:sp>
        <p:nvSpPr>
          <p:cNvPr id="4770" name="Google Shape;4770;p171"/>
          <p:cNvSpPr txBox="1">
            <a:spLocks noGrp="1"/>
          </p:cNvSpPr>
          <p:nvPr>
            <p:ph type="subTitle" idx="2"/>
          </p:nvPr>
        </p:nvSpPr>
        <p:spPr>
          <a:xfrm>
            <a:off x="4770072" y="3926719"/>
            <a:ext cx="2256300" cy="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Decimal</a:t>
            </a:r>
            <a:endParaRPr sz="2300"/>
          </a:p>
        </p:txBody>
      </p:sp>
      <p:sp>
        <p:nvSpPr>
          <p:cNvPr id="4771" name="Google Shape;4771;p171"/>
          <p:cNvSpPr txBox="1">
            <a:spLocks noGrp="1"/>
          </p:cNvSpPr>
          <p:nvPr>
            <p:ph type="ctrTitle"/>
          </p:nvPr>
        </p:nvSpPr>
        <p:spPr>
          <a:xfrm>
            <a:off x="3420425" y="1997000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2.) 7.8</a:t>
            </a:r>
            <a:endParaRPr sz="2600"/>
          </a:p>
        </p:txBody>
      </p:sp>
      <p:sp>
        <p:nvSpPr>
          <p:cNvPr id="4772" name="Google Shape;4772;p171"/>
          <p:cNvSpPr txBox="1">
            <a:spLocks noGrp="1"/>
          </p:cNvSpPr>
          <p:nvPr>
            <p:ph type="ctrTitle" idx="4"/>
          </p:nvPr>
        </p:nvSpPr>
        <p:spPr>
          <a:xfrm>
            <a:off x="670830" y="1997000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     1.) 12</a:t>
            </a:r>
            <a:endParaRPr sz="2600"/>
          </a:p>
        </p:txBody>
      </p:sp>
      <p:sp>
        <p:nvSpPr>
          <p:cNvPr id="4773" name="Google Shape;4773;p171"/>
          <p:cNvSpPr txBox="1">
            <a:spLocks noGrp="1"/>
          </p:cNvSpPr>
          <p:nvPr>
            <p:ph type="subTitle" idx="6"/>
          </p:nvPr>
        </p:nvSpPr>
        <p:spPr>
          <a:xfrm>
            <a:off x="2137928" y="3926719"/>
            <a:ext cx="2256300" cy="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Whole Number</a:t>
            </a:r>
            <a:endParaRPr sz="2300"/>
          </a:p>
        </p:txBody>
      </p:sp>
      <p:sp>
        <p:nvSpPr>
          <p:cNvPr id="4774" name="Google Shape;4774;p171"/>
          <p:cNvSpPr txBox="1">
            <a:spLocks noGrp="1"/>
          </p:cNvSpPr>
          <p:nvPr>
            <p:ph type="ctrTitle" idx="7"/>
          </p:nvPr>
        </p:nvSpPr>
        <p:spPr>
          <a:xfrm>
            <a:off x="2137930" y="3561928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4.) -7</a:t>
            </a:r>
            <a:endParaRPr sz="2600"/>
          </a:p>
        </p:txBody>
      </p:sp>
      <p:sp>
        <p:nvSpPr>
          <p:cNvPr id="4775" name="Google Shape;4775;p171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each group?</a:t>
            </a:r>
            <a:endParaRPr/>
          </a:p>
        </p:txBody>
      </p:sp>
      <p:grpSp>
        <p:nvGrpSpPr>
          <p:cNvPr id="4776" name="Google Shape;4776;p171"/>
          <p:cNvGrpSpPr/>
          <p:nvPr/>
        </p:nvGrpSpPr>
        <p:grpSpPr>
          <a:xfrm>
            <a:off x="1761528" y="947212"/>
            <a:ext cx="5620945" cy="176025"/>
            <a:chOff x="4345425" y="2175475"/>
            <a:chExt cx="800750" cy="176025"/>
          </a:xfrm>
        </p:grpSpPr>
        <p:sp>
          <p:nvSpPr>
            <p:cNvPr id="4777" name="Google Shape;4777;p17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17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9" name="Google Shape;4779;p171"/>
          <p:cNvSpPr/>
          <p:nvPr/>
        </p:nvSpPr>
        <p:spPr>
          <a:xfrm rot="-9268491">
            <a:off x="1119200" y="3781287"/>
            <a:ext cx="740151" cy="406785"/>
          </a:xfrm>
          <a:custGeom>
            <a:avLst/>
            <a:gdLst/>
            <a:ahLst/>
            <a:cxnLst/>
            <a:rect l="l" t="t" r="r" b="b"/>
            <a:pathLst>
              <a:path w="17773" h="9768" extrusionOk="0">
                <a:moveTo>
                  <a:pt x="3304" y="1"/>
                </a:moveTo>
                <a:cubicBezTo>
                  <a:pt x="3172" y="1"/>
                  <a:pt x="3045" y="62"/>
                  <a:pt x="2971" y="211"/>
                </a:cubicBezTo>
                <a:cubicBezTo>
                  <a:pt x="2857" y="439"/>
                  <a:pt x="2743" y="690"/>
                  <a:pt x="2629" y="918"/>
                </a:cubicBezTo>
                <a:cubicBezTo>
                  <a:pt x="2629" y="941"/>
                  <a:pt x="2606" y="964"/>
                  <a:pt x="2583" y="1009"/>
                </a:cubicBezTo>
                <a:cubicBezTo>
                  <a:pt x="2058" y="2105"/>
                  <a:pt x="1510" y="3201"/>
                  <a:pt x="985" y="4296"/>
                </a:cubicBezTo>
                <a:cubicBezTo>
                  <a:pt x="985" y="4319"/>
                  <a:pt x="985" y="4319"/>
                  <a:pt x="985" y="4319"/>
                </a:cubicBezTo>
                <a:cubicBezTo>
                  <a:pt x="825" y="4593"/>
                  <a:pt x="643" y="4844"/>
                  <a:pt x="483" y="5118"/>
                </a:cubicBezTo>
                <a:cubicBezTo>
                  <a:pt x="369" y="5209"/>
                  <a:pt x="255" y="5323"/>
                  <a:pt x="141" y="5438"/>
                </a:cubicBezTo>
                <a:cubicBezTo>
                  <a:pt x="49" y="5529"/>
                  <a:pt x="49" y="5643"/>
                  <a:pt x="95" y="5711"/>
                </a:cubicBezTo>
                <a:cubicBezTo>
                  <a:pt x="0" y="5996"/>
                  <a:pt x="173" y="6327"/>
                  <a:pt x="469" y="6327"/>
                </a:cubicBezTo>
                <a:cubicBezTo>
                  <a:pt x="530" y="6327"/>
                  <a:pt x="596" y="6313"/>
                  <a:pt x="666" y="6282"/>
                </a:cubicBezTo>
                <a:cubicBezTo>
                  <a:pt x="711" y="6259"/>
                  <a:pt x="757" y="6236"/>
                  <a:pt x="803" y="6214"/>
                </a:cubicBezTo>
                <a:lnTo>
                  <a:pt x="917" y="6214"/>
                </a:lnTo>
                <a:cubicBezTo>
                  <a:pt x="962" y="6282"/>
                  <a:pt x="1031" y="6328"/>
                  <a:pt x="1122" y="6328"/>
                </a:cubicBezTo>
                <a:lnTo>
                  <a:pt x="3336" y="6830"/>
                </a:lnTo>
                <a:lnTo>
                  <a:pt x="3519" y="6830"/>
                </a:lnTo>
                <a:cubicBezTo>
                  <a:pt x="3633" y="6853"/>
                  <a:pt x="3770" y="6898"/>
                  <a:pt x="3907" y="6944"/>
                </a:cubicBezTo>
                <a:cubicBezTo>
                  <a:pt x="3951" y="6957"/>
                  <a:pt x="3993" y="6962"/>
                  <a:pt x="4033" y="6962"/>
                </a:cubicBezTo>
                <a:cubicBezTo>
                  <a:pt x="4427" y="6962"/>
                  <a:pt x="4601" y="6396"/>
                  <a:pt x="4249" y="6168"/>
                </a:cubicBezTo>
                <a:cubicBezTo>
                  <a:pt x="4500" y="6145"/>
                  <a:pt x="4592" y="5757"/>
                  <a:pt x="4318" y="5666"/>
                </a:cubicBezTo>
                <a:cubicBezTo>
                  <a:pt x="3861" y="5529"/>
                  <a:pt x="3405" y="5438"/>
                  <a:pt x="2971" y="5346"/>
                </a:cubicBezTo>
                <a:cubicBezTo>
                  <a:pt x="4744" y="4737"/>
                  <a:pt x="6686" y="4321"/>
                  <a:pt x="8540" y="4321"/>
                </a:cubicBezTo>
                <a:cubicBezTo>
                  <a:pt x="9811" y="4321"/>
                  <a:pt x="11041" y="4517"/>
                  <a:pt x="12147" y="4981"/>
                </a:cubicBezTo>
                <a:cubicBezTo>
                  <a:pt x="13311" y="5780"/>
                  <a:pt x="14292" y="6830"/>
                  <a:pt x="15228" y="7971"/>
                </a:cubicBezTo>
                <a:cubicBezTo>
                  <a:pt x="14886" y="7925"/>
                  <a:pt x="14543" y="7857"/>
                  <a:pt x="14201" y="7789"/>
                </a:cubicBezTo>
                <a:cubicBezTo>
                  <a:pt x="13767" y="7674"/>
                  <a:pt x="13356" y="7560"/>
                  <a:pt x="12923" y="7446"/>
                </a:cubicBezTo>
                <a:cubicBezTo>
                  <a:pt x="12881" y="7434"/>
                  <a:pt x="12839" y="7428"/>
                  <a:pt x="12799" y="7428"/>
                </a:cubicBezTo>
                <a:cubicBezTo>
                  <a:pt x="12406" y="7428"/>
                  <a:pt x="12143" y="7994"/>
                  <a:pt x="12558" y="8222"/>
                </a:cubicBezTo>
                <a:cubicBezTo>
                  <a:pt x="13790" y="8930"/>
                  <a:pt x="15046" y="9432"/>
                  <a:pt x="16438" y="9751"/>
                </a:cubicBezTo>
                <a:cubicBezTo>
                  <a:pt x="16480" y="9762"/>
                  <a:pt x="16522" y="9767"/>
                  <a:pt x="16563" y="9767"/>
                </a:cubicBezTo>
                <a:cubicBezTo>
                  <a:pt x="16785" y="9767"/>
                  <a:pt x="16970" y="9614"/>
                  <a:pt x="17009" y="9363"/>
                </a:cubicBezTo>
                <a:cubicBezTo>
                  <a:pt x="17009" y="9227"/>
                  <a:pt x="17031" y="9090"/>
                  <a:pt x="17054" y="8953"/>
                </a:cubicBezTo>
                <a:cubicBezTo>
                  <a:pt x="17123" y="8907"/>
                  <a:pt x="17191" y="8838"/>
                  <a:pt x="17237" y="8770"/>
                </a:cubicBezTo>
                <a:cubicBezTo>
                  <a:pt x="17351" y="8724"/>
                  <a:pt x="17465" y="8587"/>
                  <a:pt x="17488" y="8405"/>
                </a:cubicBezTo>
                <a:cubicBezTo>
                  <a:pt x="17556" y="7903"/>
                  <a:pt x="17533" y="7469"/>
                  <a:pt x="17442" y="7035"/>
                </a:cubicBezTo>
                <a:cubicBezTo>
                  <a:pt x="17442" y="6077"/>
                  <a:pt x="17533" y="5141"/>
                  <a:pt x="17716" y="4205"/>
                </a:cubicBezTo>
                <a:cubicBezTo>
                  <a:pt x="17773" y="3866"/>
                  <a:pt x="17480" y="3632"/>
                  <a:pt x="17227" y="3632"/>
                </a:cubicBezTo>
                <a:cubicBezTo>
                  <a:pt x="17071" y="3632"/>
                  <a:pt x="16929" y="3722"/>
                  <a:pt x="16894" y="3931"/>
                </a:cubicBezTo>
                <a:cubicBezTo>
                  <a:pt x="16780" y="4502"/>
                  <a:pt x="16689" y="5095"/>
                  <a:pt x="16598" y="5666"/>
                </a:cubicBezTo>
                <a:cubicBezTo>
                  <a:pt x="16324" y="5711"/>
                  <a:pt x="16073" y="5963"/>
                  <a:pt x="16232" y="6282"/>
                </a:cubicBezTo>
                <a:cubicBezTo>
                  <a:pt x="16324" y="6442"/>
                  <a:pt x="16392" y="6579"/>
                  <a:pt x="16438" y="6716"/>
                </a:cubicBezTo>
                <a:cubicBezTo>
                  <a:pt x="16415" y="6853"/>
                  <a:pt x="16415" y="6990"/>
                  <a:pt x="16392" y="7127"/>
                </a:cubicBezTo>
                <a:cubicBezTo>
                  <a:pt x="15160" y="5506"/>
                  <a:pt x="13585" y="4410"/>
                  <a:pt x="11827" y="3794"/>
                </a:cubicBezTo>
                <a:cubicBezTo>
                  <a:pt x="10960" y="3292"/>
                  <a:pt x="9978" y="2927"/>
                  <a:pt x="8883" y="2721"/>
                </a:cubicBezTo>
                <a:cubicBezTo>
                  <a:pt x="8296" y="2610"/>
                  <a:pt x="7705" y="2556"/>
                  <a:pt x="7117" y="2556"/>
                </a:cubicBezTo>
                <a:cubicBezTo>
                  <a:pt x="5416" y="2556"/>
                  <a:pt x="3739" y="3009"/>
                  <a:pt x="2263" y="3840"/>
                </a:cubicBezTo>
                <a:cubicBezTo>
                  <a:pt x="2377" y="3634"/>
                  <a:pt x="2492" y="3429"/>
                  <a:pt x="2583" y="3201"/>
                </a:cubicBezTo>
                <a:cubicBezTo>
                  <a:pt x="2857" y="2813"/>
                  <a:pt x="3062" y="2356"/>
                  <a:pt x="3222" y="1900"/>
                </a:cubicBezTo>
                <a:cubicBezTo>
                  <a:pt x="3405" y="1466"/>
                  <a:pt x="3587" y="1032"/>
                  <a:pt x="3770" y="576"/>
                </a:cubicBezTo>
                <a:cubicBezTo>
                  <a:pt x="3878" y="267"/>
                  <a:pt x="3580" y="1"/>
                  <a:pt x="33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0" name="Google Shape;4780;p171"/>
          <p:cNvSpPr txBox="1">
            <a:spLocks noGrp="1"/>
          </p:cNvSpPr>
          <p:nvPr>
            <p:ph type="ctrTitle" idx="9"/>
          </p:nvPr>
        </p:nvSpPr>
        <p:spPr>
          <a:xfrm>
            <a:off x="6018995" y="195422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3.) 7.0</a:t>
            </a:r>
            <a:endParaRPr sz="2600"/>
          </a:p>
        </p:txBody>
      </p:sp>
      <p:sp>
        <p:nvSpPr>
          <p:cNvPr id="4781" name="Google Shape;4781;p171"/>
          <p:cNvSpPr txBox="1">
            <a:spLocks noGrp="1"/>
          </p:cNvSpPr>
          <p:nvPr>
            <p:ph type="subTitle" idx="13"/>
          </p:nvPr>
        </p:nvSpPr>
        <p:spPr>
          <a:xfrm>
            <a:off x="6086145" y="2290071"/>
            <a:ext cx="2256300" cy="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Decimal</a:t>
            </a:r>
            <a:endParaRPr sz="2300"/>
          </a:p>
        </p:txBody>
      </p:sp>
      <p:grpSp>
        <p:nvGrpSpPr>
          <p:cNvPr id="4782" name="Google Shape;4782;p171"/>
          <p:cNvGrpSpPr/>
          <p:nvPr/>
        </p:nvGrpSpPr>
        <p:grpSpPr>
          <a:xfrm>
            <a:off x="7045325" y="3141075"/>
            <a:ext cx="1178302" cy="1479749"/>
            <a:chOff x="7035175" y="2908900"/>
            <a:chExt cx="1178302" cy="1479749"/>
          </a:xfrm>
        </p:grpSpPr>
        <p:sp>
          <p:nvSpPr>
            <p:cNvPr id="4783" name="Google Shape;4783;p171"/>
            <p:cNvSpPr/>
            <p:nvPr/>
          </p:nvSpPr>
          <p:spPr>
            <a:xfrm>
              <a:off x="7553669" y="3989932"/>
              <a:ext cx="210357" cy="327043"/>
            </a:xfrm>
            <a:custGeom>
              <a:avLst/>
              <a:gdLst/>
              <a:ahLst/>
              <a:cxnLst/>
              <a:rect l="l" t="t" r="r" b="b"/>
              <a:pathLst>
                <a:path w="4963" h="7716" extrusionOk="0">
                  <a:moveTo>
                    <a:pt x="3679" y="1"/>
                  </a:moveTo>
                  <a:lnTo>
                    <a:pt x="1" y="680"/>
                  </a:lnTo>
                  <a:lnTo>
                    <a:pt x="1284" y="7716"/>
                  </a:lnTo>
                  <a:lnTo>
                    <a:pt x="4963" y="7049"/>
                  </a:lnTo>
                  <a:lnTo>
                    <a:pt x="36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171"/>
            <p:cNvSpPr/>
            <p:nvPr/>
          </p:nvSpPr>
          <p:spPr>
            <a:xfrm>
              <a:off x="7548455" y="3984634"/>
              <a:ext cx="221334" cy="337046"/>
            </a:xfrm>
            <a:custGeom>
              <a:avLst/>
              <a:gdLst/>
              <a:ahLst/>
              <a:cxnLst/>
              <a:rect l="l" t="t" r="r" b="b"/>
              <a:pathLst>
                <a:path w="5222" h="7952" extrusionOk="0">
                  <a:moveTo>
                    <a:pt x="3728" y="249"/>
                  </a:moveTo>
                  <a:lnTo>
                    <a:pt x="4962" y="7063"/>
                  </a:lnTo>
                  <a:lnTo>
                    <a:pt x="1506" y="7693"/>
                  </a:lnTo>
                  <a:lnTo>
                    <a:pt x="259" y="879"/>
                  </a:lnTo>
                  <a:lnTo>
                    <a:pt x="3728" y="249"/>
                  </a:lnTo>
                  <a:close/>
                  <a:moveTo>
                    <a:pt x="3813" y="0"/>
                  </a:moveTo>
                  <a:cubicBezTo>
                    <a:pt x="3805" y="0"/>
                    <a:pt x="3798" y="1"/>
                    <a:pt x="3790" y="2"/>
                  </a:cubicBezTo>
                  <a:lnTo>
                    <a:pt x="99" y="669"/>
                  </a:lnTo>
                  <a:cubicBezTo>
                    <a:pt x="74" y="681"/>
                    <a:pt x="50" y="694"/>
                    <a:pt x="25" y="718"/>
                  </a:cubicBezTo>
                  <a:cubicBezTo>
                    <a:pt x="13" y="743"/>
                    <a:pt x="0" y="780"/>
                    <a:pt x="13" y="805"/>
                  </a:cubicBezTo>
                  <a:lnTo>
                    <a:pt x="1296" y="7853"/>
                  </a:lnTo>
                  <a:cubicBezTo>
                    <a:pt x="1309" y="7902"/>
                    <a:pt x="1358" y="7952"/>
                    <a:pt x="1407" y="7952"/>
                  </a:cubicBezTo>
                  <a:lnTo>
                    <a:pt x="1432" y="7952"/>
                  </a:lnTo>
                  <a:lnTo>
                    <a:pt x="5111" y="7273"/>
                  </a:lnTo>
                  <a:cubicBezTo>
                    <a:pt x="5172" y="7261"/>
                    <a:pt x="5222" y="7199"/>
                    <a:pt x="5209" y="7137"/>
                  </a:cubicBezTo>
                  <a:lnTo>
                    <a:pt x="3926" y="101"/>
                  </a:lnTo>
                  <a:cubicBezTo>
                    <a:pt x="3915" y="36"/>
                    <a:pt x="3866" y="0"/>
                    <a:pt x="38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171"/>
            <p:cNvSpPr/>
            <p:nvPr/>
          </p:nvSpPr>
          <p:spPr>
            <a:xfrm>
              <a:off x="7554177" y="4008794"/>
              <a:ext cx="101554" cy="307164"/>
            </a:xfrm>
            <a:custGeom>
              <a:avLst/>
              <a:gdLst/>
              <a:ahLst/>
              <a:cxnLst/>
              <a:rect l="l" t="t" r="r" b="b"/>
              <a:pathLst>
                <a:path w="2396" h="7247" extrusionOk="0">
                  <a:moveTo>
                    <a:pt x="1112" y="0"/>
                  </a:moveTo>
                  <a:lnTo>
                    <a:pt x="1" y="198"/>
                  </a:lnTo>
                  <a:lnTo>
                    <a:pt x="1285" y="7246"/>
                  </a:lnTo>
                  <a:lnTo>
                    <a:pt x="2396" y="7036"/>
                  </a:lnTo>
                  <a:lnTo>
                    <a:pt x="11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171"/>
            <p:cNvSpPr/>
            <p:nvPr/>
          </p:nvSpPr>
          <p:spPr>
            <a:xfrm>
              <a:off x="7548455" y="4004386"/>
              <a:ext cx="111981" cy="317294"/>
            </a:xfrm>
            <a:custGeom>
              <a:avLst/>
              <a:gdLst/>
              <a:ahLst/>
              <a:cxnLst/>
              <a:rect l="l" t="t" r="r" b="b"/>
              <a:pathLst>
                <a:path w="2642" h="7486" extrusionOk="0">
                  <a:moveTo>
                    <a:pt x="1148" y="265"/>
                  </a:moveTo>
                  <a:lnTo>
                    <a:pt x="2383" y="7078"/>
                  </a:lnTo>
                  <a:lnTo>
                    <a:pt x="1506" y="7227"/>
                  </a:lnTo>
                  <a:lnTo>
                    <a:pt x="259" y="413"/>
                  </a:lnTo>
                  <a:lnTo>
                    <a:pt x="1148" y="265"/>
                  </a:lnTo>
                  <a:close/>
                  <a:moveTo>
                    <a:pt x="1247" y="0"/>
                  </a:moveTo>
                  <a:cubicBezTo>
                    <a:pt x="1238" y="0"/>
                    <a:pt x="1229" y="2"/>
                    <a:pt x="1222" y="5"/>
                  </a:cubicBezTo>
                  <a:lnTo>
                    <a:pt x="99" y="203"/>
                  </a:lnTo>
                  <a:cubicBezTo>
                    <a:pt x="37" y="215"/>
                    <a:pt x="0" y="277"/>
                    <a:pt x="13" y="339"/>
                  </a:cubicBezTo>
                  <a:lnTo>
                    <a:pt x="1296" y="7387"/>
                  </a:lnTo>
                  <a:cubicBezTo>
                    <a:pt x="1309" y="7436"/>
                    <a:pt x="1358" y="7486"/>
                    <a:pt x="1407" y="7486"/>
                  </a:cubicBezTo>
                  <a:lnTo>
                    <a:pt x="1432" y="7473"/>
                  </a:lnTo>
                  <a:lnTo>
                    <a:pt x="2543" y="7276"/>
                  </a:lnTo>
                  <a:cubicBezTo>
                    <a:pt x="2580" y="7276"/>
                    <a:pt x="2605" y="7251"/>
                    <a:pt x="2617" y="7227"/>
                  </a:cubicBezTo>
                  <a:cubicBezTo>
                    <a:pt x="2642" y="7202"/>
                    <a:pt x="2642" y="7177"/>
                    <a:pt x="2642" y="7140"/>
                  </a:cubicBezTo>
                  <a:lnTo>
                    <a:pt x="1358" y="92"/>
                  </a:lnTo>
                  <a:cubicBezTo>
                    <a:pt x="1346" y="67"/>
                    <a:pt x="1333" y="42"/>
                    <a:pt x="1309" y="18"/>
                  </a:cubicBezTo>
                  <a:cubicBezTo>
                    <a:pt x="1291" y="9"/>
                    <a:pt x="1268" y="0"/>
                    <a:pt x="12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171"/>
            <p:cNvSpPr/>
            <p:nvPr/>
          </p:nvSpPr>
          <p:spPr>
            <a:xfrm>
              <a:off x="7417105" y="4208894"/>
              <a:ext cx="547826" cy="174796"/>
            </a:xfrm>
            <a:custGeom>
              <a:avLst/>
              <a:gdLst/>
              <a:ahLst/>
              <a:cxnLst/>
              <a:rect l="l" t="t" r="r" b="b"/>
              <a:pathLst>
                <a:path w="12925" h="4124" extrusionOk="0">
                  <a:moveTo>
                    <a:pt x="11743" y="1"/>
                  </a:moveTo>
                  <a:cubicBezTo>
                    <a:pt x="11677" y="1"/>
                    <a:pt x="11610" y="7"/>
                    <a:pt x="11542" y="19"/>
                  </a:cubicBezTo>
                  <a:lnTo>
                    <a:pt x="1001" y="1945"/>
                  </a:lnTo>
                  <a:cubicBezTo>
                    <a:pt x="396" y="2044"/>
                    <a:pt x="1" y="2624"/>
                    <a:pt x="112" y="3216"/>
                  </a:cubicBezTo>
                  <a:cubicBezTo>
                    <a:pt x="210" y="3752"/>
                    <a:pt x="668" y="4124"/>
                    <a:pt x="1192" y="4124"/>
                  </a:cubicBezTo>
                  <a:cubicBezTo>
                    <a:pt x="1259" y="4124"/>
                    <a:pt x="1327" y="4118"/>
                    <a:pt x="1396" y="4105"/>
                  </a:cubicBezTo>
                  <a:lnTo>
                    <a:pt x="11937" y="2179"/>
                  </a:lnTo>
                  <a:cubicBezTo>
                    <a:pt x="12530" y="2068"/>
                    <a:pt x="12925" y="1501"/>
                    <a:pt x="12826" y="908"/>
                  </a:cubicBezTo>
                  <a:cubicBezTo>
                    <a:pt x="12728" y="372"/>
                    <a:pt x="12261" y="1"/>
                    <a:pt x="117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171"/>
            <p:cNvSpPr/>
            <p:nvPr/>
          </p:nvSpPr>
          <p:spPr>
            <a:xfrm>
              <a:off x="7413968" y="4204104"/>
              <a:ext cx="556727" cy="184544"/>
            </a:xfrm>
            <a:custGeom>
              <a:avLst/>
              <a:gdLst/>
              <a:ahLst/>
              <a:cxnLst/>
              <a:rect l="l" t="t" r="r" b="b"/>
              <a:pathLst>
                <a:path w="13135" h="4354" extrusionOk="0">
                  <a:moveTo>
                    <a:pt x="11814" y="231"/>
                  </a:moveTo>
                  <a:cubicBezTo>
                    <a:pt x="12295" y="231"/>
                    <a:pt x="12703" y="577"/>
                    <a:pt x="12789" y="1046"/>
                  </a:cubicBezTo>
                  <a:cubicBezTo>
                    <a:pt x="12876" y="1576"/>
                    <a:pt x="12530" y="2083"/>
                    <a:pt x="11999" y="2181"/>
                  </a:cubicBezTo>
                  <a:lnTo>
                    <a:pt x="1445" y="4107"/>
                  </a:lnTo>
                  <a:cubicBezTo>
                    <a:pt x="1392" y="4116"/>
                    <a:pt x="1339" y="4120"/>
                    <a:pt x="1287" y="4120"/>
                  </a:cubicBezTo>
                  <a:cubicBezTo>
                    <a:pt x="819" y="4120"/>
                    <a:pt x="411" y="3783"/>
                    <a:pt x="322" y="3317"/>
                  </a:cubicBezTo>
                  <a:cubicBezTo>
                    <a:pt x="223" y="2786"/>
                    <a:pt x="569" y="2280"/>
                    <a:pt x="1099" y="2169"/>
                  </a:cubicBezTo>
                  <a:lnTo>
                    <a:pt x="11641" y="243"/>
                  </a:lnTo>
                  <a:cubicBezTo>
                    <a:pt x="11691" y="243"/>
                    <a:pt x="11752" y="231"/>
                    <a:pt x="11814" y="231"/>
                  </a:cubicBezTo>
                  <a:close/>
                  <a:moveTo>
                    <a:pt x="11815" y="1"/>
                  </a:moveTo>
                  <a:cubicBezTo>
                    <a:pt x="11742" y="1"/>
                    <a:pt x="11667" y="7"/>
                    <a:pt x="11592" y="21"/>
                  </a:cubicBezTo>
                  <a:lnTo>
                    <a:pt x="1050" y="1947"/>
                  </a:lnTo>
                  <a:cubicBezTo>
                    <a:pt x="433" y="2058"/>
                    <a:pt x="1" y="2626"/>
                    <a:pt x="63" y="3255"/>
                  </a:cubicBezTo>
                  <a:cubicBezTo>
                    <a:pt x="112" y="3872"/>
                    <a:pt x="643" y="4354"/>
                    <a:pt x="1272" y="4354"/>
                  </a:cubicBezTo>
                  <a:cubicBezTo>
                    <a:pt x="1346" y="4354"/>
                    <a:pt x="1420" y="4354"/>
                    <a:pt x="1482" y="4342"/>
                  </a:cubicBezTo>
                  <a:lnTo>
                    <a:pt x="12036" y="2416"/>
                  </a:lnTo>
                  <a:cubicBezTo>
                    <a:pt x="12690" y="2292"/>
                    <a:pt x="13135" y="1663"/>
                    <a:pt x="13011" y="996"/>
                  </a:cubicBezTo>
                  <a:cubicBezTo>
                    <a:pt x="12902" y="416"/>
                    <a:pt x="12394" y="1"/>
                    <a:pt x="118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171"/>
            <p:cNvSpPr/>
            <p:nvPr/>
          </p:nvSpPr>
          <p:spPr>
            <a:xfrm>
              <a:off x="7420792" y="4277685"/>
              <a:ext cx="127706" cy="105072"/>
            </a:xfrm>
            <a:custGeom>
              <a:avLst/>
              <a:gdLst/>
              <a:ahLst/>
              <a:cxnLst/>
              <a:rect l="l" t="t" r="r" b="b"/>
              <a:pathLst>
                <a:path w="3013" h="2479" extrusionOk="0">
                  <a:moveTo>
                    <a:pt x="3012" y="2161"/>
                  </a:moveTo>
                  <a:lnTo>
                    <a:pt x="3007" y="2162"/>
                  </a:lnTo>
                  <a:lnTo>
                    <a:pt x="3007" y="2162"/>
                  </a:lnTo>
                  <a:cubicBezTo>
                    <a:pt x="3009" y="2162"/>
                    <a:pt x="3010" y="2161"/>
                    <a:pt x="3012" y="2161"/>
                  </a:cubicBezTo>
                  <a:close/>
                  <a:moveTo>
                    <a:pt x="2617" y="1"/>
                  </a:moveTo>
                  <a:lnTo>
                    <a:pt x="914" y="310"/>
                  </a:lnTo>
                  <a:cubicBezTo>
                    <a:pt x="358" y="458"/>
                    <a:pt x="0" y="1013"/>
                    <a:pt x="99" y="1581"/>
                  </a:cubicBezTo>
                  <a:cubicBezTo>
                    <a:pt x="201" y="2103"/>
                    <a:pt x="658" y="2479"/>
                    <a:pt x="1172" y="2479"/>
                  </a:cubicBezTo>
                  <a:cubicBezTo>
                    <a:pt x="1217" y="2479"/>
                    <a:pt x="1263" y="2476"/>
                    <a:pt x="1309" y="2470"/>
                  </a:cubicBezTo>
                  <a:lnTo>
                    <a:pt x="3007" y="2162"/>
                  </a:lnTo>
                  <a:lnTo>
                    <a:pt x="3007" y="2162"/>
                  </a:lnTo>
                  <a:cubicBezTo>
                    <a:pt x="2940" y="2174"/>
                    <a:pt x="2873" y="2180"/>
                    <a:pt x="2808" y="2180"/>
                  </a:cubicBezTo>
                  <a:cubicBezTo>
                    <a:pt x="2284" y="2180"/>
                    <a:pt x="1827" y="1810"/>
                    <a:pt x="1728" y="1285"/>
                  </a:cubicBezTo>
                  <a:cubicBezTo>
                    <a:pt x="1617" y="692"/>
                    <a:pt x="2012" y="112"/>
                    <a:pt x="26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171"/>
            <p:cNvSpPr/>
            <p:nvPr/>
          </p:nvSpPr>
          <p:spPr>
            <a:xfrm>
              <a:off x="7413968" y="4273404"/>
              <a:ext cx="139235" cy="115245"/>
            </a:xfrm>
            <a:custGeom>
              <a:avLst/>
              <a:gdLst/>
              <a:ahLst/>
              <a:cxnLst/>
              <a:rect l="l" t="t" r="r" b="b"/>
              <a:pathLst>
                <a:path w="3285" h="2719" extrusionOk="0">
                  <a:moveTo>
                    <a:pt x="2099" y="349"/>
                  </a:moveTo>
                  <a:cubicBezTo>
                    <a:pt x="1828" y="633"/>
                    <a:pt x="1704" y="1028"/>
                    <a:pt x="1778" y="1410"/>
                  </a:cubicBezTo>
                  <a:cubicBezTo>
                    <a:pt x="1840" y="1731"/>
                    <a:pt x="2013" y="2015"/>
                    <a:pt x="2284" y="2188"/>
                  </a:cubicBezTo>
                  <a:cubicBezTo>
                    <a:pt x="2334" y="2225"/>
                    <a:pt x="2383" y="2262"/>
                    <a:pt x="2445" y="2287"/>
                  </a:cubicBezTo>
                  <a:lnTo>
                    <a:pt x="1445" y="2472"/>
                  </a:lnTo>
                  <a:cubicBezTo>
                    <a:pt x="1392" y="2481"/>
                    <a:pt x="1339" y="2485"/>
                    <a:pt x="1287" y="2485"/>
                  </a:cubicBezTo>
                  <a:cubicBezTo>
                    <a:pt x="819" y="2485"/>
                    <a:pt x="411" y="2148"/>
                    <a:pt x="322" y="1682"/>
                  </a:cubicBezTo>
                  <a:cubicBezTo>
                    <a:pt x="223" y="1151"/>
                    <a:pt x="569" y="645"/>
                    <a:pt x="1087" y="534"/>
                  </a:cubicBezTo>
                  <a:lnTo>
                    <a:pt x="2099" y="349"/>
                  </a:lnTo>
                  <a:close/>
                  <a:moveTo>
                    <a:pt x="2777" y="1"/>
                  </a:moveTo>
                  <a:cubicBezTo>
                    <a:pt x="2769" y="1"/>
                    <a:pt x="2761" y="2"/>
                    <a:pt x="2754" y="3"/>
                  </a:cubicBezTo>
                  <a:lnTo>
                    <a:pt x="1050" y="312"/>
                  </a:lnTo>
                  <a:cubicBezTo>
                    <a:pt x="433" y="423"/>
                    <a:pt x="1" y="991"/>
                    <a:pt x="63" y="1620"/>
                  </a:cubicBezTo>
                  <a:cubicBezTo>
                    <a:pt x="112" y="2237"/>
                    <a:pt x="643" y="2719"/>
                    <a:pt x="1272" y="2719"/>
                  </a:cubicBezTo>
                  <a:cubicBezTo>
                    <a:pt x="1346" y="2719"/>
                    <a:pt x="1420" y="2719"/>
                    <a:pt x="1482" y="2707"/>
                  </a:cubicBezTo>
                  <a:lnTo>
                    <a:pt x="3186" y="2398"/>
                  </a:lnTo>
                  <a:cubicBezTo>
                    <a:pt x="3247" y="2386"/>
                    <a:pt x="3284" y="2324"/>
                    <a:pt x="3272" y="2262"/>
                  </a:cubicBezTo>
                  <a:cubicBezTo>
                    <a:pt x="3261" y="2207"/>
                    <a:pt x="3220" y="2161"/>
                    <a:pt x="3167" y="2161"/>
                  </a:cubicBezTo>
                  <a:cubicBezTo>
                    <a:pt x="3161" y="2161"/>
                    <a:pt x="3155" y="2162"/>
                    <a:pt x="3149" y="2163"/>
                  </a:cubicBezTo>
                  <a:cubicBezTo>
                    <a:pt x="3088" y="2174"/>
                    <a:pt x="3027" y="2180"/>
                    <a:pt x="2968" y="2180"/>
                  </a:cubicBezTo>
                  <a:cubicBezTo>
                    <a:pt x="2497" y="2180"/>
                    <a:pt x="2088" y="1845"/>
                    <a:pt x="2001" y="1373"/>
                  </a:cubicBezTo>
                  <a:cubicBezTo>
                    <a:pt x="1902" y="843"/>
                    <a:pt x="2260" y="324"/>
                    <a:pt x="2791" y="225"/>
                  </a:cubicBezTo>
                  <a:cubicBezTo>
                    <a:pt x="2852" y="213"/>
                    <a:pt x="2889" y="151"/>
                    <a:pt x="2877" y="90"/>
                  </a:cubicBezTo>
                  <a:cubicBezTo>
                    <a:pt x="2866" y="36"/>
                    <a:pt x="2827" y="1"/>
                    <a:pt x="2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171"/>
            <p:cNvSpPr/>
            <p:nvPr/>
          </p:nvSpPr>
          <p:spPr>
            <a:xfrm>
              <a:off x="7035175" y="3005284"/>
              <a:ext cx="999354" cy="942854"/>
            </a:xfrm>
            <a:custGeom>
              <a:avLst/>
              <a:gdLst/>
              <a:ahLst/>
              <a:cxnLst/>
              <a:rect l="l" t="t" r="r" b="b"/>
              <a:pathLst>
                <a:path w="23578" h="22245" extrusionOk="0">
                  <a:moveTo>
                    <a:pt x="11847" y="1"/>
                  </a:moveTo>
                  <a:cubicBezTo>
                    <a:pt x="11181" y="1"/>
                    <a:pt x="10505" y="61"/>
                    <a:pt x="9827" y="186"/>
                  </a:cubicBezTo>
                  <a:cubicBezTo>
                    <a:pt x="5407" y="988"/>
                    <a:pt x="1902" y="4383"/>
                    <a:pt x="951" y="8777"/>
                  </a:cubicBezTo>
                  <a:cubicBezTo>
                    <a:pt x="1" y="13172"/>
                    <a:pt x="1803" y="17714"/>
                    <a:pt x="5494" y="20269"/>
                  </a:cubicBezTo>
                  <a:cubicBezTo>
                    <a:pt x="7398" y="21583"/>
                    <a:pt x="9612" y="22244"/>
                    <a:pt x="11828" y="22244"/>
                  </a:cubicBezTo>
                  <a:cubicBezTo>
                    <a:pt x="13921" y="22244"/>
                    <a:pt x="16015" y="21654"/>
                    <a:pt x="17850" y="20467"/>
                  </a:cubicBezTo>
                  <a:cubicBezTo>
                    <a:pt x="21640" y="18035"/>
                    <a:pt x="23578" y="13554"/>
                    <a:pt x="22775" y="9135"/>
                  </a:cubicBezTo>
                  <a:cubicBezTo>
                    <a:pt x="21789" y="3765"/>
                    <a:pt x="17116" y="1"/>
                    <a:pt x="11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171"/>
            <p:cNvSpPr/>
            <p:nvPr/>
          </p:nvSpPr>
          <p:spPr>
            <a:xfrm>
              <a:off x="7354333" y="3005792"/>
              <a:ext cx="706897" cy="942558"/>
            </a:xfrm>
            <a:custGeom>
              <a:avLst/>
              <a:gdLst/>
              <a:ahLst/>
              <a:cxnLst/>
              <a:rect l="l" t="t" r="r" b="b"/>
              <a:pathLst>
                <a:path w="16678" h="22238" extrusionOk="0">
                  <a:moveTo>
                    <a:pt x="4876" y="1"/>
                  </a:moveTo>
                  <a:lnTo>
                    <a:pt x="4876" y="1"/>
                  </a:lnTo>
                  <a:cubicBezTo>
                    <a:pt x="9863" y="2099"/>
                    <a:pt x="12628" y="7469"/>
                    <a:pt x="11431" y="12740"/>
                  </a:cubicBezTo>
                  <a:cubicBezTo>
                    <a:pt x="10266" y="17818"/>
                    <a:pt x="5743" y="21384"/>
                    <a:pt x="590" y="21384"/>
                  </a:cubicBezTo>
                  <a:cubicBezTo>
                    <a:pt x="394" y="21384"/>
                    <a:pt x="198" y="21379"/>
                    <a:pt x="1" y="21368"/>
                  </a:cubicBezTo>
                  <a:lnTo>
                    <a:pt x="1" y="21368"/>
                  </a:lnTo>
                  <a:cubicBezTo>
                    <a:pt x="1414" y="21960"/>
                    <a:pt x="2870" y="22237"/>
                    <a:pt x="4297" y="22237"/>
                  </a:cubicBezTo>
                  <a:cubicBezTo>
                    <a:pt x="9300" y="22237"/>
                    <a:pt x="13946" y="18826"/>
                    <a:pt x="15147" y="13592"/>
                  </a:cubicBezTo>
                  <a:cubicBezTo>
                    <a:pt x="16677" y="6864"/>
                    <a:pt x="11777" y="371"/>
                    <a:pt x="48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171"/>
            <p:cNvSpPr/>
            <p:nvPr/>
          </p:nvSpPr>
          <p:spPr>
            <a:xfrm>
              <a:off x="7040431" y="2999053"/>
              <a:ext cx="1002999" cy="954298"/>
            </a:xfrm>
            <a:custGeom>
              <a:avLst/>
              <a:gdLst/>
              <a:ahLst/>
              <a:cxnLst/>
              <a:rect l="l" t="t" r="r" b="b"/>
              <a:pathLst>
                <a:path w="23664" h="22515" extrusionOk="0">
                  <a:moveTo>
                    <a:pt x="11727" y="259"/>
                  </a:moveTo>
                  <a:cubicBezTo>
                    <a:pt x="17035" y="283"/>
                    <a:pt x="21577" y="4073"/>
                    <a:pt x="22528" y="9294"/>
                  </a:cubicBezTo>
                  <a:cubicBezTo>
                    <a:pt x="23330" y="13677"/>
                    <a:pt x="21405" y="18108"/>
                    <a:pt x="17664" y="20515"/>
                  </a:cubicBezTo>
                  <a:cubicBezTo>
                    <a:pt x="15843" y="21693"/>
                    <a:pt x="13765" y="22280"/>
                    <a:pt x="11689" y="22280"/>
                  </a:cubicBezTo>
                  <a:cubicBezTo>
                    <a:pt x="9502" y="22280"/>
                    <a:pt x="7319" y="21628"/>
                    <a:pt x="5444" y="20330"/>
                  </a:cubicBezTo>
                  <a:cubicBezTo>
                    <a:pt x="1778" y="17799"/>
                    <a:pt x="0" y="13306"/>
                    <a:pt x="938" y="8949"/>
                  </a:cubicBezTo>
                  <a:cubicBezTo>
                    <a:pt x="1877" y="4604"/>
                    <a:pt x="5345" y="1246"/>
                    <a:pt x="9715" y="444"/>
                  </a:cubicBezTo>
                  <a:cubicBezTo>
                    <a:pt x="10381" y="320"/>
                    <a:pt x="11048" y="259"/>
                    <a:pt x="11727" y="259"/>
                  </a:cubicBezTo>
                  <a:close/>
                  <a:moveTo>
                    <a:pt x="11714" y="0"/>
                  </a:moveTo>
                  <a:cubicBezTo>
                    <a:pt x="11367" y="0"/>
                    <a:pt x="11017" y="16"/>
                    <a:pt x="10665" y="49"/>
                  </a:cubicBezTo>
                  <a:cubicBezTo>
                    <a:pt x="4666" y="592"/>
                    <a:pt x="161" y="5739"/>
                    <a:pt x="432" y="11763"/>
                  </a:cubicBezTo>
                  <a:cubicBezTo>
                    <a:pt x="704" y="17775"/>
                    <a:pt x="5654" y="22515"/>
                    <a:pt x="11678" y="22515"/>
                  </a:cubicBezTo>
                  <a:cubicBezTo>
                    <a:pt x="12369" y="22515"/>
                    <a:pt x="13048" y="22453"/>
                    <a:pt x="13714" y="22330"/>
                  </a:cubicBezTo>
                  <a:cubicBezTo>
                    <a:pt x="19639" y="21243"/>
                    <a:pt x="23664" y="15689"/>
                    <a:pt x="22849" y="9726"/>
                  </a:cubicBezTo>
                  <a:cubicBezTo>
                    <a:pt x="22082" y="4114"/>
                    <a:pt x="17279" y="0"/>
                    <a:pt x="11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171"/>
            <p:cNvSpPr/>
            <p:nvPr/>
          </p:nvSpPr>
          <p:spPr>
            <a:xfrm>
              <a:off x="7086969" y="3608551"/>
              <a:ext cx="230278" cy="267916"/>
            </a:xfrm>
            <a:custGeom>
              <a:avLst/>
              <a:gdLst/>
              <a:ahLst/>
              <a:cxnLst/>
              <a:rect l="l" t="t" r="r" b="b"/>
              <a:pathLst>
                <a:path w="5433" h="6321" extrusionOk="0">
                  <a:moveTo>
                    <a:pt x="766" y="0"/>
                  </a:moveTo>
                  <a:cubicBezTo>
                    <a:pt x="495" y="37"/>
                    <a:pt x="235" y="124"/>
                    <a:pt x="1" y="247"/>
                  </a:cubicBezTo>
                  <a:cubicBezTo>
                    <a:pt x="791" y="2765"/>
                    <a:pt x="2457" y="4925"/>
                    <a:pt x="4704" y="6320"/>
                  </a:cubicBezTo>
                  <a:cubicBezTo>
                    <a:pt x="4938" y="6073"/>
                    <a:pt x="5173" y="5789"/>
                    <a:pt x="5222" y="5530"/>
                  </a:cubicBezTo>
                  <a:cubicBezTo>
                    <a:pt x="5333" y="5049"/>
                    <a:pt x="4914" y="4666"/>
                    <a:pt x="4975" y="4197"/>
                  </a:cubicBezTo>
                  <a:cubicBezTo>
                    <a:pt x="5037" y="3691"/>
                    <a:pt x="5432" y="3247"/>
                    <a:pt x="5074" y="2753"/>
                  </a:cubicBezTo>
                  <a:cubicBezTo>
                    <a:pt x="4692" y="2210"/>
                    <a:pt x="4050" y="2592"/>
                    <a:pt x="3618" y="2247"/>
                  </a:cubicBezTo>
                  <a:cubicBezTo>
                    <a:pt x="3231" y="1938"/>
                    <a:pt x="3289" y="1628"/>
                    <a:pt x="2891" y="1628"/>
                  </a:cubicBezTo>
                  <a:cubicBezTo>
                    <a:pt x="2844" y="1628"/>
                    <a:pt x="2790" y="1633"/>
                    <a:pt x="2729" y="1642"/>
                  </a:cubicBezTo>
                  <a:cubicBezTo>
                    <a:pt x="2573" y="1662"/>
                    <a:pt x="2450" y="1674"/>
                    <a:pt x="2342" y="1674"/>
                  </a:cubicBezTo>
                  <a:cubicBezTo>
                    <a:pt x="2059" y="1674"/>
                    <a:pt x="1890" y="1591"/>
                    <a:pt x="1531" y="1358"/>
                  </a:cubicBezTo>
                  <a:cubicBezTo>
                    <a:pt x="1223" y="1148"/>
                    <a:pt x="951" y="1049"/>
                    <a:pt x="853" y="654"/>
                  </a:cubicBezTo>
                  <a:cubicBezTo>
                    <a:pt x="791" y="432"/>
                    <a:pt x="877" y="210"/>
                    <a:pt x="7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171"/>
            <p:cNvSpPr/>
            <p:nvPr/>
          </p:nvSpPr>
          <p:spPr>
            <a:xfrm>
              <a:off x="7081247" y="3603295"/>
              <a:ext cx="237017" cy="278385"/>
            </a:xfrm>
            <a:custGeom>
              <a:avLst/>
              <a:gdLst/>
              <a:ahLst/>
              <a:cxnLst/>
              <a:rect l="l" t="t" r="r" b="b"/>
              <a:pathLst>
                <a:path w="5592" h="6568" extrusionOk="0">
                  <a:moveTo>
                    <a:pt x="827" y="248"/>
                  </a:moveTo>
                  <a:cubicBezTo>
                    <a:pt x="852" y="322"/>
                    <a:pt x="852" y="408"/>
                    <a:pt x="852" y="494"/>
                  </a:cubicBezTo>
                  <a:cubicBezTo>
                    <a:pt x="839" y="593"/>
                    <a:pt x="852" y="692"/>
                    <a:pt x="876" y="803"/>
                  </a:cubicBezTo>
                  <a:cubicBezTo>
                    <a:pt x="975" y="1173"/>
                    <a:pt x="1197" y="1321"/>
                    <a:pt x="1457" y="1470"/>
                  </a:cubicBezTo>
                  <a:cubicBezTo>
                    <a:pt x="1506" y="1507"/>
                    <a:pt x="1555" y="1531"/>
                    <a:pt x="1617" y="1568"/>
                  </a:cubicBezTo>
                  <a:cubicBezTo>
                    <a:pt x="1994" y="1819"/>
                    <a:pt x="2162" y="1914"/>
                    <a:pt x="2467" y="1914"/>
                  </a:cubicBezTo>
                  <a:cubicBezTo>
                    <a:pt x="2582" y="1914"/>
                    <a:pt x="2716" y="1901"/>
                    <a:pt x="2889" y="1877"/>
                  </a:cubicBezTo>
                  <a:cubicBezTo>
                    <a:pt x="2943" y="1870"/>
                    <a:pt x="2990" y="1867"/>
                    <a:pt x="3030" y="1867"/>
                  </a:cubicBezTo>
                  <a:cubicBezTo>
                    <a:pt x="3205" y="1867"/>
                    <a:pt x="3255" y="1934"/>
                    <a:pt x="3345" y="2074"/>
                  </a:cubicBezTo>
                  <a:cubicBezTo>
                    <a:pt x="3444" y="2223"/>
                    <a:pt x="3555" y="2346"/>
                    <a:pt x="3679" y="2457"/>
                  </a:cubicBezTo>
                  <a:cubicBezTo>
                    <a:pt x="3873" y="2586"/>
                    <a:pt x="4085" y="2659"/>
                    <a:pt x="4309" y="2659"/>
                  </a:cubicBezTo>
                  <a:cubicBezTo>
                    <a:pt x="4341" y="2659"/>
                    <a:pt x="4374" y="2658"/>
                    <a:pt x="4407" y="2655"/>
                  </a:cubicBezTo>
                  <a:cubicBezTo>
                    <a:pt x="4691" y="2667"/>
                    <a:pt x="4938" y="2679"/>
                    <a:pt x="5123" y="2939"/>
                  </a:cubicBezTo>
                  <a:cubicBezTo>
                    <a:pt x="5333" y="3235"/>
                    <a:pt x="5234" y="3519"/>
                    <a:pt x="5123" y="3827"/>
                  </a:cubicBezTo>
                  <a:cubicBezTo>
                    <a:pt x="5061" y="3975"/>
                    <a:pt x="5024" y="4136"/>
                    <a:pt x="4987" y="4296"/>
                  </a:cubicBezTo>
                  <a:cubicBezTo>
                    <a:pt x="4975" y="4543"/>
                    <a:pt x="5024" y="4778"/>
                    <a:pt x="5135" y="4988"/>
                  </a:cubicBezTo>
                  <a:cubicBezTo>
                    <a:pt x="5234" y="5185"/>
                    <a:pt x="5271" y="5407"/>
                    <a:pt x="5246" y="5629"/>
                  </a:cubicBezTo>
                  <a:cubicBezTo>
                    <a:pt x="5160" y="5876"/>
                    <a:pt x="5012" y="6111"/>
                    <a:pt x="4827" y="6296"/>
                  </a:cubicBezTo>
                  <a:cubicBezTo>
                    <a:pt x="2679" y="4926"/>
                    <a:pt x="1062" y="2852"/>
                    <a:pt x="272" y="433"/>
                  </a:cubicBezTo>
                  <a:cubicBezTo>
                    <a:pt x="457" y="346"/>
                    <a:pt x="642" y="285"/>
                    <a:pt x="827" y="248"/>
                  </a:cubicBezTo>
                  <a:close/>
                  <a:moveTo>
                    <a:pt x="889" y="1"/>
                  </a:moveTo>
                  <a:cubicBezTo>
                    <a:pt x="642" y="38"/>
                    <a:pt x="383" y="112"/>
                    <a:pt x="161" y="235"/>
                  </a:cubicBezTo>
                  <a:lnTo>
                    <a:pt x="86" y="260"/>
                  </a:lnTo>
                  <a:cubicBezTo>
                    <a:pt x="37" y="285"/>
                    <a:pt x="0" y="346"/>
                    <a:pt x="25" y="396"/>
                  </a:cubicBezTo>
                  <a:cubicBezTo>
                    <a:pt x="827" y="2951"/>
                    <a:pt x="2518" y="5123"/>
                    <a:pt x="4777" y="6543"/>
                  </a:cubicBezTo>
                  <a:cubicBezTo>
                    <a:pt x="4802" y="6555"/>
                    <a:pt x="4827" y="6568"/>
                    <a:pt x="4839" y="6568"/>
                  </a:cubicBezTo>
                  <a:cubicBezTo>
                    <a:pt x="4876" y="6568"/>
                    <a:pt x="4901" y="6555"/>
                    <a:pt x="4925" y="6531"/>
                  </a:cubicBezTo>
                  <a:cubicBezTo>
                    <a:pt x="5160" y="6284"/>
                    <a:pt x="5407" y="5987"/>
                    <a:pt x="5468" y="5691"/>
                  </a:cubicBezTo>
                  <a:cubicBezTo>
                    <a:pt x="5505" y="5420"/>
                    <a:pt x="5468" y="5148"/>
                    <a:pt x="5345" y="4914"/>
                  </a:cubicBezTo>
                  <a:cubicBezTo>
                    <a:pt x="5246" y="4741"/>
                    <a:pt x="5209" y="4543"/>
                    <a:pt x="5222" y="4346"/>
                  </a:cubicBezTo>
                  <a:cubicBezTo>
                    <a:pt x="5246" y="4198"/>
                    <a:pt x="5283" y="4049"/>
                    <a:pt x="5333" y="3914"/>
                  </a:cubicBezTo>
                  <a:cubicBezTo>
                    <a:pt x="5456" y="3593"/>
                    <a:pt x="5592" y="3210"/>
                    <a:pt x="5308" y="2815"/>
                  </a:cubicBezTo>
                  <a:cubicBezTo>
                    <a:pt x="5049" y="2469"/>
                    <a:pt x="4715" y="2457"/>
                    <a:pt x="4407" y="2445"/>
                  </a:cubicBezTo>
                  <a:cubicBezTo>
                    <a:pt x="4390" y="2446"/>
                    <a:pt x="4373" y="2446"/>
                    <a:pt x="4357" y="2446"/>
                  </a:cubicBezTo>
                  <a:cubicBezTo>
                    <a:pt x="4174" y="2446"/>
                    <a:pt x="3985" y="2386"/>
                    <a:pt x="3827" y="2284"/>
                  </a:cubicBezTo>
                  <a:cubicBezTo>
                    <a:pt x="3703" y="2198"/>
                    <a:pt x="3617" y="2074"/>
                    <a:pt x="3530" y="1951"/>
                  </a:cubicBezTo>
                  <a:cubicBezTo>
                    <a:pt x="3424" y="1781"/>
                    <a:pt x="3327" y="1630"/>
                    <a:pt x="3020" y="1630"/>
                  </a:cubicBezTo>
                  <a:cubicBezTo>
                    <a:pt x="2970" y="1630"/>
                    <a:pt x="2914" y="1634"/>
                    <a:pt x="2852" y="1642"/>
                  </a:cubicBezTo>
                  <a:cubicBezTo>
                    <a:pt x="2683" y="1668"/>
                    <a:pt x="2557" y="1683"/>
                    <a:pt x="2450" y="1683"/>
                  </a:cubicBezTo>
                  <a:cubicBezTo>
                    <a:pt x="2199" y="1683"/>
                    <a:pt x="2058" y="1600"/>
                    <a:pt x="1728" y="1383"/>
                  </a:cubicBezTo>
                  <a:lnTo>
                    <a:pt x="1580" y="1284"/>
                  </a:lnTo>
                  <a:cubicBezTo>
                    <a:pt x="1333" y="1124"/>
                    <a:pt x="1173" y="1025"/>
                    <a:pt x="1099" y="754"/>
                  </a:cubicBezTo>
                  <a:cubicBezTo>
                    <a:pt x="1086" y="667"/>
                    <a:pt x="1074" y="581"/>
                    <a:pt x="1074" y="494"/>
                  </a:cubicBezTo>
                  <a:cubicBezTo>
                    <a:pt x="1086" y="346"/>
                    <a:pt x="1062" y="198"/>
                    <a:pt x="1012" y="62"/>
                  </a:cubicBezTo>
                  <a:cubicBezTo>
                    <a:pt x="988" y="25"/>
                    <a:pt x="938" y="1"/>
                    <a:pt x="8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171"/>
            <p:cNvSpPr/>
            <p:nvPr/>
          </p:nvSpPr>
          <p:spPr>
            <a:xfrm>
              <a:off x="7884864" y="3561928"/>
              <a:ext cx="115160" cy="225573"/>
            </a:xfrm>
            <a:custGeom>
              <a:avLst/>
              <a:gdLst/>
              <a:ahLst/>
              <a:cxnLst/>
              <a:rect l="l" t="t" r="r" b="b"/>
              <a:pathLst>
                <a:path w="2717" h="5322" extrusionOk="0">
                  <a:moveTo>
                    <a:pt x="2185" y="0"/>
                  </a:moveTo>
                  <a:cubicBezTo>
                    <a:pt x="1759" y="0"/>
                    <a:pt x="1428" y="202"/>
                    <a:pt x="1321" y="878"/>
                  </a:cubicBezTo>
                  <a:cubicBezTo>
                    <a:pt x="1259" y="1285"/>
                    <a:pt x="1654" y="1557"/>
                    <a:pt x="1568" y="1940"/>
                  </a:cubicBezTo>
                  <a:cubicBezTo>
                    <a:pt x="1506" y="2260"/>
                    <a:pt x="1087" y="2335"/>
                    <a:pt x="963" y="2594"/>
                  </a:cubicBezTo>
                  <a:cubicBezTo>
                    <a:pt x="827" y="2841"/>
                    <a:pt x="1000" y="3174"/>
                    <a:pt x="803" y="3421"/>
                  </a:cubicBezTo>
                  <a:cubicBezTo>
                    <a:pt x="618" y="3680"/>
                    <a:pt x="309" y="3692"/>
                    <a:pt x="148" y="3989"/>
                  </a:cubicBezTo>
                  <a:cubicBezTo>
                    <a:pt x="0" y="4235"/>
                    <a:pt x="13" y="4816"/>
                    <a:pt x="148" y="5322"/>
                  </a:cubicBezTo>
                  <a:cubicBezTo>
                    <a:pt x="1445" y="3840"/>
                    <a:pt x="2333" y="2026"/>
                    <a:pt x="2716" y="76"/>
                  </a:cubicBezTo>
                  <a:cubicBezTo>
                    <a:pt x="2530" y="31"/>
                    <a:pt x="2350" y="0"/>
                    <a:pt x="2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171"/>
            <p:cNvSpPr/>
            <p:nvPr/>
          </p:nvSpPr>
          <p:spPr>
            <a:xfrm>
              <a:off x="7879608" y="3557011"/>
              <a:ext cx="125121" cy="235745"/>
            </a:xfrm>
            <a:custGeom>
              <a:avLst/>
              <a:gdLst/>
              <a:ahLst/>
              <a:cxnLst/>
              <a:rect l="l" t="t" r="r" b="b"/>
              <a:pathLst>
                <a:path w="2952" h="5562" extrusionOk="0">
                  <a:moveTo>
                    <a:pt x="2253" y="239"/>
                  </a:moveTo>
                  <a:cubicBezTo>
                    <a:pt x="2272" y="239"/>
                    <a:pt x="2290" y="239"/>
                    <a:pt x="2309" y="241"/>
                  </a:cubicBezTo>
                  <a:cubicBezTo>
                    <a:pt x="2445" y="241"/>
                    <a:pt x="2568" y="253"/>
                    <a:pt x="2692" y="278"/>
                  </a:cubicBezTo>
                  <a:cubicBezTo>
                    <a:pt x="2334" y="2093"/>
                    <a:pt x="1519" y="3784"/>
                    <a:pt x="334" y="5191"/>
                  </a:cubicBezTo>
                  <a:cubicBezTo>
                    <a:pt x="248" y="4771"/>
                    <a:pt x="272" y="4351"/>
                    <a:pt x="371" y="4166"/>
                  </a:cubicBezTo>
                  <a:cubicBezTo>
                    <a:pt x="458" y="4043"/>
                    <a:pt x="569" y="3944"/>
                    <a:pt x="692" y="3882"/>
                  </a:cubicBezTo>
                  <a:cubicBezTo>
                    <a:pt x="828" y="3821"/>
                    <a:pt x="939" y="3722"/>
                    <a:pt x="1025" y="3611"/>
                  </a:cubicBezTo>
                  <a:cubicBezTo>
                    <a:pt x="1124" y="3463"/>
                    <a:pt x="1174" y="3278"/>
                    <a:pt x="1149" y="3092"/>
                  </a:cubicBezTo>
                  <a:cubicBezTo>
                    <a:pt x="1137" y="2981"/>
                    <a:pt x="1149" y="2870"/>
                    <a:pt x="1186" y="2771"/>
                  </a:cubicBezTo>
                  <a:cubicBezTo>
                    <a:pt x="1248" y="2673"/>
                    <a:pt x="1334" y="2599"/>
                    <a:pt x="1433" y="2537"/>
                  </a:cubicBezTo>
                  <a:cubicBezTo>
                    <a:pt x="1606" y="2438"/>
                    <a:pt x="1741" y="2278"/>
                    <a:pt x="1803" y="2080"/>
                  </a:cubicBezTo>
                  <a:cubicBezTo>
                    <a:pt x="1828" y="1870"/>
                    <a:pt x="1791" y="1661"/>
                    <a:pt x="1680" y="1488"/>
                  </a:cubicBezTo>
                  <a:cubicBezTo>
                    <a:pt x="1593" y="1340"/>
                    <a:pt x="1544" y="1179"/>
                    <a:pt x="1556" y="1019"/>
                  </a:cubicBezTo>
                  <a:cubicBezTo>
                    <a:pt x="1618" y="685"/>
                    <a:pt x="1729" y="463"/>
                    <a:pt x="1902" y="340"/>
                  </a:cubicBezTo>
                  <a:cubicBezTo>
                    <a:pt x="2010" y="275"/>
                    <a:pt x="2127" y="239"/>
                    <a:pt x="2253" y="239"/>
                  </a:cubicBezTo>
                  <a:close/>
                  <a:moveTo>
                    <a:pt x="2309" y="0"/>
                  </a:moveTo>
                  <a:cubicBezTo>
                    <a:pt x="2121" y="0"/>
                    <a:pt x="1933" y="37"/>
                    <a:pt x="1766" y="142"/>
                  </a:cubicBezTo>
                  <a:cubicBezTo>
                    <a:pt x="1544" y="303"/>
                    <a:pt x="1396" y="574"/>
                    <a:pt x="1322" y="982"/>
                  </a:cubicBezTo>
                  <a:cubicBezTo>
                    <a:pt x="1309" y="1191"/>
                    <a:pt x="1359" y="1401"/>
                    <a:pt x="1470" y="1586"/>
                  </a:cubicBezTo>
                  <a:cubicBezTo>
                    <a:pt x="1556" y="1710"/>
                    <a:pt x="1593" y="1870"/>
                    <a:pt x="1581" y="2031"/>
                  </a:cubicBezTo>
                  <a:cubicBezTo>
                    <a:pt x="1544" y="2167"/>
                    <a:pt x="1420" y="2253"/>
                    <a:pt x="1285" y="2352"/>
                  </a:cubicBezTo>
                  <a:cubicBezTo>
                    <a:pt x="1161" y="2426"/>
                    <a:pt x="1063" y="2537"/>
                    <a:pt x="976" y="2660"/>
                  </a:cubicBezTo>
                  <a:cubicBezTo>
                    <a:pt x="927" y="2796"/>
                    <a:pt x="902" y="2944"/>
                    <a:pt x="914" y="3105"/>
                  </a:cubicBezTo>
                  <a:cubicBezTo>
                    <a:pt x="927" y="3228"/>
                    <a:pt x="902" y="3364"/>
                    <a:pt x="840" y="3475"/>
                  </a:cubicBezTo>
                  <a:cubicBezTo>
                    <a:pt x="766" y="3561"/>
                    <a:pt x="680" y="3623"/>
                    <a:pt x="581" y="3685"/>
                  </a:cubicBezTo>
                  <a:cubicBezTo>
                    <a:pt x="408" y="3759"/>
                    <a:pt x="272" y="3882"/>
                    <a:pt x="174" y="4043"/>
                  </a:cubicBezTo>
                  <a:cubicBezTo>
                    <a:pt x="1" y="4364"/>
                    <a:pt x="38" y="5006"/>
                    <a:pt x="149" y="5475"/>
                  </a:cubicBezTo>
                  <a:cubicBezTo>
                    <a:pt x="161" y="5512"/>
                    <a:pt x="198" y="5549"/>
                    <a:pt x="235" y="5561"/>
                  </a:cubicBezTo>
                  <a:lnTo>
                    <a:pt x="272" y="5561"/>
                  </a:lnTo>
                  <a:cubicBezTo>
                    <a:pt x="297" y="5561"/>
                    <a:pt x="322" y="5536"/>
                    <a:pt x="347" y="5524"/>
                  </a:cubicBezTo>
                  <a:cubicBezTo>
                    <a:pt x="1667" y="4018"/>
                    <a:pt x="2556" y="2179"/>
                    <a:pt x="2939" y="216"/>
                  </a:cubicBezTo>
                  <a:cubicBezTo>
                    <a:pt x="2951" y="155"/>
                    <a:pt x="2914" y="93"/>
                    <a:pt x="2852" y="80"/>
                  </a:cubicBezTo>
                  <a:cubicBezTo>
                    <a:pt x="2686" y="37"/>
                    <a:pt x="2497" y="0"/>
                    <a:pt x="23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171"/>
            <p:cNvSpPr/>
            <p:nvPr/>
          </p:nvSpPr>
          <p:spPr>
            <a:xfrm>
              <a:off x="7070778" y="3119851"/>
              <a:ext cx="190478" cy="283089"/>
            </a:xfrm>
            <a:custGeom>
              <a:avLst/>
              <a:gdLst/>
              <a:ahLst/>
              <a:cxnLst/>
              <a:rect l="l" t="t" r="r" b="b"/>
              <a:pathLst>
                <a:path w="4494" h="6679" extrusionOk="0">
                  <a:moveTo>
                    <a:pt x="3703" y="1"/>
                  </a:moveTo>
                  <a:lnTo>
                    <a:pt x="3703" y="1"/>
                  </a:lnTo>
                  <a:cubicBezTo>
                    <a:pt x="1716" y="1729"/>
                    <a:pt x="408" y="4087"/>
                    <a:pt x="0" y="6679"/>
                  </a:cubicBezTo>
                  <a:cubicBezTo>
                    <a:pt x="173" y="6679"/>
                    <a:pt x="346" y="6630"/>
                    <a:pt x="506" y="6543"/>
                  </a:cubicBezTo>
                  <a:cubicBezTo>
                    <a:pt x="741" y="6358"/>
                    <a:pt x="593" y="6284"/>
                    <a:pt x="617" y="6000"/>
                  </a:cubicBezTo>
                  <a:cubicBezTo>
                    <a:pt x="667" y="5506"/>
                    <a:pt x="1111" y="5000"/>
                    <a:pt x="1420" y="4642"/>
                  </a:cubicBezTo>
                  <a:cubicBezTo>
                    <a:pt x="1753" y="4235"/>
                    <a:pt x="2531" y="4371"/>
                    <a:pt x="2778" y="3926"/>
                  </a:cubicBezTo>
                  <a:cubicBezTo>
                    <a:pt x="2876" y="3753"/>
                    <a:pt x="2778" y="3593"/>
                    <a:pt x="2876" y="3433"/>
                  </a:cubicBezTo>
                  <a:cubicBezTo>
                    <a:pt x="3000" y="3235"/>
                    <a:pt x="3407" y="3124"/>
                    <a:pt x="3605" y="3013"/>
                  </a:cubicBezTo>
                  <a:cubicBezTo>
                    <a:pt x="3814" y="2889"/>
                    <a:pt x="4358" y="2717"/>
                    <a:pt x="4432" y="2470"/>
                  </a:cubicBezTo>
                  <a:cubicBezTo>
                    <a:pt x="4493" y="2272"/>
                    <a:pt x="4419" y="2198"/>
                    <a:pt x="4284" y="2038"/>
                  </a:cubicBezTo>
                  <a:cubicBezTo>
                    <a:pt x="4049" y="1754"/>
                    <a:pt x="3901" y="1778"/>
                    <a:pt x="3777" y="1396"/>
                  </a:cubicBezTo>
                  <a:cubicBezTo>
                    <a:pt x="3666" y="1013"/>
                    <a:pt x="3765" y="458"/>
                    <a:pt x="37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171"/>
            <p:cNvSpPr/>
            <p:nvPr/>
          </p:nvSpPr>
          <p:spPr>
            <a:xfrm>
              <a:off x="7065523" y="3115570"/>
              <a:ext cx="201498" cy="293135"/>
            </a:xfrm>
            <a:custGeom>
              <a:avLst/>
              <a:gdLst/>
              <a:ahLst/>
              <a:cxnLst/>
              <a:rect l="l" t="t" r="r" b="b"/>
              <a:pathLst>
                <a:path w="4754" h="6916" extrusionOk="0">
                  <a:moveTo>
                    <a:pt x="3729" y="361"/>
                  </a:moveTo>
                  <a:cubicBezTo>
                    <a:pt x="3729" y="472"/>
                    <a:pt x="3729" y="608"/>
                    <a:pt x="3729" y="731"/>
                  </a:cubicBezTo>
                  <a:cubicBezTo>
                    <a:pt x="3716" y="1003"/>
                    <a:pt x="3729" y="1275"/>
                    <a:pt x="3803" y="1534"/>
                  </a:cubicBezTo>
                  <a:cubicBezTo>
                    <a:pt x="3840" y="1731"/>
                    <a:pt x="3963" y="1892"/>
                    <a:pt x="4111" y="2015"/>
                  </a:cubicBezTo>
                  <a:cubicBezTo>
                    <a:pt x="4198" y="2077"/>
                    <a:pt x="4259" y="2151"/>
                    <a:pt x="4321" y="2225"/>
                  </a:cubicBezTo>
                  <a:lnTo>
                    <a:pt x="4358" y="2262"/>
                  </a:lnTo>
                  <a:cubicBezTo>
                    <a:pt x="4469" y="2386"/>
                    <a:pt x="4494" y="2398"/>
                    <a:pt x="4445" y="2534"/>
                  </a:cubicBezTo>
                  <a:cubicBezTo>
                    <a:pt x="4408" y="2682"/>
                    <a:pt x="4074" y="2830"/>
                    <a:pt x="3864" y="2929"/>
                  </a:cubicBezTo>
                  <a:cubicBezTo>
                    <a:pt x="3790" y="2966"/>
                    <a:pt x="3729" y="2990"/>
                    <a:pt x="3679" y="3015"/>
                  </a:cubicBezTo>
                  <a:cubicBezTo>
                    <a:pt x="3630" y="3040"/>
                    <a:pt x="3556" y="3077"/>
                    <a:pt x="3482" y="3114"/>
                  </a:cubicBezTo>
                  <a:cubicBezTo>
                    <a:pt x="3260" y="3200"/>
                    <a:pt x="3013" y="3311"/>
                    <a:pt x="2902" y="3484"/>
                  </a:cubicBezTo>
                  <a:cubicBezTo>
                    <a:pt x="2840" y="3571"/>
                    <a:pt x="2815" y="3682"/>
                    <a:pt x="2828" y="3793"/>
                  </a:cubicBezTo>
                  <a:cubicBezTo>
                    <a:pt x="2840" y="3854"/>
                    <a:pt x="2828" y="3916"/>
                    <a:pt x="2803" y="3978"/>
                  </a:cubicBezTo>
                  <a:cubicBezTo>
                    <a:pt x="2692" y="4175"/>
                    <a:pt x="2457" y="4237"/>
                    <a:pt x="2186" y="4311"/>
                  </a:cubicBezTo>
                  <a:cubicBezTo>
                    <a:pt x="1914" y="4385"/>
                    <a:pt x="1630" y="4459"/>
                    <a:pt x="1457" y="4669"/>
                  </a:cubicBezTo>
                  <a:lnTo>
                    <a:pt x="1433" y="4694"/>
                  </a:lnTo>
                  <a:cubicBezTo>
                    <a:pt x="1112" y="5064"/>
                    <a:pt x="680" y="5583"/>
                    <a:pt x="630" y="6101"/>
                  </a:cubicBezTo>
                  <a:cubicBezTo>
                    <a:pt x="618" y="6187"/>
                    <a:pt x="618" y="6274"/>
                    <a:pt x="643" y="6360"/>
                  </a:cubicBezTo>
                  <a:cubicBezTo>
                    <a:pt x="655" y="6459"/>
                    <a:pt x="655" y="6471"/>
                    <a:pt x="556" y="6558"/>
                  </a:cubicBezTo>
                  <a:cubicBezTo>
                    <a:pt x="470" y="6607"/>
                    <a:pt x="371" y="6644"/>
                    <a:pt x="260" y="6657"/>
                  </a:cubicBezTo>
                  <a:cubicBezTo>
                    <a:pt x="680" y="4225"/>
                    <a:pt x="1902" y="2015"/>
                    <a:pt x="3729" y="361"/>
                  </a:cubicBezTo>
                  <a:close/>
                  <a:moveTo>
                    <a:pt x="3816" y="0"/>
                  </a:moveTo>
                  <a:cubicBezTo>
                    <a:pt x="3790" y="0"/>
                    <a:pt x="3764" y="9"/>
                    <a:pt x="3741" y="28"/>
                  </a:cubicBezTo>
                  <a:cubicBezTo>
                    <a:pt x="1741" y="1768"/>
                    <a:pt x="420" y="4163"/>
                    <a:pt x="1" y="6780"/>
                  </a:cubicBezTo>
                  <a:cubicBezTo>
                    <a:pt x="1" y="6817"/>
                    <a:pt x="13" y="6854"/>
                    <a:pt x="38" y="6879"/>
                  </a:cubicBezTo>
                  <a:cubicBezTo>
                    <a:pt x="62" y="6891"/>
                    <a:pt x="87" y="6916"/>
                    <a:pt x="124" y="6916"/>
                  </a:cubicBezTo>
                  <a:lnTo>
                    <a:pt x="137" y="6903"/>
                  </a:lnTo>
                  <a:cubicBezTo>
                    <a:pt x="334" y="6903"/>
                    <a:pt x="532" y="6842"/>
                    <a:pt x="704" y="6731"/>
                  </a:cubicBezTo>
                  <a:cubicBezTo>
                    <a:pt x="840" y="6644"/>
                    <a:pt x="914" y="6484"/>
                    <a:pt x="865" y="6323"/>
                  </a:cubicBezTo>
                  <a:cubicBezTo>
                    <a:pt x="852" y="6249"/>
                    <a:pt x="852" y="6187"/>
                    <a:pt x="852" y="6126"/>
                  </a:cubicBezTo>
                  <a:cubicBezTo>
                    <a:pt x="902" y="5669"/>
                    <a:pt x="1309" y="5188"/>
                    <a:pt x="1605" y="4842"/>
                  </a:cubicBezTo>
                  <a:lnTo>
                    <a:pt x="1630" y="4817"/>
                  </a:lnTo>
                  <a:cubicBezTo>
                    <a:pt x="1766" y="4657"/>
                    <a:pt x="2000" y="4595"/>
                    <a:pt x="2247" y="4533"/>
                  </a:cubicBezTo>
                  <a:cubicBezTo>
                    <a:pt x="2544" y="4447"/>
                    <a:pt x="2852" y="4373"/>
                    <a:pt x="3000" y="4089"/>
                  </a:cubicBezTo>
                  <a:cubicBezTo>
                    <a:pt x="3050" y="4003"/>
                    <a:pt x="3074" y="3892"/>
                    <a:pt x="3062" y="3780"/>
                  </a:cubicBezTo>
                  <a:cubicBezTo>
                    <a:pt x="3050" y="3719"/>
                    <a:pt x="3062" y="3657"/>
                    <a:pt x="3087" y="3608"/>
                  </a:cubicBezTo>
                  <a:cubicBezTo>
                    <a:pt x="3161" y="3497"/>
                    <a:pt x="3383" y="3398"/>
                    <a:pt x="3568" y="3324"/>
                  </a:cubicBezTo>
                  <a:cubicBezTo>
                    <a:pt x="3655" y="3287"/>
                    <a:pt x="3741" y="3237"/>
                    <a:pt x="3790" y="3213"/>
                  </a:cubicBezTo>
                  <a:cubicBezTo>
                    <a:pt x="3840" y="3188"/>
                    <a:pt x="3901" y="3163"/>
                    <a:pt x="3963" y="3139"/>
                  </a:cubicBezTo>
                  <a:cubicBezTo>
                    <a:pt x="4247" y="3003"/>
                    <a:pt x="4593" y="2855"/>
                    <a:pt x="4667" y="2608"/>
                  </a:cubicBezTo>
                  <a:cubicBezTo>
                    <a:pt x="4753" y="2361"/>
                    <a:pt x="4654" y="2250"/>
                    <a:pt x="4531" y="2102"/>
                  </a:cubicBezTo>
                  <a:lnTo>
                    <a:pt x="4506" y="2077"/>
                  </a:lnTo>
                  <a:cubicBezTo>
                    <a:pt x="4432" y="1991"/>
                    <a:pt x="4346" y="1916"/>
                    <a:pt x="4272" y="1842"/>
                  </a:cubicBezTo>
                  <a:cubicBezTo>
                    <a:pt x="4136" y="1744"/>
                    <a:pt x="4050" y="1620"/>
                    <a:pt x="4013" y="1472"/>
                  </a:cubicBezTo>
                  <a:cubicBezTo>
                    <a:pt x="3963" y="1225"/>
                    <a:pt x="3938" y="978"/>
                    <a:pt x="3963" y="731"/>
                  </a:cubicBezTo>
                  <a:cubicBezTo>
                    <a:pt x="3963" y="522"/>
                    <a:pt x="3963" y="312"/>
                    <a:pt x="3938" y="102"/>
                  </a:cubicBezTo>
                  <a:cubicBezTo>
                    <a:pt x="3930" y="42"/>
                    <a:pt x="3874" y="0"/>
                    <a:pt x="3816" y="0"/>
                  </a:cubicBezTo>
                  <a:close/>
                </a:path>
              </a:pathLst>
            </a:custGeom>
            <a:solidFill>
              <a:srgbClr val="272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171"/>
            <p:cNvSpPr/>
            <p:nvPr/>
          </p:nvSpPr>
          <p:spPr>
            <a:xfrm>
              <a:off x="7305166" y="3030418"/>
              <a:ext cx="703210" cy="839223"/>
            </a:xfrm>
            <a:custGeom>
              <a:avLst/>
              <a:gdLst/>
              <a:ahLst/>
              <a:cxnLst/>
              <a:rect l="l" t="t" r="r" b="b"/>
              <a:pathLst>
                <a:path w="16591" h="19800" extrusionOk="0">
                  <a:moveTo>
                    <a:pt x="9110" y="0"/>
                  </a:moveTo>
                  <a:lnTo>
                    <a:pt x="9098" y="12"/>
                  </a:lnTo>
                  <a:cubicBezTo>
                    <a:pt x="9085" y="222"/>
                    <a:pt x="9024" y="432"/>
                    <a:pt x="8913" y="605"/>
                  </a:cubicBezTo>
                  <a:cubicBezTo>
                    <a:pt x="8802" y="765"/>
                    <a:pt x="8481" y="864"/>
                    <a:pt x="8271" y="951"/>
                  </a:cubicBezTo>
                  <a:cubicBezTo>
                    <a:pt x="8082" y="1031"/>
                    <a:pt x="7560" y="1191"/>
                    <a:pt x="7195" y="1191"/>
                  </a:cubicBezTo>
                  <a:cubicBezTo>
                    <a:pt x="7058" y="1191"/>
                    <a:pt x="6943" y="1168"/>
                    <a:pt x="6876" y="1111"/>
                  </a:cubicBezTo>
                  <a:cubicBezTo>
                    <a:pt x="6654" y="938"/>
                    <a:pt x="6901" y="333"/>
                    <a:pt x="6715" y="148"/>
                  </a:cubicBezTo>
                  <a:cubicBezTo>
                    <a:pt x="6668" y="94"/>
                    <a:pt x="6597" y="73"/>
                    <a:pt x="6515" y="73"/>
                  </a:cubicBezTo>
                  <a:cubicBezTo>
                    <a:pt x="6299" y="73"/>
                    <a:pt x="6004" y="218"/>
                    <a:pt x="5851" y="272"/>
                  </a:cubicBezTo>
                  <a:cubicBezTo>
                    <a:pt x="5444" y="432"/>
                    <a:pt x="5037" y="543"/>
                    <a:pt x="4617" y="679"/>
                  </a:cubicBezTo>
                  <a:cubicBezTo>
                    <a:pt x="4308" y="778"/>
                    <a:pt x="4135" y="938"/>
                    <a:pt x="3852" y="1099"/>
                  </a:cubicBezTo>
                  <a:cubicBezTo>
                    <a:pt x="3074" y="1506"/>
                    <a:pt x="3629" y="1346"/>
                    <a:pt x="3926" y="1864"/>
                  </a:cubicBezTo>
                  <a:cubicBezTo>
                    <a:pt x="3197" y="2271"/>
                    <a:pt x="3247" y="3358"/>
                    <a:pt x="3308" y="4086"/>
                  </a:cubicBezTo>
                  <a:cubicBezTo>
                    <a:pt x="3765" y="4061"/>
                    <a:pt x="4160" y="3777"/>
                    <a:pt x="4210" y="3382"/>
                  </a:cubicBezTo>
                  <a:cubicBezTo>
                    <a:pt x="4284" y="2839"/>
                    <a:pt x="4098" y="2271"/>
                    <a:pt x="4827" y="2074"/>
                  </a:cubicBezTo>
                  <a:cubicBezTo>
                    <a:pt x="4963" y="2321"/>
                    <a:pt x="5456" y="2296"/>
                    <a:pt x="5555" y="2555"/>
                  </a:cubicBezTo>
                  <a:cubicBezTo>
                    <a:pt x="5666" y="2827"/>
                    <a:pt x="5283" y="3173"/>
                    <a:pt x="5111" y="3321"/>
                  </a:cubicBezTo>
                  <a:cubicBezTo>
                    <a:pt x="4740" y="3691"/>
                    <a:pt x="4345" y="3913"/>
                    <a:pt x="3901" y="4172"/>
                  </a:cubicBezTo>
                  <a:cubicBezTo>
                    <a:pt x="3716" y="4283"/>
                    <a:pt x="3444" y="4370"/>
                    <a:pt x="3284" y="4506"/>
                  </a:cubicBezTo>
                  <a:cubicBezTo>
                    <a:pt x="3173" y="4617"/>
                    <a:pt x="3173" y="4839"/>
                    <a:pt x="3012" y="4876"/>
                  </a:cubicBezTo>
                  <a:cubicBezTo>
                    <a:pt x="2995" y="4879"/>
                    <a:pt x="2979" y="4880"/>
                    <a:pt x="2963" y="4880"/>
                  </a:cubicBezTo>
                  <a:cubicBezTo>
                    <a:pt x="2607" y="4880"/>
                    <a:pt x="2484" y="4163"/>
                    <a:pt x="1981" y="4163"/>
                  </a:cubicBezTo>
                  <a:cubicBezTo>
                    <a:pt x="1948" y="4163"/>
                    <a:pt x="1913" y="4166"/>
                    <a:pt x="1877" y="4172"/>
                  </a:cubicBezTo>
                  <a:cubicBezTo>
                    <a:pt x="1765" y="4604"/>
                    <a:pt x="1148" y="4382"/>
                    <a:pt x="914" y="4728"/>
                  </a:cubicBezTo>
                  <a:cubicBezTo>
                    <a:pt x="740" y="4980"/>
                    <a:pt x="874" y="5062"/>
                    <a:pt x="1096" y="5062"/>
                  </a:cubicBezTo>
                  <a:cubicBezTo>
                    <a:pt x="1362" y="5062"/>
                    <a:pt x="1754" y="4944"/>
                    <a:pt x="1889" y="4864"/>
                  </a:cubicBezTo>
                  <a:cubicBezTo>
                    <a:pt x="2012" y="5049"/>
                    <a:pt x="2432" y="5073"/>
                    <a:pt x="2457" y="5308"/>
                  </a:cubicBezTo>
                  <a:cubicBezTo>
                    <a:pt x="2457" y="5407"/>
                    <a:pt x="1951" y="5851"/>
                    <a:pt x="1815" y="5925"/>
                  </a:cubicBezTo>
                  <a:cubicBezTo>
                    <a:pt x="1753" y="5955"/>
                    <a:pt x="1684" y="5966"/>
                    <a:pt x="1613" y="5966"/>
                  </a:cubicBezTo>
                  <a:cubicBezTo>
                    <a:pt x="1386" y="5966"/>
                    <a:pt x="1129" y="5851"/>
                    <a:pt x="960" y="5851"/>
                  </a:cubicBezTo>
                  <a:cubicBezTo>
                    <a:pt x="918" y="5851"/>
                    <a:pt x="881" y="5858"/>
                    <a:pt x="852" y="5876"/>
                  </a:cubicBezTo>
                  <a:cubicBezTo>
                    <a:pt x="531" y="6036"/>
                    <a:pt x="778" y="6357"/>
                    <a:pt x="815" y="6530"/>
                  </a:cubicBezTo>
                  <a:cubicBezTo>
                    <a:pt x="840" y="6703"/>
                    <a:pt x="753" y="7271"/>
                    <a:pt x="889" y="7394"/>
                  </a:cubicBezTo>
                  <a:cubicBezTo>
                    <a:pt x="956" y="7456"/>
                    <a:pt x="1013" y="7481"/>
                    <a:pt x="1062" y="7481"/>
                  </a:cubicBezTo>
                  <a:cubicBezTo>
                    <a:pt x="1237" y="7481"/>
                    <a:pt x="1311" y="7163"/>
                    <a:pt x="1407" y="7086"/>
                  </a:cubicBezTo>
                  <a:cubicBezTo>
                    <a:pt x="1593" y="6937"/>
                    <a:pt x="1938" y="7011"/>
                    <a:pt x="2074" y="6839"/>
                  </a:cubicBezTo>
                  <a:cubicBezTo>
                    <a:pt x="2210" y="6666"/>
                    <a:pt x="2111" y="6370"/>
                    <a:pt x="2272" y="6160"/>
                  </a:cubicBezTo>
                  <a:cubicBezTo>
                    <a:pt x="2531" y="5802"/>
                    <a:pt x="2889" y="5777"/>
                    <a:pt x="3012" y="5320"/>
                  </a:cubicBezTo>
                  <a:cubicBezTo>
                    <a:pt x="3469" y="5592"/>
                    <a:pt x="3531" y="5419"/>
                    <a:pt x="3654" y="5999"/>
                  </a:cubicBezTo>
                  <a:cubicBezTo>
                    <a:pt x="3815" y="5975"/>
                    <a:pt x="3987" y="5938"/>
                    <a:pt x="4148" y="5888"/>
                  </a:cubicBezTo>
                  <a:lnTo>
                    <a:pt x="4148" y="5888"/>
                  </a:lnTo>
                  <a:cubicBezTo>
                    <a:pt x="4104" y="6008"/>
                    <a:pt x="3775" y="6327"/>
                    <a:pt x="4006" y="6327"/>
                  </a:cubicBezTo>
                  <a:cubicBezTo>
                    <a:pt x="4038" y="6327"/>
                    <a:pt x="4080" y="6321"/>
                    <a:pt x="4135" y="6308"/>
                  </a:cubicBezTo>
                  <a:cubicBezTo>
                    <a:pt x="4365" y="6262"/>
                    <a:pt x="4467" y="5907"/>
                    <a:pt x="4758" y="5907"/>
                  </a:cubicBezTo>
                  <a:cubicBezTo>
                    <a:pt x="4779" y="5907"/>
                    <a:pt x="4803" y="5909"/>
                    <a:pt x="4827" y="5913"/>
                  </a:cubicBezTo>
                  <a:cubicBezTo>
                    <a:pt x="5074" y="5950"/>
                    <a:pt x="5049" y="6221"/>
                    <a:pt x="5259" y="6283"/>
                  </a:cubicBezTo>
                  <a:cubicBezTo>
                    <a:pt x="5298" y="6298"/>
                    <a:pt x="5338" y="6304"/>
                    <a:pt x="5378" y="6304"/>
                  </a:cubicBezTo>
                  <a:cubicBezTo>
                    <a:pt x="5612" y="6304"/>
                    <a:pt x="5850" y="6087"/>
                    <a:pt x="6061" y="6024"/>
                  </a:cubicBezTo>
                  <a:cubicBezTo>
                    <a:pt x="6132" y="6006"/>
                    <a:pt x="6196" y="5999"/>
                    <a:pt x="6257" y="5999"/>
                  </a:cubicBezTo>
                  <a:cubicBezTo>
                    <a:pt x="6533" y="5999"/>
                    <a:pt x="6722" y="6154"/>
                    <a:pt x="7036" y="6184"/>
                  </a:cubicBezTo>
                  <a:cubicBezTo>
                    <a:pt x="7057" y="6187"/>
                    <a:pt x="7078" y="6187"/>
                    <a:pt x="7098" y="6187"/>
                  </a:cubicBezTo>
                  <a:cubicBezTo>
                    <a:pt x="7440" y="6187"/>
                    <a:pt x="7722" y="5909"/>
                    <a:pt x="8049" y="5851"/>
                  </a:cubicBezTo>
                  <a:cubicBezTo>
                    <a:pt x="8084" y="5846"/>
                    <a:pt x="8117" y="5843"/>
                    <a:pt x="8148" y="5843"/>
                  </a:cubicBezTo>
                  <a:cubicBezTo>
                    <a:pt x="8701" y="5843"/>
                    <a:pt x="8579" y="6641"/>
                    <a:pt x="8567" y="7086"/>
                  </a:cubicBezTo>
                  <a:cubicBezTo>
                    <a:pt x="8555" y="7308"/>
                    <a:pt x="8493" y="7505"/>
                    <a:pt x="8407" y="7703"/>
                  </a:cubicBezTo>
                  <a:cubicBezTo>
                    <a:pt x="8098" y="7666"/>
                    <a:pt x="8234" y="7295"/>
                    <a:pt x="8024" y="7110"/>
                  </a:cubicBezTo>
                  <a:cubicBezTo>
                    <a:pt x="7802" y="6987"/>
                    <a:pt x="7567" y="6900"/>
                    <a:pt x="7320" y="6839"/>
                  </a:cubicBezTo>
                  <a:cubicBezTo>
                    <a:pt x="7279" y="6831"/>
                    <a:pt x="7239" y="6827"/>
                    <a:pt x="7199" y="6827"/>
                  </a:cubicBezTo>
                  <a:cubicBezTo>
                    <a:pt x="6660" y="6827"/>
                    <a:pt x="6171" y="7511"/>
                    <a:pt x="5630" y="7511"/>
                  </a:cubicBezTo>
                  <a:cubicBezTo>
                    <a:pt x="5601" y="7511"/>
                    <a:pt x="5572" y="7509"/>
                    <a:pt x="5543" y="7505"/>
                  </a:cubicBezTo>
                  <a:cubicBezTo>
                    <a:pt x="5123" y="7443"/>
                    <a:pt x="4642" y="6937"/>
                    <a:pt x="4247" y="6765"/>
                  </a:cubicBezTo>
                  <a:cubicBezTo>
                    <a:pt x="4140" y="6723"/>
                    <a:pt x="4032" y="6706"/>
                    <a:pt x="3923" y="6706"/>
                  </a:cubicBezTo>
                  <a:cubicBezTo>
                    <a:pt x="3512" y="6706"/>
                    <a:pt x="3081" y="6946"/>
                    <a:pt x="2642" y="7024"/>
                  </a:cubicBezTo>
                  <a:cubicBezTo>
                    <a:pt x="2494" y="7061"/>
                    <a:pt x="2333" y="7073"/>
                    <a:pt x="2185" y="7086"/>
                  </a:cubicBezTo>
                  <a:cubicBezTo>
                    <a:pt x="2049" y="7369"/>
                    <a:pt x="1617" y="7518"/>
                    <a:pt x="1321" y="7518"/>
                  </a:cubicBezTo>
                  <a:cubicBezTo>
                    <a:pt x="1321" y="7752"/>
                    <a:pt x="1111" y="7826"/>
                    <a:pt x="1012" y="8024"/>
                  </a:cubicBezTo>
                  <a:cubicBezTo>
                    <a:pt x="827" y="8332"/>
                    <a:pt x="877" y="8629"/>
                    <a:pt x="790" y="8949"/>
                  </a:cubicBezTo>
                  <a:cubicBezTo>
                    <a:pt x="729" y="9233"/>
                    <a:pt x="568" y="9381"/>
                    <a:pt x="445" y="9641"/>
                  </a:cubicBezTo>
                  <a:cubicBezTo>
                    <a:pt x="297" y="9974"/>
                    <a:pt x="358" y="10258"/>
                    <a:pt x="395" y="10604"/>
                  </a:cubicBezTo>
                  <a:cubicBezTo>
                    <a:pt x="445" y="11245"/>
                    <a:pt x="0" y="11900"/>
                    <a:pt x="346" y="12467"/>
                  </a:cubicBezTo>
                  <a:cubicBezTo>
                    <a:pt x="655" y="12937"/>
                    <a:pt x="1185" y="13233"/>
                    <a:pt x="1753" y="13233"/>
                  </a:cubicBezTo>
                  <a:cubicBezTo>
                    <a:pt x="1798" y="13236"/>
                    <a:pt x="1843" y="13237"/>
                    <a:pt x="1888" y="13237"/>
                  </a:cubicBezTo>
                  <a:cubicBezTo>
                    <a:pt x="2044" y="13237"/>
                    <a:pt x="2205" y="13219"/>
                    <a:pt x="2358" y="13171"/>
                  </a:cubicBezTo>
                  <a:cubicBezTo>
                    <a:pt x="2506" y="13109"/>
                    <a:pt x="2506" y="13023"/>
                    <a:pt x="2617" y="12961"/>
                  </a:cubicBezTo>
                  <a:cubicBezTo>
                    <a:pt x="3099" y="12714"/>
                    <a:pt x="3617" y="12554"/>
                    <a:pt x="4160" y="12504"/>
                  </a:cubicBezTo>
                  <a:cubicBezTo>
                    <a:pt x="4206" y="12500"/>
                    <a:pt x="4246" y="12497"/>
                    <a:pt x="4283" y="12497"/>
                  </a:cubicBezTo>
                  <a:cubicBezTo>
                    <a:pt x="4611" y="12497"/>
                    <a:pt x="4593" y="12698"/>
                    <a:pt x="4716" y="13109"/>
                  </a:cubicBezTo>
                  <a:cubicBezTo>
                    <a:pt x="4827" y="13443"/>
                    <a:pt x="4950" y="13776"/>
                    <a:pt x="5296" y="13961"/>
                  </a:cubicBezTo>
                  <a:cubicBezTo>
                    <a:pt x="5382" y="14010"/>
                    <a:pt x="5456" y="14017"/>
                    <a:pt x="5527" y="14017"/>
                  </a:cubicBezTo>
                  <a:cubicBezTo>
                    <a:pt x="5551" y="14017"/>
                    <a:pt x="5574" y="14016"/>
                    <a:pt x="5598" y="14016"/>
                  </a:cubicBezTo>
                  <a:cubicBezTo>
                    <a:pt x="5644" y="14016"/>
                    <a:pt x="5691" y="14019"/>
                    <a:pt x="5740" y="14035"/>
                  </a:cubicBezTo>
                  <a:cubicBezTo>
                    <a:pt x="5888" y="14122"/>
                    <a:pt x="6012" y="14220"/>
                    <a:pt x="6135" y="14319"/>
                  </a:cubicBezTo>
                  <a:cubicBezTo>
                    <a:pt x="6481" y="14554"/>
                    <a:pt x="6678" y="14554"/>
                    <a:pt x="6826" y="14973"/>
                  </a:cubicBezTo>
                  <a:cubicBezTo>
                    <a:pt x="7061" y="15603"/>
                    <a:pt x="6913" y="16467"/>
                    <a:pt x="6999" y="17096"/>
                  </a:cubicBezTo>
                  <a:cubicBezTo>
                    <a:pt x="7147" y="18109"/>
                    <a:pt x="8666" y="18689"/>
                    <a:pt x="8234" y="19800"/>
                  </a:cubicBezTo>
                  <a:cubicBezTo>
                    <a:pt x="8937" y="19479"/>
                    <a:pt x="10530" y="18652"/>
                    <a:pt x="10690" y="17788"/>
                  </a:cubicBezTo>
                  <a:cubicBezTo>
                    <a:pt x="10764" y="17417"/>
                    <a:pt x="10443" y="17109"/>
                    <a:pt x="10443" y="16763"/>
                  </a:cubicBezTo>
                  <a:cubicBezTo>
                    <a:pt x="10443" y="16553"/>
                    <a:pt x="10826" y="15911"/>
                    <a:pt x="11048" y="15874"/>
                  </a:cubicBezTo>
                  <a:cubicBezTo>
                    <a:pt x="11074" y="15868"/>
                    <a:pt x="11098" y="15866"/>
                    <a:pt x="11121" y="15866"/>
                  </a:cubicBezTo>
                  <a:cubicBezTo>
                    <a:pt x="11433" y="15866"/>
                    <a:pt x="11542" y="16372"/>
                    <a:pt x="11875" y="16430"/>
                  </a:cubicBezTo>
                  <a:cubicBezTo>
                    <a:pt x="11888" y="16432"/>
                    <a:pt x="11903" y="16433"/>
                    <a:pt x="11918" y="16433"/>
                  </a:cubicBezTo>
                  <a:cubicBezTo>
                    <a:pt x="12151" y="16433"/>
                    <a:pt x="12640" y="16184"/>
                    <a:pt x="12813" y="16010"/>
                  </a:cubicBezTo>
                  <a:cubicBezTo>
                    <a:pt x="13406" y="15393"/>
                    <a:pt x="12134" y="14862"/>
                    <a:pt x="11628" y="14689"/>
                  </a:cubicBezTo>
                  <a:cubicBezTo>
                    <a:pt x="11530" y="14665"/>
                    <a:pt x="11431" y="14652"/>
                    <a:pt x="11320" y="14652"/>
                  </a:cubicBezTo>
                  <a:cubicBezTo>
                    <a:pt x="11258" y="14368"/>
                    <a:pt x="11110" y="13973"/>
                    <a:pt x="11172" y="13690"/>
                  </a:cubicBezTo>
                  <a:cubicBezTo>
                    <a:pt x="11258" y="13171"/>
                    <a:pt x="11764" y="13035"/>
                    <a:pt x="12097" y="12727"/>
                  </a:cubicBezTo>
                  <a:cubicBezTo>
                    <a:pt x="12357" y="12492"/>
                    <a:pt x="13282" y="11110"/>
                    <a:pt x="12998" y="10739"/>
                  </a:cubicBezTo>
                  <a:cubicBezTo>
                    <a:pt x="12850" y="10542"/>
                    <a:pt x="11863" y="10492"/>
                    <a:pt x="11579" y="10406"/>
                  </a:cubicBezTo>
                  <a:cubicBezTo>
                    <a:pt x="11344" y="10332"/>
                    <a:pt x="10986" y="10332"/>
                    <a:pt x="10777" y="10184"/>
                  </a:cubicBezTo>
                  <a:cubicBezTo>
                    <a:pt x="10591" y="10073"/>
                    <a:pt x="10604" y="9962"/>
                    <a:pt x="10468" y="9838"/>
                  </a:cubicBezTo>
                  <a:cubicBezTo>
                    <a:pt x="10098" y="9505"/>
                    <a:pt x="9900" y="9443"/>
                    <a:pt x="9690" y="8962"/>
                  </a:cubicBezTo>
                  <a:cubicBezTo>
                    <a:pt x="9567" y="8641"/>
                    <a:pt x="9592" y="8320"/>
                    <a:pt x="9493" y="8024"/>
                  </a:cubicBezTo>
                  <a:cubicBezTo>
                    <a:pt x="9406" y="7801"/>
                    <a:pt x="8900" y="7320"/>
                    <a:pt x="9283" y="7073"/>
                  </a:cubicBezTo>
                  <a:cubicBezTo>
                    <a:pt x="9366" y="7019"/>
                    <a:pt x="9440" y="6995"/>
                    <a:pt x="9506" y="6995"/>
                  </a:cubicBezTo>
                  <a:cubicBezTo>
                    <a:pt x="9919" y="6995"/>
                    <a:pt x="10019" y="7932"/>
                    <a:pt x="10147" y="8135"/>
                  </a:cubicBezTo>
                  <a:cubicBezTo>
                    <a:pt x="10369" y="8480"/>
                    <a:pt x="11048" y="8925"/>
                    <a:pt x="11406" y="9147"/>
                  </a:cubicBezTo>
                  <a:cubicBezTo>
                    <a:pt x="11697" y="9310"/>
                    <a:pt x="12021" y="9392"/>
                    <a:pt x="12347" y="9392"/>
                  </a:cubicBezTo>
                  <a:cubicBezTo>
                    <a:pt x="12587" y="9392"/>
                    <a:pt x="12829" y="9347"/>
                    <a:pt x="13060" y="9258"/>
                  </a:cubicBezTo>
                  <a:cubicBezTo>
                    <a:pt x="12998" y="8826"/>
                    <a:pt x="12875" y="8468"/>
                    <a:pt x="13122" y="8085"/>
                  </a:cubicBezTo>
                  <a:cubicBezTo>
                    <a:pt x="13319" y="7789"/>
                    <a:pt x="13653" y="7616"/>
                    <a:pt x="13381" y="7246"/>
                  </a:cubicBezTo>
                  <a:cubicBezTo>
                    <a:pt x="13671" y="7175"/>
                    <a:pt x="13912" y="7126"/>
                    <a:pt x="14107" y="7126"/>
                  </a:cubicBezTo>
                  <a:cubicBezTo>
                    <a:pt x="14485" y="7126"/>
                    <a:pt x="14690" y="7309"/>
                    <a:pt x="14739" y="7863"/>
                  </a:cubicBezTo>
                  <a:cubicBezTo>
                    <a:pt x="14776" y="8332"/>
                    <a:pt x="14912" y="8271"/>
                    <a:pt x="15134" y="8567"/>
                  </a:cubicBezTo>
                  <a:cubicBezTo>
                    <a:pt x="15356" y="8851"/>
                    <a:pt x="15307" y="9159"/>
                    <a:pt x="15368" y="9530"/>
                  </a:cubicBezTo>
                  <a:cubicBezTo>
                    <a:pt x="15466" y="10112"/>
                    <a:pt x="15849" y="10456"/>
                    <a:pt x="16448" y="10456"/>
                  </a:cubicBezTo>
                  <a:cubicBezTo>
                    <a:pt x="16458" y="10456"/>
                    <a:pt x="16469" y="10456"/>
                    <a:pt x="16479" y="10455"/>
                  </a:cubicBezTo>
                  <a:lnTo>
                    <a:pt x="16591" y="10455"/>
                  </a:lnTo>
                  <a:cubicBezTo>
                    <a:pt x="16566" y="5740"/>
                    <a:pt x="13566" y="1543"/>
                    <a:pt x="91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171"/>
            <p:cNvSpPr/>
            <p:nvPr/>
          </p:nvSpPr>
          <p:spPr>
            <a:xfrm>
              <a:off x="7304615" y="3026392"/>
              <a:ext cx="707406" cy="848505"/>
            </a:xfrm>
            <a:custGeom>
              <a:avLst/>
              <a:gdLst/>
              <a:ahLst/>
              <a:cxnLst/>
              <a:rect l="l" t="t" r="r" b="b"/>
              <a:pathLst>
                <a:path w="16690" h="20019" extrusionOk="0">
                  <a:moveTo>
                    <a:pt x="3099" y="5601"/>
                  </a:moveTo>
                  <a:cubicBezTo>
                    <a:pt x="3173" y="5638"/>
                    <a:pt x="3235" y="5662"/>
                    <a:pt x="3284" y="5687"/>
                  </a:cubicBezTo>
                  <a:cubicBezTo>
                    <a:pt x="3457" y="5761"/>
                    <a:pt x="3482" y="5773"/>
                    <a:pt x="3568" y="6144"/>
                  </a:cubicBezTo>
                  <a:cubicBezTo>
                    <a:pt x="3581" y="6193"/>
                    <a:pt x="3630" y="6230"/>
                    <a:pt x="3692" y="6230"/>
                  </a:cubicBezTo>
                  <a:cubicBezTo>
                    <a:pt x="3766" y="6218"/>
                    <a:pt x="3840" y="6205"/>
                    <a:pt x="3914" y="6193"/>
                  </a:cubicBezTo>
                  <a:lnTo>
                    <a:pt x="3914" y="6193"/>
                  </a:lnTo>
                  <a:cubicBezTo>
                    <a:pt x="3840" y="6304"/>
                    <a:pt x="3803" y="6403"/>
                    <a:pt x="3865" y="6489"/>
                  </a:cubicBezTo>
                  <a:cubicBezTo>
                    <a:pt x="3903" y="6547"/>
                    <a:pt x="3969" y="6565"/>
                    <a:pt x="4034" y="6565"/>
                  </a:cubicBezTo>
                  <a:cubicBezTo>
                    <a:pt x="4092" y="6565"/>
                    <a:pt x="4150" y="6550"/>
                    <a:pt x="4186" y="6539"/>
                  </a:cubicBezTo>
                  <a:cubicBezTo>
                    <a:pt x="4309" y="6502"/>
                    <a:pt x="4408" y="6415"/>
                    <a:pt x="4494" y="6316"/>
                  </a:cubicBezTo>
                  <a:cubicBezTo>
                    <a:pt x="4591" y="6209"/>
                    <a:pt x="4669" y="6139"/>
                    <a:pt x="4769" y="6139"/>
                  </a:cubicBezTo>
                  <a:cubicBezTo>
                    <a:pt x="4784" y="6139"/>
                    <a:pt x="4799" y="6140"/>
                    <a:pt x="4815" y="6144"/>
                  </a:cubicBezTo>
                  <a:cubicBezTo>
                    <a:pt x="4901" y="6156"/>
                    <a:pt x="4926" y="6193"/>
                    <a:pt x="4988" y="6279"/>
                  </a:cubicBezTo>
                  <a:cubicBezTo>
                    <a:pt x="5037" y="6391"/>
                    <a:pt x="5124" y="6477"/>
                    <a:pt x="5235" y="6514"/>
                  </a:cubicBezTo>
                  <a:cubicBezTo>
                    <a:pt x="5285" y="6531"/>
                    <a:pt x="5335" y="6538"/>
                    <a:pt x="5385" y="6538"/>
                  </a:cubicBezTo>
                  <a:cubicBezTo>
                    <a:pt x="5555" y="6538"/>
                    <a:pt x="5721" y="6452"/>
                    <a:pt x="5864" y="6366"/>
                  </a:cubicBezTo>
                  <a:cubicBezTo>
                    <a:pt x="5938" y="6316"/>
                    <a:pt x="6025" y="6279"/>
                    <a:pt x="6111" y="6255"/>
                  </a:cubicBezTo>
                  <a:cubicBezTo>
                    <a:pt x="6172" y="6237"/>
                    <a:pt x="6235" y="6229"/>
                    <a:pt x="6298" y="6229"/>
                  </a:cubicBezTo>
                  <a:cubicBezTo>
                    <a:pt x="6412" y="6229"/>
                    <a:pt x="6526" y="6256"/>
                    <a:pt x="6630" y="6304"/>
                  </a:cubicBezTo>
                  <a:cubicBezTo>
                    <a:pt x="6765" y="6353"/>
                    <a:pt x="6901" y="6391"/>
                    <a:pt x="7037" y="6403"/>
                  </a:cubicBezTo>
                  <a:cubicBezTo>
                    <a:pt x="7272" y="6403"/>
                    <a:pt x="7506" y="6341"/>
                    <a:pt x="7704" y="6230"/>
                  </a:cubicBezTo>
                  <a:cubicBezTo>
                    <a:pt x="7827" y="6156"/>
                    <a:pt x="7950" y="6107"/>
                    <a:pt x="8086" y="6070"/>
                  </a:cubicBezTo>
                  <a:cubicBezTo>
                    <a:pt x="8109" y="6063"/>
                    <a:pt x="8133" y="6060"/>
                    <a:pt x="8158" y="6060"/>
                  </a:cubicBezTo>
                  <a:cubicBezTo>
                    <a:pt x="8224" y="6060"/>
                    <a:pt x="8291" y="6083"/>
                    <a:pt x="8345" y="6119"/>
                  </a:cubicBezTo>
                  <a:cubicBezTo>
                    <a:pt x="8506" y="6267"/>
                    <a:pt x="8494" y="6687"/>
                    <a:pt x="8469" y="6995"/>
                  </a:cubicBezTo>
                  <a:cubicBezTo>
                    <a:pt x="8469" y="7057"/>
                    <a:pt x="8469" y="7131"/>
                    <a:pt x="8469" y="7181"/>
                  </a:cubicBezTo>
                  <a:cubicBezTo>
                    <a:pt x="8457" y="7341"/>
                    <a:pt x="8420" y="7501"/>
                    <a:pt x="8358" y="7650"/>
                  </a:cubicBezTo>
                  <a:cubicBezTo>
                    <a:pt x="8308" y="7600"/>
                    <a:pt x="8284" y="7526"/>
                    <a:pt x="8284" y="7464"/>
                  </a:cubicBezTo>
                  <a:cubicBezTo>
                    <a:pt x="8271" y="7329"/>
                    <a:pt x="8210" y="7205"/>
                    <a:pt x="8111" y="7106"/>
                  </a:cubicBezTo>
                  <a:cubicBezTo>
                    <a:pt x="7987" y="6995"/>
                    <a:pt x="7457" y="6835"/>
                    <a:pt x="7346" y="6823"/>
                  </a:cubicBezTo>
                  <a:cubicBezTo>
                    <a:pt x="7296" y="6810"/>
                    <a:pt x="7247" y="6798"/>
                    <a:pt x="7185" y="6798"/>
                  </a:cubicBezTo>
                  <a:lnTo>
                    <a:pt x="7185" y="6810"/>
                  </a:lnTo>
                  <a:cubicBezTo>
                    <a:pt x="6889" y="6810"/>
                    <a:pt x="6630" y="7008"/>
                    <a:pt x="6358" y="7193"/>
                  </a:cubicBezTo>
                  <a:cubicBezTo>
                    <a:pt x="6105" y="7354"/>
                    <a:pt x="5874" y="7504"/>
                    <a:pt x="5634" y="7504"/>
                  </a:cubicBezTo>
                  <a:cubicBezTo>
                    <a:pt x="5616" y="7504"/>
                    <a:pt x="5598" y="7503"/>
                    <a:pt x="5580" y="7501"/>
                  </a:cubicBezTo>
                  <a:cubicBezTo>
                    <a:pt x="5358" y="7464"/>
                    <a:pt x="5099" y="7279"/>
                    <a:pt x="4852" y="7106"/>
                  </a:cubicBezTo>
                  <a:cubicBezTo>
                    <a:pt x="4692" y="6971"/>
                    <a:pt x="4506" y="6860"/>
                    <a:pt x="4309" y="6773"/>
                  </a:cubicBezTo>
                  <a:cubicBezTo>
                    <a:pt x="4184" y="6721"/>
                    <a:pt x="4058" y="6700"/>
                    <a:pt x="3932" y="6700"/>
                  </a:cubicBezTo>
                  <a:cubicBezTo>
                    <a:pt x="3671" y="6700"/>
                    <a:pt x="3410" y="6789"/>
                    <a:pt x="3161" y="6872"/>
                  </a:cubicBezTo>
                  <a:cubicBezTo>
                    <a:pt x="2988" y="6934"/>
                    <a:pt x="2815" y="6983"/>
                    <a:pt x="2643" y="7020"/>
                  </a:cubicBezTo>
                  <a:lnTo>
                    <a:pt x="2606" y="7020"/>
                  </a:lnTo>
                  <a:cubicBezTo>
                    <a:pt x="2470" y="7057"/>
                    <a:pt x="2334" y="7069"/>
                    <a:pt x="2198" y="7082"/>
                  </a:cubicBezTo>
                  <a:cubicBezTo>
                    <a:pt x="2192" y="7080"/>
                    <a:pt x="2185" y="7079"/>
                    <a:pt x="2179" y="7079"/>
                  </a:cubicBezTo>
                  <a:cubicBezTo>
                    <a:pt x="2139" y="7079"/>
                    <a:pt x="2108" y="7111"/>
                    <a:pt x="2087" y="7143"/>
                  </a:cubicBezTo>
                  <a:cubicBezTo>
                    <a:pt x="2001" y="7353"/>
                    <a:pt x="1667" y="7489"/>
                    <a:pt x="1383" y="7501"/>
                  </a:cubicBezTo>
                  <a:cubicBezTo>
                    <a:pt x="1396" y="7477"/>
                    <a:pt x="1420" y="7440"/>
                    <a:pt x="1433" y="7415"/>
                  </a:cubicBezTo>
                  <a:cubicBezTo>
                    <a:pt x="1445" y="7366"/>
                    <a:pt x="1470" y="7329"/>
                    <a:pt x="1507" y="7292"/>
                  </a:cubicBezTo>
                  <a:cubicBezTo>
                    <a:pt x="1581" y="7242"/>
                    <a:pt x="1680" y="7218"/>
                    <a:pt x="1778" y="7218"/>
                  </a:cubicBezTo>
                  <a:cubicBezTo>
                    <a:pt x="1927" y="7205"/>
                    <a:pt x="2075" y="7143"/>
                    <a:pt x="2186" y="7032"/>
                  </a:cubicBezTo>
                  <a:cubicBezTo>
                    <a:pt x="2260" y="6921"/>
                    <a:pt x="2309" y="6786"/>
                    <a:pt x="2309" y="6650"/>
                  </a:cubicBezTo>
                  <a:cubicBezTo>
                    <a:pt x="2297" y="6539"/>
                    <a:pt x="2334" y="6428"/>
                    <a:pt x="2383" y="6341"/>
                  </a:cubicBezTo>
                  <a:cubicBezTo>
                    <a:pt x="2470" y="6230"/>
                    <a:pt x="2581" y="6131"/>
                    <a:pt x="2692" y="6057"/>
                  </a:cubicBezTo>
                  <a:cubicBezTo>
                    <a:pt x="2865" y="5946"/>
                    <a:pt x="3013" y="5786"/>
                    <a:pt x="3099" y="5601"/>
                  </a:cubicBezTo>
                  <a:close/>
                  <a:moveTo>
                    <a:pt x="9197" y="293"/>
                  </a:moveTo>
                  <a:cubicBezTo>
                    <a:pt x="12888" y="1626"/>
                    <a:pt x="15579" y="4811"/>
                    <a:pt x="16295" y="8674"/>
                  </a:cubicBezTo>
                  <a:cubicBezTo>
                    <a:pt x="16406" y="9267"/>
                    <a:pt x="16455" y="9871"/>
                    <a:pt x="16468" y="10476"/>
                  </a:cubicBezTo>
                  <a:cubicBezTo>
                    <a:pt x="15925" y="10476"/>
                    <a:pt x="15567" y="10180"/>
                    <a:pt x="15480" y="9637"/>
                  </a:cubicBezTo>
                  <a:cubicBezTo>
                    <a:pt x="15468" y="9538"/>
                    <a:pt x="15456" y="9439"/>
                    <a:pt x="15456" y="9353"/>
                  </a:cubicBezTo>
                  <a:cubicBezTo>
                    <a:pt x="15456" y="9094"/>
                    <a:pt x="15381" y="8835"/>
                    <a:pt x="15221" y="8625"/>
                  </a:cubicBezTo>
                  <a:cubicBezTo>
                    <a:pt x="15172" y="8551"/>
                    <a:pt x="15110" y="8477"/>
                    <a:pt x="15036" y="8415"/>
                  </a:cubicBezTo>
                  <a:cubicBezTo>
                    <a:pt x="14925" y="8304"/>
                    <a:pt x="14875" y="8267"/>
                    <a:pt x="14851" y="7983"/>
                  </a:cubicBezTo>
                  <a:cubicBezTo>
                    <a:pt x="14826" y="7613"/>
                    <a:pt x="14727" y="7378"/>
                    <a:pt x="14542" y="7255"/>
                  </a:cubicBezTo>
                  <a:cubicBezTo>
                    <a:pt x="14422" y="7163"/>
                    <a:pt x="14280" y="7124"/>
                    <a:pt x="14104" y="7124"/>
                  </a:cubicBezTo>
                  <a:cubicBezTo>
                    <a:pt x="13902" y="7124"/>
                    <a:pt x="13655" y="7175"/>
                    <a:pt x="13345" y="7255"/>
                  </a:cubicBezTo>
                  <a:cubicBezTo>
                    <a:pt x="13308" y="7255"/>
                    <a:pt x="13283" y="7292"/>
                    <a:pt x="13271" y="7329"/>
                  </a:cubicBezTo>
                  <a:cubicBezTo>
                    <a:pt x="13258" y="7366"/>
                    <a:pt x="13258" y="7403"/>
                    <a:pt x="13283" y="7440"/>
                  </a:cubicBezTo>
                  <a:cubicBezTo>
                    <a:pt x="13431" y="7625"/>
                    <a:pt x="13369" y="7724"/>
                    <a:pt x="13184" y="7921"/>
                  </a:cubicBezTo>
                  <a:cubicBezTo>
                    <a:pt x="13135" y="7995"/>
                    <a:pt x="13073" y="8057"/>
                    <a:pt x="13024" y="8131"/>
                  </a:cubicBezTo>
                  <a:cubicBezTo>
                    <a:pt x="12789" y="8501"/>
                    <a:pt x="12851" y="8835"/>
                    <a:pt x="12913" y="9180"/>
                  </a:cubicBezTo>
                  <a:cubicBezTo>
                    <a:pt x="12913" y="9217"/>
                    <a:pt x="12925" y="9254"/>
                    <a:pt x="12925" y="9304"/>
                  </a:cubicBezTo>
                  <a:cubicBezTo>
                    <a:pt x="12739" y="9366"/>
                    <a:pt x="12545" y="9396"/>
                    <a:pt x="12352" y="9396"/>
                  </a:cubicBezTo>
                  <a:cubicBezTo>
                    <a:pt x="12046" y="9396"/>
                    <a:pt x="11741" y="9319"/>
                    <a:pt x="11468" y="9168"/>
                  </a:cubicBezTo>
                  <a:cubicBezTo>
                    <a:pt x="10641" y="8662"/>
                    <a:pt x="10345" y="8353"/>
                    <a:pt x="10246" y="8193"/>
                  </a:cubicBezTo>
                  <a:cubicBezTo>
                    <a:pt x="10197" y="8094"/>
                    <a:pt x="10160" y="7995"/>
                    <a:pt x="10135" y="7884"/>
                  </a:cubicBezTo>
                  <a:cubicBezTo>
                    <a:pt x="10037" y="7538"/>
                    <a:pt x="9913" y="7119"/>
                    <a:pt x="9629" y="7008"/>
                  </a:cubicBezTo>
                  <a:cubicBezTo>
                    <a:pt x="9588" y="6997"/>
                    <a:pt x="9546" y="6991"/>
                    <a:pt x="9502" y="6991"/>
                  </a:cubicBezTo>
                  <a:cubicBezTo>
                    <a:pt x="9402" y="6991"/>
                    <a:pt x="9300" y="7021"/>
                    <a:pt x="9222" y="7082"/>
                  </a:cubicBezTo>
                  <a:cubicBezTo>
                    <a:pt x="9123" y="7143"/>
                    <a:pt x="9061" y="7242"/>
                    <a:pt x="9037" y="7341"/>
                  </a:cubicBezTo>
                  <a:cubicBezTo>
                    <a:pt x="8987" y="7563"/>
                    <a:pt x="9148" y="7798"/>
                    <a:pt x="9271" y="7983"/>
                  </a:cubicBezTo>
                  <a:cubicBezTo>
                    <a:pt x="9308" y="8045"/>
                    <a:pt x="9345" y="8106"/>
                    <a:pt x="9370" y="8168"/>
                  </a:cubicBezTo>
                  <a:cubicBezTo>
                    <a:pt x="9419" y="8304"/>
                    <a:pt x="9444" y="8427"/>
                    <a:pt x="9456" y="8575"/>
                  </a:cubicBezTo>
                  <a:cubicBezTo>
                    <a:pt x="9481" y="8761"/>
                    <a:pt x="9518" y="8933"/>
                    <a:pt x="9580" y="9106"/>
                  </a:cubicBezTo>
                  <a:cubicBezTo>
                    <a:pt x="9703" y="9402"/>
                    <a:pt x="9901" y="9662"/>
                    <a:pt x="10160" y="9847"/>
                  </a:cubicBezTo>
                  <a:cubicBezTo>
                    <a:pt x="10222" y="9896"/>
                    <a:pt x="10296" y="9958"/>
                    <a:pt x="10382" y="10032"/>
                  </a:cubicBezTo>
                  <a:cubicBezTo>
                    <a:pt x="10419" y="10069"/>
                    <a:pt x="10456" y="10118"/>
                    <a:pt x="10481" y="10168"/>
                  </a:cubicBezTo>
                  <a:cubicBezTo>
                    <a:pt x="10530" y="10254"/>
                    <a:pt x="10604" y="10341"/>
                    <a:pt x="10691" y="10390"/>
                  </a:cubicBezTo>
                  <a:cubicBezTo>
                    <a:pt x="10876" y="10489"/>
                    <a:pt x="11061" y="10550"/>
                    <a:pt x="11259" y="10563"/>
                  </a:cubicBezTo>
                  <a:cubicBezTo>
                    <a:pt x="11357" y="10575"/>
                    <a:pt x="11444" y="10600"/>
                    <a:pt x="11543" y="10624"/>
                  </a:cubicBezTo>
                  <a:cubicBezTo>
                    <a:pt x="11703" y="10662"/>
                    <a:pt x="11863" y="10699"/>
                    <a:pt x="12024" y="10711"/>
                  </a:cubicBezTo>
                  <a:cubicBezTo>
                    <a:pt x="12283" y="10748"/>
                    <a:pt x="12826" y="10822"/>
                    <a:pt x="12900" y="10921"/>
                  </a:cubicBezTo>
                  <a:cubicBezTo>
                    <a:pt x="13098" y="11192"/>
                    <a:pt x="12320" y="12476"/>
                    <a:pt x="12012" y="12760"/>
                  </a:cubicBezTo>
                  <a:cubicBezTo>
                    <a:pt x="11900" y="12834"/>
                    <a:pt x="11802" y="12908"/>
                    <a:pt x="11691" y="12982"/>
                  </a:cubicBezTo>
                  <a:cubicBezTo>
                    <a:pt x="11419" y="13155"/>
                    <a:pt x="11110" y="13365"/>
                    <a:pt x="11036" y="13772"/>
                  </a:cubicBezTo>
                  <a:cubicBezTo>
                    <a:pt x="11024" y="14044"/>
                    <a:pt x="11061" y="14315"/>
                    <a:pt x="11148" y="14575"/>
                  </a:cubicBezTo>
                  <a:cubicBezTo>
                    <a:pt x="11172" y="14649"/>
                    <a:pt x="11185" y="14723"/>
                    <a:pt x="11197" y="14784"/>
                  </a:cubicBezTo>
                  <a:cubicBezTo>
                    <a:pt x="11209" y="14834"/>
                    <a:pt x="11259" y="14871"/>
                    <a:pt x="11320" y="14883"/>
                  </a:cubicBezTo>
                  <a:cubicBezTo>
                    <a:pt x="11343" y="14880"/>
                    <a:pt x="11368" y="14878"/>
                    <a:pt x="11392" y="14878"/>
                  </a:cubicBezTo>
                  <a:cubicBezTo>
                    <a:pt x="11459" y="14878"/>
                    <a:pt x="11529" y="14890"/>
                    <a:pt x="11592" y="14908"/>
                  </a:cubicBezTo>
                  <a:cubicBezTo>
                    <a:pt x="12123" y="15093"/>
                    <a:pt x="12765" y="15426"/>
                    <a:pt x="12839" y="15735"/>
                  </a:cubicBezTo>
                  <a:cubicBezTo>
                    <a:pt x="12851" y="15846"/>
                    <a:pt x="12814" y="15957"/>
                    <a:pt x="12728" y="16043"/>
                  </a:cubicBezTo>
                  <a:cubicBezTo>
                    <a:pt x="12563" y="16208"/>
                    <a:pt x="12086" y="16428"/>
                    <a:pt x="11913" y="16428"/>
                  </a:cubicBezTo>
                  <a:cubicBezTo>
                    <a:pt x="11904" y="16428"/>
                    <a:pt x="11895" y="16427"/>
                    <a:pt x="11888" y="16426"/>
                  </a:cubicBezTo>
                  <a:cubicBezTo>
                    <a:pt x="11765" y="16401"/>
                    <a:pt x="11678" y="16290"/>
                    <a:pt x="11580" y="16167"/>
                  </a:cubicBezTo>
                  <a:cubicBezTo>
                    <a:pt x="11460" y="16026"/>
                    <a:pt x="11332" y="15847"/>
                    <a:pt x="11110" y="15847"/>
                  </a:cubicBezTo>
                  <a:cubicBezTo>
                    <a:pt x="11079" y="15847"/>
                    <a:pt x="11047" y="15851"/>
                    <a:pt x="11012" y="15858"/>
                  </a:cubicBezTo>
                  <a:cubicBezTo>
                    <a:pt x="10740" y="15932"/>
                    <a:pt x="10333" y="16611"/>
                    <a:pt x="10320" y="16870"/>
                  </a:cubicBezTo>
                  <a:cubicBezTo>
                    <a:pt x="10333" y="17043"/>
                    <a:pt x="10382" y="17216"/>
                    <a:pt x="10456" y="17364"/>
                  </a:cubicBezTo>
                  <a:cubicBezTo>
                    <a:pt x="10543" y="17525"/>
                    <a:pt x="10592" y="17698"/>
                    <a:pt x="10567" y="17883"/>
                  </a:cubicBezTo>
                  <a:cubicBezTo>
                    <a:pt x="10432" y="18623"/>
                    <a:pt x="9086" y="19364"/>
                    <a:pt x="8407" y="19685"/>
                  </a:cubicBezTo>
                  <a:cubicBezTo>
                    <a:pt x="8506" y="19117"/>
                    <a:pt x="8123" y="18673"/>
                    <a:pt x="7753" y="18241"/>
                  </a:cubicBezTo>
                  <a:cubicBezTo>
                    <a:pt x="7469" y="17920"/>
                    <a:pt x="7173" y="17574"/>
                    <a:pt x="7111" y="17191"/>
                  </a:cubicBezTo>
                  <a:cubicBezTo>
                    <a:pt x="7086" y="16920"/>
                    <a:pt x="7074" y="16661"/>
                    <a:pt x="7086" y="16389"/>
                  </a:cubicBezTo>
                  <a:cubicBezTo>
                    <a:pt x="7086" y="15920"/>
                    <a:pt x="7086" y="15439"/>
                    <a:pt x="6926" y="15031"/>
                  </a:cubicBezTo>
                  <a:cubicBezTo>
                    <a:pt x="6852" y="14784"/>
                    <a:pt x="6667" y="14575"/>
                    <a:pt x="6432" y="14476"/>
                  </a:cubicBezTo>
                  <a:cubicBezTo>
                    <a:pt x="6346" y="14439"/>
                    <a:pt x="6284" y="14389"/>
                    <a:pt x="6198" y="14328"/>
                  </a:cubicBezTo>
                  <a:cubicBezTo>
                    <a:pt x="6148" y="14291"/>
                    <a:pt x="6086" y="14254"/>
                    <a:pt x="6037" y="14217"/>
                  </a:cubicBezTo>
                  <a:cubicBezTo>
                    <a:pt x="5963" y="14142"/>
                    <a:pt x="5877" y="14081"/>
                    <a:pt x="5778" y="14031"/>
                  </a:cubicBezTo>
                  <a:cubicBezTo>
                    <a:pt x="5704" y="14007"/>
                    <a:pt x="5642" y="13994"/>
                    <a:pt x="5568" y="13994"/>
                  </a:cubicBezTo>
                  <a:lnTo>
                    <a:pt x="5531" y="14031"/>
                  </a:lnTo>
                  <a:cubicBezTo>
                    <a:pt x="5517" y="14034"/>
                    <a:pt x="5504" y="14035"/>
                    <a:pt x="5490" y="14035"/>
                  </a:cubicBezTo>
                  <a:cubicBezTo>
                    <a:pt x="5430" y="14035"/>
                    <a:pt x="5372" y="14015"/>
                    <a:pt x="5321" y="13994"/>
                  </a:cubicBezTo>
                  <a:cubicBezTo>
                    <a:pt x="5025" y="13834"/>
                    <a:pt x="4914" y="13538"/>
                    <a:pt x="4803" y="13204"/>
                  </a:cubicBezTo>
                  <a:cubicBezTo>
                    <a:pt x="4778" y="13130"/>
                    <a:pt x="4766" y="13069"/>
                    <a:pt x="4741" y="13007"/>
                  </a:cubicBezTo>
                  <a:cubicBezTo>
                    <a:pt x="4672" y="12721"/>
                    <a:pt x="4614" y="12509"/>
                    <a:pt x="4223" y="12509"/>
                  </a:cubicBezTo>
                  <a:cubicBezTo>
                    <a:pt x="4192" y="12509"/>
                    <a:pt x="4159" y="12510"/>
                    <a:pt x="4124" y="12513"/>
                  </a:cubicBezTo>
                  <a:cubicBezTo>
                    <a:pt x="3581" y="12575"/>
                    <a:pt x="3038" y="12723"/>
                    <a:pt x="2544" y="12982"/>
                  </a:cubicBezTo>
                  <a:cubicBezTo>
                    <a:pt x="2494" y="13007"/>
                    <a:pt x="2445" y="13044"/>
                    <a:pt x="2408" y="13093"/>
                  </a:cubicBezTo>
                  <a:cubicBezTo>
                    <a:pt x="2371" y="13130"/>
                    <a:pt x="2334" y="13167"/>
                    <a:pt x="2285" y="13180"/>
                  </a:cubicBezTo>
                  <a:cubicBezTo>
                    <a:pt x="2162" y="13217"/>
                    <a:pt x="2032" y="13233"/>
                    <a:pt x="1901" y="13233"/>
                  </a:cubicBezTo>
                  <a:cubicBezTo>
                    <a:pt x="1860" y="13233"/>
                    <a:pt x="1819" y="13232"/>
                    <a:pt x="1778" y="13229"/>
                  </a:cubicBezTo>
                  <a:lnTo>
                    <a:pt x="1729" y="13229"/>
                  </a:lnTo>
                  <a:cubicBezTo>
                    <a:pt x="1211" y="13229"/>
                    <a:pt x="717" y="12970"/>
                    <a:pt x="421" y="12525"/>
                  </a:cubicBezTo>
                  <a:cubicBezTo>
                    <a:pt x="235" y="12217"/>
                    <a:pt x="310" y="11871"/>
                    <a:pt x="396" y="11501"/>
                  </a:cubicBezTo>
                  <a:cubicBezTo>
                    <a:pt x="458" y="11242"/>
                    <a:pt x="495" y="10982"/>
                    <a:pt x="482" y="10723"/>
                  </a:cubicBezTo>
                  <a:cubicBezTo>
                    <a:pt x="470" y="10662"/>
                    <a:pt x="470" y="10612"/>
                    <a:pt x="470" y="10563"/>
                  </a:cubicBezTo>
                  <a:cubicBezTo>
                    <a:pt x="421" y="10316"/>
                    <a:pt x="445" y="10044"/>
                    <a:pt x="532" y="9810"/>
                  </a:cubicBezTo>
                  <a:cubicBezTo>
                    <a:pt x="581" y="9723"/>
                    <a:pt x="630" y="9637"/>
                    <a:pt x="680" y="9551"/>
                  </a:cubicBezTo>
                  <a:cubicBezTo>
                    <a:pt x="779" y="9402"/>
                    <a:pt x="840" y="9254"/>
                    <a:pt x="890" y="9081"/>
                  </a:cubicBezTo>
                  <a:cubicBezTo>
                    <a:pt x="914" y="8970"/>
                    <a:pt x="927" y="8859"/>
                    <a:pt x="939" y="8748"/>
                  </a:cubicBezTo>
                  <a:cubicBezTo>
                    <a:pt x="951" y="8551"/>
                    <a:pt x="1001" y="8353"/>
                    <a:pt x="1100" y="8193"/>
                  </a:cubicBezTo>
                  <a:cubicBezTo>
                    <a:pt x="1124" y="8131"/>
                    <a:pt x="1174" y="8082"/>
                    <a:pt x="1223" y="8032"/>
                  </a:cubicBezTo>
                  <a:cubicBezTo>
                    <a:pt x="1309" y="7946"/>
                    <a:pt x="1383" y="7847"/>
                    <a:pt x="1408" y="7724"/>
                  </a:cubicBezTo>
                  <a:cubicBezTo>
                    <a:pt x="1729" y="7699"/>
                    <a:pt x="2087" y="7551"/>
                    <a:pt x="2248" y="7292"/>
                  </a:cubicBezTo>
                  <a:cubicBezTo>
                    <a:pt x="2371" y="7279"/>
                    <a:pt x="2507" y="7267"/>
                    <a:pt x="2630" y="7242"/>
                  </a:cubicBezTo>
                  <a:lnTo>
                    <a:pt x="2655" y="7242"/>
                  </a:lnTo>
                  <a:cubicBezTo>
                    <a:pt x="2852" y="7205"/>
                    <a:pt x="3025" y="7156"/>
                    <a:pt x="3210" y="7082"/>
                  </a:cubicBezTo>
                  <a:cubicBezTo>
                    <a:pt x="3457" y="7005"/>
                    <a:pt x="3686" y="6929"/>
                    <a:pt x="3905" y="6929"/>
                  </a:cubicBezTo>
                  <a:cubicBezTo>
                    <a:pt x="4004" y="6929"/>
                    <a:pt x="4102" y="6945"/>
                    <a:pt x="4198" y="6983"/>
                  </a:cubicBezTo>
                  <a:cubicBezTo>
                    <a:pt x="4383" y="7069"/>
                    <a:pt x="4544" y="7168"/>
                    <a:pt x="4704" y="7292"/>
                  </a:cubicBezTo>
                  <a:cubicBezTo>
                    <a:pt x="4976" y="7477"/>
                    <a:pt x="5247" y="7687"/>
                    <a:pt x="5519" y="7724"/>
                  </a:cubicBezTo>
                  <a:cubicBezTo>
                    <a:pt x="5546" y="7727"/>
                    <a:pt x="5573" y="7728"/>
                    <a:pt x="5599" y="7728"/>
                  </a:cubicBezTo>
                  <a:cubicBezTo>
                    <a:pt x="5914" y="7728"/>
                    <a:pt x="6208" y="7536"/>
                    <a:pt x="6469" y="7366"/>
                  </a:cubicBezTo>
                  <a:cubicBezTo>
                    <a:pt x="6720" y="7202"/>
                    <a:pt x="6951" y="7049"/>
                    <a:pt x="7188" y="7049"/>
                  </a:cubicBezTo>
                  <a:cubicBezTo>
                    <a:pt x="7220" y="7049"/>
                    <a:pt x="7252" y="7051"/>
                    <a:pt x="7284" y="7057"/>
                  </a:cubicBezTo>
                  <a:cubicBezTo>
                    <a:pt x="7518" y="7106"/>
                    <a:pt x="7741" y="7193"/>
                    <a:pt x="7950" y="7292"/>
                  </a:cubicBezTo>
                  <a:cubicBezTo>
                    <a:pt x="8000" y="7366"/>
                    <a:pt x="8037" y="7440"/>
                    <a:pt x="8049" y="7526"/>
                  </a:cubicBezTo>
                  <a:cubicBezTo>
                    <a:pt x="8086" y="7687"/>
                    <a:pt x="8123" y="7896"/>
                    <a:pt x="8395" y="7921"/>
                  </a:cubicBezTo>
                  <a:cubicBezTo>
                    <a:pt x="8401" y="7923"/>
                    <a:pt x="8408" y="7924"/>
                    <a:pt x="8414" y="7924"/>
                  </a:cubicBezTo>
                  <a:cubicBezTo>
                    <a:pt x="8457" y="7924"/>
                    <a:pt x="8497" y="7890"/>
                    <a:pt x="8518" y="7847"/>
                  </a:cubicBezTo>
                  <a:cubicBezTo>
                    <a:pt x="8605" y="7650"/>
                    <a:pt x="8666" y="7427"/>
                    <a:pt x="8679" y="7205"/>
                  </a:cubicBezTo>
                  <a:lnTo>
                    <a:pt x="8679" y="7008"/>
                  </a:lnTo>
                  <a:cubicBezTo>
                    <a:pt x="8703" y="6637"/>
                    <a:pt x="8728" y="6181"/>
                    <a:pt x="8481" y="5958"/>
                  </a:cubicBezTo>
                  <a:cubicBezTo>
                    <a:pt x="8389" y="5875"/>
                    <a:pt x="8268" y="5834"/>
                    <a:pt x="8146" y="5834"/>
                  </a:cubicBezTo>
                  <a:cubicBezTo>
                    <a:pt x="8106" y="5834"/>
                    <a:pt x="8065" y="5838"/>
                    <a:pt x="8024" y="5847"/>
                  </a:cubicBezTo>
                  <a:cubicBezTo>
                    <a:pt x="7876" y="5884"/>
                    <a:pt x="7716" y="5934"/>
                    <a:pt x="7580" y="6020"/>
                  </a:cubicBezTo>
                  <a:cubicBezTo>
                    <a:pt x="7420" y="6119"/>
                    <a:pt x="7234" y="6168"/>
                    <a:pt x="7037" y="6168"/>
                  </a:cubicBezTo>
                  <a:cubicBezTo>
                    <a:pt x="6914" y="6156"/>
                    <a:pt x="6802" y="6131"/>
                    <a:pt x="6691" y="6082"/>
                  </a:cubicBezTo>
                  <a:cubicBezTo>
                    <a:pt x="6561" y="6028"/>
                    <a:pt x="6421" y="5998"/>
                    <a:pt x="6280" y="5998"/>
                  </a:cubicBezTo>
                  <a:cubicBezTo>
                    <a:pt x="6194" y="5998"/>
                    <a:pt x="6109" y="6009"/>
                    <a:pt x="6025" y="6033"/>
                  </a:cubicBezTo>
                  <a:cubicBezTo>
                    <a:pt x="5926" y="6057"/>
                    <a:pt x="5827" y="6107"/>
                    <a:pt x="5729" y="6168"/>
                  </a:cubicBezTo>
                  <a:cubicBezTo>
                    <a:pt x="5601" y="6237"/>
                    <a:pt x="5480" y="6306"/>
                    <a:pt x="5368" y="6306"/>
                  </a:cubicBezTo>
                  <a:cubicBezTo>
                    <a:pt x="5340" y="6306"/>
                    <a:pt x="5312" y="6302"/>
                    <a:pt x="5284" y="6292"/>
                  </a:cubicBezTo>
                  <a:cubicBezTo>
                    <a:pt x="5235" y="6279"/>
                    <a:pt x="5210" y="6230"/>
                    <a:pt x="5161" y="6156"/>
                  </a:cubicBezTo>
                  <a:cubicBezTo>
                    <a:pt x="5099" y="6033"/>
                    <a:pt x="4976" y="5934"/>
                    <a:pt x="4840" y="5909"/>
                  </a:cubicBezTo>
                  <a:cubicBezTo>
                    <a:pt x="4814" y="5905"/>
                    <a:pt x="4789" y="5904"/>
                    <a:pt x="4765" y="5904"/>
                  </a:cubicBezTo>
                  <a:cubicBezTo>
                    <a:pt x="4549" y="5904"/>
                    <a:pt x="4409" y="6045"/>
                    <a:pt x="4309" y="6156"/>
                  </a:cubicBezTo>
                  <a:cubicBezTo>
                    <a:pt x="4247" y="6218"/>
                    <a:pt x="4186" y="6279"/>
                    <a:pt x="4099" y="6316"/>
                  </a:cubicBezTo>
                  <a:lnTo>
                    <a:pt x="4074" y="6316"/>
                  </a:lnTo>
                  <a:lnTo>
                    <a:pt x="4136" y="6218"/>
                  </a:lnTo>
                  <a:cubicBezTo>
                    <a:pt x="4186" y="6156"/>
                    <a:pt x="4223" y="6094"/>
                    <a:pt x="4247" y="6020"/>
                  </a:cubicBezTo>
                  <a:cubicBezTo>
                    <a:pt x="4260" y="5983"/>
                    <a:pt x="4247" y="5934"/>
                    <a:pt x="4223" y="5909"/>
                  </a:cubicBezTo>
                  <a:cubicBezTo>
                    <a:pt x="4207" y="5886"/>
                    <a:pt x="4181" y="5877"/>
                    <a:pt x="4155" y="5877"/>
                  </a:cubicBezTo>
                  <a:cubicBezTo>
                    <a:pt x="4140" y="5877"/>
                    <a:pt x="4125" y="5880"/>
                    <a:pt x="4111" y="5884"/>
                  </a:cubicBezTo>
                  <a:lnTo>
                    <a:pt x="4025" y="5897"/>
                  </a:lnTo>
                  <a:cubicBezTo>
                    <a:pt x="3939" y="5934"/>
                    <a:pt x="3840" y="5958"/>
                    <a:pt x="3741" y="5971"/>
                  </a:cubicBezTo>
                  <a:cubicBezTo>
                    <a:pt x="3655" y="5625"/>
                    <a:pt x="3568" y="5563"/>
                    <a:pt x="3346" y="5465"/>
                  </a:cubicBezTo>
                  <a:cubicBezTo>
                    <a:pt x="3247" y="5428"/>
                    <a:pt x="3149" y="5378"/>
                    <a:pt x="3062" y="5329"/>
                  </a:cubicBezTo>
                  <a:cubicBezTo>
                    <a:pt x="3044" y="5317"/>
                    <a:pt x="3025" y="5310"/>
                    <a:pt x="3008" y="5310"/>
                  </a:cubicBezTo>
                  <a:cubicBezTo>
                    <a:pt x="2991" y="5310"/>
                    <a:pt x="2976" y="5317"/>
                    <a:pt x="2963" y="5329"/>
                  </a:cubicBezTo>
                  <a:cubicBezTo>
                    <a:pt x="2926" y="5341"/>
                    <a:pt x="2902" y="5366"/>
                    <a:pt x="2889" y="5403"/>
                  </a:cubicBezTo>
                  <a:cubicBezTo>
                    <a:pt x="2840" y="5601"/>
                    <a:pt x="2704" y="5761"/>
                    <a:pt x="2531" y="5860"/>
                  </a:cubicBezTo>
                  <a:cubicBezTo>
                    <a:pt x="2396" y="5958"/>
                    <a:pt x="2272" y="6070"/>
                    <a:pt x="2173" y="6193"/>
                  </a:cubicBezTo>
                  <a:cubicBezTo>
                    <a:pt x="2087" y="6316"/>
                    <a:pt x="2050" y="6465"/>
                    <a:pt x="2050" y="6613"/>
                  </a:cubicBezTo>
                  <a:cubicBezTo>
                    <a:pt x="2050" y="6711"/>
                    <a:pt x="2025" y="6798"/>
                    <a:pt x="1976" y="6884"/>
                  </a:cubicBezTo>
                  <a:cubicBezTo>
                    <a:pt x="1902" y="6934"/>
                    <a:pt x="1803" y="6971"/>
                    <a:pt x="1704" y="6971"/>
                  </a:cubicBezTo>
                  <a:cubicBezTo>
                    <a:pt x="1581" y="6983"/>
                    <a:pt x="1445" y="7032"/>
                    <a:pt x="1334" y="7106"/>
                  </a:cubicBezTo>
                  <a:cubicBezTo>
                    <a:pt x="1272" y="7156"/>
                    <a:pt x="1235" y="7218"/>
                    <a:pt x="1198" y="7292"/>
                  </a:cubicBezTo>
                  <a:cubicBezTo>
                    <a:pt x="1161" y="7353"/>
                    <a:pt x="1112" y="7464"/>
                    <a:pt x="1063" y="7464"/>
                  </a:cubicBezTo>
                  <a:cubicBezTo>
                    <a:pt x="1060" y="7467"/>
                    <a:pt x="1055" y="7469"/>
                    <a:pt x="1050" y="7469"/>
                  </a:cubicBezTo>
                  <a:cubicBezTo>
                    <a:pt x="1032" y="7469"/>
                    <a:pt x="1001" y="7453"/>
                    <a:pt x="964" y="7415"/>
                  </a:cubicBezTo>
                  <a:cubicBezTo>
                    <a:pt x="914" y="7353"/>
                    <a:pt x="927" y="7045"/>
                    <a:pt x="927" y="6909"/>
                  </a:cubicBezTo>
                  <a:cubicBezTo>
                    <a:pt x="939" y="6810"/>
                    <a:pt x="939" y="6711"/>
                    <a:pt x="927" y="6613"/>
                  </a:cubicBezTo>
                  <a:cubicBezTo>
                    <a:pt x="914" y="6563"/>
                    <a:pt x="902" y="6502"/>
                    <a:pt x="877" y="6452"/>
                  </a:cubicBezTo>
                  <a:cubicBezTo>
                    <a:pt x="791" y="6230"/>
                    <a:pt x="779" y="6156"/>
                    <a:pt x="902" y="6082"/>
                  </a:cubicBezTo>
                  <a:cubicBezTo>
                    <a:pt x="928" y="6079"/>
                    <a:pt x="954" y="6077"/>
                    <a:pt x="979" y="6077"/>
                  </a:cubicBezTo>
                  <a:cubicBezTo>
                    <a:pt x="1060" y="6077"/>
                    <a:pt x="1135" y="6094"/>
                    <a:pt x="1211" y="6131"/>
                  </a:cubicBezTo>
                  <a:cubicBezTo>
                    <a:pt x="1329" y="6154"/>
                    <a:pt x="1470" y="6185"/>
                    <a:pt x="1609" y="6185"/>
                  </a:cubicBezTo>
                  <a:cubicBezTo>
                    <a:pt x="1701" y="6185"/>
                    <a:pt x="1793" y="6171"/>
                    <a:pt x="1877" y="6131"/>
                  </a:cubicBezTo>
                  <a:cubicBezTo>
                    <a:pt x="1939" y="6094"/>
                    <a:pt x="2593" y="5613"/>
                    <a:pt x="2581" y="5403"/>
                  </a:cubicBezTo>
                  <a:cubicBezTo>
                    <a:pt x="2568" y="5193"/>
                    <a:pt x="2371" y="5107"/>
                    <a:pt x="2210" y="5045"/>
                  </a:cubicBezTo>
                  <a:cubicBezTo>
                    <a:pt x="2136" y="5008"/>
                    <a:pt x="2050" y="4959"/>
                    <a:pt x="1988" y="4897"/>
                  </a:cubicBezTo>
                  <a:cubicBezTo>
                    <a:pt x="1966" y="4867"/>
                    <a:pt x="1934" y="4851"/>
                    <a:pt x="1902" y="4851"/>
                  </a:cubicBezTo>
                  <a:cubicBezTo>
                    <a:pt x="1881" y="4851"/>
                    <a:pt x="1860" y="4858"/>
                    <a:pt x="1840" y="4872"/>
                  </a:cubicBezTo>
                  <a:cubicBezTo>
                    <a:pt x="1680" y="4957"/>
                    <a:pt x="1295" y="5049"/>
                    <a:pt x="1090" y="5049"/>
                  </a:cubicBezTo>
                  <a:cubicBezTo>
                    <a:pt x="1027" y="5049"/>
                    <a:pt x="981" y="5041"/>
                    <a:pt x="964" y="5020"/>
                  </a:cubicBezTo>
                  <a:cubicBezTo>
                    <a:pt x="964" y="5020"/>
                    <a:pt x="951" y="4983"/>
                    <a:pt x="1025" y="4897"/>
                  </a:cubicBezTo>
                  <a:cubicBezTo>
                    <a:pt x="1100" y="4773"/>
                    <a:pt x="1260" y="4749"/>
                    <a:pt x="1433" y="4712"/>
                  </a:cubicBezTo>
                  <a:cubicBezTo>
                    <a:pt x="1630" y="4675"/>
                    <a:pt x="1877" y="4625"/>
                    <a:pt x="1976" y="4378"/>
                  </a:cubicBezTo>
                  <a:cubicBezTo>
                    <a:pt x="2173" y="4378"/>
                    <a:pt x="2309" y="4527"/>
                    <a:pt x="2482" y="4736"/>
                  </a:cubicBezTo>
                  <a:cubicBezTo>
                    <a:pt x="2601" y="4910"/>
                    <a:pt x="2749" y="5093"/>
                    <a:pt x="2959" y="5093"/>
                  </a:cubicBezTo>
                  <a:cubicBezTo>
                    <a:pt x="2988" y="5093"/>
                    <a:pt x="3018" y="5090"/>
                    <a:pt x="3050" y="5082"/>
                  </a:cubicBezTo>
                  <a:cubicBezTo>
                    <a:pt x="3173" y="5045"/>
                    <a:pt x="3272" y="4946"/>
                    <a:pt x="3309" y="4823"/>
                  </a:cubicBezTo>
                  <a:cubicBezTo>
                    <a:pt x="3321" y="4773"/>
                    <a:pt x="3346" y="4736"/>
                    <a:pt x="3371" y="4699"/>
                  </a:cubicBezTo>
                  <a:cubicBezTo>
                    <a:pt x="3482" y="4613"/>
                    <a:pt x="3593" y="4539"/>
                    <a:pt x="3729" y="4490"/>
                  </a:cubicBezTo>
                  <a:cubicBezTo>
                    <a:pt x="3803" y="4453"/>
                    <a:pt x="3889" y="4415"/>
                    <a:pt x="3963" y="4366"/>
                  </a:cubicBezTo>
                  <a:lnTo>
                    <a:pt x="4136" y="4267"/>
                  </a:lnTo>
                  <a:cubicBezTo>
                    <a:pt x="4519" y="4070"/>
                    <a:pt x="4877" y="3811"/>
                    <a:pt x="5198" y="3527"/>
                  </a:cubicBezTo>
                  <a:lnTo>
                    <a:pt x="5247" y="3477"/>
                  </a:lnTo>
                  <a:cubicBezTo>
                    <a:pt x="5445" y="3280"/>
                    <a:pt x="5790" y="2947"/>
                    <a:pt x="5667" y="2626"/>
                  </a:cubicBezTo>
                  <a:cubicBezTo>
                    <a:pt x="5593" y="2453"/>
                    <a:pt x="5408" y="2379"/>
                    <a:pt x="5235" y="2317"/>
                  </a:cubicBezTo>
                  <a:cubicBezTo>
                    <a:pt x="5111" y="2292"/>
                    <a:pt x="5000" y="2231"/>
                    <a:pt x="4926" y="2144"/>
                  </a:cubicBezTo>
                  <a:cubicBezTo>
                    <a:pt x="4906" y="2103"/>
                    <a:pt x="4860" y="2079"/>
                    <a:pt x="4817" y="2079"/>
                  </a:cubicBezTo>
                  <a:cubicBezTo>
                    <a:pt x="4808" y="2079"/>
                    <a:pt x="4799" y="2080"/>
                    <a:pt x="4790" y="2083"/>
                  </a:cubicBezTo>
                  <a:cubicBezTo>
                    <a:pt x="4148" y="2268"/>
                    <a:pt x="4124" y="2737"/>
                    <a:pt x="4111" y="3144"/>
                  </a:cubicBezTo>
                  <a:cubicBezTo>
                    <a:pt x="4111" y="3255"/>
                    <a:pt x="4111" y="3366"/>
                    <a:pt x="4099" y="3477"/>
                  </a:cubicBezTo>
                  <a:cubicBezTo>
                    <a:pt x="4050" y="3786"/>
                    <a:pt x="3778" y="4020"/>
                    <a:pt x="3408" y="4070"/>
                  </a:cubicBezTo>
                  <a:cubicBezTo>
                    <a:pt x="3358" y="3268"/>
                    <a:pt x="3396" y="2416"/>
                    <a:pt x="3988" y="2083"/>
                  </a:cubicBezTo>
                  <a:cubicBezTo>
                    <a:pt x="4013" y="2070"/>
                    <a:pt x="4037" y="2045"/>
                    <a:pt x="4037" y="2021"/>
                  </a:cubicBezTo>
                  <a:cubicBezTo>
                    <a:pt x="4050" y="1984"/>
                    <a:pt x="4050" y="1959"/>
                    <a:pt x="4025" y="1922"/>
                  </a:cubicBezTo>
                  <a:cubicBezTo>
                    <a:pt x="3939" y="1762"/>
                    <a:pt x="3803" y="1626"/>
                    <a:pt x="3642" y="1527"/>
                  </a:cubicBezTo>
                  <a:lnTo>
                    <a:pt x="3605" y="1502"/>
                  </a:lnTo>
                  <a:cubicBezTo>
                    <a:pt x="3704" y="1428"/>
                    <a:pt x="3803" y="1367"/>
                    <a:pt x="3914" y="1317"/>
                  </a:cubicBezTo>
                  <a:cubicBezTo>
                    <a:pt x="4013" y="1268"/>
                    <a:pt x="4099" y="1206"/>
                    <a:pt x="4186" y="1157"/>
                  </a:cubicBezTo>
                  <a:cubicBezTo>
                    <a:pt x="4334" y="1058"/>
                    <a:pt x="4494" y="972"/>
                    <a:pt x="4667" y="910"/>
                  </a:cubicBezTo>
                  <a:cubicBezTo>
                    <a:pt x="4827" y="860"/>
                    <a:pt x="4976" y="811"/>
                    <a:pt x="5136" y="762"/>
                  </a:cubicBezTo>
                  <a:cubicBezTo>
                    <a:pt x="5395" y="675"/>
                    <a:pt x="5654" y="601"/>
                    <a:pt x="5901" y="502"/>
                  </a:cubicBezTo>
                  <a:lnTo>
                    <a:pt x="6025" y="453"/>
                  </a:lnTo>
                  <a:cubicBezTo>
                    <a:pt x="6154" y="398"/>
                    <a:pt x="6388" y="307"/>
                    <a:pt x="6533" y="307"/>
                  </a:cubicBezTo>
                  <a:cubicBezTo>
                    <a:pt x="6582" y="307"/>
                    <a:pt x="6620" y="317"/>
                    <a:pt x="6642" y="342"/>
                  </a:cubicBezTo>
                  <a:cubicBezTo>
                    <a:pt x="6704" y="391"/>
                    <a:pt x="6691" y="577"/>
                    <a:pt x="6679" y="725"/>
                  </a:cubicBezTo>
                  <a:cubicBezTo>
                    <a:pt x="6667" y="959"/>
                    <a:pt x="6654" y="1194"/>
                    <a:pt x="6815" y="1330"/>
                  </a:cubicBezTo>
                  <a:cubicBezTo>
                    <a:pt x="6901" y="1398"/>
                    <a:pt x="7034" y="1424"/>
                    <a:pt x="7185" y="1424"/>
                  </a:cubicBezTo>
                  <a:cubicBezTo>
                    <a:pt x="7657" y="1424"/>
                    <a:pt x="8311" y="1169"/>
                    <a:pt x="8321" y="1169"/>
                  </a:cubicBezTo>
                  <a:lnTo>
                    <a:pt x="8407" y="1132"/>
                  </a:lnTo>
                  <a:cubicBezTo>
                    <a:pt x="8617" y="1046"/>
                    <a:pt x="8889" y="947"/>
                    <a:pt x="9012" y="786"/>
                  </a:cubicBezTo>
                  <a:cubicBezTo>
                    <a:pt x="9111" y="638"/>
                    <a:pt x="9172" y="465"/>
                    <a:pt x="9197" y="293"/>
                  </a:cubicBezTo>
                  <a:close/>
                  <a:moveTo>
                    <a:pt x="9087" y="1"/>
                  </a:moveTo>
                  <a:cubicBezTo>
                    <a:pt x="9068" y="1"/>
                    <a:pt x="9046" y="7"/>
                    <a:pt x="9024" y="21"/>
                  </a:cubicBezTo>
                  <a:cubicBezTo>
                    <a:pt x="9000" y="33"/>
                    <a:pt x="8975" y="70"/>
                    <a:pt x="8975" y="107"/>
                  </a:cubicBezTo>
                  <a:cubicBezTo>
                    <a:pt x="8963" y="293"/>
                    <a:pt x="8913" y="478"/>
                    <a:pt x="8815" y="638"/>
                  </a:cubicBezTo>
                  <a:cubicBezTo>
                    <a:pt x="8740" y="737"/>
                    <a:pt x="8481" y="836"/>
                    <a:pt x="8321" y="910"/>
                  </a:cubicBezTo>
                  <a:lnTo>
                    <a:pt x="8234" y="935"/>
                  </a:lnTo>
                  <a:cubicBezTo>
                    <a:pt x="7978" y="1044"/>
                    <a:pt x="7493" y="1174"/>
                    <a:pt x="7187" y="1174"/>
                  </a:cubicBezTo>
                  <a:cubicBezTo>
                    <a:pt x="7080" y="1174"/>
                    <a:pt x="6995" y="1158"/>
                    <a:pt x="6951" y="1120"/>
                  </a:cubicBezTo>
                  <a:cubicBezTo>
                    <a:pt x="6889" y="1070"/>
                    <a:pt x="6901" y="873"/>
                    <a:pt x="6901" y="712"/>
                  </a:cubicBezTo>
                  <a:cubicBezTo>
                    <a:pt x="6914" y="502"/>
                    <a:pt x="6938" y="280"/>
                    <a:pt x="6815" y="157"/>
                  </a:cubicBezTo>
                  <a:cubicBezTo>
                    <a:pt x="6740" y="82"/>
                    <a:pt x="6641" y="55"/>
                    <a:pt x="6532" y="55"/>
                  </a:cubicBezTo>
                  <a:cubicBezTo>
                    <a:pt x="6335" y="55"/>
                    <a:pt x="6106" y="147"/>
                    <a:pt x="5938" y="219"/>
                  </a:cubicBezTo>
                  <a:lnTo>
                    <a:pt x="5815" y="268"/>
                  </a:lnTo>
                  <a:cubicBezTo>
                    <a:pt x="5568" y="354"/>
                    <a:pt x="5309" y="441"/>
                    <a:pt x="5062" y="515"/>
                  </a:cubicBezTo>
                  <a:cubicBezTo>
                    <a:pt x="4901" y="564"/>
                    <a:pt x="4741" y="614"/>
                    <a:pt x="4593" y="663"/>
                  </a:cubicBezTo>
                  <a:cubicBezTo>
                    <a:pt x="4408" y="737"/>
                    <a:pt x="4223" y="823"/>
                    <a:pt x="4062" y="935"/>
                  </a:cubicBezTo>
                  <a:cubicBezTo>
                    <a:pt x="3976" y="984"/>
                    <a:pt x="3889" y="1046"/>
                    <a:pt x="3791" y="1095"/>
                  </a:cubicBezTo>
                  <a:cubicBezTo>
                    <a:pt x="3470" y="1268"/>
                    <a:pt x="3346" y="1367"/>
                    <a:pt x="3346" y="1478"/>
                  </a:cubicBezTo>
                  <a:cubicBezTo>
                    <a:pt x="3334" y="1576"/>
                    <a:pt x="3420" y="1638"/>
                    <a:pt x="3507" y="1700"/>
                  </a:cubicBezTo>
                  <a:cubicBezTo>
                    <a:pt x="3605" y="1762"/>
                    <a:pt x="3692" y="1836"/>
                    <a:pt x="3766" y="1934"/>
                  </a:cubicBezTo>
                  <a:cubicBezTo>
                    <a:pt x="3124" y="2379"/>
                    <a:pt x="3112" y="3317"/>
                    <a:pt x="3186" y="4193"/>
                  </a:cubicBezTo>
                  <a:cubicBezTo>
                    <a:pt x="3198" y="4255"/>
                    <a:pt x="3247" y="4304"/>
                    <a:pt x="3309" y="4304"/>
                  </a:cubicBezTo>
                  <a:cubicBezTo>
                    <a:pt x="3840" y="4280"/>
                    <a:pt x="4260" y="3934"/>
                    <a:pt x="4321" y="3490"/>
                  </a:cubicBezTo>
                  <a:cubicBezTo>
                    <a:pt x="4334" y="3379"/>
                    <a:pt x="4346" y="3255"/>
                    <a:pt x="4346" y="3144"/>
                  </a:cubicBezTo>
                  <a:cubicBezTo>
                    <a:pt x="4358" y="2749"/>
                    <a:pt x="4358" y="2453"/>
                    <a:pt x="4778" y="2317"/>
                  </a:cubicBezTo>
                  <a:cubicBezTo>
                    <a:pt x="4877" y="2403"/>
                    <a:pt x="5013" y="2478"/>
                    <a:pt x="5148" y="2515"/>
                  </a:cubicBezTo>
                  <a:cubicBezTo>
                    <a:pt x="5284" y="2564"/>
                    <a:pt x="5408" y="2613"/>
                    <a:pt x="5445" y="2700"/>
                  </a:cubicBezTo>
                  <a:cubicBezTo>
                    <a:pt x="5506" y="2873"/>
                    <a:pt x="5235" y="3144"/>
                    <a:pt x="5074" y="3292"/>
                  </a:cubicBezTo>
                  <a:lnTo>
                    <a:pt x="5025" y="3342"/>
                  </a:lnTo>
                  <a:cubicBezTo>
                    <a:pt x="4716" y="3625"/>
                    <a:pt x="4371" y="3872"/>
                    <a:pt x="4013" y="4070"/>
                  </a:cubicBezTo>
                  <a:lnTo>
                    <a:pt x="3828" y="4169"/>
                  </a:lnTo>
                  <a:cubicBezTo>
                    <a:pt x="3766" y="4218"/>
                    <a:pt x="3692" y="4255"/>
                    <a:pt x="3618" y="4292"/>
                  </a:cubicBezTo>
                  <a:cubicBezTo>
                    <a:pt x="3470" y="4341"/>
                    <a:pt x="3321" y="4428"/>
                    <a:pt x="3198" y="4527"/>
                  </a:cubicBezTo>
                  <a:cubicBezTo>
                    <a:pt x="3149" y="4588"/>
                    <a:pt x="3112" y="4662"/>
                    <a:pt x="3075" y="4736"/>
                  </a:cubicBezTo>
                  <a:cubicBezTo>
                    <a:pt x="3050" y="4811"/>
                    <a:pt x="3025" y="4860"/>
                    <a:pt x="2988" y="4860"/>
                  </a:cubicBezTo>
                  <a:cubicBezTo>
                    <a:pt x="2978" y="4862"/>
                    <a:pt x="2968" y="4863"/>
                    <a:pt x="2958" y="4863"/>
                  </a:cubicBezTo>
                  <a:cubicBezTo>
                    <a:pt x="2860" y="4863"/>
                    <a:pt x="2777" y="4757"/>
                    <a:pt x="2643" y="4601"/>
                  </a:cubicBezTo>
                  <a:cubicBezTo>
                    <a:pt x="2500" y="4403"/>
                    <a:pt x="2308" y="4157"/>
                    <a:pt x="1990" y="4157"/>
                  </a:cubicBezTo>
                  <a:cubicBezTo>
                    <a:pt x="1950" y="4157"/>
                    <a:pt x="1909" y="4160"/>
                    <a:pt x="1865" y="4169"/>
                  </a:cubicBezTo>
                  <a:cubicBezTo>
                    <a:pt x="1815" y="4169"/>
                    <a:pt x="1778" y="4206"/>
                    <a:pt x="1766" y="4255"/>
                  </a:cubicBezTo>
                  <a:cubicBezTo>
                    <a:pt x="1729" y="4403"/>
                    <a:pt x="1593" y="4440"/>
                    <a:pt x="1371" y="4490"/>
                  </a:cubicBezTo>
                  <a:cubicBezTo>
                    <a:pt x="1161" y="4502"/>
                    <a:pt x="951" y="4601"/>
                    <a:pt x="816" y="4761"/>
                  </a:cubicBezTo>
                  <a:cubicBezTo>
                    <a:pt x="668" y="4983"/>
                    <a:pt x="717" y="5107"/>
                    <a:pt x="779" y="5181"/>
                  </a:cubicBezTo>
                  <a:cubicBezTo>
                    <a:pt x="846" y="5248"/>
                    <a:pt x="963" y="5274"/>
                    <a:pt x="1099" y="5274"/>
                  </a:cubicBezTo>
                  <a:cubicBezTo>
                    <a:pt x="1359" y="5274"/>
                    <a:pt x="1686" y="5180"/>
                    <a:pt x="1865" y="5107"/>
                  </a:cubicBezTo>
                  <a:cubicBezTo>
                    <a:pt x="1939" y="5168"/>
                    <a:pt x="2013" y="5218"/>
                    <a:pt x="2099" y="5255"/>
                  </a:cubicBezTo>
                  <a:cubicBezTo>
                    <a:pt x="2210" y="5292"/>
                    <a:pt x="2309" y="5341"/>
                    <a:pt x="2334" y="5403"/>
                  </a:cubicBezTo>
                  <a:cubicBezTo>
                    <a:pt x="2161" y="5601"/>
                    <a:pt x="1964" y="5773"/>
                    <a:pt x="1754" y="5921"/>
                  </a:cubicBezTo>
                  <a:cubicBezTo>
                    <a:pt x="1712" y="5947"/>
                    <a:pt x="1661" y="5956"/>
                    <a:pt x="1605" y="5956"/>
                  </a:cubicBezTo>
                  <a:cubicBezTo>
                    <a:pt x="1498" y="5956"/>
                    <a:pt x="1374" y="5921"/>
                    <a:pt x="1260" y="5897"/>
                  </a:cubicBezTo>
                  <a:cubicBezTo>
                    <a:pt x="1174" y="5861"/>
                    <a:pt x="1083" y="5842"/>
                    <a:pt x="991" y="5842"/>
                  </a:cubicBezTo>
                  <a:cubicBezTo>
                    <a:pt x="925" y="5842"/>
                    <a:pt x="858" y="5851"/>
                    <a:pt x="791" y="5872"/>
                  </a:cubicBezTo>
                  <a:cubicBezTo>
                    <a:pt x="458" y="6045"/>
                    <a:pt x="581" y="6366"/>
                    <a:pt x="655" y="6539"/>
                  </a:cubicBezTo>
                  <a:cubicBezTo>
                    <a:pt x="668" y="6576"/>
                    <a:pt x="680" y="6613"/>
                    <a:pt x="692" y="6650"/>
                  </a:cubicBezTo>
                  <a:cubicBezTo>
                    <a:pt x="705" y="6736"/>
                    <a:pt x="705" y="6823"/>
                    <a:pt x="692" y="6897"/>
                  </a:cubicBezTo>
                  <a:cubicBezTo>
                    <a:pt x="692" y="7230"/>
                    <a:pt x="692" y="7464"/>
                    <a:pt x="803" y="7576"/>
                  </a:cubicBezTo>
                  <a:cubicBezTo>
                    <a:pt x="870" y="7653"/>
                    <a:pt x="976" y="7701"/>
                    <a:pt x="1078" y="7701"/>
                  </a:cubicBezTo>
                  <a:cubicBezTo>
                    <a:pt x="1089" y="7701"/>
                    <a:pt x="1101" y="7700"/>
                    <a:pt x="1112" y="7699"/>
                  </a:cubicBezTo>
                  <a:cubicBezTo>
                    <a:pt x="1137" y="7687"/>
                    <a:pt x="1161" y="7687"/>
                    <a:pt x="1186" y="7674"/>
                  </a:cubicBezTo>
                  <a:lnTo>
                    <a:pt x="1186" y="7674"/>
                  </a:lnTo>
                  <a:cubicBezTo>
                    <a:pt x="1161" y="7748"/>
                    <a:pt x="1112" y="7810"/>
                    <a:pt x="1050" y="7859"/>
                  </a:cubicBezTo>
                  <a:cubicBezTo>
                    <a:pt x="988" y="7921"/>
                    <a:pt x="939" y="7983"/>
                    <a:pt x="902" y="8057"/>
                  </a:cubicBezTo>
                  <a:cubicBezTo>
                    <a:pt x="791" y="8254"/>
                    <a:pt x="729" y="8477"/>
                    <a:pt x="717" y="8711"/>
                  </a:cubicBezTo>
                  <a:cubicBezTo>
                    <a:pt x="705" y="8810"/>
                    <a:pt x="692" y="8909"/>
                    <a:pt x="668" y="9020"/>
                  </a:cubicBezTo>
                  <a:cubicBezTo>
                    <a:pt x="630" y="9156"/>
                    <a:pt x="569" y="9279"/>
                    <a:pt x="495" y="9402"/>
                  </a:cubicBezTo>
                  <a:cubicBezTo>
                    <a:pt x="433" y="9489"/>
                    <a:pt x="384" y="9588"/>
                    <a:pt x="334" y="9686"/>
                  </a:cubicBezTo>
                  <a:cubicBezTo>
                    <a:pt x="235" y="9970"/>
                    <a:pt x="198" y="10266"/>
                    <a:pt x="248" y="10563"/>
                  </a:cubicBezTo>
                  <a:cubicBezTo>
                    <a:pt x="260" y="10612"/>
                    <a:pt x="272" y="10662"/>
                    <a:pt x="272" y="10711"/>
                  </a:cubicBezTo>
                  <a:cubicBezTo>
                    <a:pt x="272" y="10958"/>
                    <a:pt x="248" y="11192"/>
                    <a:pt x="186" y="11427"/>
                  </a:cubicBezTo>
                  <a:cubicBezTo>
                    <a:pt x="100" y="11834"/>
                    <a:pt x="1" y="12242"/>
                    <a:pt x="235" y="12624"/>
                  </a:cubicBezTo>
                  <a:cubicBezTo>
                    <a:pt x="569" y="13130"/>
                    <a:pt x="1137" y="13439"/>
                    <a:pt x="1741" y="13439"/>
                  </a:cubicBezTo>
                  <a:lnTo>
                    <a:pt x="1791" y="13439"/>
                  </a:lnTo>
                  <a:cubicBezTo>
                    <a:pt x="1842" y="13445"/>
                    <a:pt x="1894" y="13448"/>
                    <a:pt x="1946" y="13448"/>
                  </a:cubicBezTo>
                  <a:cubicBezTo>
                    <a:pt x="2096" y="13448"/>
                    <a:pt x="2249" y="13423"/>
                    <a:pt x="2396" y="13377"/>
                  </a:cubicBezTo>
                  <a:cubicBezTo>
                    <a:pt x="2470" y="13340"/>
                    <a:pt x="2544" y="13291"/>
                    <a:pt x="2593" y="13217"/>
                  </a:cubicBezTo>
                  <a:cubicBezTo>
                    <a:pt x="2618" y="13192"/>
                    <a:pt x="2643" y="13167"/>
                    <a:pt x="2667" y="13155"/>
                  </a:cubicBezTo>
                  <a:cubicBezTo>
                    <a:pt x="3136" y="12920"/>
                    <a:pt x="3642" y="12772"/>
                    <a:pt x="4161" y="12711"/>
                  </a:cubicBezTo>
                  <a:cubicBezTo>
                    <a:pt x="4206" y="12707"/>
                    <a:pt x="4244" y="12704"/>
                    <a:pt x="4276" y="12704"/>
                  </a:cubicBezTo>
                  <a:cubicBezTo>
                    <a:pt x="4450" y="12704"/>
                    <a:pt x="4471" y="12772"/>
                    <a:pt x="4544" y="13032"/>
                  </a:cubicBezTo>
                  <a:cubicBezTo>
                    <a:pt x="4556" y="13093"/>
                    <a:pt x="4581" y="13167"/>
                    <a:pt x="4605" y="13241"/>
                  </a:cubicBezTo>
                  <a:cubicBezTo>
                    <a:pt x="4716" y="13612"/>
                    <a:pt x="4852" y="13957"/>
                    <a:pt x="5235" y="14167"/>
                  </a:cubicBezTo>
                  <a:cubicBezTo>
                    <a:pt x="5317" y="14208"/>
                    <a:pt x="5407" y="14232"/>
                    <a:pt x="5492" y="14232"/>
                  </a:cubicBezTo>
                  <a:cubicBezTo>
                    <a:pt x="5509" y="14232"/>
                    <a:pt x="5526" y="14231"/>
                    <a:pt x="5543" y="14229"/>
                  </a:cubicBezTo>
                  <a:cubicBezTo>
                    <a:pt x="5593" y="14229"/>
                    <a:pt x="5642" y="14229"/>
                    <a:pt x="5691" y="14254"/>
                  </a:cubicBezTo>
                  <a:cubicBezTo>
                    <a:pt x="5766" y="14291"/>
                    <a:pt x="5840" y="14328"/>
                    <a:pt x="5901" y="14389"/>
                  </a:cubicBezTo>
                  <a:cubicBezTo>
                    <a:pt x="5951" y="14426"/>
                    <a:pt x="6000" y="14476"/>
                    <a:pt x="6062" y="14525"/>
                  </a:cubicBezTo>
                  <a:cubicBezTo>
                    <a:pt x="6161" y="14587"/>
                    <a:pt x="6235" y="14636"/>
                    <a:pt x="6309" y="14673"/>
                  </a:cubicBezTo>
                  <a:cubicBezTo>
                    <a:pt x="6506" y="14760"/>
                    <a:pt x="6642" y="14908"/>
                    <a:pt x="6704" y="15105"/>
                  </a:cubicBezTo>
                  <a:cubicBezTo>
                    <a:pt x="6852" y="15476"/>
                    <a:pt x="6852" y="15945"/>
                    <a:pt x="6852" y="16389"/>
                  </a:cubicBezTo>
                  <a:cubicBezTo>
                    <a:pt x="6839" y="16673"/>
                    <a:pt x="6852" y="16945"/>
                    <a:pt x="6877" y="17216"/>
                  </a:cubicBezTo>
                  <a:cubicBezTo>
                    <a:pt x="6951" y="17685"/>
                    <a:pt x="7259" y="18043"/>
                    <a:pt x="7568" y="18401"/>
                  </a:cubicBezTo>
                  <a:cubicBezTo>
                    <a:pt x="7987" y="18870"/>
                    <a:pt x="8345" y="19290"/>
                    <a:pt x="8123" y="19858"/>
                  </a:cubicBezTo>
                  <a:cubicBezTo>
                    <a:pt x="8099" y="19907"/>
                    <a:pt x="8111" y="19956"/>
                    <a:pt x="8148" y="19981"/>
                  </a:cubicBezTo>
                  <a:cubicBezTo>
                    <a:pt x="8173" y="20006"/>
                    <a:pt x="8197" y="20018"/>
                    <a:pt x="8234" y="20018"/>
                  </a:cubicBezTo>
                  <a:lnTo>
                    <a:pt x="8284" y="20018"/>
                  </a:lnTo>
                  <a:cubicBezTo>
                    <a:pt x="8975" y="19697"/>
                    <a:pt x="10617" y="18858"/>
                    <a:pt x="10802" y="17932"/>
                  </a:cubicBezTo>
                  <a:cubicBezTo>
                    <a:pt x="10827" y="17710"/>
                    <a:pt x="10777" y="17475"/>
                    <a:pt x="10666" y="17278"/>
                  </a:cubicBezTo>
                  <a:cubicBezTo>
                    <a:pt x="10604" y="17154"/>
                    <a:pt x="10567" y="17019"/>
                    <a:pt x="10555" y="16883"/>
                  </a:cubicBezTo>
                  <a:cubicBezTo>
                    <a:pt x="10567" y="16698"/>
                    <a:pt x="10925" y="16130"/>
                    <a:pt x="11061" y="16093"/>
                  </a:cubicBezTo>
                  <a:cubicBezTo>
                    <a:pt x="11077" y="16090"/>
                    <a:pt x="11091" y="16088"/>
                    <a:pt x="11105" y="16088"/>
                  </a:cubicBezTo>
                  <a:cubicBezTo>
                    <a:pt x="11204" y="16088"/>
                    <a:pt x="11276" y="16164"/>
                    <a:pt x="11394" y="16315"/>
                  </a:cubicBezTo>
                  <a:cubicBezTo>
                    <a:pt x="11505" y="16488"/>
                    <a:pt x="11666" y="16611"/>
                    <a:pt x="11851" y="16661"/>
                  </a:cubicBezTo>
                  <a:cubicBezTo>
                    <a:pt x="11861" y="16662"/>
                    <a:pt x="11872" y="16662"/>
                    <a:pt x="11883" y="16662"/>
                  </a:cubicBezTo>
                  <a:cubicBezTo>
                    <a:pt x="12156" y="16662"/>
                    <a:pt x="12698" y="16381"/>
                    <a:pt x="12888" y="16192"/>
                  </a:cubicBezTo>
                  <a:cubicBezTo>
                    <a:pt x="13036" y="16068"/>
                    <a:pt x="13098" y="15871"/>
                    <a:pt x="13061" y="15673"/>
                  </a:cubicBezTo>
                  <a:cubicBezTo>
                    <a:pt x="12950" y="15179"/>
                    <a:pt x="12049" y="14821"/>
                    <a:pt x="11666" y="14698"/>
                  </a:cubicBezTo>
                  <a:cubicBezTo>
                    <a:pt x="11592" y="14661"/>
                    <a:pt x="11505" y="14649"/>
                    <a:pt x="11407" y="14649"/>
                  </a:cubicBezTo>
                  <a:cubicBezTo>
                    <a:pt x="11407" y="14612"/>
                    <a:pt x="11394" y="14562"/>
                    <a:pt x="11382" y="14525"/>
                  </a:cubicBezTo>
                  <a:cubicBezTo>
                    <a:pt x="11296" y="14291"/>
                    <a:pt x="11259" y="14056"/>
                    <a:pt x="11271" y="13809"/>
                  </a:cubicBezTo>
                  <a:cubicBezTo>
                    <a:pt x="11320" y="13501"/>
                    <a:pt x="11555" y="13352"/>
                    <a:pt x="11826" y="13180"/>
                  </a:cubicBezTo>
                  <a:cubicBezTo>
                    <a:pt x="11950" y="13106"/>
                    <a:pt x="12061" y="13019"/>
                    <a:pt x="12172" y="12920"/>
                  </a:cubicBezTo>
                  <a:cubicBezTo>
                    <a:pt x="12431" y="12686"/>
                    <a:pt x="13443" y="11229"/>
                    <a:pt x="13086" y="10773"/>
                  </a:cubicBezTo>
                  <a:cubicBezTo>
                    <a:pt x="12974" y="10612"/>
                    <a:pt x="12604" y="10550"/>
                    <a:pt x="12073" y="10476"/>
                  </a:cubicBezTo>
                  <a:cubicBezTo>
                    <a:pt x="11913" y="10464"/>
                    <a:pt x="11765" y="10439"/>
                    <a:pt x="11617" y="10402"/>
                  </a:cubicBezTo>
                  <a:cubicBezTo>
                    <a:pt x="11518" y="10378"/>
                    <a:pt x="11419" y="10353"/>
                    <a:pt x="11308" y="10341"/>
                  </a:cubicBezTo>
                  <a:cubicBezTo>
                    <a:pt x="11148" y="10316"/>
                    <a:pt x="10987" y="10279"/>
                    <a:pt x="10839" y="10205"/>
                  </a:cubicBezTo>
                  <a:cubicBezTo>
                    <a:pt x="10777" y="10155"/>
                    <a:pt x="10715" y="10106"/>
                    <a:pt x="10678" y="10044"/>
                  </a:cubicBezTo>
                  <a:cubicBezTo>
                    <a:pt x="10641" y="9983"/>
                    <a:pt x="10592" y="9921"/>
                    <a:pt x="10543" y="9871"/>
                  </a:cubicBezTo>
                  <a:cubicBezTo>
                    <a:pt x="10456" y="9785"/>
                    <a:pt x="10382" y="9723"/>
                    <a:pt x="10308" y="9674"/>
                  </a:cubicBezTo>
                  <a:cubicBezTo>
                    <a:pt x="10061" y="9501"/>
                    <a:pt x="9876" y="9267"/>
                    <a:pt x="9777" y="8995"/>
                  </a:cubicBezTo>
                  <a:cubicBezTo>
                    <a:pt x="9716" y="8847"/>
                    <a:pt x="9679" y="8686"/>
                    <a:pt x="9666" y="8514"/>
                  </a:cubicBezTo>
                  <a:cubicBezTo>
                    <a:pt x="9654" y="8366"/>
                    <a:pt x="9617" y="8217"/>
                    <a:pt x="9567" y="8069"/>
                  </a:cubicBezTo>
                  <a:cubicBezTo>
                    <a:pt x="9543" y="7983"/>
                    <a:pt x="9493" y="7909"/>
                    <a:pt x="9444" y="7835"/>
                  </a:cubicBezTo>
                  <a:cubicBezTo>
                    <a:pt x="9345" y="7699"/>
                    <a:pt x="9210" y="7501"/>
                    <a:pt x="9234" y="7378"/>
                  </a:cubicBezTo>
                  <a:cubicBezTo>
                    <a:pt x="9247" y="7329"/>
                    <a:pt x="9284" y="7279"/>
                    <a:pt x="9333" y="7267"/>
                  </a:cubicBezTo>
                  <a:cubicBezTo>
                    <a:pt x="9404" y="7212"/>
                    <a:pt x="9459" y="7202"/>
                    <a:pt x="9494" y="7202"/>
                  </a:cubicBezTo>
                  <a:cubicBezTo>
                    <a:pt x="9513" y="7202"/>
                    <a:pt x="9526" y="7205"/>
                    <a:pt x="9530" y="7205"/>
                  </a:cubicBezTo>
                  <a:cubicBezTo>
                    <a:pt x="9703" y="7279"/>
                    <a:pt x="9814" y="7674"/>
                    <a:pt x="9901" y="7934"/>
                  </a:cubicBezTo>
                  <a:cubicBezTo>
                    <a:pt x="9925" y="8057"/>
                    <a:pt x="9975" y="8180"/>
                    <a:pt x="10024" y="8291"/>
                  </a:cubicBezTo>
                  <a:cubicBezTo>
                    <a:pt x="10197" y="8563"/>
                    <a:pt x="10617" y="8896"/>
                    <a:pt x="11320" y="9341"/>
                  </a:cubicBezTo>
                  <a:cubicBezTo>
                    <a:pt x="11633" y="9511"/>
                    <a:pt x="11978" y="9600"/>
                    <a:pt x="12325" y="9600"/>
                  </a:cubicBezTo>
                  <a:cubicBezTo>
                    <a:pt x="12581" y="9600"/>
                    <a:pt x="12839" y="9551"/>
                    <a:pt x="13086" y="9452"/>
                  </a:cubicBezTo>
                  <a:cubicBezTo>
                    <a:pt x="13135" y="9427"/>
                    <a:pt x="13160" y="9378"/>
                    <a:pt x="13147" y="9328"/>
                  </a:cubicBezTo>
                  <a:cubicBezTo>
                    <a:pt x="13135" y="9254"/>
                    <a:pt x="13123" y="9180"/>
                    <a:pt x="13110" y="9119"/>
                  </a:cubicBezTo>
                  <a:cubicBezTo>
                    <a:pt x="13061" y="8785"/>
                    <a:pt x="13011" y="8526"/>
                    <a:pt x="13197" y="8242"/>
                  </a:cubicBezTo>
                  <a:cubicBezTo>
                    <a:pt x="13246" y="8168"/>
                    <a:pt x="13295" y="8106"/>
                    <a:pt x="13345" y="8045"/>
                  </a:cubicBezTo>
                  <a:cubicBezTo>
                    <a:pt x="13493" y="7884"/>
                    <a:pt x="13666" y="7687"/>
                    <a:pt x="13542" y="7415"/>
                  </a:cubicBezTo>
                  <a:cubicBezTo>
                    <a:pt x="13765" y="7369"/>
                    <a:pt x="13946" y="7341"/>
                    <a:pt x="14091" y="7341"/>
                  </a:cubicBezTo>
                  <a:cubicBezTo>
                    <a:pt x="14219" y="7341"/>
                    <a:pt x="14319" y="7363"/>
                    <a:pt x="14394" y="7415"/>
                  </a:cubicBezTo>
                  <a:cubicBezTo>
                    <a:pt x="14517" y="7501"/>
                    <a:pt x="14579" y="7687"/>
                    <a:pt x="14604" y="7983"/>
                  </a:cubicBezTo>
                  <a:cubicBezTo>
                    <a:pt x="14641" y="8329"/>
                    <a:pt x="14727" y="8427"/>
                    <a:pt x="14863" y="8563"/>
                  </a:cubicBezTo>
                  <a:cubicBezTo>
                    <a:pt x="14925" y="8612"/>
                    <a:pt x="14974" y="8674"/>
                    <a:pt x="15024" y="8736"/>
                  </a:cubicBezTo>
                  <a:cubicBezTo>
                    <a:pt x="15147" y="8921"/>
                    <a:pt x="15209" y="9131"/>
                    <a:pt x="15209" y="9341"/>
                  </a:cubicBezTo>
                  <a:cubicBezTo>
                    <a:pt x="15221" y="9439"/>
                    <a:pt x="15221" y="9538"/>
                    <a:pt x="15246" y="9649"/>
                  </a:cubicBezTo>
                  <a:cubicBezTo>
                    <a:pt x="15357" y="10304"/>
                    <a:pt x="15789" y="10686"/>
                    <a:pt x="16431" y="10686"/>
                  </a:cubicBezTo>
                  <a:lnTo>
                    <a:pt x="16591" y="10686"/>
                  </a:lnTo>
                  <a:cubicBezTo>
                    <a:pt x="16653" y="10674"/>
                    <a:pt x="16690" y="10624"/>
                    <a:pt x="16690" y="10563"/>
                  </a:cubicBezTo>
                  <a:cubicBezTo>
                    <a:pt x="16690" y="9909"/>
                    <a:pt x="16628" y="9254"/>
                    <a:pt x="16505" y="8612"/>
                  </a:cubicBezTo>
                  <a:cubicBezTo>
                    <a:pt x="15776" y="4625"/>
                    <a:pt x="12962" y="1342"/>
                    <a:pt x="9123" y="9"/>
                  </a:cubicBezTo>
                  <a:cubicBezTo>
                    <a:pt x="9113" y="4"/>
                    <a:pt x="9101" y="1"/>
                    <a:pt x="90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171"/>
            <p:cNvSpPr/>
            <p:nvPr/>
          </p:nvSpPr>
          <p:spPr>
            <a:xfrm>
              <a:off x="7194245" y="2985914"/>
              <a:ext cx="1019232" cy="1088574"/>
            </a:xfrm>
            <a:custGeom>
              <a:avLst/>
              <a:gdLst/>
              <a:ahLst/>
              <a:cxnLst/>
              <a:rect l="l" t="t" r="r" b="b"/>
              <a:pathLst>
                <a:path w="24047" h="25683" extrusionOk="0">
                  <a:moveTo>
                    <a:pt x="15640" y="1"/>
                  </a:moveTo>
                  <a:lnTo>
                    <a:pt x="14825" y="1198"/>
                  </a:lnTo>
                  <a:cubicBezTo>
                    <a:pt x="20862" y="4951"/>
                    <a:pt x="22565" y="12962"/>
                    <a:pt x="18578" y="18825"/>
                  </a:cubicBezTo>
                  <a:cubicBezTo>
                    <a:pt x="16159" y="22402"/>
                    <a:pt x="12221" y="24318"/>
                    <a:pt x="8220" y="24318"/>
                  </a:cubicBezTo>
                  <a:cubicBezTo>
                    <a:pt x="5649" y="24318"/>
                    <a:pt x="3051" y="23526"/>
                    <a:pt x="815" y="21874"/>
                  </a:cubicBezTo>
                  <a:lnTo>
                    <a:pt x="0" y="23084"/>
                  </a:lnTo>
                  <a:cubicBezTo>
                    <a:pt x="2461" y="24840"/>
                    <a:pt x="5292" y="25682"/>
                    <a:pt x="8094" y="25682"/>
                  </a:cubicBezTo>
                  <a:cubicBezTo>
                    <a:pt x="12560" y="25682"/>
                    <a:pt x="16952" y="23543"/>
                    <a:pt x="19652" y="19554"/>
                  </a:cubicBezTo>
                  <a:cubicBezTo>
                    <a:pt x="24046" y="13073"/>
                    <a:pt x="22232" y="4235"/>
                    <a:pt x="156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171"/>
            <p:cNvSpPr/>
            <p:nvPr/>
          </p:nvSpPr>
          <p:spPr>
            <a:xfrm>
              <a:off x="7188990" y="2981209"/>
              <a:ext cx="1014527" cy="1097729"/>
            </a:xfrm>
            <a:custGeom>
              <a:avLst/>
              <a:gdLst/>
              <a:ahLst/>
              <a:cxnLst/>
              <a:rect l="l" t="t" r="r" b="b"/>
              <a:pathLst>
                <a:path w="23936" h="25899" extrusionOk="0">
                  <a:moveTo>
                    <a:pt x="15801" y="272"/>
                  </a:moveTo>
                  <a:cubicBezTo>
                    <a:pt x="22220" y="4519"/>
                    <a:pt x="23936" y="13196"/>
                    <a:pt x="19615" y="19566"/>
                  </a:cubicBezTo>
                  <a:cubicBezTo>
                    <a:pt x="16946" y="23513"/>
                    <a:pt x="12588" y="25635"/>
                    <a:pt x="8155" y="25635"/>
                  </a:cubicBezTo>
                  <a:cubicBezTo>
                    <a:pt x="5436" y="25635"/>
                    <a:pt x="2688" y="24837"/>
                    <a:pt x="285" y="23170"/>
                  </a:cubicBezTo>
                  <a:lnTo>
                    <a:pt x="976" y="22158"/>
                  </a:lnTo>
                  <a:cubicBezTo>
                    <a:pt x="3107" y="23658"/>
                    <a:pt x="5637" y="24448"/>
                    <a:pt x="8211" y="24448"/>
                  </a:cubicBezTo>
                  <a:cubicBezTo>
                    <a:pt x="8963" y="24448"/>
                    <a:pt x="9718" y="24381"/>
                    <a:pt x="10469" y="24244"/>
                  </a:cubicBezTo>
                  <a:cubicBezTo>
                    <a:pt x="15542" y="23318"/>
                    <a:pt x="19541" y="19393"/>
                    <a:pt x="20566" y="14332"/>
                  </a:cubicBezTo>
                  <a:cubicBezTo>
                    <a:pt x="21590" y="9271"/>
                    <a:pt x="19430" y="4111"/>
                    <a:pt x="15110" y="1285"/>
                  </a:cubicBezTo>
                  <a:lnTo>
                    <a:pt x="15801" y="272"/>
                  </a:lnTo>
                  <a:close/>
                  <a:moveTo>
                    <a:pt x="15771" y="1"/>
                  </a:moveTo>
                  <a:cubicBezTo>
                    <a:pt x="15731" y="1"/>
                    <a:pt x="15690" y="17"/>
                    <a:pt x="15665" y="50"/>
                  </a:cubicBezTo>
                  <a:lnTo>
                    <a:pt x="14851" y="1248"/>
                  </a:lnTo>
                  <a:cubicBezTo>
                    <a:pt x="14838" y="1272"/>
                    <a:pt x="14826" y="1309"/>
                    <a:pt x="14838" y="1334"/>
                  </a:cubicBezTo>
                  <a:cubicBezTo>
                    <a:pt x="14838" y="1371"/>
                    <a:pt x="14863" y="1396"/>
                    <a:pt x="14888" y="1408"/>
                  </a:cubicBezTo>
                  <a:cubicBezTo>
                    <a:pt x="17776" y="3272"/>
                    <a:pt x="19764" y="6234"/>
                    <a:pt x="20381" y="9617"/>
                  </a:cubicBezTo>
                  <a:cubicBezTo>
                    <a:pt x="21282" y="14579"/>
                    <a:pt x="19085" y="19591"/>
                    <a:pt x="14826" y="22294"/>
                  </a:cubicBezTo>
                  <a:cubicBezTo>
                    <a:pt x="12799" y="23580"/>
                    <a:pt x="10499" y="24218"/>
                    <a:pt x="8202" y="24218"/>
                  </a:cubicBezTo>
                  <a:cubicBezTo>
                    <a:pt x="5673" y="24218"/>
                    <a:pt x="3149" y="23444"/>
                    <a:pt x="1001" y="21911"/>
                  </a:cubicBezTo>
                  <a:cubicBezTo>
                    <a:pt x="981" y="21897"/>
                    <a:pt x="958" y="21890"/>
                    <a:pt x="935" y="21890"/>
                  </a:cubicBezTo>
                  <a:cubicBezTo>
                    <a:pt x="899" y="21890"/>
                    <a:pt x="863" y="21906"/>
                    <a:pt x="840" y="21936"/>
                  </a:cubicBezTo>
                  <a:lnTo>
                    <a:pt x="26" y="23133"/>
                  </a:lnTo>
                  <a:cubicBezTo>
                    <a:pt x="1" y="23183"/>
                    <a:pt x="13" y="23257"/>
                    <a:pt x="63" y="23294"/>
                  </a:cubicBezTo>
                  <a:cubicBezTo>
                    <a:pt x="2420" y="24985"/>
                    <a:pt x="5259" y="25898"/>
                    <a:pt x="8173" y="25898"/>
                  </a:cubicBezTo>
                  <a:cubicBezTo>
                    <a:pt x="9024" y="25898"/>
                    <a:pt x="9876" y="25812"/>
                    <a:pt x="10728" y="25664"/>
                  </a:cubicBezTo>
                  <a:cubicBezTo>
                    <a:pt x="18356" y="24257"/>
                    <a:pt x="23417" y="16949"/>
                    <a:pt x="22035" y="9308"/>
                  </a:cubicBezTo>
                  <a:cubicBezTo>
                    <a:pt x="21356" y="5481"/>
                    <a:pt x="19097" y="2112"/>
                    <a:pt x="15826" y="13"/>
                  </a:cubicBezTo>
                  <a:cubicBezTo>
                    <a:pt x="15809" y="5"/>
                    <a:pt x="15790" y="1"/>
                    <a:pt x="157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171"/>
            <p:cNvSpPr/>
            <p:nvPr/>
          </p:nvSpPr>
          <p:spPr>
            <a:xfrm>
              <a:off x="7739950" y="2915554"/>
              <a:ext cx="173185" cy="193996"/>
            </a:xfrm>
            <a:custGeom>
              <a:avLst/>
              <a:gdLst/>
              <a:ahLst/>
              <a:cxnLst/>
              <a:rect l="l" t="t" r="r" b="b"/>
              <a:pathLst>
                <a:path w="4086" h="4577" extrusionOk="0">
                  <a:moveTo>
                    <a:pt x="2885" y="0"/>
                  </a:moveTo>
                  <a:cubicBezTo>
                    <a:pt x="2553" y="0"/>
                    <a:pt x="2229" y="156"/>
                    <a:pt x="2025" y="451"/>
                  </a:cubicBezTo>
                  <a:lnTo>
                    <a:pt x="333" y="2920"/>
                  </a:lnTo>
                  <a:cubicBezTo>
                    <a:pt x="0" y="3401"/>
                    <a:pt x="111" y="4056"/>
                    <a:pt x="593" y="4389"/>
                  </a:cubicBezTo>
                  <a:cubicBezTo>
                    <a:pt x="776" y="4516"/>
                    <a:pt x="984" y="4576"/>
                    <a:pt x="1190" y="4576"/>
                  </a:cubicBezTo>
                  <a:cubicBezTo>
                    <a:pt x="1525" y="4576"/>
                    <a:pt x="1855" y="4416"/>
                    <a:pt x="2062" y="4117"/>
                  </a:cubicBezTo>
                  <a:lnTo>
                    <a:pt x="3753" y="1649"/>
                  </a:lnTo>
                  <a:cubicBezTo>
                    <a:pt x="4086" y="1180"/>
                    <a:pt x="3975" y="513"/>
                    <a:pt x="3493" y="192"/>
                  </a:cubicBezTo>
                  <a:cubicBezTo>
                    <a:pt x="3307" y="63"/>
                    <a:pt x="3094" y="0"/>
                    <a:pt x="28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171"/>
            <p:cNvSpPr/>
            <p:nvPr/>
          </p:nvSpPr>
          <p:spPr>
            <a:xfrm>
              <a:off x="7726853" y="2908900"/>
              <a:ext cx="192597" cy="205271"/>
            </a:xfrm>
            <a:custGeom>
              <a:avLst/>
              <a:gdLst/>
              <a:ahLst/>
              <a:cxnLst/>
              <a:rect l="l" t="t" r="r" b="b"/>
              <a:pathLst>
                <a:path w="4544" h="4843" extrusionOk="0">
                  <a:moveTo>
                    <a:pt x="3198" y="275"/>
                  </a:moveTo>
                  <a:cubicBezTo>
                    <a:pt x="3395" y="275"/>
                    <a:pt x="3580" y="324"/>
                    <a:pt x="3741" y="435"/>
                  </a:cubicBezTo>
                  <a:cubicBezTo>
                    <a:pt x="4160" y="732"/>
                    <a:pt x="4272" y="1312"/>
                    <a:pt x="3975" y="1744"/>
                  </a:cubicBezTo>
                  <a:lnTo>
                    <a:pt x="2272" y="4213"/>
                  </a:lnTo>
                  <a:cubicBezTo>
                    <a:pt x="2068" y="4490"/>
                    <a:pt x="1802" y="4606"/>
                    <a:pt x="1541" y="4606"/>
                  </a:cubicBezTo>
                  <a:cubicBezTo>
                    <a:pt x="886" y="4606"/>
                    <a:pt x="261" y="3875"/>
                    <a:pt x="729" y="3151"/>
                  </a:cubicBezTo>
                  <a:lnTo>
                    <a:pt x="2432" y="682"/>
                  </a:lnTo>
                  <a:cubicBezTo>
                    <a:pt x="2568" y="472"/>
                    <a:pt x="2790" y="337"/>
                    <a:pt x="3037" y="287"/>
                  </a:cubicBezTo>
                  <a:cubicBezTo>
                    <a:pt x="3086" y="275"/>
                    <a:pt x="3148" y="275"/>
                    <a:pt x="3198" y="275"/>
                  </a:cubicBezTo>
                  <a:close/>
                  <a:moveTo>
                    <a:pt x="3212" y="1"/>
                  </a:moveTo>
                  <a:cubicBezTo>
                    <a:pt x="2831" y="1"/>
                    <a:pt x="2458" y="192"/>
                    <a:pt x="2235" y="546"/>
                  </a:cubicBezTo>
                  <a:lnTo>
                    <a:pt x="531" y="3015"/>
                  </a:lnTo>
                  <a:cubicBezTo>
                    <a:pt x="0" y="3781"/>
                    <a:pt x="556" y="4842"/>
                    <a:pt x="1494" y="4842"/>
                  </a:cubicBezTo>
                  <a:cubicBezTo>
                    <a:pt x="1877" y="4842"/>
                    <a:pt x="2235" y="4657"/>
                    <a:pt x="2457" y="4336"/>
                  </a:cubicBezTo>
                  <a:lnTo>
                    <a:pt x="4160" y="1867"/>
                  </a:lnTo>
                  <a:cubicBezTo>
                    <a:pt x="4543" y="1337"/>
                    <a:pt x="4420" y="584"/>
                    <a:pt x="3876" y="213"/>
                  </a:cubicBezTo>
                  <a:cubicBezTo>
                    <a:pt x="3673" y="70"/>
                    <a:pt x="3441" y="1"/>
                    <a:pt x="3212" y="1"/>
                  </a:cubicBezTo>
                  <a:close/>
                </a:path>
              </a:pathLst>
            </a:custGeom>
            <a:solidFill>
              <a:srgbClr val="272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171"/>
            <p:cNvSpPr/>
            <p:nvPr/>
          </p:nvSpPr>
          <p:spPr>
            <a:xfrm>
              <a:off x="7750377" y="2915554"/>
              <a:ext cx="163309" cy="130080"/>
            </a:xfrm>
            <a:custGeom>
              <a:avLst/>
              <a:gdLst/>
              <a:ahLst/>
              <a:cxnLst/>
              <a:rect l="l" t="t" r="r" b="b"/>
              <a:pathLst>
                <a:path w="3853" h="3069" extrusionOk="0">
                  <a:moveTo>
                    <a:pt x="2639" y="0"/>
                  </a:moveTo>
                  <a:cubicBezTo>
                    <a:pt x="2307" y="0"/>
                    <a:pt x="1983" y="156"/>
                    <a:pt x="1779" y="451"/>
                  </a:cubicBezTo>
                  <a:lnTo>
                    <a:pt x="87" y="2920"/>
                  </a:lnTo>
                  <a:cubicBezTo>
                    <a:pt x="50" y="2969"/>
                    <a:pt x="26" y="3019"/>
                    <a:pt x="1" y="3068"/>
                  </a:cubicBezTo>
                  <a:lnTo>
                    <a:pt x="1198" y="1352"/>
                  </a:lnTo>
                  <a:cubicBezTo>
                    <a:pt x="1421" y="1024"/>
                    <a:pt x="1729" y="886"/>
                    <a:pt x="2034" y="886"/>
                  </a:cubicBezTo>
                  <a:cubicBezTo>
                    <a:pt x="2724" y="886"/>
                    <a:pt x="3395" y="1596"/>
                    <a:pt x="3001" y="2402"/>
                  </a:cubicBezTo>
                  <a:lnTo>
                    <a:pt x="3519" y="1661"/>
                  </a:lnTo>
                  <a:cubicBezTo>
                    <a:pt x="3852" y="1180"/>
                    <a:pt x="3729" y="513"/>
                    <a:pt x="3247" y="192"/>
                  </a:cubicBezTo>
                  <a:cubicBezTo>
                    <a:pt x="3061" y="63"/>
                    <a:pt x="2848" y="0"/>
                    <a:pt x="26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171"/>
            <p:cNvSpPr/>
            <p:nvPr/>
          </p:nvSpPr>
          <p:spPr>
            <a:xfrm>
              <a:off x="7744655" y="2909281"/>
              <a:ext cx="174796" cy="141057"/>
            </a:xfrm>
            <a:custGeom>
              <a:avLst/>
              <a:gdLst/>
              <a:ahLst/>
              <a:cxnLst/>
              <a:rect l="l" t="t" r="r" b="b"/>
              <a:pathLst>
                <a:path w="4124" h="3328" extrusionOk="0">
                  <a:moveTo>
                    <a:pt x="2775" y="269"/>
                  </a:moveTo>
                  <a:cubicBezTo>
                    <a:pt x="2960" y="269"/>
                    <a:pt x="3146" y="324"/>
                    <a:pt x="3308" y="439"/>
                  </a:cubicBezTo>
                  <a:cubicBezTo>
                    <a:pt x="3740" y="723"/>
                    <a:pt x="3852" y="1315"/>
                    <a:pt x="3555" y="1735"/>
                  </a:cubicBezTo>
                  <a:lnTo>
                    <a:pt x="3358" y="2031"/>
                  </a:lnTo>
                  <a:cubicBezTo>
                    <a:pt x="3321" y="1414"/>
                    <a:pt x="2802" y="920"/>
                    <a:pt x="2185" y="920"/>
                  </a:cubicBezTo>
                  <a:cubicBezTo>
                    <a:pt x="2123" y="920"/>
                    <a:pt x="2049" y="932"/>
                    <a:pt x="1975" y="945"/>
                  </a:cubicBezTo>
                  <a:cubicBezTo>
                    <a:pt x="1914" y="957"/>
                    <a:pt x="1852" y="970"/>
                    <a:pt x="1790" y="994"/>
                  </a:cubicBezTo>
                  <a:lnTo>
                    <a:pt x="2012" y="673"/>
                  </a:lnTo>
                  <a:cubicBezTo>
                    <a:pt x="2194" y="408"/>
                    <a:pt x="2482" y="269"/>
                    <a:pt x="2775" y="269"/>
                  </a:cubicBezTo>
                  <a:close/>
                  <a:moveTo>
                    <a:pt x="2798" y="0"/>
                  </a:moveTo>
                  <a:cubicBezTo>
                    <a:pt x="2415" y="0"/>
                    <a:pt x="2040" y="189"/>
                    <a:pt x="1815" y="537"/>
                  </a:cubicBezTo>
                  <a:lnTo>
                    <a:pt x="111" y="3006"/>
                  </a:lnTo>
                  <a:cubicBezTo>
                    <a:pt x="87" y="3056"/>
                    <a:pt x="50" y="3105"/>
                    <a:pt x="25" y="3154"/>
                  </a:cubicBezTo>
                  <a:cubicBezTo>
                    <a:pt x="0" y="3216"/>
                    <a:pt x="25" y="3278"/>
                    <a:pt x="74" y="3315"/>
                  </a:cubicBezTo>
                  <a:cubicBezTo>
                    <a:pt x="87" y="3327"/>
                    <a:pt x="111" y="3327"/>
                    <a:pt x="136" y="3327"/>
                  </a:cubicBezTo>
                  <a:cubicBezTo>
                    <a:pt x="173" y="3327"/>
                    <a:pt x="198" y="3303"/>
                    <a:pt x="222" y="3278"/>
                  </a:cubicBezTo>
                  <a:lnTo>
                    <a:pt x="1407" y="1550"/>
                  </a:lnTo>
                  <a:cubicBezTo>
                    <a:pt x="1607" y="1256"/>
                    <a:pt x="1883" y="1132"/>
                    <a:pt x="2155" y="1132"/>
                  </a:cubicBezTo>
                  <a:cubicBezTo>
                    <a:pt x="2775" y="1132"/>
                    <a:pt x="3376" y="1771"/>
                    <a:pt x="3024" y="2500"/>
                  </a:cubicBezTo>
                  <a:cubicBezTo>
                    <a:pt x="2982" y="2586"/>
                    <a:pt x="3052" y="2660"/>
                    <a:pt x="3128" y="2660"/>
                  </a:cubicBezTo>
                  <a:cubicBezTo>
                    <a:pt x="3161" y="2660"/>
                    <a:pt x="3196" y="2645"/>
                    <a:pt x="3222" y="2611"/>
                  </a:cubicBezTo>
                  <a:lnTo>
                    <a:pt x="3740" y="1871"/>
                  </a:lnTo>
                  <a:cubicBezTo>
                    <a:pt x="4123" y="1328"/>
                    <a:pt x="4000" y="587"/>
                    <a:pt x="3456" y="204"/>
                  </a:cubicBezTo>
                  <a:cubicBezTo>
                    <a:pt x="3254" y="66"/>
                    <a:pt x="3025" y="0"/>
                    <a:pt x="2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171"/>
            <p:cNvSpPr/>
            <p:nvPr/>
          </p:nvSpPr>
          <p:spPr>
            <a:xfrm>
              <a:off x="7127786" y="3833235"/>
              <a:ext cx="173736" cy="193996"/>
            </a:xfrm>
            <a:custGeom>
              <a:avLst/>
              <a:gdLst/>
              <a:ahLst/>
              <a:cxnLst/>
              <a:rect l="l" t="t" r="r" b="b"/>
              <a:pathLst>
                <a:path w="4099" h="4577" extrusionOk="0">
                  <a:moveTo>
                    <a:pt x="2885" y="1"/>
                  </a:moveTo>
                  <a:cubicBezTo>
                    <a:pt x="2554" y="1"/>
                    <a:pt x="2229" y="157"/>
                    <a:pt x="2025" y="451"/>
                  </a:cubicBezTo>
                  <a:lnTo>
                    <a:pt x="334" y="2920"/>
                  </a:lnTo>
                  <a:cubicBezTo>
                    <a:pt x="1" y="3402"/>
                    <a:pt x="124" y="4056"/>
                    <a:pt x="606" y="4389"/>
                  </a:cubicBezTo>
                  <a:cubicBezTo>
                    <a:pt x="784" y="4516"/>
                    <a:pt x="991" y="4577"/>
                    <a:pt x="1197" y="4577"/>
                  </a:cubicBezTo>
                  <a:cubicBezTo>
                    <a:pt x="1532" y="4577"/>
                    <a:pt x="1863" y="4416"/>
                    <a:pt x="2062" y="4118"/>
                  </a:cubicBezTo>
                  <a:lnTo>
                    <a:pt x="3766" y="1649"/>
                  </a:lnTo>
                  <a:cubicBezTo>
                    <a:pt x="4099" y="1167"/>
                    <a:pt x="3975" y="513"/>
                    <a:pt x="3494" y="192"/>
                  </a:cubicBezTo>
                  <a:cubicBezTo>
                    <a:pt x="3307" y="63"/>
                    <a:pt x="3095" y="1"/>
                    <a:pt x="28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171"/>
            <p:cNvSpPr/>
            <p:nvPr/>
          </p:nvSpPr>
          <p:spPr>
            <a:xfrm>
              <a:off x="7115240" y="3826962"/>
              <a:ext cx="193106" cy="204889"/>
            </a:xfrm>
            <a:custGeom>
              <a:avLst/>
              <a:gdLst/>
              <a:ahLst/>
              <a:cxnLst/>
              <a:rect l="l" t="t" r="r" b="b"/>
              <a:pathLst>
                <a:path w="4556" h="4834" extrusionOk="0">
                  <a:moveTo>
                    <a:pt x="3210" y="266"/>
                  </a:moveTo>
                  <a:cubicBezTo>
                    <a:pt x="3963" y="266"/>
                    <a:pt x="4407" y="1118"/>
                    <a:pt x="3975" y="1735"/>
                  </a:cubicBezTo>
                  <a:lnTo>
                    <a:pt x="2284" y="4204"/>
                  </a:lnTo>
                  <a:cubicBezTo>
                    <a:pt x="2100" y="4472"/>
                    <a:pt x="1803" y="4611"/>
                    <a:pt x="1504" y="4611"/>
                  </a:cubicBezTo>
                  <a:cubicBezTo>
                    <a:pt x="1320" y="4611"/>
                    <a:pt x="1135" y="4559"/>
                    <a:pt x="976" y="4451"/>
                  </a:cubicBezTo>
                  <a:cubicBezTo>
                    <a:pt x="544" y="4154"/>
                    <a:pt x="445" y="3562"/>
                    <a:pt x="741" y="3142"/>
                  </a:cubicBezTo>
                  <a:lnTo>
                    <a:pt x="2432" y="673"/>
                  </a:lnTo>
                  <a:cubicBezTo>
                    <a:pt x="2605" y="414"/>
                    <a:pt x="2901" y="266"/>
                    <a:pt x="3210" y="266"/>
                  </a:cubicBezTo>
                  <a:close/>
                  <a:moveTo>
                    <a:pt x="3221" y="1"/>
                  </a:moveTo>
                  <a:cubicBezTo>
                    <a:pt x="2835" y="1"/>
                    <a:pt x="2459" y="189"/>
                    <a:pt x="2235" y="538"/>
                  </a:cubicBezTo>
                  <a:lnTo>
                    <a:pt x="531" y="3006"/>
                  </a:lnTo>
                  <a:cubicBezTo>
                    <a:pt x="0" y="3784"/>
                    <a:pt x="556" y="4833"/>
                    <a:pt x="1494" y="4833"/>
                  </a:cubicBezTo>
                  <a:cubicBezTo>
                    <a:pt x="1877" y="4833"/>
                    <a:pt x="2235" y="4648"/>
                    <a:pt x="2457" y="4340"/>
                  </a:cubicBezTo>
                  <a:lnTo>
                    <a:pt x="4160" y="1871"/>
                  </a:lnTo>
                  <a:cubicBezTo>
                    <a:pt x="4555" y="1340"/>
                    <a:pt x="4432" y="587"/>
                    <a:pt x="3889" y="204"/>
                  </a:cubicBezTo>
                  <a:cubicBezTo>
                    <a:pt x="3682" y="67"/>
                    <a:pt x="3450" y="1"/>
                    <a:pt x="3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171"/>
            <p:cNvSpPr/>
            <p:nvPr/>
          </p:nvSpPr>
          <p:spPr>
            <a:xfrm>
              <a:off x="7127786" y="3847095"/>
              <a:ext cx="109396" cy="179755"/>
            </a:xfrm>
            <a:custGeom>
              <a:avLst/>
              <a:gdLst/>
              <a:ahLst/>
              <a:cxnLst/>
              <a:rect l="l" t="t" r="r" b="b"/>
              <a:pathLst>
                <a:path w="2581" h="4241" extrusionOk="0">
                  <a:moveTo>
                    <a:pt x="2136" y="1"/>
                  </a:moveTo>
                  <a:lnTo>
                    <a:pt x="2136" y="1"/>
                  </a:lnTo>
                  <a:cubicBezTo>
                    <a:pt x="2099" y="38"/>
                    <a:pt x="2062" y="87"/>
                    <a:pt x="2037" y="124"/>
                  </a:cubicBezTo>
                  <a:lnTo>
                    <a:pt x="334" y="2593"/>
                  </a:lnTo>
                  <a:cubicBezTo>
                    <a:pt x="1" y="3075"/>
                    <a:pt x="124" y="3729"/>
                    <a:pt x="606" y="4062"/>
                  </a:cubicBezTo>
                  <a:cubicBezTo>
                    <a:pt x="787" y="4183"/>
                    <a:pt x="991" y="4241"/>
                    <a:pt x="1193" y="4241"/>
                  </a:cubicBezTo>
                  <a:cubicBezTo>
                    <a:pt x="1527" y="4241"/>
                    <a:pt x="1854" y="4083"/>
                    <a:pt x="2062" y="3791"/>
                  </a:cubicBezTo>
                  <a:lnTo>
                    <a:pt x="2581" y="3038"/>
                  </a:lnTo>
                  <a:lnTo>
                    <a:pt x="2581" y="3038"/>
                  </a:lnTo>
                  <a:cubicBezTo>
                    <a:pt x="2353" y="3281"/>
                    <a:pt x="2087" y="3383"/>
                    <a:pt x="1829" y="3383"/>
                  </a:cubicBezTo>
                  <a:cubicBezTo>
                    <a:pt x="1079" y="3383"/>
                    <a:pt x="400" y="2516"/>
                    <a:pt x="951" y="1717"/>
                  </a:cubicBezTo>
                  <a:lnTo>
                    <a:pt x="21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171"/>
            <p:cNvSpPr/>
            <p:nvPr/>
          </p:nvSpPr>
          <p:spPr>
            <a:xfrm>
              <a:off x="7115240" y="3842347"/>
              <a:ext cx="127960" cy="189503"/>
            </a:xfrm>
            <a:custGeom>
              <a:avLst/>
              <a:gdLst/>
              <a:ahLst/>
              <a:cxnLst/>
              <a:rect l="l" t="t" r="r" b="b"/>
              <a:pathLst>
                <a:path w="3019" h="4471" extrusionOk="0">
                  <a:moveTo>
                    <a:pt x="951" y="2458"/>
                  </a:moveTo>
                  <a:cubicBezTo>
                    <a:pt x="951" y="2520"/>
                    <a:pt x="951" y="2582"/>
                    <a:pt x="963" y="2643"/>
                  </a:cubicBezTo>
                  <a:cubicBezTo>
                    <a:pt x="1076" y="3216"/>
                    <a:pt x="1569" y="3610"/>
                    <a:pt x="2120" y="3610"/>
                  </a:cubicBezTo>
                  <a:cubicBezTo>
                    <a:pt x="2235" y="3610"/>
                    <a:pt x="2352" y="3593"/>
                    <a:pt x="2469" y="3557"/>
                  </a:cubicBezTo>
                  <a:lnTo>
                    <a:pt x="2469" y="3557"/>
                  </a:lnTo>
                  <a:lnTo>
                    <a:pt x="2272" y="3841"/>
                  </a:lnTo>
                  <a:cubicBezTo>
                    <a:pt x="2088" y="4100"/>
                    <a:pt x="1796" y="4242"/>
                    <a:pt x="1498" y="4242"/>
                  </a:cubicBezTo>
                  <a:cubicBezTo>
                    <a:pt x="1314" y="4242"/>
                    <a:pt x="1128" y="4188"/>
                    <a:pt x="963" y="4075"/>
                  </a:cubicBezTo>
                  <a:cubicBezTo>
                    <a:pt x="544" y="3779"/>
                    <a:pt x="432" y="3199"/>
                    <a:pt x="729" y="2779"/>
                  </a:cubicBezTo>
                  <a:lnTo>
                    <a:pt x="951" y="2458"/>
                  </a:lnTo>
                  <a:close/>
                  <a:moveTo>
                    <a:pt x="2428" y="0"/>
                  </a:moveTo>
                  <a:cubicBezTo>
                    <a:pt x="2396" y="0"/>
                    <a:pt x="2366" y="12"/>
                    <a:pt x="2346" y="39"/>
                  </a:cubicBezTo>
                  <a:cubicBezTo>
                    <a:pt x="2309" y="76"/>
                    <a:pt x="2272" y="125"/>
                    <a:pt x="2235" y="175"/>
                  </a:cubicBezTo>
                  <a:lnTo>
                    <a:pt x="531" y="2643"/>
                  </a:lnTo>
                  <a:cubicBezTo>
                    <a:pt x="0" y="3421"/>
                    <a:pt x="556" y="4470"/>
                    <a:pt x="1494" y="4470"/>
                  </a:cubicBezTo>
                  <a:cubicBezTo>
                    <a:pt x="1877" y="4470"/>
                    <a:pt x="2235" y="4285"/>
                    <a:pt x="2445" y="3964"/>
                  </a:cubicBezTo>
                  <a:lnTo>
                    <a:pt x="2963" y="3224"/>
                  </a:lnTo>
                  <a:cubicBezTo>
                    <a:pt x="3018" y="3132"/>
                    <a:pt x="2950" y="3040"/>
                    <a:pt x="2871" y="3040"/>
                  </a:cubicBezTo>
                  <a:cubicBezTo>
                    <a:pt x="2844" y="3040"/>
                    <a:pt x="2815" y="3050"/>
                    <a:pt x="2790" y="3075"/>
                  </a:cubicBezTo>
                  <a:cubicBezTo>
                    <a:pt x="2585" y="3294"/>
                    <a:pt x="2345" y="3385"/>
                    <a:pt x="2114" y="3385"/>
                  </a:cubicBezTo>
                  <a:cubicBezTo>
                    <a:pt x="1442" y="3385"/>
                    <a:pt x="838" y="2610"/>
                    <a:pt x="1334" y="1903"/>
                  </a:cubicBezTo>
                  <a:lnTo>
                    <a:pt x="2531" y="187"/>
                  </a:lnTo>
                  <a:cubicBezTo>
                    <a:pt x="2556" y="125"/>
                    <a:pt x="2543" y="64"/>
                    <a:pt x="2506" y="27"/>
                  </a:cubicBezTo>
                  <a:cubicBezTo>
                    <a:pt x="2483" y="9"/>
                    <a:pt x="2455" y="0"/>
                    <a:pt x="24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12" name="Google Shape;4812;p171"/>
          <p:cNvGrpSpPr/>
          <p:nvPr/>
        </p:nvGrpSpPr>
        <p:grpSpPr>
          <a:xfrm>
            <a:off x="442323" y="278500"/>
            <a:ext cx="615195" cy="485584"/>
            <a:chOff x="442323" y="278500"/>
            <a:chExt cx="615195" cy="485584"/>
          </a:xfrm>
        </p:grpSpPr>
        <p:sp>
          <p:nvSpPr>
            <p:cNvPr id="4813" name="Google Shape;4813;p171"/>
            <p:cNvSpPr/>
            <p:nvPr/>
          </p:nvSpPr>
          <p:spPr>
            <a:xfrm>
              <a:off x="443044" y="278500"/>
              <a:ext cx="597423" cy="485104"/>
            </a:xfrm>
            <a:custGeom>
              <a:avLst/>
              <a:gdLst/>
              <a:ahLst/>
              <a:cxnLst/>
              <a:rect l="l" t="t" r="r" b="b"/>
              <a:pathLst>
                <a:path w="9950" h="8079" extrusionOk="0">
                  <a:moveTo>
                    <a:pt x="7409" y="1"/>
                  </a:moveTo>
                  <a:cubicBezTo>
                    <a:pt x="7193" y="1"/>
                    <a:pt x="6952" y="72"/>
                    <a:pt x="6654" y="183"/>
                  </a:cubicBezTo>
                  <a:cubicBezTo>
                    <a:pt x="5876" y="454"/>
                    <a:pt x="5086" y="689"/>
                    <a:pt x="4333" y="1047"/>
                  </a:cubicBezTo>
                  <a:cubicBezTo>
                    <a:pt x="2852" y="1738"/>
                    <a:pt x="1506" y="2688"/>
                    <a:pt x="346" y="3849"/>
                  </a:cubicBezTo>
                  <a:cubicBezTo>
                    <a:pt x="210" y="3960"/>
                    <a:pt x="99" y="4120"/>
                    <a:pt x="50" y="4281"/>
                  </a:cubicBezTo>
                  <a:cubicBezTo>
                    <a:pt x="0" y="4503"/>
                    <a:pt x="99" y="4737"/>
                    <a:pt x="198" y="4947"/>
                  </a:cubicBezTo>
                  <a:cubicBezTo>
                    <a:pt x="223" y="4984"/>
                    <a:pt x="235" y="5021"/>
                    <a:pt x="260" y="5058"/>
                  </a:cubicBezTo>
                  <a:cubicBezTo>
                    <a:pt x="544" y="5663"/>
                    <a:pt x="865" y="6256"/>
                    <a:pt x="1210" y="6824"/>
                  </a:cubicBezTo>
                  <a:cubicBezTo>
                    <a:pt x="1519" y="7305"/>
                    <a:pt x="1889" y="7774"/>
                    <a:pt x="2432" y="7972"/>
                  </a:cubicBezTo>
                  <a:cubicBezTo>
                    <a:pt x="2629" y="8048"/>
                    <a:pt x="2834" y="8078"/>
                    <a:pt x="3041" y="8078"/>
                  </a:cubicBezTo>
                  <a:cubicBezTo>
                    <a:pt x="3405" y="8078"/>
                    <a:pt x="3777" y="7983"/>
                    <a:pt x="4123" y="7873"/>
                  </a:cubicBezTo>
                  <a:cubicBezTo>
                    <a:pt x="5901" y="7330"/>
                    <a:pt x="7530" y="6416"/>
                    <a:pt x="8913" y="5182"/>
                  </a:cubicBezTo>
                  <a:cubicBezTo>
                    <a:pt x="9419" y="4737"/>
                    <a:pt x="9913" y="4194"/>
                    <a:pt x="9937" y="3515"/>
                  </a:cubicBezTo>
                  <a:cubicBezTo>
                    <a:pt x="9950" y="2923"/>
                    <a:pt x="9604" y="2404"/>
                    <a:pt x="9258" y="1923"/>
                  </a:cubicBezTo>
                  <a:lnTo>
                    <a:pt x="8481" y="812"/>
                  </a:lnTo>
                  <a:cubicBezTo>
                    <a:pt x="8431" y="763"/>
                    <a:pt x="8394" y="713"/>
                    <a:pt x="8357" y="652"/>
                  </a:cubicBezTo>
                  <a:cubicBezTo>
                    <a:pt x="8025" y="177"/>
                    <a:pt x="7749" y="1"/>
                    <a:pt x="74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171"/>
            <p:cNvSpPr/>
            <p:nvPr/>
          </p:nvSpPr>
          <p:spPr>
            <a:xfrm>
              <a:off x="756521" y="495974"/>
              <a:ext cx="129211" cy="119550"/>
            </a:xfrm>
            <a:custGeom>
              <a:avLst/>
              <a:gdLst/>
              <a:ahLst/>
              <a:cxnLst/>
              <a:rect l="l" t="t" r="r" b="b"/>
              <a:pathLst>
                <a:path w="2152" h="1991" extrusionOk="0">
                  <a:moveTo>
                    <a:pt x="1104" y="0"/>
                  </a:moveTo>
                  <a:cubicBezTo>
                    <a:pt x="837" y="0"/>
                    <a:pt x="565" y="109"/>
                    <a:pt x="359" y="350"/>
                  </a:cubicBezTo>
                  <a:cubicBezTo>
                    <a:pt x="1" y="757"/>
                    <a:pt x="50" y="1387"/>
                    <a:pt x="458" y="1745"/>
                  </a:cubicBezTo>
                  <a:cubicBezTo>
                    <a:pt x="657" y="1915"/>
                    <a:pt x="886" y="1991"/>
                    <a:pt x="1110" y="1991"/>
                  </a:cubicBezTo>
                  <a:cubicBezTo>
                    <a:pt x="1649" y="1991"/>
                    <a:pt x="2152" y="1550"/>
                    <a:pt x="2099" y="930"/>
                  </a:cubicBezTo>
                  <a:cubicBezTo>
                    <a:pt x="2060" y="357"/>
                    <a:pt x="1589" y="0"/>
                    <a:pt x="1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171"/>
            <p:cNvSpPr/>
            <p:nvPr/>
          </p:nvSpPr>
          <p:spPr>
            <a:xfrm>
              <a:off x="748416" y="498256"/>
              <a:ext cx="129752" cy="75837"/>
            </a:xfrm>
            <a:custGeom>
              <a:avLst/>
              <a:gdLst/>
              <a:ahLst/>
              <a:cxnLst/>
              <a:rect l="l" t="t" r="r" b="b"/>
              <a:pathLst>
                <a:path w="2161" h="1263" extrusionOk="0">
                  <a:moveTo>
                    <a:pt x="1178" y="1"/>
                  </a:moveTo>
                  <a:cubicBezTo>
                    <a:pt x="582" y="1"/>
                    <a:pt x="0" y="538"/>
                    <a:pt x="198" y="1263"/>
                  </a:cubicBezTo>
                  <a:cubicBezTo>
                    <a:pt x="574" y="1012"/>
                    <a:pt x="990" y="905"/>
                    <a:pt x="1418" y="905"/>
                  </a:cubicBezTo>
                  <a:cubicBezTo>
                    <a:pt x="1663" y="905"/>
                    <a:pt x="1913" y="940"/>
                    <a:pt x="2160" y="1003"/>
                  </a:cubicBezTo>
                  <a:cubicBezTo>
                    <a:pt x="2160" y="806"/>
                    <a:pt x="2099" y="608"/>
                    <a:pt x="1988" y="448"/>
                  </a:cubicBezTo>
                  <a:cubicBezTo>
                    <a:pt x="1778" y="135"/>
                    <a:pt x="1476" y="1"/>
                    <a:pt x="11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171"/>
            <p:cNvSpPr/>
            <p:nvPr/>
          </p:nvSpPr>
          <p:spPr>
            <a:xfrm>
              <a:off x="560125" y="387237"/>
              <a:ext cx="228342" cy="114986"/>
            </a:xfrm>
            <a:custGeom>
              <a:avLst/>
              <a:gdLst/>
              <a:ahLst/>
              <a:cxnLst/>
              <a:rect l="l" t="t" r="r" b="b"/>
              <a:pathLst>
                <a:path w="3803" h="1915" extrusionOk="0">
                  <a:moveTo>
                    <a:pt x="1512" y="0"/>
                  </a:moveTo>
                  <a:cubicBezTo>
                    <a:pt x="979" y="0"/>
                    <a:pt x="428" y="435"/>
                    <a:pt x="1" y="705"/>
                  </a:cubicBezTo>
                  <a:lnTo>
                    <a:pt x="1791" y="1791"/>
                  </a:lnTo>
                  <a:cubicBezTo>
                    <a:pt x="1889" y="1853"/>
                    <a:pt x="1988" y="1890"/>
                    <a:pt x="2099" y="1914"/>
                  </a:cubicBezTo>
                  <a:cubicBezTo>
                    <a:pt x="2210" y="1914"/>
                    <a:pt x="2321" y="1877"/>
                    <a:pt x="2408" y="1840"/>
                  </a:cubicBezTo>
                  <a:cubicBezTo>
                    <a:pt x="2889" y="1630"/>
                    <a:pt x="3358" y="1396"/>
                    <a:pt x="3803" y="1149"/>
                  </a:cubicBezTo>
                  <a:lnTo>
                    <a:pt x="3803" y="1149"/>
                  </a:lnTo>
                  <a:cubicBezTo>
                    <a:pt x="3786" y="1157"/>
                    <a:pt x="3766" y="1162"/>
                    <a:pt x="3742" y="1162"/>
                  </a:cubicBezTo>
                  <a:cubicBezTo>
                    <a:pt x="3355" y="1162"/>
                    <a:pt x="2039" y="83"/>
                    <a:pt x="1667" y="13"/>
                  </a:cubicBezTo>
                  <a:cubicBezTo>
                    <a:pt x="1616" y="5"/>
                    <a:pt x="1564" y="0"/>
                    <a:pt x="1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171"/>
            <p:cNvSpPr/>
            <p:nvPr/>
          </p:nvSpPr>
          <p:spPr>
            <a:xfrm>
              <a:off x="634997" y="414857"/>
              <a:ext cx="54999" cy="50618"/>
            </a:xfrm>
            <a:custGeom>
              <a:avLst/>
              <a:gdLst/>
              <a:ahLst/>
              <a:cxnLst/>
              <a:rect l="l" t="t" r="r" b="b"/>
              <a:pathLst>
                <a:path w="916" h="843" extrusionOk="0">
                  <a:moveTo>
                    <a:pt x="472" y="1"/>
                  </a:moveTo>
                  <a:cubicBezTo>
                    <a:pt x="361" y="1"/>
                    <a:pt x="248" y="46"/>
                    <a:pt x="161" y="146"/>
                  </a:cubicBezTo>
                  <a:cubicBezTo>
                    <a:pt x="1" y="319"/>
                    <a:pt x="25" y="590"/>
                    <a:pt x="198" y="738"/>
                  </a:cubicBezTo>
                  <a:cubicBezTo>
                    <a:pt x="281" y="811"/>
                    <a:pt x="378" y="843"/>
                    <a:pt x="472" y="843"/>
                  </a:cubicBezTo>
                  <a:cubicBezTo>
                    <a:pt x="701" y="843"/>
                    <a:pt x="916" y="655"/>
                    <a:pt x="889" y="393"/>
                  </a:cubicBezTo>
                  <a:cubicBezTo>
                    <a:pt x="873" y="153"/>
                    <a:pt x="676" y="1"/>
                    <a:pt x="472" y="1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171"/>
            <p:cNvSpPr/>
            <p:nvPr/>
          </p:nvSpPr>
          <p:spPr>
            <a:xfrm>
              <a:off x="644664" y="359077"/>
              <a:ext cx="167519" cy="96432"/>
            </a:xfrm>
            <a:custGeom>
              <a:avLst/>
              <a:gdLst/>
              <a:ahLst/>
              <a:cxnLst/>
              <a:rect l="l" t="t" r="r" b="b"/>
              <a:pathLst>
                <a:path w="2790" h="1606" extrusionOk="0">
                  <a:moveTo>
                    <a:pt x="494" y="1"/>
                  </a:moveTo>
                  <a:lnTo>
                    <a:pt x="0" y="297"/>
                  </a:lnTo>
                  <a:lnTo>
                    <a:pt x="2407" y="1606"/>
                  </a:lnTo>
                  <a:lnTo>
                    <a:pt x="2790" y="1272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171"/>
            <p:cNvSpPr/>
            <p:nvPr/>
          </p:nvSpPr>
          <p:spPr>
            <a:xfrm>
              <a:off x="442323" y="279160"/>
              <a:ext cx="615195" cy="484923"/>
            </a:xfrm>
            <a:custGeom>
              <a:avLst/>
              <a:gdLst/>
              <a:ahLst/>
              <a:cxnLst/>
              <a:rect l="l" t="t" r="r" b="b"/>
              <a:pathLst>
                <a:path w="10246" h="8076" extrusionOk="0">
                  <a:moveTo>
                    <a:pt x="7098" y="172"/>
                  </a:moveTo>
                  <a:cubicBezTo>
                    <a:pt x="7197" y="172"/>
                    <a:pt x="7271" y="172"/>
                    <a:pt x="7345" y="184"/>
                  </a:cubicBezTo>
                  <a:cubicBezTo>
                    <a:pt x="7363" y="187"/>
                    <a:pt x="7381" y="188"/>
                    <a:pt x="7398" y="188"/>
                  </a:cubicBezTo>
                  <a:cubicBezTo>
                    <a:pt x="7415" y="188"/>
                    <a:pt x="7432" y="187"/>
                    <a:pt x="7448" y="187"/>
                  </a:cubicBezTo>
                  <a:cubicBezTo>
                    <a:pt x="7481" y="187"/>
                    <a:pt x="7511" y="190"/>
                    <a:pt x="7542" y="209"/>
                  </a:cubicBezTo>
                  <a:cubicBezTo>
                    <a:pt x="7604" y="246"/>
                    <a:pt x="7690" y="209"/>
                    <a:pt x="7764" y="258"/>
                  </a:cubicBezTo>
                  <a:cubicBezTo>
                    <a:pt x="7839" y="295"/>
                    <a:pt x="7913" y="320"/>
                    <a:pt x="7987" y="344"/>
                  </a:cubicBezTo>
                  <a:lnTo>
                    <a:pt x="8011" y="406"/>
                  </a:lnTo>
                  <a:cubicBezTo>
                    <a:pt x="8110" y="406"/>
                    <a:pt x="8159" y="505"/>
                    <a:pt x="8234" y="542"/>
                  </a:cubicBezTo>
                  <a:cubicBezTo>
                    <a:pt x="8258" y="591"/>
                    <a:pt x="8283" y="641"/>
                    <a:pt x="8295" y="678"/>
                  </a:cubicBezTo>
                  <a:cubicBezTo>
                    <a:pt x="8295" y="764"/>
                    <a:pt x="8271" y="863"/>
                    <a:pt x="8234" y="937"/>
                  </a:cubicBezTo>
                  <a:cubicBezTo>
                    <a:pt x="8221" y="974"/>
                    <a:pt x="8184" y="986"/>
                    <a:pt x="8172" y="1011"/>
                  </a:cubicBezTo>
                  <a:cubicBezTo>
                    <a:pt x="8147" y="1048"/>
                    <a:pt x="8147" y="1110"/>
                    <a:pt x="8110" y="1134"/>
                  </a:cubicBezTo>
                  <a:cubicBezTo>
                    <a:pt x="8085" y="1171"/>
                    <a:pt x="8061" y="1184"/>
                    <a:pt x="8048" y="1208"/>
                  </a:cubicBezTo>
                  <a:cubicBezTo>
                    <a:pt x="7987" y="1270"/>
                    <a:pt x="7937" y="1332"/>
                    <a:pt x="7888" y="1394"/>
                  </a:cubicBezTo>
                  <a:cubicBezTo>
                    <a:pt x="7863" y="1443"/>
                    <a:pt x="7764" y="1431"/>
                    <a:pt x="7764" y="1517"/>
                  </a:cubicBezTo>
                  <a:cubicBezTo>
                    <a:pt x="7764" y="1517"/>
                    <a:pt x="7752" y="1529"/>
                    <a:pt x="7740" y="1529"/>
                  </a:cubicBezTo>
                  <a:lnTo>
                    <a:pt x="7616" y="1591"/>
                  </a:lnTo>
                  <a:cubicBezTo>
                    <a:pt x="7592" y="1616"/>
                    <a:pt x="7592" y="1628"/>
                    <a:pt x="7579" y="1665"/>
                  </a:cubicBezTo>
                  <a:lnTo>
                    <a:pt x="7382" y="1752"/>
                  </a:lnTo>
                  <a:lnTo>
                    <a:pt x="7357" y="1813"/>
                  </a:lnTo>
                  <a:lnTo>
                    <a:pt x="7061" y="1937"/>
                  </a:lnTo>
                  <a:lnTo>
                    <a:pt x="7024" y="2011"/>
                  </a:lnTo>
                  <a:lnTo>
                    <a:pt x="6839" y="2085"/>
                  </a:lnTo>
                  <a:cubicBezTo>
                    <a:pt x="6826" y="2110"/>
                    <a:pt x="6814" y="2134"/>
                    <a:pt x="6802" y="2159"/>
                  </a:cubicBezTo>
                  <a:lnTo>
                    <a:pt x="6654" y="2221"/>
                  </a:lnTo>
                  <a:cubicBezTo>
                    <a:pt x="6654" y="2245"/>
                    <a:pt x="6641" y="2258"/>
                    <a:pt x="6629" y="2295"/>
                  </a:cubicBezTo>
                  <a:cubicBezTo>
                    <a:pt x="6567" y="2319"/>
                    <a:pt x="6493" y="2344"/>
                    <a:pt x="6431" y="2369"/>
                  </a:cubicBezTo>
                  <a:cubicBezTo>
                    <a:pt x="6419" y="2393"/>
                    <a:pt x="6419" y="2418"/>
                    <a:pt x="6407" y="2443"/>
                  </a:cubicBezTo>
                  <a:lnTo>
                    <a:pt x="6234" y="2517"/>
                  </a:lnTo>
                  <a:cubicBezTo>
                    <a:pt x="6221" y="2492"/>
                    <a:pt x="6209" y="2468"/>
                    <a:pt x="6197" y="2455"/>
                  </a:cubicBezTo>
                  <a:cubicBezTo>
                    <a:pt x="6135" y="2431"/>
                    <a:pt x="6073" y="2393"/>
                    <a:pt x="6024" y="2356"/>
                  </a:cubicBezTo>
                  <a:cubicBezTo>
                    <a:pt x="5962" y="2307"/>
                    <a:pt x="5901" y="2282"/>
                    <a:pt x="5826" y="2270"/>
                  </a:cubicBezTo>
                  <a:cubicBezTo>
                    <a:pt x="5752" y="2245"/>
                    <a:pt x="5728" y="2171"/>
                    <a:pt x="5654" y="2147"/>
                  </a:cubicBezTo>
                  <a:cubicBezTo>
                    <a:pt x="5543" y="2122"/>
                    <a:pt x="5431" y="2073"/>
                    <a:pt x="5333" y="1986"/>
                  </a:cubicBezTo>
                  <a:cubicBezTo>
                    <a:pt x="5296" y="1949"/>
                    <a:pt x="5222" y="1937"/>
                    <a:pt x="5160" y="1912"/>
                  </a:cubicBezTo>
                  <a:cubicBezTo>
                    <a:pt x="5111" y="1887"/>
                    <a:pt x="5049" y="1887"/>
                    <a:pt x="5024" y="1850"/>
                  </a:cubicBezTo>
                  <a:cubicBezTo>
                    <a:pt x="4987" y="1801"/>
                    <a:pt x="4925" y="1764"/>
                    <a:pt x="4864" y="1752"/>
                  </a:cubicBezTo>
                  <a:cubicBezTo>
                    <a:pt x="4802" y="1739"/>
                    <a:pt x="4777" y="1678"/>
                    <a:pt x="4728" y="1653"/>
                  </a:cubicBezTo>
                  <a:cubicBezTo>
                    <a:pt x="4641" y="1616"/>
                    <a:pt x="4555" y="1591"/>
                    <a:pt x="4469" y="1554"/>
                  </a:cubicBezTo>
                  <a:cubicBezTo>
                    <a:pt x="4432" y="1443"/>
                    <a:pt x="4308" y="1468"/>
                    <a:pt x="4234" y="1418"/>
                  </a:cubicBezTo>
                  <a:cubicBezTo>
                    <a:pt x="4209" y="1406"/>
                    <a:pt x="4185" y="1394"/>
                    <a:pt x="4160" y="1381"/>
                  </a:cubicBezTo>
                  <a:cubicBezTo>
                    <a:pt x="4148" y="1369"/>
                    <a:pt x="4160" y="1344"/>
                    <a:pt x="4148" y="1307"/>
                  </a:cubicBezTo>
                  <a:cubicBezTo>
                    <a:pt x="4382" y="1208"/>
                    <a:pt x="4617" y="1110"/>
                    <a:pt x="4851" y="999"/>
                  </a:cubicBezTo>
                  <a:lnTo>
                    <a:pt x="4888" y="937"/>
                  </a:lnTo>
                  <a:lnTo>
                    <a:pt x="5580" y="641"/>
                  </a:lnTo>
                  <a:lnTo>
                    <a:pt x="5641" y="665"/>
                  </a:lnTo>
                  <a:lnTo>
                    <a:pt x="5851" y="579"/>
                  </a:lnTo>
                  <a:lnTo>
                    <a:pt x="5876" y="530"/>
                  </a:lnTo>
                  <a:lnTo>
                    <a:pt x="6221" y="369"/>
                  </a:lnTo>
                  <a:lnTo>
                    <a:pt x="6296" y="394"/>
                  </a:lnTo>
                  <a:lnTo>
                    <a:pt x="6542" y="295"/>
                  </a:lnTo>
                  <a:lnTo>
                    <a:pt x="6616" y="320"/>
                  </a:lnTo>
                  <a:lnTo>
                    <a:pt x="6863" y="221"/>
                  </a:lnTo>
                  <a:lnTo>
                    <a:pt x="6925" y="246"/>
                  </a:lnTo>
                  <a:lnTo>
                    <a:pt x="7098" y="172"/>
                  </a:lnTo>
                  <a:close/>
                  <a:moveTo>
                    <a:pt x="3765" y="1480"/>
                  </a:moveTo>
                  <a:lnTo>
                    <a:pt x="4629" y="1838"/>
                  </a:lnTo>
                  <a:cubicBezTo>
                    <a:pt x="4641" y="1850"/>
                    <a:pt x="4654" y="1875"/>
                    <a:pt x="4666" y="1875"/>
                  </a:cubicBezTo>
                  <a:cubicBezTo>
                    <a:pt x="4753" y="1924"/>
                    <a:pt x="4851" y="1961"/>
                    <a:pt x="4950" y="2011"/>
                  </a:cubicBezTo>
                  <a:cubicBezTo>
                    <a:pt x="4950" y="2023"/>
                    <a:pt x="4962" y="2036"/>
                    <a:pt x="4975" y="2060"/>
                  </a:cubicBezTo>
                  <a:lnTo>
                    <a:pt x="5246" y="2171"/>
                  </a:lnTo>
                  <a:cubicBezTo>
                    <a:pt x="5246" y="2184"/>
                    <a:pt x="5259" y="2196"/>
                    <a:pt x="5271" y="2221"/>
                  </a:cubicBezTo>
                  <a:cubicBezTo>
                    <a:pt x="5320" y="2245"/>
                    <a:pt x="5382" y="2270"/>
                    <a:pt x="5444" y="2282"/>
                  </a:cubicBezTo>
                  <a:cubicBezTo>
                    <a:pt x="5493" y="2307"/>
                    <a:pt x="5518" y="2369"/>
                    <a:pt x="5580" y="2393"/>
                  </a:cubicBezTo>
                  <a:cubicBezTo>
                    <a:pt x="5641" y="2393"/>
                    <a:pt x="5703" y="2431"/>
                    <a:pt x="5740" y="2480"/>
                  </a:cubicBezTo>
                  <a:cubicBezTo>
                    <a:pt x="5765" y="2529"/>
                    <a:pt x="5851" y="2517"/>
                    <a:pt x="5888" y="2566"/>
                  </a:cubicBezTo>
                  <a:cubicBezTo>
                    <a:pt x="5925" y="2628"/>
                    <a:pt x="5999" y="2616"/>
                    <a:pt x="6036" y="2665"/>
                  </a:cubicBezTo>
                  <a:cubicBezTo>
                    <a:pt x="6036" y="2665"/>
                    <a:pt x="6036" y="2677"/>
                    <a:pt x="6024" y="2690"/>
                  </a:cubicBezTo>
                  <a:lnTo>
                    <a:pt x="5826" y="2764"/>
                  </a:lnTo>
                  <a:lnTo>
                    <a:pt x="5789" y="2850"/>
                  </a:lnTo>
                  <a:lnTo>
                    <a:pt x="5728" y="2863"/>
                  </a:lnTo>
                  <a:lnTo>
                    <a:pt x="5703" y="2801"/>
                  </a:lnTo>
                  <a:cubicBezTo>
                    <a:pt x="5530" y="2739"/>
                    <a:pt x="5357" y="2653"/>
                    <a:pt x="5209" y="2566"/>
                  </a:cubicBezTo>
                  <a:cubicBezTo>
                    <a:pt x="5123" y="2492"/>
                    <a:pt x="4987" y="2492"/>
                    <a:pt x="4901" y="2418"/>
                  </a:cubicBezTo>
                  <a:cubicBezTo>
                    <a:pt x="4814" y="2344"/>
                    <a:pt x="4691" y="2332"/>
                    <a:pt x="4592" y="2258"/>
                  </a:cubicBezTo>
                  <a:cubicBezTo>
                    <a:pt x="4592" y="2258"/>
                    <a:pt x="4580" y="2233"/>
                    <a:pt x="4567" y="2221"/>
                  </a:cubicBezTo>
                  <a:lnTo>
                    <a:pt x="4296" y="2110"/>
                  </a:lnTo>
                  <a:cubicBezTo>
                    <a:pt x="4246" y="2011"/>
                    <a:pt x="4135" y="2023"/>
                    <a:pt x="4061" y="1961"/>
                  </a:cubicBezTo>
                  <a:lnTo>
                    <a:pt x="4037" y="1912"/>
                  </a:lnTo>
                  <a:lnTo>
                    <a:pt x="3666" y="1764"/>
                  </a:lnTo>
                  <a:cubicBezTo>
                    <a:pt x="3592" y="1715"/>
                    <a:pt x="3568" y="1690"/>
                    <a:pt x="3530" y="1665"/>
                  </a:cubicBezTo>
                  <a:cubicBezTo>
                    <a:pt x="3530" y="1665"/>
                    <a:pt x="3530" y="1653"/>
                    <a:pt x="3543" y="1640"/>
                  </a:cubicBezTo>
                  <a:lnTo>
                    <a:pt x="3716" y="1566"/>
                  </a:lnTo>
                  <a:cubicBezTo>
                    <a:pt x="3728" y="1554"/>
                    <a:pt x="3740" y="1542"/>
                    <a:pt x="3753" y="1529"/>
                  </a:cubicBezTo>
                  <a:lnTo>
                    <a:pt x="3765" y="1480"/>
                  </a:lnTo>
                  <a:close/>
                  <a:moveTo>
                    <a:pt x="3382" y="1764"/>
                  </a:moveTo>
                  <a:cubicBezTo>
                    <a:pt x="3469" y="1875"/>
                    <a:pt x="3605" y="1875"/>
                    <a:pt x="3703" y="1949"/>
                  </a:cubicBezTo>
                  <a:lnTo>
                    <a:pt x="3728" y="1986"/>
                  </a:lnTo>
                  <a:cubicBezTo>
                    <a:pt x="3790" y="2011"/>
                    <a:pt x="3864" y="2036"/>
                    <a:pt x="3925" y="2073"/>
                  </a:cubicBezTo>
                  <a:cubicBezTo>
                    <a:pt x="3975" y="2085"/>
                    <a:pt x="4037" y="2110"/>
                    <a:pt x="4074" y="2159"/>
                  </a:cubicBezTo>
                  <a:cubicBezTo>
                    <a:pt x="4135" y="2208"/>
                    <a:pt x="4197" y="2221"/>
                    <a:pt x="4259" y="2245"/>
                  </a:cubicBezTo>
                  <a:cubicBezTo>
                    <a:pt x="4320" y="2282"/>
                    <a:pt x="4345" y="2332"/>
                    <a:pt x="4407" y="2356"/>
                  </a:cubicBezTo>
                  <a:cubicBezTo>
                    <a:pt x="4469" y="2369"/>
                    <a:pt x="4543" y="2393"/>
                    <a:pt x="4604" y="2431"/>
                  </a:cubicBezTo>
                  <a:lnTo>
                    <a:pt x="4629" y="2468"/>
                  </a:lnTo>
                  <a:cubicBezTo>
                    <a:pt x="4728" y="2517"/>
                    <a:pt x="4827" y="2566"/>
                    <a:pt x="4938" y="2628"/>
                  </a:cubicBezTo>
                  <a:cubicBezTo>
                    <a:pt x="5024" y="2690"/>
                    <a:pt x="5123" y="2727"/>
                    <a:pt x="5222" y="2751"/>
                  </a:cubicBezTo>
                  <a:cubicBezTo>
                    <a:pt x="5333" y="2788"/>
                    <a:pt x="5394" y="2887"/>
                    <a:pt x="5518" y="2912"/>
                  </a:cubicBezTo>
                  <a:cubicBezTo>
                    <a:pt x="5493" y="2986"/>
                    <a:pt x="5382" y="2961"/>
                    <a:pt x="5382" y="3060"/>
                  </a:cubicBezTo>
                  <a:lnTo>
                    <a:pt x="5073" y="3196"/>
                  </a:lnTo>
                  <a:cubicBezTo>
                    <a:pt x="5061" y="3221"/>
                    <a:pt x="5049" y="3233"/>
                    <a:pt x="5049" y="3258"/>
                  </a:cubicBezTo>
                  <a:lnTo>
                    <a:pt x="4308" y="3566"/>
                  </a:lnTo>
                  <a:lnTo>
                    <a:pt x="4271" y="3640"/>
                  </a:lnTo>
                  <a:lnTo>
                    <a:pt x="4086" y="3727"/>
                  </a:lnTo>
                  <a:cubicBezTo>
                    <a:pt x="4000" y="3702"/>
                    <a:pt x="3925" y="3665"/>
                    <a:pt x="3864" y="3603"/>
                  </a:cubicBezTo>
                  <a:cubicBezTo>
                    <a:pt x="3790" y="3554"/>
                    <a:pt x="3679" y="3541"/>
                    <a:pt x="3629" y="3467"/>
                  </a:cubicBezTo>
                  <a:cubicBezTo>
                    <a:pt x="3530" y="3467"/>
                    <a:pt x="3493" y="3344"/>
                    <a:pt x="3407" y="3332"/>
                  </a:cubicBezTo>
                  <a:cubicBezTo>
                    <a:pt x="3308" y="3319"/>
                    <a:pt x="3271" y="3233"/>
                    <a:pt x="3185" y="3196"/>
                  </a:cubicBezTo>
                  <a:cubicBezTo>
                    <a:pt x="3098" y="3171"/>
                    <a:pt x="3074" y="3085"/>
                    <a:pt x="2987" y="3085"/>
                  </a:cubicBezTo>
                  <a:cubicBezTo>
                    <a:pt x="2901" y="3072"/>
                    <a:pt x="2876" y="3011"/>
                    <a:pt x="2827" y="2974"/>
                  </a:cubicBezTo>
                  <a:cubicBezTo>
                    <a:pt x="2765" y="2937"/>
                    <a:pt x="2765" y="2887"/>
                    <a:pt x="2703" y="2887"/>
                  </a:cubicBezTo>
                  <a:cubicBezTo>
                    <a:pt x="2642" y="2875"/>
                    <a:pt x="2629" y="2813"/>
                    <a:pt x="2580" y="2788"/>
                  </a:cubicBezTo>
                  <a:cubicBezTo>
                    <a:pt x="2543" y="2764"/>
                    <a:pt x="2432" y="2764"/>
                    <a:pt x="2382" y="2677"/>
                  </a:cubicBezTo>
                  <a:lnTo>
                    <a:pt x="2136" y="2566"/>
                  </a:lnTo>
                  <a:cubicBezTo>
                    <a:pt x="2123" y="2566"/>
                    <a:pt x="2123" y="2554"/>
                    <a:pt x="2111" y="2542"/>
                  </a:cubicBezTo>
                  <a:cubicBezTo>
                    <a:pt x="2148" y="2517"/>
                    <a:pt x="2185" y="2468"/>
                    <a:pt x="2210" y="2431"/>
                  </a:cubicBezTo>
                  <a:lnTo>
                    <a:pt x="2395" y="2344"/>
                  </a:lnTo>
                  <a:lnTo>
                    <a:pt x="2420" y="2282"/>
                  </a:lnTo>
                  <a:lnTo>
                    <a:pt x="2568" y="2221"/>
                  </a:lnTo>
                  <a:lnTo>
                    <a:pt x="2617" y="2134"/>
                  </a:lnTo>
                  <a:lnTo>
                    <a:pt x="2852" y="2036"/>
                  </a:lnTo>
                  <a:cubicBezTo>
                    <a:pt x="2864" y="2011"/>
                    <a:pt x="2864" y="1998"/>
                    <a:pt x="2876" y="1974"/>
                  </a:cubicBezTo>
                  <a:lnTo>
                    <a:pt x="3308" y="1789"/>
                  </a:lnTo>
                  <a:cubicBezTo>
                    <a:pt x="3333" y="1776"/>
                    <a:pt x="3345" y="1776"/>
                    <a:pt x="3370" y="1764"/>
                  </a:cubicBezTo>
                  <a:close/>
                  <a:moveTo>
                    <a:pt x="1950" y="2653"/>
                  </a:moveTo>
                  <a:cubicBezTo>
                    <a:pt x="1975" y="2677"/>
                    <a:pt x="2012" y="2714"/>
                    <a:pt x="2049" y="2727"/>
                  </a:cubicBezTo>
                  <a:cubicBezTo>
                    <a:pt x="2136" y="2751"/>
                    <a:pt x="2185" y="2850"/>
                    <a:pt x="2284" y="2863"/>
                  </a:cubicBezTo>
                  <a:cubicBezTo>
                    <a:pt x="2321" y="2924"/>
                    <a:pt x="2382" y="2937"/>
                    <a:pt x="2432" y="2974"/>
                  </a:cubicBezTo>
                  <a:cubicBezTo>
                    <a:pt x="2481" y="2998"/>
                    <a:pt x="2531" y="3060"/>
                    <a:pt x="2605" y="3072"/>
                  </a:cubicBezTo>
                  <a:cubicBezTo>
                    <a:pt x="2666" y="3085"/>
                    <a:pt x="2703" y="3146"/>
                    <a:pt x="2753" y="3171"/>
                  </a:cubicBezTo>
                  <a:cubicBezTo>
                    <a:pt x="2815" y="3208"/>
                    <a:pt x="2913" y="3233"/>
                    <a:pt x="2975" y="3307"/>
                  </a:cubicBezTo>
                  <a:cubicBezTo>
                    <a:pt x="3049" y="3381"/>
                    <a:pt x="3148" y="3332"/>
                    <a:pt x="3197" y="3430"/>
                  </a:cubicBezTo>
                  <a:lnTo>
                    <a:pt x="3370" y="3504"/>
                  </a:lnTo>
                  <a:cubicBezTo>
                    <a:pt x="3419" y="3529"/>
                    <a:pt x="3432" y="3578"/>
                    <a:pt x="3481" y="3603"/>
                  </a:cubicBezTo>
                  <a:cubicBezTo>
                    <a:pt x="3543" y="3616"/>
                    <a:pt x="3605" y="3628"/>
                    <a:pt x="3642" y="3677"/>
                  </a:cubicBezTo>
                  <a:cubicBezTo>
                    <a:pt x="3666" y="3739"/>
                    <a:pt x="3753" y="3727"/>
                    <a:pt x="3790" y="3776"/>
                  </a:cubicBezTo>
                  <a:cubicBezTo>
                    <a:pt x="3790" y="3801"/>
                    <a:pt x="3790" y="3813"/>
                    <a:pt x="3802" y="3850"/>
                  </a:cubicBezTo>
                  <a:lnTo>
                    <a:pt x="1864" y="4665"/>
                  </a:lnTo>
                  <a:lnTo>
                    <a:pt x="1790" y="4640"/>
                  </a:lnTo>
                  <a:lnTo>
                    <a:pt x="1691" y="4677"/>
                  </a:lnTo>
                  <a:lnTo>
                    <a:pt x="1617" y="4652"/>
                  </a:lnTo>
                  <a:lnTo>
                    <a:pt x="1370" y="4751"/>
                  </a:lnTo>
                  <a:lnTo>
                    <a:pt x="1296" y="4726"/>
                  </a:lnTo>
                  <a:cubicBezTo>
                    <a:pt x="1247" y="4776"/>
                    <a:pt x="1185" y="4776"/>
                    <a:pt x="1123" y="4776"/>
                  </a:cubicBezTo>
                  <a:cubicBezTo>
                    <a:pt x="1062" y="4776"/>
                    <a:pt x="1000" y="4776"/>
                    <a:pt x="951" y="4825"/>
                  </a:cubicBezTo>
                  <a:cubicBezTo>
                    <a:pt x="864" y="4788"/>
                    <a:pt x="778" y="4825"/>
                    <a:pt x="704" y="4776"/>
                  </a:cubicBezTo>
                  <a:cubicBezTo>
                    <a:pt x="630" y="4739"/>
                    <a:pt x="556" y="4714"/>
                    <a:pt x="482" y="4689"/>
                  </a:cubicBezTo>
                  <a:lnTo>
                    <a:pt x="259" y="4504"/>
                  </a:lnTo>
                  <a:cubicBezTo>
                    <a:pt x="259" y="4443"/>
                    <a:pt x="272" y="4393"/>
                    <a:pt x="272" y="4344"/>
                  </a:cubicBezTo>
                  <a:cubicBezTo>
                    <a:pt x="272" y="4294"/>
                    <a:pt x="346" y="4270"/>
                    <a:pt x="358" y="4220"/>
                  </a:cubicBezTo>
                  <a:cubicBezTo>
                    <a:pt x="370" y="4208"/>
                    <a:pt x="383" y="4196"/>
                    <a:pt x="383" y="4171"/>
                  </a:cubicBezTo>
                  <a:cubicBezTo>
                    <a:pt x="383" y="4122"/>
                    <a:pt x="457" y="4109"/>
                    <a:pt x="469" y="4060"/>
                  </a:cubicBezTo>
                  <a:cubicBezTo>
                    <a:pt x="494" y="3998"/>
                    <a:pt x="494" y="3949"/>
                    <a:pt x="556" y="3936"/>
                  </a:cubicBezTo>
                  <a:cubicBezTo>
                    <a:pt x="593" y="3862"/>
                    <a:pt x="654" y="3825"/>
                    <a:pt x="704" y="3764"/>
                  </a:cubicBezTo>
                  <a:cubicBezTo>
                    <a:pt x="753" y="3702"/>
                    <a:pt x="790" y="3640"/>
                    <a:pt x="840" y="3591"/>
                  </a:cubicBezTo>
                  <a:cubicBezTo>
                    <a:pt x="889" y="3529"/>
                    <a:pt x="951" y="3467"/>
                    <a:pt x="1012" y="3430"/>
                  </a:cubicBezTo>
                  <a:cubicBezTo>
                    <a:pt x="1012" y="3381"/>
                    <a:pt x="1086" y="3381"/>
                    <a:pt x="1086" y="3332"/>
                  </a:cubicBezTo>
                  <a:cubicBezTo>
                    <a:pt x="1099" y="3295"/>
                    <a:pt x="1197" y="3282"/>
                    <a:pt x="1210" y="3245"/>
                  </a:cubicBezTo>
                  <a:cubicBezTo>
                    <a:pt x="1235" y="3171"/>
                    <a:pt x="1309" y="3171"/>
                    <a:pt x="1333" y="3122"/>
                  </a:cubicBezTo>
                  <a:cubicBezTo>
                    <a:pt x="1358" y="3085"/>
                    <a:pt x="1407" y="3060"/>
                    <a:pt x="1444" y="3023"/>
                  </a:cubicBezTo>
                  <a:cubicBezTo>
                    <a:pt x="1481" y="2998"/>
                    <a:pt x="1518" y="2937"/>
                    <a:pt x="1580" y="2912"/>
                  </a:cubicBezTo>
                  <a:cubicBezTo>
                    <a:pt x="1592" y="2912"/>
                    <a:pt x="1605" y="2875"/>
                    <a:pt x="1617" y="2850"/>
                  </a:cubicBezTo>
                  <a:cubicBezTo>
                    <a:pt x="1667" y="2826"/>
                    <a:pt x="1716" y="2801"/>
                    <a:pt x="1765" y="2788"/>
                  </a:cubicBezTo>
                  <a:cubicBezTo>
                    <a:pt x="1778" y="2764"/>
                    <a:pt x="1778" y="2739"/>
                    <a:pt x="1790" y="2714"/>
                  </a:cubicBezTo>
                  <a:lnTo>
                    <a:pt x="1950" y="2653"/>
                  </a:lnTo>
                  <a:close/>
                  <a:moveTo>
                    <a:pt x="8542" y="912"/>
                  </a:moveTo>
                  <a:lnTo>
                    <a:pt x="8653" y="962"/>
                  </a:lnTo>
                  <a:cubicBezTo>
                    <a:pt x="8678" y="1023"/>
                    <a:pt x="8715" y="1097"/>
                    <a:pt x="8740" y="1159"/>
                  </a:cubicBezTo>
                  <a:lnTo>
                    <a:pt x="8801" y="1184"/>
                  </a:lnTo>
                  <a:cubicBezTo>
                    <a:pt x="8838" y="1270"/>
                    <a:pt x="8875" y="1357"/>
                    <a:pt x="8912" y="1431"/>
                  </a:cubicBezTo>
                  <a:lnTo>
                    <a:pt x="8974" y="1455"/>
                  </a:lnTo>
                  <a:lnTo>
                    <a:pt x="9085" y="1702"/>
                  </a:lnTo>
                  <a:lnTo>
                    <a:pt x="9159" y="1739"/>
                  </a:lnTo>
                  <a:lnTo>
                    <a:pt x="9221" y="1887"/>
                  </a:lnTo>
                  <a:lnTo>
                    <a:pt x="9283" y="1912"/>
                  </a:lnTo>
                  <a:cubicBezTo>
                    <a:pt x="9344" y="2048"/>
                    <a:pt x="9406" y="2208"/>
                    <a:pt x="9468" y="2356"/>
                  </a:cubicBezTo>
                  <a:lnTo>
                    <a:pt x="9542" y="2381"/>
                  </a:lnTo>
                  <a:lnTo>
                    <a:pt x="9838" y="3072"/>
                  </a:lnTo>
                  <a:lnTo>
                    <a:pt x="9912" y="3109"/>
                  </a:lnTo>
                  <a:lnTo>
                    <a:pt x="9962" y="3245"/>
                  </a:lnTo>
                  <a:cubicBezTo>
                    <a:pt x="9962" y="3282"/>
                    <a:pt x="9912" y="3319"/>
                    <a:pt x="9962" y="3369"/>
                  </a:cubicBezTo>
                  <a:cubicBezTo>
                    <a:pt x="9912" y="3455"/>
                    <a:pt x="9888" y="3566"/>
                    <a:pt x="9888" y="3665"/>
                  </a:cubicBezTo>
                  <a:cubicBezTo>
                    <a:pt x="9888" y="3739"/>
                    <a:pt x="9875" y="3801"/>
                    <a:pt x="9851" y="3862"/>
                  </a:cubicBezTo>
                  <a:cubicBezTo>
                    <a:pt x="9801" y="3949"/>
                    <a:pt x="9764" y="4048"/>
                    <a:pt x="9739" y="4134"/>
                  </a:cubicBezTo>
                  <a:cubicBezTo>
                    <a:pt x="9702" y="4220"/>
                    <a:pt x="9653" y="4307"/>
                    <a:pt x="9579" y="4368"/>
                  </a:cubicBezTo>
                  <a:cubicBezTo>
                    <a:pt x="9456" y="4529"/>
                    <a:pt x="9320" y="4677"/>
                    <a:pt x="9184" y="4838"/>
                  </a:cubicBezTo>
                  <a:cubicBezTo>
                    <a:pt x="9179" y="4837"/>
                    <a:pt x="9175" y="4837"/>
                    <a:pt x="9170" y="4837"/>
                  </a:cubicBezTo>
                  <a:cubicBezTo>
                    <a:pt x="9082" y="4837"/>
                    <a:pt x="9044" y="4950"/>
                    <a:pt x="8962" y="4986"/>
                  </a:cubicBezTo>
                  <a:cubicBezTo>
                    <a:pt x="8912" y="5010"/>
                    <a:pt x="8912" y="5084"/>
                    <a:pt x="8838" y="5097"/>
                  </a:cubicBezTo>
                  <a:cubicBezTo>
                    <a:pt x="8789" y="5121"/>
                    <a:pt x="8740" y="5171"/>
                    <a:pt x="8727" y="5220"/>
                  </a:cubicBezTo>
                  <a:cubicBezTo>
                    <a:pt x="8690" y="5282"/>
                    <a:pt x="8641" y="5282"/>
                    <a:pt x="8604" y="5319"/>
                  </a:cubicBezTo>
                  <a:cubicBezTo>
                    <a:pt x="8592" y="5344"/>
                    <a:pt x="8579" y="5356"/>
                    <a:pt x="8567" y="5381"/>
                  </a:cubicBezTo>
                  <a:lnTo>
                    <a:pt x="8419" y="5455"/>
                  </a:lnTo>
                  <a:cubicBezTo>
                    <a:pt x="8419" y="5554"/>
                    <a:pt x="8295" y="5529"/>
                    <a:pt x="8271" y="5603"/>
                  </a:cubicBezTo>
                  <a:cubicBezTo>
                    <a:pt x="8258" y="5677"/>
                    <a:pt x="8135" y="5652"/>
                    <a:pt x="8135" y="5751"/>
                  </a:cubicBezTo>
                  <a:lnTo>
                    <a:pt x="7937" y="5837"/>
                  </a:lnTo>
                  <a:cubicBezTo>
                    <a:pt x="7925" y="5874"/>
                    <a:pt x="7913" y="5887"/>
                    <a:pt x="7913" y="5899"/>
                  </a:cubicBezTo>
                  <a:lnTo>
                    <a:pt x="7715" y="5986"/>
                  </a:lnTo>
                  <a:cubicBezTo>
                    <a:pt x="7703" y="6010"/>
                    <a:pt x="7690" y="6035"/>
                    <a:pt x="7678" y="6060"/>
                  </a:cubicBezTo>
                  <a:lnTo>
                    <a:pt x="7481" y="6146"/>
                  </a:lnTo>
                  <a:lnTo>
                    <a:pt x="7456" y="6220"/>
                  </a:lnTo>
                  <a:lnTo>
                    <a:pt x="7258" y="6294"/>
                  </a:lnTo>
                  <a:cubicBezTo>
                    <a:pt x="7246" y="6319"/>
                    <a:pt x="7246" y="6331"/>
                    <a:pt x="7234" y="6368"/>
                  </a:cubicBezTo>
                  <a:lnTo>
                    <a:pt x="6789" y="6553"/>
                  </a:lnTo>
                  <a:lnTo>
                    <a:pt x="6740" y="6640"/>
                  </a:lnTo>
                  <a:lnTo>
                    <a:pt x="6456" y="6751"/>
                  </a:lnTo>
                  <a:cubicBezTo>
                    <a:pt x="6444" y="6776"/>
                    <a:pt x="6444" y="6800"/>
                    <a:pt x="6431" y="6813"/>
                  </a:cubicBezTo>
                  <a:cubicBezTo>
                    <a:pt x="6320" y="6874"/>
                    <a:pt x="6184" y="6911"/>
                    <a:pt x="6086" y="6961"/>
                  </a:cubicBezTo>
                  <a:lnTo>
                    <a:pt x="6061" y="7035"/>
                  </a:lnTo>
                  <a:lnTo>
                    <a:pt x="5073" y="7442"/>
                  </a:lnTo>
                  <a:lnTo>
                    <a:pt x="4999" y="7417"/>
                  </a:lnTo>
                  <a:lnTo>
                    <a:pt x="4555" y="7603"/>
                  </a:lnTo>
                  <a:lnTo>
                    <a:pt x="4481" y="7578"/>
                  </a:lnTo>
                  <a:lnTo>
                    <a:pt x="4234" y="7677"/>
                  </a:lnTo>
                  <a:lnTo>
                    <a:pt x="4172" y="7652"/>
                  </a:lnTo>
                  <a:lnTo>
                    <a:pt x="3876" y="7775"/>
                  </a:lnTo>
                  <a:lnTo>
                    <a:pt x="3802" y="7751"/>
                  </a:lnTo>
                  <a:lnTo>
                    <a:pt x="3654" y="7812"/>
                  </a:lnTo>
                  <a:lnTo>
                    <a:pt x="3592" y="7788"/>
                  </a:lnTo>
                  <a:lnTo>
                    <a:pt x="3481" y="7825"/>
                  </a:lnTo>
                  <a:lnTo>
                    <a:pt x="3419" y="7800"/>
                  </a:lnTo>
                  <a:lnTo>
                    <a:pt x="3321" y="7837"/>
                  </a:lnTo>
                  <a:lnTo>
                    <a:pt x="3247" y="7812"/>
                  </a:lnTo>
                  <a:lnTo>
                    <a:pt x="3173" y="7849"/>
                  </a:lnTo>
                  <a:lnTo>
                    <a:pt x="3049" y="7849"/>
                  </a:lnTo>
                  <a:cubicBezTo>
                    <a:pt x="2998" y="7835"/>
                    <a:pt x="2948" y="7829"/>
                    <a:pt x="2900" y="7829"/>
                  </a:cubicBezTo>
                  <a:cubicBezTo>
                    <a:pt x="2866" y="7829"/>
                    <a:pt x="2833" y="7832"/>
                    <a:pt x="2802" y="7837"/>
                  </a:cubicBezTo>
                  <a:cubicBezTo>
                    <a:pt x="2745" y="7837"/>
                    <a:pt x="2702" y="7785"/>
                    <a:pt x="2651" y="7785"/>
                  </a:cubicBezTo>
                  <a:cubicBezTo>
                    <a:pt x="2636" y="7785"/>
                    <a:pt x="2621" y="7789"/>
                    <a:pt x="2605" y="7800"/>
                  </a:cubicBezTo>
                  <a:cubicBezTo>
                    <a:pt x="2555" y="7775"/>
                    <a:pt x="2506" y="7751"/>
                    <a:pt x="2444" y="7738"/>
                  </a:cubicBezTo>
                  <a:cubicBezTo>
                    <a:pt x="2395" y="7726"/>
                    <a:pt x="2345" y="7726"/>
                    <a:pt x="2296" y="7714"/>
                  </a:cubicBezTo>
                  <a:cubicBezTo>
                    <a:pt x="2296" y="7701"/>
                    <a:pt x="2284" y="7689"/>
                    <a:pt x="2271" y="7664"/>
                  </a:cubicBezTo>
                  <a:lnTo>
                    <a:pt x="2074" y="7590"/>
                  </a:lnTo>
                  <a:cubicBezTo>
                    <a:pt x="2025" y="7541"/>
                    <a:pt x="1975" y="7491"/>
                    <a:pt x="1926" y="7454"/>
                  </a:cubicBezTo>
                  <a:cubicBezTo>
                    <a:pt x="1913" y="7442"/>
                    <a:pt x="1901" y="7430"/>
                    <a:pt x="1876" y="7430"/>
                  </a:cubicBezTo>
                  <a:cubicBezTo>
                    <a:pt x="1864" y="7380"/>
                    <a:pt x="1839" y="7331"/>
                    <a:pt x="1815" y="7269"/>
                  </a:cubicBezTo>
                  <a:lnTo>
                    <a:pt x="1741" y="7245"/>
                  </a:lnTo>
                  <a:lnTo>
                    <a:pt x="1642" y="6998"/>
                  </a:lnTo>
                  <a:lnTo>
                    <a:pt x="1568" y="6961"/>
                  </a:lnTo>
                  <a:lnTo>
                    <a:pt x="1444" y="6677"/>
                  </a:lnTo>
                  <a:lnTo>
                    <a:pt x="1383" y="6640"/>
                  </a:lnTo>
                  <a:cubicBezTo>
                    <a:pt x="1333" y="6529"/>
                    <a:pt x="1284" y="6405"/>
                    <a:pt x="1235" y="6306"/>
                  </a:cubicBezTo>
                  <a:lnTo>
                    <a:pt x="1148" y="6257"/>
                  </a:lnTo>
                  <a:cubicBezTo>
                    <a:pt x="1111" y="6171"/>
                    <a:pt x="1086" y="6097"/>
                    <a:pt x="1049" y="6023"/>
                  </a:cubicBezTo>
                  <a:lnTo>
                    <a:pt x="988" y="5998"/>
                  </a:lnTo>
                  <a:cubicBezTo>
                    <a:pt x="938" y="5899"/>
                    <a:pt x="914" y="5788"/>
                    <a:pt x="852" y="5689"/>
                  </a:cubicBezTo>
                  <a:lnTo>
                    <a:pt x="790" y="5665"/>
                  </a:lnTo>
                  <a:cubicBezTo>
                    <a:pt x="765" y="5603"/>
                    <a:pt x="741" y="5541"/>
                    <a:pt x="716" y="5492"/>
                  </a:cubicBezTo>
                  <a:cubicBezTo>
                    <a:pt x="716" y="5479"/>
                    <a:pt x="691" y="5467"/>
                    <a:pt x="691" y="5455"/>
                  </a:cubicBezTo>
                  <a:lnTo>
                    <a:pt x="630" y="5430"/>
                  </a:lnTo>
                  <a:lnTo>
                    <a:pt x="531" y="5183"/>
                  </a:lnTo>
                  <a:lnTo>
                    <a:pt x="457" y="5159"/>
                  </a:lnTo>
                  <a:cubicBezTo>
                    <a:pt x="457" y="5109"/>
                    <a:pt x="407" y="5072"/>
                    <a:pt x="444" y="5023"/>
                  </a:cubicBezTo>
                  <a:cubicBezTo>
                    <a:pt x="457" y="5010"/>
                    <a:pt x="482" y="5010"/>
                    <a:pt x="506" y="5010"/>
                  </a:cubicBezTo>
                  <a:cubicBezTo>
                    <a:pt x="593" y="5023"/>
                    <a:pt x="667" y="5023"/>
                    <a:pt x="753" y="5035"/>
                  </a:cubicBezTo>
                  <a:cubicBezTo>
                    <a:pt x="794" y="5040"/>
                    <a:pt x="833" y="5043"/>
                    <a:pt x="870" y="5043"/>
                  </a:cubicBezTo>
                  <a:cubicBezTo>
                    <a:pt x="923" y="5043"/>
                    <a:pt x="974" y="5037"/>
                    <a:pt x="1025" y="5023"/>
                  </a:cubicBezTo>
                  <a:cubicBezTo>
                    <a:pt x="1049" y="5023"/>
                    <a:pt x="1074" y="5035"/>
                    <a:pt x="1086" y="5035"/>
                  </a:cubicBezTo>
                  <a:cubicBezTo>
                    <a:pt x="1148" y="5023"/>
                    <a:pt x="1197" y="4986"/>
                    <a:pt x="1247" y="4986"/>
                  </a:cubicBezTo>
                  <a:lnTo>
                    <a:pt x="1296" y="5010"/>
                  </a:lnTo>
                  <a:cubicBezTo>
                    <a:pt x="1383" y="4973"/>
                    <a:pt x="1469" y="4936"/>
                    <a:pt x="1555" y="4912"/>
                  </a:cubicBezTo>
                  <a:lnTo>
                    <a:pt x="1617" y="4936"/>
                  </a:lnTo>
                  <a:lnTo>
                    <a:pt x="1864" y="4825"/>
                  </a:lnTo>
                  <a:lnTo>
                    <a:pt x="1938" y="4862"/>
                  </a:lnTo>
                  <a:lnTo>
                    <a:pt x="2284" y="4714"/>
                  </a:lnTo>
                  <a:lnTo>
                    <a:pt x="2345" y="4739"/>
                  </a:lnTo>
                  <a:lnTo>
                    <a:pt x="3938" y="4060"/>
                  </a:lnTo>
                  <a:cubicBezTo>
                    <a:pt x="3938" y="4048"/>
                    <a:pt x="3950" y="4035"/>
                    <a:pt x="3963" y="3998"/>
                  </a:cubicBezTo>
                  <a:lnTo>
                    <a:pt x="4654" y="3714"/>
                  </a:lnTo>
                  <a:cubicBezTo>
                    <a:pt x="4666" y="3677"/>
                    <a:pt x="4666" y="3665"/>
                    <a:pt x="4678" y="3653"/>
                  </a:cubicBezTo>
                  <a:cubicBezTo>
                    <a:pt x="4777" y="3591"/>
                    <a:pt x="4888" y="3566"/>
                    <a:pt x="4987" y="3504"/>
                  </a:cubicBezTo>
                  <a:lnTo>
                    <a:pt x="5012" y="3443"/>
                  </a:lnTo>
                  <a:lnTo>
                    <a:pt x="5456" y="3258"/>
                  </a:lnTo>
                  <a:cubicBezTo>
                    <a:pt x="5456" y="3258"/>
                    <a:pt x="5456" y="3245"/>
                    <a:pt x="5468" y="3233"/>
                  </a:cubicBezTo>
                  <a:lnTo>
                    <a:pt x="5481" y="3183"/>
                  </a:lnTo>
                  <a:lnTo>
                    <a:pt x="5876" y="3023"/>
                  </a:lnTo>
                  <a:lnTo>
                    <a:pt x="5913" y="2949"/>
                  </a:lnTo>
                  <a:lnTo>
                    <a:pt x="6258" y="2801"/>
                  </a:lnTo>
                  <a:cubicBezTo>
                    <a:pt x="6258" y="2788"/>
                    <a:pt x="6271" y="2764"/>
                    <a:pt x="6283" y="2739"/>
                  </a:cubicBezTo>
                  <a:lnTo>
                    <a:pt x="6629" y="2591"/>
                  </a:lnTo>
                  <a:lnTo>
                    <a:pt x="6654" y="2517"/>
                  </a:lnTo>
                  <a:lnTo>
                    <a:pt x="6900" y="2418"/>
                  </a:lnTo>
                  <a:lnTo>
                    <a:pt x="6937" y="2332"/>
                  </a:lnTo>
                  <a:lnTo>
                    <a:pt x="7135" y="2258"/>
                  </a:lnTo>
                  <a:lnTo>
                    <a:pt x="7160" y="2196"/>
                  </a:lnTo>
                  <a:lnTo>
                    <a:pt x="7357" y="2110"/>
                  </a:lnTo>
                  <a:cubicBezTo>
                    <a:pt x="7369" y="2085"/>
                    <a:pt x="7369" y="2060"/>
                    <a:pt x="7382" y="2036"/>
                  </a:cubicBezTo>
                  <a:lnTo>
                    <a:pt x="7481" y="1998"/>
                  </a:lnTo>
                  <a:lnTo>
                    <a:pt x="7518" y="1924"/>
                  </a:lnTo>
                  <a:lnTo>
                    <a:pt x="7666" y="1863"/>
                  </a:lnTo>
                  <a:cubicBezTo>
                    <a:pt x="7666" y="1838"/>
                    <a:pt x="7666" y="1813"/>
                    <a:pt x="7678" y="1813"/>
                  </a:cubicBezTo>
                  <a:cubicBezTo>
                    <a:pt x="7740" y="1764"/>
                    <a:pt x="7801" y="1752"/>
                    <a:pt x="7839" y="1678"/>
                  </a:cubicBezTo>
                  <a:cubicBezTo>
                    <a:pt x="7925" y="1678"/>
                    <a:pt x="7925" y="1554"/>
                    <a:pt x="8011" y="1542"/>
                  </a:cubicBezTo>
                  <a:cubicBezTo>
                    <a:pt x="8061" y="1542"/>
                    <a:pt x="8048" y="1480"/>
                    <a:pt x="8073" y="1455"/>
                  </a:cubicBezTo>
                  <a:cubicBezTo>
                    <a:pt x="8098" y="1431"/>
                    <a:pt x="8159" y="1443"/>
                    <a:pt x="8184" y="1394"/>
                  </a:cubicBezTo>
                  <a:cubicBezTo>
                    <a:pt x="8209" y="1344"/>
                    <a:pt x="8271" y="1295"/>
                    <a:pt x="8308" y="1233"/>
                  </a:cubicBezTo>
                  <a:cubicBezTo>
                    <a:pt x="8345" y="1184"/>
                    <a:pt x="8419" y="1147"/>
                    <a:pt x="8431" y="1085"/>
                  </a:cubicBezTo>
                  <a:cubicBezTo>
                    <a:pt x="8443" y="1023"/>
                    <a:pt x="8542" y="986"/>
                    <a:pt x="8542" y="912"/>
                  </a:cubicBezTo>
                  <a:close/>
                  <a:moveTo>
                    <a:pt x="7266" y="0"/>
                  </a:moveTo>
                  <a:cubicBezTo>
                    <a:pt x="7255" y="0"/>
                    <a:pt x="7244" y="3"/>
                    <a:pt x="7234" y="11"/>
                  </a:cubicBezTo>
                  <a:cubicBezTo>
                    <a:pt x="7217" y="19"/>
                    <a:pt x="7201" y="22"/>
                    <a:pt x="7184" y="22"/>
                  </a:cubicBezTo>
                  <a:cubicBezTo>
                    <a:pt x="7151" y="22"/>
                    <a:pt x="7118" y="11"/>
                    <a:pt x="7086" y="11"/>
                  </a:cubicBezTo>
                  <a:cubicBezTo>
                    <a:pt x="7044" y="11"/>
                    <a:pt x="7014" y="28"/>
                    <a:pt x="6980" y="28"/>
                  </a:cubicBezTo>
                  <a:cubicBezTo>
                    <a:pt x="6963" y="28"/>
                    <a:pt x="6946" y="23"/>
                    <a:pt x="6925" y="11"/>
                  </a:cubicBezTo>
                  <a:lnTo>
                    <a:pt x="6728" y="85"/>
                  </a:lnTo>
                  <a:lnTo>
                    <a:pt x="6654" y="60"/>
                  </a:lnTo>
                  <a:lnTo>
                    <a:pt x="6431" y="184"/>
                  </a:lnTo>
                  <a:lnTo>
                    <a:pt x="6382" y="159"/>
                  </a:lnTo>
                  <a:cubicBezTo>
                    <a:pt x="6374" y="159"/>
                    <a:pt x="6365" y="154"/>
                    <a:pt x="6361" y="154"/>
                  </a:cubicBezTo>
                  <a:cubicBezTo>
                    <a:pt x="6359" y="154"/>
                    <a:pt x="6357" y="155"/>
                    <a:pt x="6357" y="159"/>
                  </a:cubicBezTo>
                  <a:lnTo>
                    <a:pt x="6061" y="283"/>
                  </a:lnTo>
                  <a:lnTo>
                    <a:pt x="6012" y="258"/>
                  </a:lnTo>
                  <a:lnTo>
                    <a:pt x="5962" y="258"/>
                  </a:lnTo>
                  <a:cubicBezTo>
                    <a:pt x="5419" y="480"/>
                    <a:pt x="4888" y="715"/>
                    <a:pt x="4358" y="937"/>
                  </a:cubicBezTo>
                  <a:lnTo>
                    <a:pt x="4333" y="999"/>
                  </a:lnTo>
                  <a:lnTo>
                    <a:pt x="3740" y="1258"/>
                  </a:lnTo>
                  <a:cubicBezTo>
                    <a:pt x="3728" y="1283"/>
                    <a:pt x="3728" y="1307"/>
                    <a:pt x="3716" y="1332"/>
                  </a:cubicBezTo>
                  <a:lnTo>
                    <a:pt x="3407" y="1455"/>
                  </a:lnTo>
                  <a:cubicBezTo>
                    <a:pt x="3407" y="1492"/>
                    <a:pt x="3395" y="1505"/>
                    <a:pt x="3382" y="1529"/>
                  </a:cubicBezTo>
                  <a:lnTo>
                    <a:pt x="3037" y="1690"/>
                  </a:lnTo>
                  <a:lnTo>
                    <a:pt x="3012" y="1752"/>
                  </a:lnTo>
                  <a:lnTo>
                    <a:pt x="2716" y="1875"/>
                  </a:lnTo>
                  <a:lnTo>
                    <a:pt x="2679" y="1949"/>
                  </a:lnTo>
                  <a:lnTo>
                    <a:pt x="2432" y="2048"/>
                  </a:lnTo>
                  <a:lnTo>
                    <a:pt x="2407" y="2110"/>
                  </a:lnTo>
                  <a:lnTo>
                    <a:pt x="2210" y="2196"/>
                  </a:lnTo>
                  <a:lnTo>
                    <a:pt x="2185" y="2270"/>
                  </a:lnTo>
                  <a:lnTo>
                    <a:pt x="1987" y="2356"/>
                  </a:lnTo>
                  <a:cubicBezTo>
                    <a:pt x="1975" y="2381"/>
                    <a:pt x="1963" y="2393"/>
                    <a:pt x="1963" y="2431"/>
                  </a:cubicBezTo>
                  <a:lnTo>
                    <a:pt x="1765" y="2505"/>
                  </a:lnTo>
                  <a:lnTo>
                    <a:pt x="1728" y="2591"/>
                  </a:lnTo>
                  <a:lnTo>
                    <a:pt x="1481" y="2690"/>
                  </a:lnTo>
                  <a:lnTo>
                    <a:pt x="1457" y="2751"/>
                  </a:lnTo>
                  <a:lnTo>
                    <a:pt x="1259" y="2838"/>
                  </a:lnTo>
                  <a:cubicBezTo>
                    <a:pt x="1247" y="2887"/>
                    <a:pt x="1185" y="2912"/>
                    <a:pt x="1173" y="2961"/>
                  </a:cubicBezTo>
                  <a:cubicBezTo>
                    <a:pt x="1148" y="2998"/>
                    <a:pt x="1111" y="3011"/>
                    <a:pt x="1074" y="3035"/>
                  </a:cubicBezTo>
                  <a:cubicBezTo>
                    <a:pt x="1037" y="3060"/>
                    <a:pt x="1012" y="3122"/>
                    <a:pt x="938" y="3146"/>
                  </a:cubicBezTo>
                  <a:cubicBezTo>
                    <a:pt x="877" y="3183"/>
                    <a:pt x="877" y="3233"/>
                    <a:pt x="815" y="3270"/>
                  </a:cubicBezTo>
                  <a:cubicBezTo>
                    <a:pt x="765" y="3295"/>
                    <a:pt x="728" y="3344"/>
                    <a:pt x="704" y="3393"/>
                  </a:cubicBezTo>
                  <a:cubicBezTo>
                    <a:pt x="679" y="3443"/>
                    <a:pt x="630" y="3443"/>
                    <a:pt x="593" y="3467"/>
                  </a:cubicBezTo>
                  <a:cubicBezTo>
                    <a:pt x="556" y="3492"/>
                    <a:pt x="568" y="3578"/>
                    <a:pt x="531" y="3603"/>
                  </a:cubicBezTo>
                  <a:cubicBezTo>
                    <a:pt x="420" y="3690"/>
                    <a:pt x="358" y="3813"/>
                    <a:pt x="259" y="3912"/>
                  </a:cubicBezTo>
                  <a:lnTo>
                    <a:pt x="74" y="4381"/>
                  </a:lnTo>
                  <a:lnTo>
                    <a:pt x="74" y="4443"/>
                  </a:lnTo>
                  <a:lnTo>
                    <a:pt x="12" y="4467"/>
                  </a:lnTo>
                  <a:cubicBezTo>
                    <a:pt x="12" y="4554"/>
                    <a:pt x="0" y="4652"/>
                    <a:pt x="0" y="4763"/>
                  </a:cubicBezTo>
                  <a:lnTo>
                    <a:pt x="99" y="4986"/>
                  </a:lnTo>
                  <a:lnTo>
                    <a:pt x="161" y="5023"/>
                  </a:lnTo>
                  <a:lnTo>
                    <a:pt x="247" y="5220"/>
                  </a:lnTo>
                  <a:lnTo>
                    <a:pt x="321" y="5245"/>
                  </a:lnTo>
                  <a:lnTo>
                    <a:pt x="420" y="5492"/>
                  </a:lnTo>
                  <a:lnTo>
                    <a:pt x="469" y="5516"/>
                  </a:lnTo>
                  <a:cubicBezTo>
                    <a:pt x="469" y="5516"/>
                    <a:pt x="494" y="5516"/>
                    <a:pt x="494" y="5529"/>
                  </a:cubicBezTo>
                  <a:cubicBezTo>
                    <a:pt x="531" y="5615"/>
                    <a:pt x="556" y="5689"/>
                    <a:pt x="593" y="5763"/>
                  </a:cubicBezTo>
                  <a:lnTo>
                    <a:pt x="654" y="5800"/>
                  </a:lnTo>
                  <a:cubicBezTo>
                    <a:pt x="704" y="5899"/>
                    <a:pt x="753" y="6023"/>
                    <a:pt x="802" y="6134"/>
                  </a:cubicBezTo>
                  <a:lnTo>
                    <a:pt x="889" y="6183"/>
                  </a:lnTo>
                  <a:lnTo>
                    <a:pt x="1012" y="6467"/>
                  </a:lnTo>
                  <a:lnTo>
                    <a:pt x="1074" y="6492"/>
                  </a:lnTo>
                  <a:lnTo>
                    <a:pt x="1222" y="6837"/>
                  </a:lnTo>
                  <a:lnTo>
                    <a:pt x="1296" y="6874"/>
                  </a:lnTo>
                  <a:lnTo>
                    <a:pt x="1395" y="7121"/>
                  </a:lnTo>
                  <a:lnTo>
                    <a:pt x="1444" y="7134"/>
                  </a:lnTo>
                  <a:cubicBezTo>
                    <a:pt x="1457" y="7146"/>
                    <a:pt x="1469" y="7158"/>
                    <a:pt x="1481" y="7171"/>
                  </a:cubicBezTo>
                  <a:cubicBezTo>
                    <a:pt x="1506" y="7232"/>
                    <a:pt x="1531" y="7294"/>
                    <a:pt x="1555" y="7343"/>
                  </a:cubicBezTo>
                  <a:lnTo>
                    <a:pt x="1617" y="7368"/>
                  </a:lnTo>
                  <a:cubicBezTo>
                    <a:pt x="1667" y="7442"/>
                    <a:pt x="1679" y="7541"/>
                    <a:pt x="1728" y="7627"/>
                  </a:cubicBezTo>
                  <a:cubicBezTo>
                    <a:pt x="1802" y="7640"/>
                    <a:pt x="1827" y="7714"/>
                    <a:pt x="1901" y="7738"/>
                  </a:cubicBezTo>
                  <a:cubicBezTo>
                    <a:pt x="1975" y="7751"/>
                    <a:pt x="2000" y="7825"/>
                    <a:pt x="2074" y="7849"/>
                  </a:cubicBezTo>
                  <a:cubicBezTo>
                    <a:pt x="2136" y="7862"/>
                    <a:pt x="2210" y="7886"/>
                    <a:pt x="2271" y="7924"/>
                  </a:cubicBezTo>
                  <a:cubicBezTo>
                    <a:pt x="2296" y="7942"/>
                    <a:pt x="2324" y="7945"/>
                    <a:pt x="2353" y="7945"/>
                  </a:cubicBezTo>
                  <a:cubicBezTo>
                    <a:pt x="2368" y="7945"/>
                    <a:pt x="2383" y="7944"/>
                    <a:pt x="2398" y="7944"/>
                  </a:cubicBezTo>
                  <a:cubicBezTo>
                    <a:pt x="2413" y="7944"/>
                    <a:pt x="2429" y="7945"/>
                    <a:pt x="2444" y="7948"/>
                  </a:cubicBezTo>
                  <a:cubicBezTo>
                    <a:pt x="2489" y="7959"/>
                    <a:pt x="2565" y="8012"/>
                    <a:pt x="2624" y="8012"/>
                  </a:cubicBezTo>
                  <a:cubicBezTo>
                    <a:pt x="2630" y="8012"/>
                    <a:pt x="2636" y="8011"/>
                    <a:pt x="2642" y="8010"/>
                  </a:cubicBezTo>
                  <a:cubicBezTo>
                    <a:pt x="2698" y="8010"/>
                    <a:pt x="2754" y="8061"/>
                    <a:pt x="2801" y="8061"/>
                  </a:cubicBezTo>
                  <a:cubicBezTo>
                    <a:pt x="2805" y="8061"/>
                    <a:pt x="2810" y="8060"/>
                    <a:pt x="2815" y="8059"/>
                  </a:cubicBezTo>
                  <a:cubicBezTo>
                    <a:pt x="2825" y="8054"/>
                    <a:pt x="2835" y="8052"/>
                    <a:pt x="2846" y="8052"/>
                  </a:cubicBezTo>
                  <a:cubicBezTo>
                    <a:pt x="2874" y="8052"/>
                    <a:pt x="2903" y="8066"/>
                    <a:pt x="2931" y="8066"/>
                  </a:cubicBezTo>
                  <a:cubicBezTo>
                    <a:pt x="2942" y="8066"/>
                    <a:pt x="2952" y="8065"/>
                    <a:pt x="2963" y="8059"/>
                  </a:cubicBezTo>
                  <a:cubicBezTo>
                    <a:pt x="2974" y="8055"/>
                    <a:pt x="2984" y="8053"/>
                    <a:pt x="2993" y="8053"/>
                  </a:cubicBezTo>
                  <a:cubicBezTo>
                    <a:pt x="3025" y="8053"/>
                    <a:pt x="3051" y="8071"/>
                    <a:pt x="3082" y="8071"/>
                  </a:cubicBezTo>
                  <a:cubicBezTo>
                    <a:pt x="3095" y="8071"/>
                    <a:pt x="3108" y="8068"/>
                    <a:pt x="3123" y="8059"/>
                  </a:cubicBezTo>
                  <a:cubicBezTo>
                    <a:pt x="3140" y="8072"/>
                    <a:pt x="3156" y="8076"/>
                    <a:pt x="3173" y="8076"/>
                  </a:cubicBezTo>
                  <a:cubicBezTo>
                    <a:pt x="3205" y="8076"/>
                    <a:pt x="3238" y="8059"/>
                    <a:pt x="3271" y="8059"/>
                  </a:cubicBezTo>
                  <a:cubicBezTo>
                    <a:pt x="3288" y="8063"/>
                    <a:pt x="3304" y="8064"/>
                    <a:pt x="3321" y="8064"/>
                  </a:cubicBezTo>
                  <a:cubicBezTo>
                    <a:pt x="3365" y="8064"/>
                    <a:pt x="3408" y="8053"/>
                    <a:pt x="3444" y="8035"/>
                  </a:cubicBezTo>
                  <a:cubicBezTo>
                    <a:pt x="3469" y="8035"/>
                    <a:pt x="3493" y="8047"/>
                    <a:pt x="3530" y="8059"/>
                  </a:cubicBezTo>
                  <a:lnTo>
                    <a:pt x="3666" y="7998"/>
                  </a:lnTo>
                  <a:lnTo>
                    <a:pt x="3753" y="8035"/>
                  </a:lnTo>
                  <a:lnTo>
                    <a:pt x="3888" y="7973"/>
                  </a:lnTo>
                  <a:lnTo>
                    <a:pt x="3963" y="7998"/>
                  </a:lnTo>
                  <a:lnTo>
                    <a:pt x="4209" y="7886"/>
                  </a:lnTo>
                  <a:lnTo>
                    <a:pt x="4271" y="7911"/>
                  </a:lnTo>
                  <a:lnTo>
                    <a:pt x="4407" y="7862"/>
                  </a:lnTo>
                  <a:lnTo>
                    <a:pt x="4506" y="7886"/>
                  </a:lnTo>
                  <a:lnTo>
                    <a:pt x="4753" y="7775"/>
                  </a:lnTo>
                  <a:lnTo>
                    <a:pt x="4814" y="7812"/>
                  </a:lnTo>
                  <a:lnTo>
                    <a:pt x="6258" y="7195"/>
                  </a:lnTo>
                  <a:lnTo>
                    <a:pt x="6283" y="7134"/>
                  </a:lnTo>
                  <a:lnTo>
                    <a:pt x="6715" y="6948"/>
                  </a:lnTo>
                  <a:cubicBezTo>
                    <a:pt x="6728" y="6924"/>
                    <a:pt x="6740" y="6899"/>
                    <a:pt x="6752" y="6874"/>
                  </a:cubicBezTo>
                  <a:lnTo>
                    <a:pt x="6999" y="6763"/>
                  </a:lnTo>
                  <a:cubicBezTo>
                    <a:pt x="6999" y="6751"/>
                    <a:pt x="7011" y="6739"/>
                    <a:pt x="7024" y="6701"/>
                  </a:cubicBezTo>
                  <a:cubicBezTo>
                    <a:pt x="7073" y="6664"/>
                    <a:pt x="7160" y="6640"/>
                    <a:pt x="7221" y="6615"/>
                  </a:cubicBezTo>
                  <a:cubicBezTo>
                    <a:pt x="7221" y="6590"/>
                    <a:pt x="7234" y="6578"/>
                    <a:pt x="7246" y="6553"/>
                  </a:cubicBezTo>
                  <a:cubicBezTo>
                    <a:pt x="7320" y="6504"/>
                    <a:pt x="7419" y="6479"/>
                    <a:pt x="7505" y="6430"/>
                  </a:cubicBezTo>
                  <a:cubicBezTo>
                    <a:pt x="7505" y="6418"/>
                    <a:pt x="7518" y="6393"/>
                    <a:pt x="7530" y="6368"/>
                  </a:cubicBezTo>
                  <a:cubicBezTo>
                    <a:pt x="7604" y="6344"/>
                    <a:pt x="7678" y="6306"/>
                    <a:pt x="7764" y="6269"/>
                  </a:cubicBezTo>
                  <a:lnTo>
                    <a:pt x="7814" y="6183"/>
                  </a:lnTo>
                  <a:lnTo>
                    <a:pt x="7950" y="6134"/>
                  </a:lnTo>
                  <a:lnTo>
                    <a:pt x="7974" y="6060"/>
                  </a:lnTo>
                  <a:lnTo>
                    <a:pt x="8221" y="5961"/>
                  </a:lnTo>
                  <a:cubicBezTo>
                    <a:pt x="8234" y="5936"/>
                    <a:pt x="8246" y="5911"/>
                    <a:pt x="8258" y="5887"/>
                  </a:cubicBezTo>
                  <a:lnTo>
                    <a:pt x="8592" y="5739"/>
                  </a:lnTo>
                  <a:lnTo>
                    <a:pt x="8616" y="5665"/>
                  </a:lnTo>
                  <a:lnTo>
                    <a:pt x="8863" y="5554"/>
                  </a:lnTo>
                  <a:lnTo>
                    <a:pt x="8888" y="5504"/>
                  </a:lnTo>
                  <a:cubicBezTo>
                    <a:pt x="8925" y="5455"/>
                    <a:pt x="9024" y="5455"/>
                    <a:pt x="9036" y="5368"/>
                  </a:cubicBezTo>
                  <a:cubicBezTo>
                    <a:pt x="9122" y="5307"/>
                    <a:pt x="9147" y="5183"/>
                    <a:pt x="9270" y="5159"/>
                  </a:cubicBezTo>
                  <a:cubicBezTo>
                    <a:pt x="9320" y="5060"/>
                    <a:pt x="9419" y="4998"/>
                    <a:pt x="9468" y="4899"/>
                  </a:cubicBezTo>
                  <a:cubicBezTo>
                    <a:pt x="9554" y="4875"/>
                    <a:pt x="9530" y="4776"/>
                    <a:pt x="9579" y="4726"/>
                  </a:cubicBezTo>
                  <a:cubicBezTo>
                    <a:pt x="9628" y="4677"/>
                    <a:pt x="9665" y="4628"/>
                    <a:pt x="9715" y="4578"/>
                  </a:cubicBezTo>
                  <a:cubicBezTo>
                    <a:pt x="9752" y="4517"/>
                    <a:pt x="9814" y="4443"/>
                    <a:pt x="9875" y="4393"/>
                  </a:cubicBezTo>
                  <a:cubicBezTo>
                    <a:pt x="9937" y="4344"/>
                    <a:pt x="9974" y="4270"/>
                    <a:pt x="9986" y="4196"/>
                  </a:cubicBezTo>
                  <a:cubicBezTo>
                    <a:pt x="9986" y="4072"/>
                    <a:pt x="10023" y="3961"/>
                    <a:pt x="10085" y="3875"/>
                  </a:cubicBezTo>
                  <a:cubicBezTo>
                    <a:pt x="10172" y="3714"/>
                    <a:pt x="10159" y="3529"/>
                    <a:pt x="10246" y="3381"/>
                  </a:cubicBezTo>
                  <a:lnTo>
                    <a:pt x="10209" y="3282"/>
                  </a:lnTo>
                  <a:lnTo>
                    <a:pt x="10233" y="3196"/>
                  </a:lnTo>
                  <a:lnTo>
                    <a:pt x="10023" y="2714"/>
                  </a:lnTo>
                  <a:lnTo>
                    <a:pt x="9974" y="2690"/>
                  </a:lnTo>
                  <a:cubicBezTo>
                    <a:pt x="9974" y="2690"/>
                    <a:pt x="9962" y="2690"/>
                    <a:pt x="9949" y="2677"/>
                  </a:cubicBezTo>
                  <a:lnTo>
                    <a:pt x="9702" y="2085"/>
                  </a:lnTo>
                  <a:lnTo>
                    <a:pt x="9641" y="2060"/>
                  </a:lnTo>
                  <a:lnTo>
                    <a:pt x="9530" y="1813"/>
                  </a:lnTo>
                  <a:lnTo>
                    <a:pt x="9456" y="1789"/>
                  </a:lnTo>
                  <a:lnTo>
                    <a:pt x="9382" y="1591"/>
                  </a:lnTo>
                  <a:lnTo>
                    <a:pt x="9307" y="1554"/>
                  </a:lnTo>
                  <a:lnTo>
                    <a:pt x="9221" y="1357"/>
                  </a:lnTo>
                  <a:lnTo>
                    <a:pt x="9159" y="1332"/>
                  </a:lnTo>
                  <a:lnTo>
                    <a:pt x="9073" y="1134"/>
                  </a:lnTo>
                  <a:lnTo>
                    <a:pt x="8999" y="1097"/>
                  </a:lnTo>
                  <a:cubicBezTo>
                    <a:pt x="8974" y="1036"/>
                    <a:pt x="8949" y="974"/>
                    <a:pt x="8912" y="912"/>
                  </a:cubicBezTo>
                  <a:lnTo>
                    <a:pt x="8851" y="888"/>
                  </a:lnTo>
                  <a:lnTo>
                    <a:pt x="8789" y="727"/>
                  </a:lnTo>
                  <a:lnTo>
                    <a:pt x="8727" y="702"/>
                  </a:lnTo>
                  <a:cubicBezTo>
                    <a:pt x="8703" y="653"/>
                    <a:pt x="8666" y="591"/>
                    <a:pt x="8641" y="542"/>
                  </a:cubicBezTo>
                  <a:cubicBezTo>
                    <a:pt x="8567" y="542"/>
                    <a:pt x="8579" y="443"/>
                    <a:pt x="8530" y="418"/>
                  </a:cubicBezTo>
                  <a:cubicBezTo>
                    <a:pt x="8480" y="394"/>
                    <a:pt x="8468" y="357"/>
                    <a:pt x="8431" y="332"/>
                  </a:cubicBezTo>
                  <a:cubicBezTo>
                    <a:pt x="8394" y="320"/>
                    <a:pt x="8345" y="295"/>
                    <a:pt x="8308" y="283"/>
                  </a:cubicBezTo>
                  <a:lnTo>
                    <a:pt x="8283" y="233"/>
                  </a:lnTo>
                  <a:lnTo>
                    <a:pt x="8258" y="221"/>
                  </a:lnTo>
                  <a:lnTo>
                    <a:pt x="7863" y="73"/>
                  </a:lnTo>
                  <a:cubicBezTo>
                    <a:pt x="7850" y="63"/>
                    <a:pt x="7838" y="60"/>
                    <a:pt x="7825" y="60"/>
                  </a:cubicBezTo>
                  <a:cubicBezTo>
                    <a:pt x="7804" y="60"/>
                    <a:pt x="7783" y="68"/>
                    <a:pt x="7762" y="68"/>
                  </a:cubicBezTo>
                  <a:cubicBezTo>
                    <a:pt x="7746" y="68"/>
                    <a:pt x="7731" y="64"/>
                    <a:pt x="7715" y="48"/>
                  </a:cubicBezTo>
                  <a:cubicBezTo>
                    <a:pt x="7692" y="30"/>
                    <a:pt x="7671" y="25"/>
                    <a:pt x="7652" y="25"/>
                  </a:cubicBezTo>
                  <a:cubicBezTo>
                    <a:pt x="7630" y="25"/>
                    <a:pt x="7611" y="31"/>
                    <a:pt x="7594" y="31"/>
                  </a:cubicBezTo>
                  <a:cubicBezTo>
                    <a:pt x="7584" y="31"/>
                    <a:pt x="7575" y="29"/>
                    <a:pt x="7567" y="23"/>
                  </a:cubicBezTo>
                  <a:cubicBezTo>
                    <a:pt x="7559" y="22"/>
                    <a:pt x="7551" y="21"/>
                    <a:pt x="7542" y="21"/>
                  </a:cubicBezTo>
                  <a:cubicBezTo>
                    <a:pt x="7515" y="21"/>
                    <a:pt x="7484" y="28"/>
                    <a:pt x="7454" y="28"/>
                  </a:cubicBezTo>
                  <a:cubicBezTo>
                    <a:pt x="7432" y="28"/>
                    <a:pt x="7412" y="24"/>
                    <a:pt x="7394" y="11"/>
                  </a:cubicBezTo>
                  <a:cubicBezTo>
                    <a:pt x="7384" y="19"/>
                    <a:pt x="7373" y="22"/>
                    <a:pt x="7361" y="22"/>
                  </a:cubicBezTo>
                  <a:cubicBezTo>
                    <a:pt x="7331" y="22"/>
                    <a:pt x="7297" y="0"/>
                    <a:pt x="72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171"/>
            <p:cNvSpPr/>
            <p:nvPr/>
          </p:nvSpPr>
          <p:spPr>
            <a:xfrm>
              <a:off x="750637" y="493032"/>
              <a:ext cx="142361" cy="132940"/>
            </a:xfrm>
            <a:custGeom>
              <a:avLst/>
              <a:gdLst/>
              <a:ahLst/>
              <a:cxnLst/>
              <a:rect l="l" t="t" r="r" b="b"/>
              <a:pathLst>
                <a:path w="2371" h="2214" extrusionOk="0">
                  <a:moveTo>
                    <a:pt x="1235" y="189"/>
                  </a:moveTo>
                  <a:cubicBezTo>
                    <a:pt x="1309" y="251"/>
                    <a:pt x="1395" y="214"/>
                    <a:pt x="1481" y="251"/>
                  </a:cubicBezTo>
                  <a:cubicBezTo>
                    <a:pt x="1519" y="263"/>
                    <a:pt x="1556" y="263"/>
                    <a:pt x="1580" y="288"/>
                  </a:cubicBezTo>
                  <a:cubicBezTo>
                    <a:pt x="1617" y="350"/>
                    <a:pt x="1704" y="362"/>
                    <a:pt x="1741" y="411"/>
                  </a:cubicBezTo>
                  <a:cubicBezTo>
                    <a:pt x="1778" y="449"/>
                    <a:pt x="1852" y="461"/>
                    <a:pt x="1864" y="523"/>
                  </a:cubicBezTo>
                  <a:cubicBezTo>
                    <a:pt x="1864" y="547"/>
                    <a:pt x="1914" y="547"/>
                    <a:pt x="1938" y="560"/>
                  </a:cubicBezTo>
                  <a:lnTo>
                    <a:pt x="2062" y="856"/>
                  </a:lnTo>
                  <a:lnTo>
                    <a:pt x="2037" y="930"/>
                  </a:lnTo>
                  <a:lnTo>
                    <a:pt x="2074" y="1029"/>
                  </a:lnTo>
                  <a:cubicBezTo>
                    <a:pt x="2074" y="1041"/>
                    <a:pt x="2074" y="1041"/>
                    <a:pt x="2074" y="1053"/>
                  </a:cubicBezTo>
                  <a:cubicBezTo>
                    <a:pt x="2062" y="1115"/>
                    <a:pt x="2049" y="1164"/>
                    <a:pt x="2049" y="1226"/>
                  </a:cubicBezTo>
                  <a:cubicBezTo>
                    <a:pt x="2049" y="1239"/>
                    <a:pt x="2049" y="1263"/>
                    <a:pt x="2062" y="1276"/>
                  </a:cubicBezTo>
                  <a:cubicBezTo>
                    <a:pt x="2037" y="1350"/>
                    <a:pt x="2012" y="1411"/>
                    <a:pt x="1975" y="1473"/>
                  </a:cubicBezTo>
                  <a:cubicBezTo>
                    <a:pt x="1926" y="1535"/>
                    <a:pt x="1889" y="1597"/>
                    <a:pt x="1852" y="1671"/>
                  </a:cubicBezTo>
                  <a:lnTo>
                    <a:pt x="1259" y="1917"/>
                  </a:lnTo>
                  <a:lnTo>
                    <a:pt x="1198" y="1893"/>
                  </a:lnTo>
                  <a:lnTo>
                    <a:pt x="1099" y="1942"/>
                  </a:lnTo>
                  <a:cubicBezTo>
                    <a:pt x="1075" y="1927"/>
                    <a:pt x="1047" y="1911"/>
                    <a:pt x="1020" y="1911"/>
                  </a:cubicBezTo>
                  <a:cubicBezTo>
                    <a:pt x="1004" y="1911"/>
                    <a:pt x="989" y="1916"/>
                    <a:pt x="975" y="1930"/>
                  </a:cubicBezTo>
                  <a:lnTo>
                    <a:pt x="728" y="1831"/>
                  </a:lnTo>
                  <a:cubicBezTo>
                    <a:pt x="728" y="1769"/>
                    <a:pt x="667" y="1769"/>
                    <a:pt x="630" y="1745"/>
                  </a:cubicBezTo>
                  <a:cubicBezTo>
                    <a:pt x="593" y="1720"/>
                    <a:pt x="593" y="1646"/>
                    <a:pt x="568" y="1609"/>
                  </a:cubicBezTo>
                  <a:lnTo>
                    <a:pt x="506" y="1584"/>
                  </a:lnTo>
                  <a:cubicBezTo>
                    <a:pt x="420" y="1350"/>
                    <a:pt x="321" y="1115"/>
                    <a:pt x="210" y="868"/>
                  </a:cubicBezTo>
                  <a:cubicBezTo>
                    <a:pt x="259" y="831"/>
                    <a:pt x="247" y="745"/>
                    <a:pt x="309" y="695"/>
                  </a:cubicBezTo>
                  <a:cubicBezTo>
                    <a:pt x="371" y="646"/>
                    <a:pt x="383" y="560"/>
                    <a:pt x="420" y="486"/>
                  </a:cubicBezTo>
                  <a:cubicBezTo>
                    <a:pt x="420" y="486"/>
                    <a:pt x="432" y="473"/>
                    <a:pt x="432" y="473"/>
                  </a:cubicBezTo>
                  <a:cubicBezTo>
                    <a:pt x="482" y="461"/>
                    <a:pt x="531" y="424"/>
                    <a:pt x="543" y="374"/>
                  </a:cubicBezTo>
                  <a:lnTo>
                    <a:pt x="938" y="202"/>
                  </a:lnTo>
                  <a:lnTo>
                    <a:pt x="1012" y="226"/>
                  </a:lnTo>
                  <a:cubicBezTo>
                    <a:pt x="1049" y="214"/>
                    <a:pt x="1074" y="189"/>
                    <a:pt x="1111" y="189"/>
                  </a:cubicBezTo>
                  <a:cubicBezTo>
                    <a:pt x="1128" y="189"/>
                    <a:pt x="1155" y="206"/>
                    <a:pt x="1186" y="206"/>
                  </a:cubicBezTo>
                  <a:cubicBezTo>
                    <a:pt x="1202" y="206"/>
                    <a:pt x="1218" y="202"/>
                    <a:pt x="1235" y="189"/>
                  </a:cubicBezTo>
                  <a:close/>
                  <a:moveTo>
                    <a:pt x="1034" y="0"/>
                  </a:moveTo>
                  <a:cubicBezTo>
                    <a:pt x="1002" y="0"/>
                    <a:pt x="970" y="9"/>
                    <a:pt x="938" y="41"/>
                  </a:cubicBezTo>
                  <a:lnTo>
                    <a:pt x="864" y="16"/>
                  </a:lnTo>
                  <a:lnTo>
                    <a:pt x="469" y="177"/>
                  </a:lnTo>
                  <a:cubicBezTo>
                    <a:pt x="457" y="202"/>
                    <a:pt x="445" y="226"/>
                    <a:pt x="432" y="251"/>
                  </a:cubicBezTo>
                  <a:lnTo>
                    <a:pt x="346" y="288"/>
                  </a:lnTo>
                  <a:lnTo>
                    <a:pt x="309" y="362"/>
                  </a:lnTo>
                  <a:lnTo>
                    <a:pt x="235" y="399"/>
                  </a:lnTo>
                  <a:cubicBezTo>
                    <a:pt x="235" y="399"/>
                    <a:pt x="210" y="399"/>
                    <a:pt x="210" y="411"/>
                  </a:cubicBezTo>
                  <a:cubicBezTo>
                    <a:pt x="185" y="473"/>
                    <a:pt x="161" y="535"/>
                    <a:pt x="136" y="609"/>
                  </a:cubicBezTo>
                  <a:lnTo>
                    <a:pt x="87" y="634"/>
                  </a:lnTo>
                  <a:cubicBezTo>
                    <a:pt x="50" y="658"/>
                    <a:pt x="87" y="695"/>
                    <a:pt x="87" y="720"/>
                  </a:cubicBezTo>
                  <a:cubicBezTo>
                    <a:pt x="62" y="794"/>
                    <a:pt x="37" y="856"/>
                    <a:pt x="25" y="893"/>
                  </a:cubicBezTo>
                  <a:cubicBezTo>
                    <a:pt x="25" y="967"/>
                    <a:pt x="13" y="1004"/>
                    <a:pt x="0" y="1066"/>
                  </a:cubicBezTo>
                  <a:cubicBezTo>
                    <a:pt x="87" y="1276"/>
                    <a:pt x="185" y="1498"/>
                    <a:pt x="284" y="1732"/>
                  </a:cubicBezTo>
                  <a:lnTo>
                    <a:pt x="321" y="1745"/>
                  </a:lnTo>
                  <a:cubicBezTo>
                    <a:pt x="333" y="1745"/>
                    <a:pt x="346" y="1757"/>
                    <a:pt x="346" y="1769"/>
                  </a:cubicBezTo>
                  <a:cubicBezTo>
                    <a:pt x="383" y="1843"/>
                    <a:pt x="420" y="1930"/>
                    <a:pt x="457" y="2004"/>
                  </a:cubicBezTo>
                  <a:lnTo>
                    <a:pt x="901" y="2189"/>
                  </a:lnTo>
                  <a:cubicBezTo>
                    <a:pt x="918" y="2189"/>
                    <a:pt x="940" y="2184"/>
                    <a:pt x="956" y="2184"/>
                  </a:cubicBezTo>
                  <a:cubicBezTo>
                    <a:pt x="964" y="2184"/>
                    <a:pt x="971" y="2185"/>
                    <a:pt x="975" y="2189"/>
                  </a:cubicBezTo>
                  <a:cubicBezTo>
                    <a:pt x="995" y="2201"/>
                    <a:pt x="1014" y="2204"/>
                    <a:pt x="1033" y="2204"/>
                  </a:cubicBezTo>
                  <a:cubicBezTo>
                    <a:pt x="1055" y="2204"/>
                    <a:pt x="1078" y="2199"/>
                    <a:pt x="1099" y="2199"/>
                  </a:cubicBezTo>
                  <a:cubicBezTo>
                    <a:pt x="1116" y="2199"/>
                    <a:pt x="1133" y="2202"/>
                    <a:pt x="1148" y="2214"/>
                  </a:cubicBezTo>
                  <a:lnTo>
                    <a:pt x="1309" y="2152"/>
                  </a:lnTo>
                  <a:lnTo>
                    <a:pt x="1358" y="2177"/>
                  </a:lnTo>
                  <a:lnTo>
                    <a:pt x="1407" y="2177"/>
                  </a:lnTo>
                  <a:lnTo>
                    <a:pt x="1864" y="1979"/>
                  </a:lnTo>
                  <a:cubicBezTo>
                    <a:pt x="1864" y="1954"/>
                    <a:pt x="1889" y="1942"/>
                    <a:pt x="1901" y="1905"/>
                  </a:cubicBezTo>
                  <a:lnTo>
                    <a:pt x="2025" y="1856"/>
                  </a:lnTo>
                  <a:cubicBezTo>
                    <a:pt x="2025" y="1856"/>
                    <a:pt x="2049" y="1843"/>
                    <a:pt x="2049" y="1843"/>
                  </a:cubicBezTo>
                  <a:cubicBezTo>
                    <a:pt x="2049" y="1745"/>
                    <a:pt x="2160" y="1769"/>
                    <a:pt x="2185" y="1695"/>
                  </a:cubicBezTo>
                  <a:cubicBezTo>
                    <a:pt x="2185" y="1683"/>
                    <a:pt x="2222" y="1671"/>
                    <a:pt x="2247" y="1646"/>
                  </a:cubicBezTo>
                  <a:cubicBezTo>
                    <a:pt x="2247" y="1634"/>
                    <a:pt x="2259" y="1621"/>
                    <a:pt x="2271" y="1609"/>
                  </a:cubicBezTo>
                  <a:cubicBezTo>
                    <a:pt x="2271" y="1584"/>
                    <a:pt x="2284" y="1572"/>
                    <a:pt x="2284" y="1547"/>
                  </a:cubicBezTo>
                  <a:cubicBezTo>
                    <a:pt x="2296" y="1522"/>
                    <a:pt x="2321" y="1498"/>
                    <a:pt x="2309" y="1485"/>
                  </a:cubicBezTo>
                  <a:cubicBezTo>
                    <a:pt x="2271" y="1399"/>
                    <a:pt x="2370" y="1325"/>
                    <a:pt x="2346" y="1251"/>
                  </a:cubicBezTo>
                  <a:cubicBezTo>
                    <a:pt x="2333" y="1214"/>
                    <a:pt x="2358" y="1189"/>
                    <a:pt x="2358" y="1152"/>
                  </a:cubicBezTo>
                  <a:cubicBezTo>
                    <a:pt x="2358" y="1152"/>
                    <a:pt x="2358" y="1140"/>
                    <a:pt x="2358" y="1127"/>
                  </a:cubicBezTo>
                  <a:lnTo>
                    <a:pt x="2346" y="1103"/>
                  </a:lnTo>
                  <a:lnTo>
                    <a:pt x="2321" y="1066"/>
                  </a:lnTo>
                  <a:cubicBezTo>
                    <a:pt x="2333" y="1041"/>
                    <a:pt x="2346" y="1004"/>
                    <a:pt x="2346" y="992"/>
                  </a:cubicBezTo>
                  <a:cubicBezTo>
                    <a:pt x="2284" y="819"/>
                    <a:pt x="2210" y="658"/>
                    <a:pt x="2136" y="498"/>
                  </a:cubicBezTo>
                  <a:cubicBezTo>
                    <a:pt x="2037" y="498"/>
                    <a:pt x="2062" y="350"/>
                    <a:pt x="1975" y="337"/>
                  </a:cubicBezTo>
                  <a:cubicBezTo>
                    <a:pt x="1938" y="251"/>
                    <a:pt x="1839" y="263"/>
                    <a:pt x="1790" y="202"/>
                  </a:cubicBezTo>
                  <a:cubicBezTo>
                    <a:pt x="1741" y="140"/>
                    <a:pt x="1654" y="128"/>
                    <a:pt x="1580" y="103"/>
                  </a:cubicBezTo>
                  <a:cubicBezTo>
                    <a:pt x="1519" y="66"/>
                    <a:pt x="1457" y="41"/>
                    <a:pt x="1383" y="29"/>
                  </a:cubicBezTo>
                  <a:cubicBezTo>
                    <a:pt x="1309" y="16"/>
                    <a:pt x="1235" y="16"/>
                    <a:pt x="1161" y="16"/>
                  </a:cubicBezTo>
                  <a:cubicBezTo>
                    <a:pt x="1118" y="16"/>
                    <a:pt x="1076" y="0"/>
                    <a:pt x="1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4821;p171"/>
            <p:cNvSpPr/>
            <p:nvPr/>
          </p:nvSpPr>
          <p:spPr>
            <a:xfrm>
              <a:off x="633496" y="410234"/>
              <a:ext cx="65326" cy="63047"/>
            </a:xfrm>
            <a:custGeom>
              <a:avLst/>
              <a:gdLst/>
              <a:ahLst/>
              <a:cxnLst/>
              <a:rect l="l" t="t" r="r" b="b"/>
              <a:pathLst>
                <a:path w="1088" h="1050" extrusionOk="0">
                  <a:moveTo>
                    <a:pt x="450" y="235"/>
                  </a:moveTo>
                  <a:cubicBezTo>
                    <a:pt x="490" y="235"/>
                    <a:pt x="524" y="249"/>
                    <a:pt x="546" y="249"/>
                  </a:cubicBezTo>
                  <a:cubicBezTo>
                    <a:pt x="550" y="249"/>
                    <a:pt x="553" y="249"/>
                    <a:pt x="556" y="248"/>
                  </a:cubicBezTo>
                  <a:lnTo>
                    <a:pt x="828" y="359"/>
                  </a:lnTo>
                  <a:lnTo>
                    <a:pt x="877" y="482"/>
                  </a:lnTo>
                  <a:cubicBezTo>
                    <a:pt x="868" y="510"/>
                    <a:pt x="845" y="524"/>
                    <a:pt x="818" y="524"/>
                  </a:cubicBezTo>
                  <a:cubicBezTo>
                    <a:pt x="809" y="524"/>
                    <a:pt x="800" y="522"/>
                    <a:pt x="791" y="519"/>
                  </a:cubicBezTo>
                  <a:lnTo>
                    <a:pt x="779" y="470"/>
                  </a:lnTo>
                  <a:lnTo>
                    <a:pt x="334" y="297"/>
                  </a:lnTo>
                  <a:cubicBezTo>
                    <a:pt x="373" y="247"/>
                    <a:pt x="414" y="235"/>
                    <a:pt x="450" y="235"/>
                  </a:cubicBezTo>
                  <a:close/>
                  <a:moveTo>
                    <a:pt x="198" y="470"/>
                  </a:moveTo>
                  <a:lnTo>
                    <a:pt x="692" y="667"/>
                  </a:lnTo>
                  <a:cubicBezTo>
                    <a:pt x="704" y="680"/>
                    <a:pt x="704" y="692"/>
                    <a:pt x="816" y="741"/>
                  </a:cubicBezTo>
                  <a:cubicBezTo>
                    <a:pt x="803" y="791"/>
                    <a:pt x="741" y="791"/>
                    <a:pt x="704" y="815"/>
                  </a:cubicBezTo>
                  <a:lnTo>
                    <a:pt x="630" y="778"/>
                  </a:lnTo>
                  <a:lnTo>
                    <a:pt x="544" y="828"/>
                  </a:lnTo>
                  <a:lnTo>
                    <a:pt x="297" y="729"/>
                  </a:lnTo>
                  <a:cubicBezTo>
                    <a:pt x="260" y="643"/>
                    <a:pt x="223" y="556"/>
                    <a:pt x="186" y="482"/>
                  </a:cubicBezTo>
                  <a:cubicBezTo>
                    <a:pt x="186" y="470"/>
                    <a:pt x="198" y="470"/>
                    <a:pt x="198" y="470"/>
                  </a:cubicBezTo>
                  <a:close/>
                  <a:moveTo>
                    <a:pt x="421" y="1"/>
                  </a:moveTo>
                  <a:lnTo>
                    <a:pt x="396" y="75"/>
                  </a:lnTo>
                  <a:cubicBezTo>
                    <a:pt x="379" y="87"/>
                    <a:pt x="364" y="91"/>
                    <a:pt x="350" y="91"/>
                  </a:cubicBezTo>
                  <a:cubicBezTo>
                    <a:pt x="320" y="91"/>
                    <a:pt x="293" y="75"/>
                    <a:pt x="260" y="75"/>
                  </a:cubicBezTo>
                  <a:cubicBezTo>
                    <a:pt x="248" y="75"/>
                    <a:pt x="223" y="87"/>
                    <a:pt x="223" y="99"/>
                  </a:cubicBezTo>
                  <a:cubicBezTo>
                    <a:pt x="211" y="161"/>
                    <a:pt x="161" y="173"/>
                    <a:pt x="112" y="198"/>
                  </a:cubicBezTo>
                  <a:cubicBezTo>
                    <a:pt x="75" y="272"/>
                    <a:pt x="50" y="359"/>
                    <a:pt x="1" y="507"/>
                  </a:cubicBezTo>
                  <a:lnTo>
                    <a:pt x="1" y="593"/>
                  </a:lnTo>
                  <a:lnTo>
                    <a:pt x="124" y="865"/>
                  </a:lnTo>
                  <a:cubicBezTo>
                    <a:pt x="137" y="877"/>
                    <a:pt x="161" y="877"/>
                    <a:pt x="186" y="902"/>
                  </a:cubicBezTo>
                  <a:cubicBezTo>
                    <a:pt x="198" y="902"/>
                    <a:pt x="198" y="926"/>
                    <a:pt x="211" y="951"/>
                  </a:cubicBezTo>
                  <a:lnTo>
                    <a:pt x="458" y="1038"/>
                  </a:lnTo>
                  <a:lnTo>
                    <a:pt x="507" y="1025"/>
                  </a:lnTo>
                  <a:lnTo>
                    <a:pt x="581" y="1050"/>
                  </a:lnTo>
                  <a:lnTo>
                    <a:pt x="717" y="988"/>
                  </a:lnTo>
                  <a:lnTo>
                    <a:pt x="791" y="1025"/>
                  </a:lnTo>
                  <a:lnTo>
                    <a:pt x="877" y="988"/>
                  </a:lnTo>
                  <a:cubicBezTo>
                    <a:pt x="927" y="877"/>
                    <a:pt x="1062" y="815"/>
                    <a:pt x="1087" y="692"/>
                  </a:cubicBezTo>
                  <a:cubicBezTo>
                    <a:pt x="1075" y="667"/>
                    <a:pt x="1062" y="643"/>
                    <a:pt x="1050" y="605"/>
                  </a:cubicBezTo>
                  <a:cubicBezTo>
                    <a:pt x="1050" y="544"/>
                    <a:pt x="1075" y="470"/>
                    <a:pt x="1075" y="383"/>
                  </a:cubicBezTo>
                  <a:lnTo>
                    <a:pt x="1025" y="272"/>
                  </a:lnTo>
                  <a:lnTo>
                    <a:pt x="902" y="161"/>
                  </a:lnTo>
                  <a:cubicBezTo>
                    <a:pt x="828" y="124"/>
                    <a:pt x="741" y="87"/>
                    <a:pt x="667" y="62"/>
                  </a:cubicBezTo>
                  <a:cubicBezTo>
                    <a:pt x="593" y="25"/>
                    <a:pt x="495" y="62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22" name="Google Shape;4822;p171"/>
          <p:cNvSpPr txBox="1">
            <a:spLocks noGrp="1"/>
          </p:cNvSpPr>
          <p:nvPr>
            <p:ph type="subTitle" idx="5"/>
          </p:nvPr>
        </p:nvSpPr>
        <p:spPr>
          <a:xfrm>
            <a:off x="442325" y="1165000"/>
            <a:ext cx="8672400" cy="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Label each group with either: Whole Number or Decimal</a:t>
            </a:r>
            <a:endParaRPr sz="2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7" name="Google Shape;4827;p172"/>
          <p:cNvGrpSpPr/>
          <p:nvPr/>
        </p:nvGrpSpPr>
        <p:grpSpPr>
          <a:xfrm rot="1123222">
            <a:off x="2311336" y="1903307"/>
            <a:ext cx="1087793" cy="585337"/>
            <a:chOff x="4345425" y="2175475"/>
            <a:chExt cx="800750" cy="176025"/>
          </a:xfrm>
        </p:grpSpPr>
        <p:sp>
          <p:nvSpPr>
            <p:cNvPr id="4828" name="Google Shape;4828;p172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172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0" name="Google Shape;4830;p172"/>
          <p:cNvGrpSpPr/>
          <p:nvPr/>
        </p:nvGrpSpPr>
        <p:grpSpPr>
          <a:xfrm rot="1123222">
            <a:off x="5817811" y="1903307"/>
            <a:ext cx="1087793" cy="585337"/>
            <a:chOff x="4345425" y="2175475"/>
            <a:chExt cx="800750" cy="176025"/>
          </a:xfrm>
        </p:grpSpPr>
        <p:sp>
          <p:nvSpPr>
            <p:cNvPr id="4831" name="Google Shape;4831;p172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172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33" name="Google Shape;4833;p172"/>
          <p:cNvSpPr txBox="1">
            <a:spLocks noGrp="1"/>
          </p:cNvSpPr>
          <p:nvPr>
            <p:ph type="subTitle" idx="1"/>
          </p:nvPr>
        </p:nvSpPr>
        <p:spPr>
          <a:xfrm>
            <a:off x="4855250" y="2285300"/>
            <a:ext cx="32214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Is a data type to represent decimals, like 7.8, 7.0, &amp; -4.3?</a:t>
            </a:r>
            <a:endParaRPr sz="2300"/>
          </a:p>
        </p:txBody>
      </p:sp>
      <p:sp>
        <p:nvSpPr>
          <p:cNvPr id="4834" name="Google Shape;4834;p172"/>
          <p:cNvSpPr txBox="1">
            <a:spLocks noGrp="1"/>
          </p:cNvSpPr>
          <p:nvPr>
            <p:ph type="subTitle" idx="5"/>
          </p:nvPr>
        </p:nvSpPr>
        <p:spPr>
          <a:xfrm>
            <a:off x="1267650" y="2285300"/>
            <a:ext cx="3175200" cy="13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Is a data type to represent whole numbers, like 12 &amp; 7?</a:t>
            </a:r>
            <a:endParaRPr sz="2300"/>
          </a:p>
        </p:txBody>
      </p:sp>
      <p:sp>
        <p:nvSpPr>
          <p:cNvPr id="4835" name="Google Shape;4835;p172"/>
          <p:cNvSpPr txBox="1">
            <a:spLocks noGrp="1"/>
          </p:cNvSpPr>
          <p:nvPr>
            <p:ph type="ctrTitle"/>
          </p:nvPr>
        </p:nvSpPr>
        <p:spPr>
          <a:xfrm>
            <a:off x="5233559" y="201357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Float</a:t>
            </a:r>
            <a:endParaRPr sz="2600"/>
          </a:p>
        </p:txBody>
      </p:sp>
      <p:sp>
        <p:nvSpPr>
          <p:cNvPr id="4836" name="Google Shape;4836;p172"/>
          <p:cNvSpPr txBox="1">
            <a:spLocks noGrp="1"/>
          </p:cNvSpPr>
          <p:nvPr>
            <p:ph type="ctrTitle" idx="4"/>
          </p:nvPr>
        </p:nvSpPr>
        <p:spPr>
          <a:xfrm>
            <a:off x="1727089" y="197162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Integer</a:t>
            </a:r>
            <a:endParaRPr sz="2600"/>
          </a:p>
        </p:txBody>
      </p:sp>
      <p:sp>
        <p:nvSpPr>
          <p:cNvPr id="4837" name="Google Shape;4837;p172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Groups Identified Were Data Types!</a:t>
            </a:r>
            <a:endParaRPr/>
          </a:p>
        </p:txBody>
      </p:sp>
      <p:grpSp>
        <p:nvGrpSpPr>
          <p:cNvPr id="4838" name="Google Shape;4838;p172"/>
          <p:cNvGrpSpPr/>
          <p:nvPr/>
        </p:nvGrpSpPr>
        <p:grpSpPr>
          <a:xfrm>
            <a:off x="1057485" y="947200"/>
            <a:ext cx="6927929" cy="176025"/>
            <a:chOff x="4345425" y="2175475"/>
            <a:chExt cx="800750" cy="176025"/>
          </a:xfrm>
        </p:grpSpPr>
        <p:sp>
          <p:nvSpPr>
            <p:cNvPr id="4839" name="Google Shape;4839;p172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172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41" name="Google Shape;4841;p172"/>
          <p:cNvSpPr/>
          <p:nvPr/>
        </p:nvSpPr>
        <p:spPr>
          <a:xfrm rot="-9268491">
            <a:off x="605111" y="3884737"/>
            <a:ext cx="740151" cy="406785"/>
          </a:xfrm>
          <a:custGeom>
            <a:avLst/>
            <a:gdLst/>
            <a:ahLst/>
            <a:cxnLst/>
            <a:rect l="l" t="t" r="r" b="b"/>
            <a:pathLst>
              <a:path w="17773" h="9768" extrusionOk="0">
                <a:moveTo>
                  <a:pt x="3304" y="1"/>
                </a:moveTo>
                <a:cubicBezTo>
                  <a:pt x="3172" y="1"/>
                  <a:pt x="3045" y="62"/>
                  <a:pt x="2971" y="211"/>
                </a:cubicBezTo>
                <a:cubicBezTo>
                  <a:pt x="2857" y="439"/>
                  <a:pt x="2743" y="690"/>
                  <a:pt x="2629" y="918"/>
                </a:cubicBezTo>
                <a:cubicBezTo>
                  <a:pt x="2629" y="941"/>
                  <a:pt x="2606" y="964"/>
                  <a:pt x="2583" y="1009"/>
                </a:cubicBezTo>
                <a:cubicBezTo>
                  <a:pt x="2058" y="2105"/>
                  <a:pt x="1510" y="3201"/>
                  <a:pt x="985" y="4296"/>
                </a:cubicBezTo>
                <a:cubicBezTo>
                  <a:pt x="985" y="4319"/>
                  <a:pt x="985" y="4319"/>
                  <a:pt x="985" y="4319"/>
                </a:cubicBezTo>
                <a:cubicBezTo>
                  <a:pt x="825" y="4593"/>
                  <a:pt x="643" y="4844"/>
                  <a:pt x="483" y="5118"/>
                </a:cubicBezTo>
                <a:cubicBezTo>
                  <a:pt x="369" y="5209"/>
                  <a:pt x="255" y="5323"/>
                  <a:pt x="141" y="5438"/>
                </a:cubicBezTo>
                <a:cubicBezTo>
                  <a:pt x="49" y="5529"/>
                  <a:pt x="49" y="5643"/>
                  <a:pt x="95" y="5711"/>
                </a:cubicBezTo>
                <a:cubicBezTo>
                  <a:pt x="0" y="5996"/>
                  <a:pt x="173" y="6327"/>
                  <a:pt x="469" y="6327"/>
                </a:cubicBezTo>
                <a:cubicBezTo>
                  <a:pt x="530" y="6327"/>
                  <a:pt x="596" y="6313"/>
                  <a:pt x="666" y="6282"/>
                </a:cubicBezTo>
                <a:cubicBezTo>
                  <a:pt x="711" y="6259"/>
                  <a:pt x="757" y="6236"/>
                  <a:pt x="803" y="6214"/>
                </a:cubicBezTo>
                <a:lnTo>
                  <a:pt x="917" y="6214"/>
                </a:lnTo>
                <a:cubicBezTo>
                  <a:pt x="962" y="6282"/>
                  <a:pt x="1031" y="6328"/>
                  <a:pt x="1122" y="6328"/>
                </a:cubicBezTo>
                <a:lnTo>
                  <a:pt x="3336" y="6830"/>
                </a:lnTo>
                <a:lnTo>
                  <a:pt x="3519" y="6830"/>
                </a:lnTo>
                <a:cubicBezTo>
                  <a:pt x="3633" y="6853"/>
                  <a:pt x="3770" y="6898"/>
                  <a:pt x="3907" y="6944"/>
                </a:cubicBezTo>
                <a:cubicBezTo>
                  <a:pt x="3951" y="6957"/>
                  <a:pt x="3993" y="6962"/>
                  <a:pt x="4033" y="6962"/>
                </a:cubicBezTo>
                <a:cubicBezTo>
                  <a:pt x="4427" y="6962"/>
                  <a:pt x="4601" y="6396"/>
                  <a:pt x="4249" y="6168"/>
                </a:cubicBezTo>
                <a:cubicBezTo>
                  <a:pt x="4500" y="6145"/>
                  <a:pt x="4592" y="5757"/>
                  <a:pt x="4318" y="5666"/>
                </a:cubicBezTo>
                <a:cubicBezTo>
                  <a:pt x="3861" y="5529"/>
                  <a:pt x="3405" y="5438"/>
                  <a:pt x="2971" y="5346"/>
                </a:cubicBezTo>
                <a:cubicBezTo>
                  <a:pt x="4744" y="4737"/>
                  <a:pt x="6686" y="4321"/>
                  <a:pt x="8540" y="4321"/>
                </a:cubicBezTo>
                <a:cubicBezTo>
                  <a:pt x="9811" y="4321"/>
                  <a:pt x="11041" y="4517"/>
                  <a:pt x="12147" y="4981"/>
                </a:cubicBezTo>
                <a:cubicBezTo>
                  <a:pt x="13311" y="5780"/>
                  <a:pt x="14292" y="6830"/>
                  <a:pt x="15228" y="7971"/>
                </a:cubicBezTo>
                <a:cubicBezTo>
                  <a:pt x="14886" y="7925"/>
                  <a:pt x="14543" y="7857"/>
                  <a:pt x="14201" y="7789"/>
                </a:cubicBezTo>
                <a:cubicBezTo>
                  <a:pt x="13767" y="7674"/>
                  <a:pt x="13356" y="7560"/>
                  <a:pt x="12923" y="7446"/>
                </a:cubicBezTo>
                <a:cubicBezTo>
                  <a:pt x="12881" y="7434"/>
                  <a:pt x="12839" y="7428"/>
                  <a:pt x="12799" y="7428"/>
                </a:cubicBezTo>
                <a:cubicBezTo>
                  <a:pt x="12406" y="7428"/>
                  <a:pt x="12143" y="7994"/>
                  <a:pt x="12558" y="8222"/>
                </a:cubicBezTo>
                <a:cubicBezTo>
                  <a:pt x="13790" y="8930"/>
                  <a:pt x="15046" y="9432"/>
                  <a:pt x="16438" y="9751"/>
                </a:cubicBezTo>
                <a:cubicBezTo>
                  <a:pt x="16480" y="9762"/>
                  <a:pt x="16522" y="9767"/>
                  <a:pt x="16563" y="9767"/>
                </a:cubicBezTo>
                <a:cubicBezTo>
                  <a:pt x="16785" y="9767"/>
                  <a:pt x="16970" y="9614"/>
                  <a:pt x="17009" y="9363"/>
                </a:cubicBezTo>
                <a:cubicBezTo>
                  <a:pt x="17009" y="9227"/>
                  <a:pt x="17031" y="9090"/>
                  <a:pt x="17054" y="8953"/>
                </a:cubicBezTo>
                <a:cubicBezTo>
                  <a:pt x="17123" y="8907"/>
                  <a:pt x="17191" y="8838"/>
                  <a:pt x="17237" y="8770"/>
                </a:cubicBezTo>
                <a:cubicBezTo>
                  <a:pt x="17351" y="8724"/>
                  <a:pt x="17465" y="8587"/>
                  <a:pt x="17488" y="8405"/>
                </a:cubicBezTo>
                <a:cubicBezTo>
                  <a:pt x="17556" y="7903"/>
                  <a:pt x="17533" y="7469"/>
                  <a:pt x="17442" y="7035"/>
                </a:cubicBezTo>
                <a:cubicBezTo>
                  <a:pt x="17442" y="6077"/>
                  <a:pt x="17533" y="5141"/>
                  <a:pt x="17716" y="4205"/>
                </a:cubicBezTo>
                <a:cubicBezTo>
                  <a:pt x="17773" y="3866"/>
                  <a:pt x="17480" y="3632"/>
                  <a:pt x="17227" y="3632"/>
                </a:cubicBezTo>
                <a:cubicBezTo>
                  <a:pt x="17071" y="3632"/>
                  <a:pt x="16929" y="3722"/>
                  <a:pt x="16894" y="3931"/>
                </a:cubicBezTo>
                <a:cubicBezTo>
                  <a:pt x="16780" y="4502"/>
                  <a:pt x="16689" y="5095"/>
                  <a:pt x="16598" y="5666"/>
                </a:cubicBezTo>
                <a:cubicBezTo>
                  <a:pt x="16324" y="5711"/>
                  <a:pt x="16073" y="5963"/>
                  <a:pt x="16232" y="6282"/>
                </a:cubicBezTo>
                <a:cubicBezTo>
                  <a:pt x="16324" y="6442"/>
                  <a:pt x="16392" y="6579"/>
                  <a:pt x="16438" y="6716"/>
                </a:cubicBezTo>
                <a:cubicBezTo>
                  <a:pt x="16415" y="6853"/>
                  <a:pt x="16415" y="6990"/>
                  <a:pt x="16392" y="7127"/>
                </a:cubicBezTo>
                <a:cubicBezTo>
                  <a:pt x="15160" y="5506"/>
                  <a:pt x="13585" y="4410"/>
                  <a:pt x="11827" y="3794"/>
                </a:cubicBezTo>
                <a:cubicBezTo>
                  <a:pt x="10960" y="3292"/>
                  <a:pt x="9978" y="2927"/>
                  <a:pt x="8883" y="2721"/>
                </a:cubicBezTo>
                <a:cubicBezTo>
                  <a:pt x="8296" y="2610"/>
                  <a:pt x="7705" y="2556"/>
                  <a:pt x="7117" y="2556"/>
                </a:cubicBezTo>
                <a:cubicBezTo>
                  <a:pt x="5416" y="2556"/>
                  <a:pt x="3739" y="3009"/>
                  <a:pt x="2263" y="3840"/>
                </a:cubicBezTo>
                <a:cubicBezTo>
                  <a:pt x="2377" y="3634"/>
                  <a:pt x="2492" y="3429"/>
                  <a:pt x="2583" y="3201"/>
                </a:cubicBezTo>
                <a:cubicBezTo>
                  <a:pt x="2857" y="2813"/>
                  <a:pt x="3062" y="2356"/>
                  <a:pt x="3222" y="1900"/>
                </a:cubicBezTo>
                <a:cubicBezTo>
                  <a:pt x="3405" y="1466"/>
                  <a:pt x="3587" y="1032"/>
                  <a:pt x="3770" y="576"/>
                </a:cubicBezTo>
                <a:cubicBezTo>
                  <a:pt x="3878" y="267"/>
                  <a:pt x="3580" y="1"/>
                  <a:pt x="33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2" name="Google Shape;4842;p172"/>
          <p:cNvGrpSpPr/>
          <p:nvPr/>
        </p:nvGrpSpPr>
        <p:grpSpPr>
          <a:xfrm>
            <a:off x="7505050" y="3462675"/>
            <a:ext cx="1178302" cy="1479749"/>
            <a:chOff x="7035175" y="2908900"/>
            <a:chExt cx="1178302" cy="1479749"/>
          </a:xfrm>
        </p:grpSpPr>
        <p:sp>
          <p:nvSpPr>
            <p:cNvPr id="4843" name="Google Shape;4843;p172"/>
            <p:cNvSpPr/>
            <p:nvPr/>
          </p:nvSpPr>
          <p:spPr>
            <a:xfrm>
              <a:off x="7553669" y="3989932"/>
              <a:ext cx="210357" cy="327043"/>
            </a:xfrm>
            <a:custGeom>
              <a:avLst/>
              <a:gdLst/>
              <a:ahLst/>
              <a:cxnLst/>
              <a:rect l="l" t="t" r="r" b="b"/>
              <a:pathLst>
                <a:path w="4963" h="7716" extrusionOk="0">
                  <a:moveTo>
                    <a:pt x="3679" y="1"/>
                  </a:moveTo>
                  <a:lnTo>
                    <a:pt x="1" y="680"/>
                  </a:lnTo>
                  <a:lnTo>
                    <a:pt x="1284" y="7716"/>
                  </a:lnTo>
                  <a:lnTo>
                    <a:pt x="4963" y="7049"/>
                  </a:lnTo>
                  <a:lnTo>
                    <a:pt x="36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172"/>
            <p:cNvSpPr/>
            <p:nvPr/>
          </p:nvSpPr>
          <p:spPr>
            <a:xfrm>
              <a:off x="7548455" y="3984634"/>
              <a:ext cx="221334" cy="337046"/>
            </a:xfrm>
            <a:custGeom>
              <a:avLst/>
              <a:gdLst/>
              <a:ahLst/>
              <a:cxnLst/>
              <a:rect l="l" t="t" r="r" b="b"/>
              <a:pathLst>
                <a:path w="5222" h="7952" extrusionOk="0">
                  <a:moveTo>
                    <a:pt x="3728" y="249"/>
                  </a:moveTo>
                  <a:lnTo>
                    <a:pt x="4962" y="7063"/>
                  </a:lnTo>
                  <a:lnTo>
                    <a:pt x="1506" y="7693"/>
                  </a:lnTo>
                  <a:lnTo>
                    <a:pt x="259" y="879"/>
                  </a:lnTo>
                  <a:lnTo>
                    <a:pt x="3728" y="249"/>
                  </a:lnTo>
                  <a:close/>
                  <a:moveTo>
                    <a:pt x="3813" y="0"/>
                  </a:moveTo>
                  <a:cubicBezTo>
                    <a:pt x="3805" y="0"/>
                    <a:pt x="3798" y="1"/>
                    <a:pt x="3790" y="2"/>
                  </a:cubicBezTo>
                  <a:lnTo>
                    <a:pt x="99" y="669"/>
                  </a:lnTo>
                  <a:cubicBezTo>
                    <a:pt x="74" y="681"/>
                    <a:pt x="50" y="694"/>
                    <a:pt x="25" y="718"/>
                  </a:cubicBezTo>
                  <a:cubicBezTo>
                    <a:pt x="13" y="743"/>
                    <a:pt x="0" y="780"/>
                    <a:pt x="13" y="805"/>
                  </a:cubicBezTo>
                  <a:lnTo>
                    <a:pt x="1296" y="7853"/>
                  </a:lnTo>
                  <a:cubicBezTo>
                    <a:pt x="1309" y="7902"/>
                    <a:pt x="1358" y="7952"/>
                    <a:pt x="1407" y="7952"/>
                  </a:cubicBezTo>
                  <a:lnTo>
                    <a:pt x="1432" y="7952"/>
                  </a:lnTo>
                  <a:lnTo>
                    <a:pt x="5111" y="7273"/>
                  </a:lnTo>
                  <a:cubicBezTo>
                    <a:pt x="5172" y="7261"/>
                    <a:pt x="5222" y="7199"/>
                    <a:pt x="5209" y="7137"/>
                  </a:cubicBezTo>
                  <a:lnTo>
                    <a:pt x="3926" y="101"/>
                  </a:lnTo>
                  <a:cubicBezTo>
                    <a:pt x="3915" y="36"/>
                    <a:pt x="3866" y="0"/>
                    <a:pt x="38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172"/>
            <p:cNvSpPr/>
            <p:nvPr/>
          </p:nvSpPr>
          <p:spPr>
            <a:xfrm>
              <a:off x="7554177" y="4008794"/>
              <a:ext cx="101554" cy="307164"/>
            </a:xfrm>
            <a:custGeom>
              <a:avLst/>
              <a:gdLst/>
              <a:ahLst/>
              <a:cxnLst/>
              <a:rect l="l" t="t" r="r" b="b"/>
              <a:pathLst>
                <a:path w="2396" h="7247" extrusionOk="0">
                  <a:moveTo>
                    <a:pt x="1112" y="0"/>
                  </a:moveTo>
                  <a:lnTo>
                    <a:pt x="1" y="198"/>
                  </a:lnTo>
                  <a:lnTo>
                    <a:pt x="1285" y="7246"/>
                  </a:lnTo>
                  <a:lnTo>
                    <a:pt x="2396" y="7036"/>
                  </a:lnTo>
                  <a:lnTo>
                    <a:pt x="11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172"/>
            <p:cNvSpPr/>
            <p:nvPr/>
          </p:nvSpPr>
          <p:spPr>
            <a:xfrm>
              <a:off x="7548455" y="4004386"/>
              <a:ext cx="111981" cy="317294"/>
            </a:xfrm>
            <a:custGeom>
              <a:avLst/>
              <a:gdLst/>
              <a:ahLst/>
              <a:cxnLst/>
              <a:rect l="l" t="t" r="r" b="b"/>
              <a:pathLst>
                <a:path w="2642" h="7486" extrusionOk="0">
                  <a:moveTo>
                    <a:pt x="1148" y="265"/>
                  </a:moveTo>
                  <a:lnTo>
                    <a:pt x="2383" y="7078"/>
                  </a:lnTo>
                  <a:lnTo>
                    <a:pt x="1506" y="7227"/>
                  </a:lnTo>
                  <a:lnTo>
                    <a:pt x="259" y="413"/>
                  </a:lnTo>
                  <a:lnTo>
                    <a:pt x="1148" y="265"/>
                  </a:lnTo>
                  <a:close/>
                  <a:moveTo>
                    <a:pt x="1247" y="0"/>
                  </a:moveTo>
                  <a:cubicBezTo>
                    <a:pt x="1238" y="0"/>
                    <a:pt x="1229" y="2"/>
                    <a:pt x="1222" y="5"/>
                  </a:cubicBezTo>
                  <a:lnTo>
                    <a:pt x="99" y="203"/>
                  </a:lnTo>
                  <a:cubicBezTo>
                    <a:pt x="37" y="215"/>
                    <a:pt x="0" y="277"/>
                    <a:pt x="13" y="339"/>
                  </a:cubicBezTo>
                  <a:lnTo>
                    <a:pt x="1296" y="7387"/>
                  </a:lnTo>
                  <a:cubicBezTo>
                    <a:pt x="1309" y="7436"/>
                    <a:pt x="1358" y="7486"/>
                    <a:pt x="1407" y="7486"/>
                  </a:cubicBezTo>
                  <a:lnTo>
                    <a:pt x="1432" y="7473"/>
                  </a:lnTo>
                  <a:lnTo>
                    <a:pt x="2543" y="7276"/>
                  </a:lnTo>
                  <a:cubicBezTo>
                    <a:pt x="2580" y="7276"/>
                    <a:pt x="2605" y="7251"/>
                    <a:pt x="2617" y="7227"/>
                  </a:cubicBezTo>
                  <a:cubicBezTo>
                    <a:pt x="2642" y="7202"/>
                    <a:pt x="2642" y="7177"/>
                    <a:pt x="2642" y="7140"/>
                  </a:cubicBezTo>
                  <a:lnTo>
                    <a:pt x="1358" y="92"/>
                  </a:lnTo>
                  <a:cubicBezTo>
                    <a:pt x="1346" y="67"/>
                    <a:pt x="1333" y="42"/>
                    <a:pt x="1309" y="18"/>
                  </a:cubicBezTo>
                  <a:cubicBezTo>
                    <a:pt x="1291" y="9"/>
                    <a:pt x="1268" y="0"/>
                    <a:pt x="12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172"/>
            <p:cNvSpPr/>
            <p:nvPr/>
          </p:nvSpPr>
          <p:spPr>
            <a:xfrm>
              <a:off x="7417105" y="4208894"/>
              <a:ext cx="547826" cy="174796"/>
            </a:xfrm>
            <a:custGeom>
              <a:avLst/>
              <a:gdLst/>
              <a:ahLst/>
              <a:cxnLst/>
              <a:rect l="l" t="t" r="r" b="b"/>
              <a:pathLst>
                <a:path w="12925" h="4124" extrusionOk="0">
                  <a:moveTo>
                    <a:pt x="11743" y="1"/>
                  </a:moveTo>
                  <a:cubicBezTo>
                    <a:pt x="11677" y="1"/>
                    <a:pt x="11610" y="7"/>
                    <a:pt x="11542" y="19"/>
                  </a:cubicBezTo>
                  <a:lnTo>
                    <a:pt x="1001" y="1945"/>
                  </a:lnTo>
                  <a:cubicBezTo>
                    <a:pt x="396" y="2044"/>
                    <a:pt x="1" y="2624"/>
                    <a:pt x="112" y="3216"/>
                  </a:cubicBezTo>
                  <a:cubicBezTo>
                    <a:pt x="210" y="3752"/>
                    <a:pt x="668" y="4124"/>
                    <a:pt x="1192" y="4124"/>
                  </a:cubicBezTo>
                  <a:cubicBezTo>
                    <a:pt x="1259" y="4124"/>
                    <a:pt x="1327" y="4118"/>
                    <a:pt x="1396" y="4105"/>
                  </a:cubicBezTo>
                  <a:lnTo>
                    <a:pt x="11937" y="2179"/>
                  </a:lnTo>
                  <a:cubicBezTo>
                    <a:pt x="12530" y="2068"/>
                    <a:pt x="12925" y="1501"/>
                    <a:pt x="12826" y="908"/>
                  </a:cubicBezTo>
                  <a:cubicBezTo>
                    <a:pt x="12728" y="372"/>
                    <a:pt x="12261" y="1"/>
                    <a:pt x="117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172"/>
            <p:cNvSpPr/>
            <p:nvPr/>
          </p:nvSpPr>
          <p:spPr>
            <a:xfrm>
              <a:off x="7413968" y="4204104"/>
              <a:ext cx="556727" cy="184544"/>
            </a:xfrm>
            <a:custGeom>
              <a:avLst/>
              <a:gdLst/>
              <a:ahLst/>
              <a:cxnLst/>
              <a:rect l="l" t="t" r="r" b="b"/>
              <a:pathLst>
                <a:path w="13135" h="4354" extrusionOk="0">
                  <a:moveTo>
                    <a:pt x="11814" y="231"/>
                  </a:moveTo>
                  <a:cubicBezTo>
                    <a:pt x="12295" y="231"/>
                    <a:pt x="12703" y="577"/>
                    <a:pt x="12789" y="1046"/>
                  </a:cubicBezTo>
                  <a:cubicBezTo>
                    <a:pt x="12876" y="1576"/>
                    <a:pt x="12530" y="2083"/>
                    <a:pt x="11999" y="2181"/>
                  </a:cubicBezTo>
                  <a:lnTo>
                    <a:pt x="1445" y="4107"/>
                  </a:lnTo>
                  <a:cubicBezTo>
                    <a:pt x="1392" y="4116"/>
                    <a:pt x="1339" y="4120"/>
                    <a:pt x="1287" y="4120"/>
                  </a:cubicBezTo>
                  <a:cubicBezTo>
                    <a:pt x="819" y="4120"/>
                    <a:pt x="411" y="3783"/>
                    <a:pt x="322" y="3317"/>
                  </a:cubicBezTo>
                  <a:cubicBezTo>
                    <a:pt x="223" y="2786"/>
                    <a:pt x="569" y="2280"/>
                    <a:pt x="1099" y="2169"/>
                  </a:cubicBezTo>
                  <a:lnTo>
                    <a:pt x="11641" y="243"/>
                  </a:lnTo>
                  <a:cubicBezTo>
                    <a:pt x="11691" y="243"/>
                    <a:pt x="11752" y="231"/>
                    <a:pt x="11814" y="231"/>
                  </a:cubicBezTo>
                  <a:close/>
                  <a:moveTo>
                    <a:pt x="11815" y="1"/>
                  </a:moveTo>
                  <a:cubicBezTo>
                    <a:pt x="11742" y="1"/>
                    <a:pt x="11667" y="7"/>
                    <a:pt x="11592" y="21"/>
                  </a:cubicBezTo>
                  <a:lnTo>
                    <a:pt x="1050" y="1947"/>
                  </a:lnTo>
                  <a:cubicBezTo>
                    <a:pt x="433" y="2058"/>
                    <a:pt x="1" y="2626"/>
                    <a:pt x="63" y="3255"/>
                  </a:cubicBezTo>
                  <a:cubicBezTo>
                    <a:pt x="112" y="3872"/>
                    <a:pt x="643" y="4354"/>
                    <a:pt x="1272" y="4354"/>
                  </a:cubicBezTo>
                  <a:cubicBezTo>
                    <a:pt x="1346" y="4354"/>
                    <a:pt x="1420" y="4354"/>
                    <a:pt x="1482" y="4342"/>
                  </a:cubicBezTo>
                  <a:lnTo>
                    <a:pt x="12036" y="2416"/>
                  </a:lnTo>
                  <a:cubicBezTo>
                    <a:pt x="12690" y="2292"/>
                    <a:pt x="13135" y="1663"/>
                    <a:pt x="13011" y="996"/>
                  </a:cubicBezTo>
                  <a:cubicBezTo>
                    <a:pt x="12902" y="416"/>
                    <a:pt x="12394" y="1"/>
                    <a:pt x="118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172"/>
            <p:cNvSpPr/>
            <p:nvPr/>
          </p:nvSpPr>
          <p:spPr>
            <a:xfrm>
              <a:off x="7420792" y="4277685"/>
              <a:ext cx="127706" cy="105072"/>
            </a:xfrm>
            <a:custGeom>
              <a:avLst/>
              <a:gdLst/>
              <a:ahLst/>
              <a:cxnLst/>
              <a:rect l="l" t="t" r="r" b="b"/>
              <a:pathLst>
                <a:path w="3013" h="2479" extrusionOk="0">
                  <a:moveTo>
                    <a:pt x="3012" y="2161"/>
                  </a:moveTo>
                  <a:lnTo>
                    <a:pt x="3007" y="2162"/>
                  </a:lnTo>
                  <a:lnTo>
                    <a:pt x="3007" y="2162"/>
                  </a:lnTo>
                  <a:cubicBezTo>
                    <a:pt x="3009" y="2162"/>
                    <a:pt x="3010" y="2161"/>
                    <a:pt x="3012" y="2161"/>
                  </a:cubicBezTo>
                  <a:close/>
                  <a:moveTo>
                    <a:pt x="2617" y="1"/>
                  </a:moveTo>
                  <a:lnTo>
                    <a:pt x="914" y="310"/>
                  </a:lnTo>
                  <a:cubicBezTo>
                    <a:pt x="358" y="458"/>
                    <a:pt x="0" y="1013"/>
                    <a:pt x="99" y="1581"/>
                  </a:cubicBezTo>
                  <a:cubicBezTo>
                    <a:pt x="201" y="2103"/>
                    <a:pt x="658" y="2479"/>
                    <a:pt x="1172" y="2479"/>
                  </a:cubicBezTo>
                  <a:cubicBezTo>
                    <a:pt x="1217" y="2479"/>
                    <a:pt x="1263" y="2476"/>
                    <a:pt x="1309" y="2470"/>
                  </a:cubicBezTo>
                  <a:lnTo>
                    <a:pt x="3007" y="2162"/>
                  </a:lnTo>
                  <a:lnTo>
                    <a:pt x="3007" y="2162"/>
                  </a:lnTo>
                  <a:cubicBezTo>
                    <a:pt x="2940" y="2174"/>
                    <a:pt x="2873" y="2180"/>
                    <a:pt x="2808" y="2180"/>
                  </a:cubicBezTo>
                  <a:cubicBezTo>
                    <a:pt x="2284" y="2180"/>
                    <a:pt x="1827" y="1810"/>
                    <a:pt x="1728" y="1285"/>
                  </a:cubicBezTo>
                  <a:cubicBezTo>
                    <a:pt x="1617" y="692"/>
                    <a:pt x="2012" y="112"/>
                    <a:pt x="26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172"/>
            <p:cNvSpPr/>
            <p:nvPr/>
          </p:nvSpPr>
          <p:spPr>
            <a:xfrm>
              <a:off x="7413968" y="4273404"/>
              <a:ext cx="139235" cy="115245"/>
            </a:xfrm>
            <a:custGeom>
              <a:avLst/>
              <a:gdLst/>
              <a:ahLst/>
              <a:cxnLst/>
              <a:rect l="l" t="t" r="r" b="b"/>
              <a:pathLst>
                <a:path w="3285" h="2719" extrusionOk="0">
                  <a:moveTo>
                    <a:pt x="2099" y="349"/>
                  </a:moveTo>
                  <a:cubicBezTo>
                    <a:pt x="1828" y="633"/>
                    <a:pt x="1704" y="1028"/>
                    <a:pt x="1778" y="1410"/>
                  </a:cubicBezTo>
                  <a:cubicBezTo>
                    <a:pt x="1840" y="1731"/>
                    <a:pt x="2013" y="2015"/>
                    <a:pt x="2284" y="2188"/>
                  </a:cubicBezTo>
                  <a:cubicBezTo>
                    <a:pt x="2334" y="2225"/>
                    <a:pt x="2383" y="2262"/>
                    <a:pt x="2445" y="2287"/>
                  </a:cubicBezTo>
                  <a:lnTo>
                    <a:pt x="1445" y="2472"/>
                  </a:lnTo>
                  <a:cubicBezTo>
                    <a:pt x="1392" y="2481"/>
                    <a:pt x="1339" y="2485"/>
                    <a:pt x="1287" y="2485"/>
                  </a:cubicBezTo>
                  <a:cubicBezTo>
                    <a:pt x="819" y="2485"/>
                    <a:pt x="411" y="2148"/>
                    <a:pt x="322" y="1682"/>
                  </a:cubicBezTo>
                  <a:cubicBezTo>
                    <a:pt x="223" y="1151"/>
                    <a:pt x="569" y="645"/>
                    <a:pt x="1087" y="534"/>
                  </a:cubicBezTo>
                  <a:lnTo>
                    <a:pt x="2099" y="349"/>
                  </a:lnTo>
                  <a:close/>
                  <a:moveTo>
                    <a:pt x="2777" y="1"/>
                  </a:moveTo>
                  <a:cubicBezTo>
                    <a:pt x="2769" y="1"/>
                    <a:pt x="2761" y="2"/>
                    <a:pt x="2754" y="3"/>
                  </a:cubicBezTo>
                  <a:lnTo>
                    <a:pt x="1050" y="312"/>
                  </a:lnTo>
                  <a:cubicBezTo>
                    <a:pt x="433" y="423"/>
                    <a:pt x="1" y="991"/>
                    <a:pt x="63" y="1620"/>
                  </a:cubicBezTo>
                  <a:cubicBezTo>
                    <a:pt x="112" y="2237"/>
                    <a:pt x="643" y="2719"/>
                    <a:pt x="1272" y="2719"/>
                  </a:cubicBezTo>
                  <a:cubicBezTo>
                    <a:pt x="1346" y="2719"/>
                    <a:pt x="1420" y="2719"/>
                    <a:pt x="1482" y="2707"/>
                  </a:cubicBezTo>
                  <a:lnTo>
                    <a:pt x="3186" y="2398"/>
                  </a:lnTo>
                  <a:cubicBezTo>
                    <a:pt x="3247" y="2386"/>
                    <a:pt x="3284" y="2324"/>
                    <a:pt x="3272" y="2262"/>
                  </a:cubicBezTo>
                  <a:cubicBezTo>
                    <a:pt x="3261" y="2207"/>
                    <a:pt x="3220" y="2161"/>
                    <a:pt x="3167" y="2161"/>
                  </a:cubicBezTo>
                  <a:cubicBezTo>
                    <a:pt x="3161" y="2161"/>
                    <a:pt x="3155" y="2162"/>
                    <a:pt x="3149" y="2163"/>
                  </a:cubicBezTo>
                  <a:cubicBezTo>
                    <a:pt x="3088" y="2174"/>
                    <a:pt x="3027" y="2180"/>
                    <a:pt x="2968" y="2180"/>
                  </a:cubicBezTo>
                  <a:cubicBezTo>
                    <a:pt x="2497" y="2180"/>
                    <a:pt x="2088" y="1845"/>
                    <a:pt x="2001" y="1373"/>
                  </a:cubicBezTo>
                  <a:cubicBezTo>
                    <a:pt x="1902" y="843"/>
                    <a:pt x="2260" y="324"/>
                    <a:pt x="2791" y="225"/>
                  </a:cubicBezTo>
                  <a:cubicBezTo>
                    <a:pt x="2852" y="213"/>
                    <a:pt x="2889" y="151"/>
                    <a:pt x="2877" y="90"/>
                  </a:cubicBezTo>
                  <a:cubicBezTo>
                    <a:pt x="2866" y="36"/>
                    <a:pt x="2827" y="1"/>
                    <a:pt x="2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172"/>
            <p:cNvSpPr/>
            <p:nvPr/>
          </p:nvSpPr>
          <p:spPr>
            <a:xfrm>
              <a:off x="7035175" y="3005284"/>
              <a:ext cx="999354" cy="942854"/>
            </a:xfrm>
            <a:custGeom>
              <a:avLst/>
              <a:gdLst/>
              <a:ahLst/>
              <a:cxnLst/>
              <a:rect l="l" t="t" r="r" b="b"/>
              <a:pathLst>
                <a:path w="23578" h="22245" extrusionOk="0">
                  <a:moveTo>
                    <a:pt x="11847" y="1"/>
                  </a:moveTo>
                  <a:cubicBezTo>
                    <a:pt x="11181" y="1"/>
                    <a:pt x="10505" y="61"/>
                    <a:pt x="9827" y="186"/>
                  </a:cubicBezTo>
                  <a:cubicBezTo>
                    <a:pt x="5407" y="988"/>
                    <a:pt x="1902" y="4383"/>
                    <a:pt x="951" y="8777"/>
                  </a:cubicBezTo>
                  <a:cubicBezTo>
                    <a:pt x="1" y="13172"/>
                    <a:pt x="1803" y="17714"/>
                    <a:pt x="5494" y="20269"/>
                  </a:cubicBezTo>
                  <a:cubicBezTo>
                    <a:pt x="7398" y="21583"/>
                    <a:pt x="9612" y="22244"/>
                    <a:pt x="11828" y="22244"/>
                  </a:cubicBezTo>
                  <a:cubicBezTo>
                    <a:pt x="13921" y="22244"/>
                    <a:pt x="16015" y="21654"/>
                    <a:pt x="17850" y="20467"/>
                  </a:cubicBezTo>
                  <a:cubicBezTo>
                    <a:pt x="21640" y="18035"/>
                    <a:pt x="23578" y="13554"/>
                    <a:pt x="22775" y="9135"/>
                  </a:cubicBezTo>
                  <a:cubicBezTo>
                    <a:pt x="21789" y="3765"/>
                    <a:pt x="17116" y="1"/>
                    <a:pt x="11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172"/>
            <p:cNvSpPr/>
            <p:nvPr/>
          </p:nvSpPr>
          <p:spPr>
            <a:xfrm>
              <a:off x="7354333" y="3005792"/>
              <a:ext cx="706897" cy="942558"/>
            </a:xfrm>
            <a:custGeom>
              <a:avLst/>
              <a:gdLst/>
              <a:ahLst/>
              <a:cxnLst/>
              <a:rect l="l" t="t" r="r" b="b"/>
              <a:pathLst>
                <a:path w="16678" h="22238" extrusionOk="0">
                  <a:moveTo>
                    <a:pt x="4876" y="1"/>
                  </a:moveTo>
                  <a:lnTo>
                    <a:pt x="4876" y="1"/>
                  </a:lnTo>
                  <a:cubicBezTo>
                    <a:pt x="9863" y="2099"/>
                    <a:pt x="12628" y="7469"/>
                    <a:pt x="11431" y="12740"/>
                  </a:cubicBezTo>
                  <a:cubicBezTo>
                    <a:pt x="10266" y="17818"/>
                    <a:pt x="5743" y="21384"/>
                    <a:pt x="590" y="21384"/>
                  </a:cubicBezTo>
                  <a:cubicBezTo>
                    <a:pt x="394" y="21384"/>
                    <a:pt x="198" y="21379"/>
                    <a:pt x="1" y="21368"/>
                  </a:cubicBezTo>
                  <a:lnTo>
                    <a:pt x="1" y="21368"/>
                  </a:lnTo>
                  <a:cubicBezTo>
                    <a:pt x="1414" y="21960"/>
                    <a:pt x="2870" y="22237"/>
                    <a:pt x="4297" y="22237"/>
                  </a:cubicBezTo>
                  <a:cubicBezTo>
                    <a:pt x="9300" y="22237"/>
                    <a:pt x="13946" y="18826"/>
                    <a:pt x="15147" y="13592"/>
                  </a:cubicBezTo>
                  <a:cubicBezTo>
                    <a:pt x="16677" y="6864"/>
                    <a:pt x="11777" y="371"/>
                    <a:pt x="48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172"/>
            <p:cNvSpPr/>
            <p:nvPr/>
          </p:nvSpPr>
          <p:spPr>
            <a:xfrm>
              <a:off x="7040431" y="2999053"/>
              <a:ext cx="1002999" cy="954298"/>
            </a:xfrm>
            <a:custGeom>
              <a:avLst/>
              <a:gdLst/>
              <a:ahLst/>
              <a:cxnLst/>
              <a:rect l="l" t="t" r="r" b="b"/>
              <a:pathLst>
                <a:path w="23664" h="22515" extrusionOk="0">
                  <a:moveTo>
                    <a:pt x="11727" y="259"/>
                  </a:moveTo>
                  <a:cubicBezTo>
                    <a:pt x="17035" y="283"/>
                    <a:pt x="21577" y="4073"/>
                    <a:pt x="22528" y="9294"/>
                  </a:cubicBezTo>
                  <a:cubicBezTo>
                    <a:pt x="23330" y="13677"/>
                    <a:pt x="21405" y="18108"/>
                    <a:pt x="17664" y="20515"/>
                  </a:cubicBezTo>
                  <a:cubicBezTo>
                    <a:pt x="15843" y="21693"/>
                    <a:pt x="13765" y="22280"/>
                    <a:pt x="11689" y="22280"/>
                  </a:cubicBezTo>
                  <a:cubicBezTo>
                    <a:pt x="9502" y="22280"/>
                    <a:pt x="7319" y="21628"/>
                    <a:pt x="5444" y="20330"/>
                  </a:cubicBezTo>
                  <a:cubicBezTo>
                    <a:pt x="1778" y="17799"/>
                    <a:pt x="0" y="13306"/>
                    <a:pt x="938" y="8949"/>
                  </a:cubicBezTo>
                  <a:cubicBezTo>
                    <a:pt x="1877" y="4604"/>
                    <a:pt x="5345" y="1246"/>
                    <a:pt x="9715" y="444"/>
                  </a:cubicBezTo>
                  <a:cubicBezTo>
                    <a:pt x="10381" y="320"/>
                    <a:pt x="11048" y="259"/>
                    <a:pt x="11727" y="259"/>
                  </a:cubicBezTo>
                  <a:close/>
                  <a:moveTo>
                    <a:pt x="11714" y="0"/>
                  </a:moveTo>
                  <a:cubicBezTo>
                    <a:pt x="11367" y="0"/>
                    <a:pt x="11017" y="16"/>
                    <a:pt x="10665" y="49"/>
                  </a:cubicBezTo>
                  <a:cubicBezTo>
                    <a:pt x="4666" y="592"/>
                    <a:pt x="161" y="5739"/>
                    <a:pt x="432" y="11763"/>
                  </a:cubicBezTo>
                  <a:cubicBezTo>
                    <a:pt x="704" y="17775"/>
                    <a:pt x="5654" y="22515"/>
                    <a:pt x="11678" y="22515"/>
                  </a:cubicBezTo>
                  <a:cubicBezTo>
                    <a:pt x="12369" y="22515"/>
                    <a:pt x="13048" y="22453"/>
                    <a:pt x="13714" y="22330"/>
                  </a:cubicBezTo>
                  <a:cubicBezTo>
                    <a:pt x="19639" y="21243"/>
                    <a:pt x="23664" y="15689"/>
                    <a:pt x="22849" y="9726"/>
                  </a:cubicBezTo>
                  <a:cubicBezTo>
                    <a:pt x="22082" y="4114"/>
                    <a:pt x="17279" y="0"/>
                    <a:pt x="11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172"/>
            <p:cNvSpPr/>
            <p:nvPr/>
          </p:nvSpPr>
          <p:spPr>
            <a:xfrm>
              <a:off x="7086969" y="3608551"/>
              <a:ext cx="230278" cy="267916"/>
            </a:xfrm>
            <a:custGeom>
              <a:avLst/>
              <a:gdLst/>
              <a:ahLst/>
              <a:cxnLst/>
              <a:rect l="l" t="t" r="r" b="b"/>
              <a:pathLst>
                <a:path w="5433" h="6321" extrusionOk="0">
                  <a:moveTo>
                    <a:pt x="766" y="0"/>
                  </a:moveTo>
                  <a:cubicBezTo>
                    <a:pt x="495" y="37"/>
                    <a:pt x="235" y="124"/>
                    <a:pt x="1" y="247"/>
                  </a:cubicBezTo>
                  <a:cubicBezTo>
                    <a:pt x="791" y="2765"/>
                    <a:pt x="2457" y="4925"/>
                    <a:pt x="4704" y="6320"/>
                  </a:cubicBezTo>
                  <a:cubicBezTo>
                    <a:pt x="4938" y="6073"/>
                    <a:pt x="5173" y="5789"/>
                    <a:pt x="5222" y="5530"/>
                  </a:cubicBezTo>
                  <a:cubicBezTo>
                    <a:pt x="5333" y="5049"/>
                    <a:pt x="4914" y="4666"/>
                    <a:pt x="4975" y="4197"/>
                  </a:cubicBezTo>
                  <a:cubicBezTo>
                    <a:pt x="5037" y="3691"/>
                    <a:pt x="5432" y="3247"/>
                    <a:pt x="5074" y="2753"/>
                  </a:cubicBezTo>
                  <a:cubicBezTo>
                    <a:pt x="4692" y="2210"/>
                    <a:pt x="4050" y="2592"/>
                    <a:pt x="3618" y="2247"/>
                  </a:cubicBezTo>
                  <a:cubicBezTo>
                    <a:pt x="3231" y="1938"/>
                    <a:pt x="3289" y="1628"/>
                    <a:pt x="2891" y="1628"/>
                  </a:cubicBezTo>
                  <a:cubicBezTo>
                    <a:pt x="2844" y="1628"/>
                    <a:pt x="2790" y="1633"/>
                    <a:pt x="2729" y="1642"/>
                  </a:cubicBezTo>
                  <a:cubicBezTo>
                    <a:pt x="2573" y="1662"/>
                    <a:pt x="2450" y="1674"/>
                    <a:pt x="2342" y="1674"/>
                  </a:cubicBezTo>
                  <a:cubicBezTo>
                    <a:pt x="2059" y="1674"/>
                    <a:pt x="1890" y="1591"/>
                    <a:pt x="1531" y="1358"/>
                  </a:cubicBezTo>
                  <a:cubicBezTo>
                    <a:pt x="1223" y="1148"/>
                    <a:pt x="951" y="1049"/>
                    <a:pt x="853" y="654"/>
                  </a:cubicBezTo>
                  <a:cubicBezTo>
                    <a:pt x="791" y="432"/>
                    <a:pt x="877" y="210"/>
                    <a:pt x="7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172"/>
            <p:cNvSpPr/>
            <p:nvPr/>
          </p:nvSpPr>
          <p:spPr>
            <a:xfrm>
              <a:off x="7081247" y="3603295"/>
              <a:ext cx="237017" cy="278385"/>
            </a:xfrm>
            <a:custGeom>
              <a:avLst/>
              <a:gdLst/>
              <a:ahLst/>
              <a:cxnLst/>
              <a:rect l="l" t="t" r="r" b="b"/>
              <a:pathLst>
                <a:path w="5592" h="6568" extrusionOk="0">
                  <a:moveTo>
                    <a:pt x="827" y="248"/>
                  </a:moveTo>
                  <a:cubicBezTo>
                    <a:pt x="852" y="322"/>
                    <a:pt x="852" y="408"/>
                    <a:pt x="852" y="494"/>
                  </a:cubicBezTo>
                  <a:cubicBezTo>
                    <a:pt x="839" y="593"/>
                    <a:pt x="852" y="692"/>
                    <a:pt x="876" y="803"/>
                  </a:cubicBezTo>
                  <a:cubicBezTo>
                    <a:pt x="975" y="1173"/>
                    <a:pt x="1197" y="1321"/>
                    <a:pt x="1457" y="1470"/>
                  </a:cubicBezTo>
                  <a:cubicBezTo>
                    <a:pt x="1506" y="1507"/>
                    <a:pt x="1555" y="1531"/>
                    <a:pt x="1617" y="1568"/>
                  </a:cubicBezTo>
                  <a:cubicBezTo>
                    <a:pt x="1994" y="1819"/>
                    <a:pt x="2162" y="1914"/>
                    <a:pt x="2467" y="1914"/>
                  </a:cubicBezTo>
                  <a:cubicBezTo>
                    <a:pt x="2582" y="1914"/>
                    <a:pt x="2716" y="1901"/>
                    <a:pt x="2889" y="1877"/>
                  </a:cubicBezTo>
                  <a:cubicBezTo>
                    <a:pt x="2943" y="1870"/>
                    <a:pt x="2990" y="1867"/>
                    <a:pt x="3030" y="1867"/>
                  </a:cubicBezTo>
                  <a:cubicBezTo>
                    <a:pt x="3205" y="1867"/>
                    <a:pt x="3255" y="1934"/>
                    <a:pt x="3345" y="2074"/>
                  </a:cubicBezTo>
                  <a:cubicBezTo>
                    <a:pt x="3444" y="2223"/>
                    <a:pt x="3555" y="2346"/>
                    <a:pt x="3679" y="2457"/>
                  </a:cubicBezTo>
                  <a:cubicBezTo>
                    <a:pt x="3873" y="2586"/>
                    <a:pt x="4085" y="2659"/>
                    <a:pt x="4309" y="2659"/>
                  </a:cubicBezTo>
                  <a:cubicBezTo>
                    <a:pt x="4341" y="2659"/>
                    <a:pt x="4374" y="2658"/>
                    <a:pt x="4407" y="2655"/>
                  </a:cubicBezTo>
                  <a:cubicBezTo>
                    <a:pt x="4691" y="2667"/>
                    <a:pt x="4938" y="2679"/>
                    <a:pt x="5123" y="2939"/>
                  </a:cubicBezTo>
                  <a:cubicBezTo>
                    <a:pt x="5333" y="3235"/>
                    <a:pt x="5234" y="3519"/>
                    <a:pt x="5123" y="3827"/>
                  </a:cubicBezTo>
                  <a:cubicBezTo>
                    <a:pt x="5061" y="3975"/>
                    <a:pt x="5024" y="4136"/>
                    <a:pt x="4987" y="4296"/>
                  </a:cubicBezTo>
                  <a:cubicBezTo>
                    <a:pt x="4975" y="4543"/>
                    <a:pt x="5024" y="4778"/>
                    <a:pt x="5135" y="4988"/>
                  </a:cubicBezTo>
                  <a:cubicBezTo>
                    <a:pt x="5234" y="5185"/>
                    <a:pt x="5271" y="5407"/>
                    <a:pt x="5246" y="5629"/>
                  </a:cubicBezTo>
                  <a:cubicBezTo>
                    <a:pt x="5160" y="5876"/>
                    <a:pt x="5012" y="6111"/>
                    <a:pt x="4827" y="6296"/>
                  </a:cubicBezTo>
                  <a:cubicBezTo>
                    <a:pt x="2679" y="4926"/>
                    <a:pt x="1062" y="2852"/>
                    <a:pt x="272" y="433"/>
                  </a:cubicBezTo>
                  <a:cubicBezTo>
                    <a:pt x="457" y="346"/>
                    <a:pt x="642" y="285"/>
                    <a:pt x="827" y="248"/>
                  </a:cubicBezTo>
                  <a:close/>
                  <a:moveTo>
                    <a:pt x="889" y="1"/>
                  </a:moveTo>
                  <a:cubicBezTo>
                    <a:pt x="642" y="38"/>
                    <a:pt x="383" y="112"/>
                    <a:pt x="161" y="235"/>
                  </a:cubicBezTo>
                  <a:lnTo>
                    <a:pt x="86" y="260"/>
                  </a:lnTo>
                  <a:cubicBezTo>
                    <a:pt x="37" y="285"/>
                    <a:pt x="0" y="346"/>
                    <a:pt x="25" y="396"/>
                  </a:cubicBezTo>
                  <a:cubicBezTo>
                    <a:pt x="827" y="2951"/>
                    <a:pt x="2518" y="5123"/>
                    <a:pt x="4777" y="6543"/>
                  </a:cubicBezTo>
                  <a:cubicBezTo>
                    <a:pt x="4802" y="6555"/>
                    <a:pt x="4827" y="6568"/>
                    <a:pt x="4839" y="6568"/>
                  </a:cubicBezTo>
                  <a:cubicBezTo>
                    <a:pt x="4876" y="6568"/>
                    <a:pt x="4901" y="6555"/>
                    <a:pt x="4925" y="6531"/>
                  </a:cubicBezTo>
                  <a:cubicBezTo>
                    <a:pt x="5160" y="6284"/>
                    <a:pt x="5407" y="5987"/>
                    <a:pt x="5468" y="5691"/>
                  </a:cubicBezTo>
                  <a:cubicBezTo>
                    <a:pt x="5505" y="5420"/>
                    <a:pt x="5468" y="5148"/>
                    <a:pt x="5345" y="4914"/>
                  </a:cubicBezTo>
                  <a:cubicBezTo>
                    <a:pt x="5246" y="4741"/>
                    <a:pt x="5209" y="4543"/>
                    <a:pt x="5222" y="4346"/>
                  </a:cubicBezTo>
                  <a:cubicBezTo>
                    <a:pt x="5246" y="4198"/>
                    <a:pt x="5283" y="4049"/>
                    <a:pt x="5333" y="3914"/>
                  </a:cubicBezTo>
                  <a:cubicBezTo>
                    <a:pt x="5456" y="3593"/>
                    <a:pt x="5592" y="3210"/>
                    <a:pt x="5308" y="2815"/>
                  </a:cubicBezTo>
                  <a:cubicBezTo>
                    <a:pt x="5049" y="2469"/>
                    <a:pt x="4715" y="2457"/>
                    <a:pt x="4407" y="2445"/>
                  </a:cubicBezTo>
                  <a:cubicBezTo>
                    <a:pt x="4390" y="2446"/>
                    <a:pt x="4373" y="2446"/>
                    <a:pt x="4357" y="2446"/>
                  </a:cubicBezTo>
                  <a:cubicBezTo>
                    <a:pt x="4174" y="2446"/>
                    <a:pt x="3985" y="2386"/>
                    <a:pt x="3827" y="2284"/>
                  </a:cubicBezTo>
                  <a:cubicBezTo>
                    <a:pt x="3703" y="2198"/>
                    <a:pt x="3617" y="2074"/>
                    <a:pt x="3530" y="1951"/>
                  </a:cubicBezTo>
                  <a:cubicBezTo>
                    <a:pt x="3424" y="1781"/>
                    <a:pt x="3327" y="1630"/>
                    <a:pt x="3020" y="1630"/>
                  </a:cubicBezTo>
                  <a:cubicBezTo>
                    <a:pt x="2970" y="1630"/>
                    <a:pt x="2914" y="1634"/>
                    <a:pt x="2852" y="1642"/>
                  </a:cubicBezTo>
                  <a:cubicBezTo>
                    <a:pt x="2683" y="1668"/>
                    <a:pt x="2557" y="1683"/>
                    <a:pt x="2450" y="1683"/>
                  </a:cubicBezTo>
                  <a:cubicBezTo>
                    <a:pt x="2199" y="1683"/>
                    <a:pt x="2058" y="1600"/>
                    <a:pt x="1728" y="1383"/>
                  </a:cubicBezTo>
                  <a:lnTo>
                    <a:pt x="1580" y="1284"/>
                  </a:lnTo>
                  <a:cubicBezTo>
                    <a:pt x="1333" y="1124"/>
                    <a:pt x="1173" y="1025"/>
                    <a:pt x="1099" y="754"/>
                  </a:cubicBezTo>
                  <a:cubicBezTo>
                    <a:pt x="1086" y="667"/>
                    <a:pt x="1074" y="581"/>
                    <a:pt x="1074" y="494"/>
                  </a:cubicBezTo>
                  <a:cubicBezTo>
                    <a:pt x="1086" y="346"/>
                    <a:pt x="1062" y="198"/>
                    <a:pt x="1012" y="62"/>
                  </a:cubicBezTo>
                  <a:cubicBezTo>
                    <a:pt x="988" y="25"/>
                    <a:pt x="938" y="1"/>
                    <a:pt x="8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172"/>
            <p:cNvSpPr/>
            <p:nvPr/>
          </p:nvSpPr>
          <p:spPr>
            <a:xfrm>
              <a:off x="7884864" y="3561928"/>
              <a:ext cx="115160" cy="225573"/>
            </a:xfrm>
            <a:custGeom>
              <a:avLst/>
              <a:gdLst/>
              <a:ahLst/>
              <a:cxnLst/>
              <a:rect l="l" t="t" r="r" b="b"/>
              <a:pathLst>
                <a:path w="2717" h="5322" extrusionOk="0">
                  <a:moveTo>
                    <a:pt x="2185" y="0"/>
                  </a:moveTo>
                  <a:cubicBezTo>
                    <a:pt x="1759" y="0"/>
                    <a:pt x="1428" y="202"/>
                    <a:pt x="1321" y="878"/>
                  </a:cubicBezTo>
                  <a:cubicBezTo>
                    <a:pt x="1259" y="1285"/>
                    <a:pt x="1654" y="1557"/>
                    <a:pt x="1568" y="1940"/>
                  </a:cubicBezTo>
                  <a:cubicBezTo>
                    <a:pt x="1506" y="2260"/>
                    <a:pt x="1087" y="2335"/>
                    <a:pt x="963" y="2594"/>
                  </a:cubicBezTo>
                  <a:cubicBezTo>
                    <a:pt x="827" y="2841"/>
                    <a:pt x="1000" y="3174"/>
                    <a:pt x="803" y="3421"/>
                  </a:cubicBezTo>
                  <a:cubicBezTo>
                    <a:pt x="618" y="3680"/>
                    <a:pt x="309" y="3692"/>
                    <a:pt x="148" y="3989"/>
                  </a:cubicBezTo>
                  <a:cubicBezTo>
                    <a:pt x="0" y="4235"/>
                    <a:pt x="13" y="4816"/>
                    <a:pt x="148" y="5322"/>
                  </a:cubicBezTo>
                  <a:cubicBezTo>
                    <a:pt x="1445" y="3840"/>
                    <a:pt x="2333" y="2026"/>
                    <a:pt x="2716" y="76"/>
                  </a:cubicBezTo>
                  <a:cubicBezTo>
                    <a:pt x="2530" y="31"/>
                    <a:pt x="2350" y="0"/>
                    <a:pt x="2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172"/>
            <p:cNvSpPr/>
            <p:nvPr/>
          </p:nvSpPr>
          <p:spPr>
            <a:xfrm>
              <a:off x="7879608" y="3557011"/>
              <a:ext cx="125121" cy="235745"/>
            </a:xfrm>
            <a:custGeom>
              <a:avLst/>
              <a:gdLst/>
              <a:ahLst/>
              <a:cxnLst/>
              <a:rect l="l" t="t" r="r" b="b"/>
              <a:pathLst>
                <a:path w="2952" h="5562" extrusionOk="0">
                  <a:moveTo>
                    <a:pt x="2253" y="239"/>
                  </a:moveTo>
                  <a:cubicBezTo>
                    <a:pt x="2272" y="239"/>
                    <a:pt x="2290" y="239"/>
                    <a:pt x="2309" y="241"/>
                  </a:cubicBezTo>
                  <a:cubicBezTo>
                    <a:pt x="2445" y="241"/>
                    <a:pt x="2568" y="253"/>
                    <a:pt x="2692" y="278"/>
                  </a:cubicBezTo>
                  <a:cubicBezTo>
                    <a:pt x="2334" y="2093"/>
                    <a:pt x="1519" y="3784"/>
                    <a:pt x="334" y="5191"/>
                  </a:cubicBezTo>
                  <a:cubicBezTo>
                    <a:pt x="248" y="4771"/>
                    <a:pt x="272" y="4351"/>
                    <a:pt x="371" y="4166"/>
                  </a:cubicBezTo>
                  <a:cubicBezTo>
                    <a:pt x="458" y="4043"/>
                    <a:pt x="569" y="3944"/>
                    <a:pt x="692" y="3882"/>
                  </a:cubicBezTo>
                  <a:cubicBezTo>
                    <a:pt x="828" y="3821"/>
                    <a:pt x="939" y="3722"/>
                    <a:pt x="1025" y="3611"/>
                  </a:cubicBezTo>
                  <a:cubicBezTo>
                    <a:pt x="1124" y="3463"/>
                    <a:pt x="1174" y="3278"/>
                    <a:pt x="1149" y="3092"/>
                  </a:cubicBezTo>
                  <a:cubicBezTo>
                    <a:pt x="1137" y="2981"/>
                    <a:pt x="1149" y="2870"/>
                    <a:pt x="1186" y="2771"/>
                  </a:cubicBezTo>
                  <a:cubicBezTo>
                    <a:pt x="1248" y="2673"/>
                    <a:pt x="1334" y="2599"/>
                    <a:pt x="1433" y="2537"/>
                  </a:cubicBezTo>
                  <a:cubicBezTo>
                    <a:pt x="1606" y="2438"/>
                    <a:pt x="1741" y="2278"/>
                    <a:pt x="1803" y="2080"/>
                  </a:cubicBezTo>
                  <a:cubicBezTo>
                    <a:pt x="1828" y="1870"/>
                    <a:pt x="1791" y="1661"/>
                    <a:pt x="1680" y="1488"/>
                  </a:cubicBezTo>
                  <a:cubicBezTo>
                    <a:pt x="1593" y="1340"/>
                    <a:pt x="1544" y="1179"/>
                    <a:pt x="1556" y="1019"/>
                  </a:cubicBezTo>
                  <a:cubicBezTo>
                    <a:pt x="1618" y="685"/>
                    <a:pt x="1729" y="463"/>
                    <a:pt x="1902" y="340"/>
                  </a:cubicBezTo>
                  <a:cubicBezTo>
                    <a:pt x="2010" y="275"/>
                    <a:pt x="2127" y="239"/>
                    <a:pt x="2253" y="239"/>
                  </a:cubicBezTo>
                  <a:close/>
                  <a:moveTo>
                    <a:pt x="2309" y="0"/>
                  </a:moveTo>
                  <a:cubicBezTo>
                    <a:pt x="2121" y="0"/>
                    <a:pt x="1933" y="37"/>
                    <a:pt x="1766" y="142"/>
                  </a:cubicBezTo>
                  <a:cubicBezTo>
                    <a:pt x="1544" y="303"/>
                    <a:pt x="1396" y="574"/>
                    <a:pt x="1322" y="982"/>
                  </a:cubicBezTo>
                  <a:cubicBezTo>
                    <a:pt x="1309" y="1191"/>
                    <a:pt x="1359" y="1401"/>
                    <a:pt x="1470" y="1586"/>
                  </a:cubicBezTo>
                  <a:cubicBezTo>
                    <a:pt x="1556" y="1710"/>
                    <a:pt x="1593" y="1870"/>
                    <a:pt x="1581" y="2031"/>
                  </a:cubicBezTo>
                  <a:cubicBezTo>
                    <a:pt x="1544" y="2167"/>
                    <a:pt x="1420" y="2253"/>
                    <a:pt x="1285" y="2352"/>
                  </a:cubicBezTo>
                  <a:cubicBezTo>
                    <a:pt x="1161" y="2426"/>
                    <a:pt x="1063" y="2537"/>
                    <a:pt x="976" y="2660"/>
                  </a:cubicBezTo>
                  <a:cubicBezTo>
                    <a:pt x="927" y="2796"/>
                    <a:pt x="902" y="2944"/>
                    <a:pt x="914" y="3105"/>
                  </a:cubicBezTo>
                  <a:cubicBezTo>
                    <a:pt x="927" y="3228"/>
                    <a:pt x="902" y="3364"/>
                    <a:pt x="840" y="3475"/>
                  </a:cubicBezTo>
                  <a:cubicBezTo>
                    <a:pt x="766" y="3561"/>
                    <a:pt x="680" y="3623"/>
                    <a:pt x="581" y="3685"/>
                  </a:cubicBezTo>
                  <a:cubicBezTo>
                    <a:pt x="408" y="3759"/>
                    <a:pt x="272" y="3882"/>
                    <a:pt x="174" y="4043"/>
                  </a:cubicBezTo>
                  <a:cubicBezTo>
                    <a:pt x="1" y="4364"/>
                    <a:pt x="38" y="5006"/>
                    <a:pt x="149" y="5475"/>
                  </a:cubicBezTo>
                  <a:cubicBezTo>
                    <a:pt x="161" y="5512"/>
                    <a:pt x="198" y="5549"/>
                    <a:pt x="235" y="5561"/>
                  </a:cubicBezTo>
                  <a:lnTo>
                    <a:pt x="272" y="5561"/>
                  </a:lnTo>
                  <a:cubicBezTo>
                    <a:pt x="297" y="5561"/>
                    <a:pt x="322" y="5536"/>
                    <a:pt x="347" y="5524"/>
                  </a:cubicBezTo>
                  <a:cubicBezTo>
                    <a:pt x="1667" y="4018"/>
                    <a:pt x="2556" y="2179"/>
                    <a:pt x="2939" y="216"/>
                  </a:cubicBezTo>
                  <a:cubicBezTo>
                    <a:pt x="2951" y="155"/>
                    <a:pt x="2914" y="93"/>
                    <a:pt x="2852" y="80"/>
                  </a:cubicBezTo>
                  <a:cubicBezTo>
                    <a:pt x="2686" y="37"/>
                    <a:pt x="2497" y="0"/>
                    <a:pt x="23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172"/>
            <p:cNvSpPr/>
            <p:nvPr/>
          </p:nvSpPr>
          <p:spPr>
            <a:xfrm>
              <a:off x="7070778" y="3119851"/>
              <a:ext cx="190478" cy="283089"/>
            </a:xfrm>
            <a:custGeom>
              <a:avLst/>
              <a:gdLst/>
              <a:ahLst/>
              <a:cxnLst/>
              <a:rect l="l" t="t" r="r" b="b"/>
              <a:pathLst>
                <a:path w="4494" h="6679" extrusionOk="0">
                  <a:moveTo>
                    <a:pt x="3703" y="1"/>
                  </a:moveTo>
                  <a:lnTo>
                    <a:pt x="3703" y="1"/>
                  </a:lnTo>
                  <a:cubicBezTo>
                    <a:pt x="1716" y="1729"/>
                    <a:pt x="408" y="4087"/>
                    <a:pt x="0" y="6679"/>
                  </a:cubicBezTo>
                  <a:cubicBezTo>
                    <a:pt x="173" y="6679"/>
                    <a:pt x="346" y="6630"/>
                    <a:pt x="506" y="6543"/>
                  </a:cubicBezTo>
                  <a:cubicBezTo>
                    <a:pt x="741" y="6358"/>
                    <a:pt x="593" y="6284"/>
                    <a:pt x="617" y="6000"/>
                  </a:cubicBezTo>
                  <a:cubicBezTo>
                    <a:pt x="667" y="5506"/>
                    <a:pt x="1111" y="5000"/>
                    <a:pt x="1420" y="4642"/>
                  </a:cubicBezTo>
                  <a:cubicBezTo>
                    <a:pt x="1753" y="4235"/>
                    <a:pt x="2531" y="4371"/>
                    <a:pt x="2778" y="3926"/>
                  </a:cubicBezTo>
                  <a:cubicBezTo>
                    <a:pt x="2876" y="3753"/>
                    <a:pt x="2778" y="3593"/>
                    <a:pt x="2876" y="3433"/>
                  </a:cubicBezTo>
                  <a:cubicBezTo>
                    <a:pt x="3000" y="3235"/>
                    <a:pt x="3407" y="3124"/>
                    <a:pt x="3605" y="3013"/>
                  </a:cubicBezTo>
                  <a:cubicBezTo>
                    <a:pt x="3814" y="2889"/>
                    <a:pt x="4358" y="2717"/>
                    <a:pt x="4432" y="2470"/>
                  </a:cubicBezTo>
                  <a:cubicBezTo>
                    <a:pt x="4493" y="2272"/>
                    <a:pt x="4419" y="2198"/>
                    <a:pt x="4284" y="2038"/>
                  </a:cubicBezTo>
                  <a:cubicBezTo>
                    <a:pt x="4049" y="1754"/>
                    <a:pt x="3901" y="1778"/>
                    <a:pt x="3777" y="1396"/>
                  </a:cubicBezTo>
                  <a:cubicBezTo>
                    <a:pt x="3666" y="1013"/>
                    <a:pt x="3765" y="458"/>
                    <a:pt x="37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172"/>
            <p:cNvSpPr/>
            <p:nvPr/>
          </p:nvSpPr>
          <p:spPr>
            <a:xfrm>
              <a:off x="7065523" y="3115570"/>
              <a:ext cx="201498" cy="293135"/>
            </a:xfrm>
            <a:custGeom>
              <a:avLst/>
              <a:gdLst/>
              <a:ahLst/>
              <a:cxnLst/>
              <a:rect l="l" t="t" r="r" b="b"/>
              <a:pathLst>
                <a:path w="4754" h="6916" extrusionOk="0">
                  <a:moveTo>
                    <a:pt x="3729" y="361"/>
                  </a:moveTo>
                  <a:cubicBezTo>
                    <a:pt x="3729" y="472"/>
                    <a:pt x="3729" y="608"/>
                    <a:pt x="3729" y="731"/>
                  </a:cubicBezTo>
                  <a:cubicBezTo>
                    <a:pt x="3716" y="1003"/>
                    <a:pt x="3729" y="1275"/>
                    <a:pt x="3803" y="1534"/>
                  </a:cubicBezTo>
                  <a:cubicBezTo>
                    <a:pt x="3840" y="1731"/>
                    <a:pt x="3963" y="1892"/>
                    <a:pt x="4111" y="2015"/>
                  </a:cubicBezTo>
                  <a:cubicBezTo>
                    <a:pt x="4198" y="2077"/>
                    <a:pt x="4259" y="2151"/>
                    <a:pt x="4321" y="2225"/>
                  </a:cubicBezTo>
                  <a:lnTo>
                    <a:pt x="4358" y="2262"/>
                  </a:lnTo>
                  <a:cubicBezTo>
                    <a:pt x="4469" y="2386"/>
                    <a:pt x="4494" y="2398"/>
                    <a:pt x="4445" y="2534"/>
                  </a:cubicBezTo>
                  <a:cubicBezTo>
                    <a:pt x="4408" y="2682"/>
                    <a:pt x="4074" y="2830"/>
                    <a:pt x="3864" y="2929"/>
                  </a:cubicBezTo>
                  <a:cubicBezTo>
                    <a:pt x="3790" y="2966"/>
                    <a:pt x="3729" y="2990"/>
                    <a:pt x="3679" y="3015"/>
                  </a:cubicBezTo>
                  <a:cubicBezTo>
                    <a:pt x="3630" y="3040"/>
                    <a:pt x="3556" y="3077"/>
                    <a:pt x="3482" y="3114"/>
                  </a:cubicBezTo>
                  <a:cubicBezTo>
                    <a:pt x="3260" y="3200"/>
                    <a:pt x="3013" y="3311"/>
                    <a:pt x="2902" y="3484"/>
                  </a:cubicBezTo>
                  <a:cubicBezTo>
                    <a:pt x="2840" y="3571"/>
                    <a:pt x="2815" y="3682"/>
                    <a:pt x="2828" y="3793"/>
                  </a:cubicBezTo>
                  <a:cubicBezTo>
                    <a:pt x="2840" y="3854"/>
                    <a:pt x="2828" y="3916"/>
                    <a:pt x="2803" y="3978"/>
                  </a:cubicBezTo>
                  <a:cubicBezTo>
                    <a:pt x="2692" y="4175"/>
                    <a:pt x="2457" y="4237"/>
                    <a:pt x="2186" y="4311"/>
                  </a:cubicBezTo>
                  <a:cubicBezTo>
                    <a:pt x="1914" y="4385"/>
                    <a:pt x="1630" y="4459"/>
                    <a:pt x="1457" y="4669"/>
                  </a:cubicBezTo>
                  <a:lnTo>
                    <a:pt x="1433" y="4694"/>
                  </a:lnTo>
                  <a:cubicBezTo>
                    <a:pt x="1112" y="5064"/>
                    <a:pt x="680" y="5583"/>
                    <a:pt x="630" y="6101"/>
                  </a:cubicBezTo>
                  <a:cubicBezTo>
                    <a:pt x="618" y="6187"/>
                    <a:pt x="618" y="6274"/>
                    <a:pt x="643" y="6360"/>
                  </a:cubicBezTo>
                  <a:cubicBezTo>
                    <a:pt x="655" y="6459"/>
                    <a:pt x="655" y="6471"/>
                    <a:pt x="556" y="6558"/>
                  </a:cubicBezTo>
                  <a:cubicBezTo>
                    <a:pt x="470" y="6607"/>
                    <a:pt x="371" y="6644"/>
                    <a:pt x="260" y="6657"/>
                  </a:cubicBezTo>
                  <a:cubicBezTo>
                    <a:pt x="680" y="4225"/>
                    <a:pt x="1902" y="2015"/>
                    <a:pt x="3729" y="361"/>
                  </a:cubicBezTo>
                  <a:close/>
                  <a:moveTo>
                    <a:pt x="3816" y="0"/>
                  </a:moveTo>
                  <a:cubicBezTo>
                    <a:pt x="3790" y="0"/>
                    <a:pt x="3764" y="9"/>
                    <a:pt x="3741" y="28"/>
                  </a:cubicBezTo>
                  <a:cubicBezTo>
                    <a:pt x="1741" y="1768"/>
                    <a:pt x="420" y="4163"/>
                    <a:pt x="1" y="6780"/>
                  </a:cubicBezTo>
                  <a:cubicBezTo>
                    <a:pt x="1" y="6817"/>
                    <a:pt x="13" y="6854"/>
                    <a:pt x="38" y="6879"/>
                  </a:cubicBezTo>
                  <a:cubicBezTo>
                    <a:pt x="62" y="6891"/>
                    <a:pt x="87" y="6916"/>
                    <a:pt x="124" y="6916"/>
                  </a:cubicBezTo>
                  <a:lnTo>
                    <a:pt x="137" y="6903"/>
                  </a:lnTo>
                  <a:cubicBezTo>
                    <a:pt x="334" y="6903"/>
                    <a:pt x="532" y="6842"/>
                    <a:pt x="704" y="6731"/>
                  </a:cubicBezTo>
                  <a:cubicBezTo>
                    <a:pt x="840" y="6644"/>
                    <a:pt x="914" y="6484"/>
                    <a:pt x="865" y="6323"/>
                  </a:cubicBezTo>
                  <a:cubicBezTo>
                    <a:pt x="852" y="6249"/>
                    <a:pt x="852" y="6187"/>
                    <a:pt x="852" y="6126"/>
                  </a:cubicBezTo>
                  <a:cubicBezTo>
                    <a:pt x="902" y="5669"/>
                    <a:pt x="1309" y="5188"/>
                    <a:pt x="1605" y="4842"/>
                  </a:cubicBezTo>
                  <a:lnTo>
                    <a:pt x="1630" y="4817"/>
                  </a:lnTo>
                  <a:cubicBezTo>
                    <a:pt x="1766" y="4657"/>
                    <a:pt x="2000" y="4595"/>
                    <a:pt x="2247" y="4533"/>
                  </a:cubicBezTo>
                  <a:cubicBezTo>
                    <a:pt x="2544" y="4447"/>
                    <a:pt x="2852" y="4373"/>
                    <a:pt x="3000" y="4089"/>
                  </a:cubicBezTo>
                  <a:cubicBezTo>
                    <a:pt x="3050" y="4003"/>
                    <a:pt x="3074" y="3892"/>
                    <a:pt x="3062" y="3780"/>
                  </a:cubicBezTo>
                  <a:cubicBezTo>
                    <a:pt x="3050" y="3719"/>
                    <a:pt x="3062" y="3657"/>
                    <a:pt x="3087" y="3608"/>
                  </a:cubicBezTo>
                  <a:cubicBezTo>
                    <a:pt x="3161" y="3497"/>
                    <a:pt x="3383" y="3398"/>
                    <a:pt x="3568" y="3324"/>
                  </a:cubicBezTo>
                  <a:cubicBezTo>
                    <a:pt x="3655" y="3287"/>
                    <a:pt x="3741" y="3237"/>
                    <a:pt x="3790" y="3213"/>
                  </a:cubicBezTo>
                  <a:cubicBezTo>
                    <a:pt x="3840" y="3188"/>
                    <a:pt x="3901" y="3163"/>
                    <a:pt x="3963" y="3139"/>
                  </a:cubicBezTo>
                  <a:cubicBezTo>
                    <a:pt x="4247" y="3003"/>
                    <a:pt x="4593" y="2855"/>
                    <a:pt x="4667" y="2608"/>
                  </a:cubicBezTo>
                  <a:cubicBezTo>
                    <a:pt x="4753" y="2361"/>
                    <a:pt x="4654" y="2250"/>
                    <a:pt x="4531" y="2102"/>
                  </a:cubicBezTo>
                  <a:lnTo>
                    <a:pt x="4506" y="2077"/>
                  </a:lnTo>
                  <a:cubicBezTo>
                    <a:pt x="4432" y="1991"/>
                    <a:pt x="4346" y="1916"/>
                    <a:pt x="4272" y="1842"/>
                  </a:cubicBezTo>
                  <a:cubicBezTo>
                    <a:pt x="4136" y="1744"/>
                    <a:pt x="4050" y="1620"/>
                    <a:pt x="4013" y="1472"/>
                  </a:cubicBezTo>
                  <a:cubicBezTo>
                    <a:pt x="3963" y="1225"/>
                    <a:pt x="3938" y="978"/>
                    <a:pt x="3963" y="731"/>
                  </a:cubicBezTo>
                  <a:cubicBezTo>
                    <a:pt x="3963" y="522"/>
                    <a:pt x="3963" y="312"/>
                    <a:pt x="3938" y="102"/>
                  </a:cubicBezTo>
                  <a:cubicBezTo>
                    <a:pt x="3930" y="42"/>
                    <a:pt x="3874" y="0"/>
                    <a:pt x="3816" y="0"/>
                  </a:cubicBezTo>
                  <a:close/>
                </a:path>
              </a:pathLst>
            </a:custGeom>
            <a:solidFill>
              <a:srgbClr val="272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172"/>
            <p:cNvSpPr/>
            <p:nvPr/>
          </p:nvSpPr>
          <p:spPr>
            <a:xfrm>
              <a:off x="7305166" y="3030418"/>
              <a:ext cx="703210" cy="839223"/>
            </a:xfrm>
            <a:custGeom>
              <a:avLst/>
              <a:gdLst/>
              <a:ahLst/>
              <a:cxnLst/>
              <a:rect l="l" t="t" r="r" b="b"/>
              <a:pathLst>
                <a:path w="16591" h="19800" extrusionOk="0">
                  <a:moveTo>
                    <a:pt x="9110" y="0"/>
                  </a:moveTo>
                  <a:lnTo>
                    <a:pt x="9098" y="12"/>
                  </a:lnTo>
                  <a:cubicBezTo>
                    <a:pt x="9085" y="222"/>
                    <a:pt x="9024" y="432"/>
                    <a:pt x="8913" y="605"/>
                  </a:cubicBezTo>
                  <a:cubicBezTo>
                    <a:pt x="8802" y="765"/>
                    <a:pt x="8481" y="864"/>
                    <a:pt x="8271" y="951"/>
                  </a:cubicBezTo>
                  <a:cubicBezTo>
                    <a:pt x="8082" y="1031"/>
                    <a:pt x="7560" y="1191"/>
                    <a:pt x="7195" y="1191"/>
                  </a:cubicBezTo>
                  <a:cubicBezTo>
                    <a:pt x="7058" y="1191"/>
                    <a:pt x="6943" y="1168"/>
                    <a:pt x="6876" y="1111"/>
                  </a:cubicBezTo>
                  <a:cubicBezTo>
                    <a:pt x="6654" y="938"/>
                    <a:pt x="6901" y="333"/>
                    <a:pt x="6715" y="148"/>
                  </a:cubicBezTo>
                  <a:cubicBezTo>
                    <a:pt x="6668" y="94"/>
                    <a:pt x="6597" y="73"/>
                    <a:pt x="6515" y="73"/>
                  </a:cubicBezTo>
                  <a:cubicBezTo>
                    <a:pt x="6299" y="73"/>
                    <a:pt x="6004" y="218"/>
                    <a:pt x="5851" y="272"/>
                  </a:cubicBezTo>
                  <a:cubicBezTo>
                    <a:pt x="5444" y="432"/>
                    <a:pt x="5037" y="543"/>
                    <a:pt x="4617" y="679"/>
                  </a:cubicBezTo>
                  <a:cubicBezTo>
                    <a:pt x="4308" y="778"/>
                    <a:pt x="4135" y="938"/>
                    <a:pt x="3852" y="1099"/>
                  </a:cubicBezTo>
                  <a:cubicBezTo>
                    <a:pt x="3074" y="1506"/>
                    <a:pt x="3629" y="1346"/>
                    <a:pt x="3926" y="1864"/>
                  </a:cubicBezTo>
                  <a:cubicBezTo>
                    <a:pt x="3197" y="2271"/>
                    <a:pt x="3247" y="3358"/>
                    <a:pt x="3308" y="4086"/>
                  </a:cubicBezTo>
                  <a:cubicBezTo>
                    <a:pt x="3765" y="4061"/>
                    <a:pt x="4160" y="3777"/>
                    <a:pt x="4210" y="3382"/>
                  </a:cubicBezTo>
                  <a:cubicBezTo>
                    <a:pt x="4284" y="2839"/>
                    <a:pt x="4098" y="2271"/>
                    <a:pt x="4827" y="2074"/>
                  </a:cubicBezTo>
                  <a:cubicBezTo>
                    <a:pt x="4963" y="2321"/>
                    <a:pt x="5456" y="2296"/>
                    <a:pt x="5555" y="2555"/>
                  </a:cubicBezTo>
                  <a:cubicBezTo>
                    <a:pt x="5666" y="2827"/>
                    <a:pt x="5283" y="3173"/>
                    <a:pt x="5111" y="3321"/>
                  </a:cubicBezTo>
                  <a:cubicBezTo>
                    <a:pt x="4740" y="3691"/>
                    <a:pt x="4345" y="3913"/>
                    <a:pt x="3901" y="4172"/>
                  </a:cubicBezTo>
                  <a:cubicBezTo>
                    <a:pt x="3716" y="4283"/>
                    <a:pt x="3444" y="4370"/>
                    <a:pt x="3284" y="4506"/>
                  </a:cubicBezTo>
                  <a:cubicBezTo>
                    <a:pt x="3173" y="4617"/>
                    <a:pt x="3173" y="4839"/>
                    <a:pt x="3012" y="4876"/>
                  </a:cubicBezTo>
                  <a:cubicBezTo>
                    <a:pt x="2995" y="4879"/>
                    <a:pt x="2979" y="4880"/>
                    <a:pt x="2963" y="4880"/>
                  </a:cubicBezTo>
                  <a:cubicBezTo>
                    <a:pt x="2607" y="4880"/>
                    <a:pt x="2484" y="4163"/>
                    <a:pt x="1981" y="4163"/>
                  </a:cubicBezTo>
                  <a:cubicBezTo>
                    <a:pt x="1948" y="4163"/>
                    <a:pt x="1913" y="4166"/>
                    <a:pt x="1877" y="4172"/>
                  </a:cubicBezTo>
                  <a:cubicBezTo>
                    <a:pt x="1765" y="4604"/>
                    <a:pt x="1148" y="4382"/>
                    <a:pt x="914" y="4728"/>
                  </a:cubicBezTo>
                  <a:cubicBezTo>
                    <a:pt x="740" y="4980"/>
                    <a:pt x="874" y="5062"/>
                    <a:pt x="1096" y="5062"/>
                  </a:cubicBezTo>
                  <a:cubicBezTo>
                    <a:pt x="1362" y="5062"/>
                    <a:pt x="1754" y="4944"/>
                    <a:pt x="1889" y="4864"/>
                  </a:cubicBezTo>
                  <a:cubicBezTo>
                    <a:pt x="2012" y="5049"/>
                    <a:pt x="2432" y="5073"/>
                    <a:pt x="2457" y="5308"/>
                  </a:cubicBezTo>
                  <a:cubicBezTo>
                    <a:pt x="2457" y="5407"/>
                    <a:pt x="1951" y="5851"/>
                    <a:pt x="1815" y="5925"/>
                  </a:cubicBezTo>
                  <a:cubicBezTo>
                    <a:pt x="1753" y="5955"/>
                    <a:pt x="1684" y="5966"/>
                    <a:pt x="1613" y="5966"/>
                  </a:cubicBezTo>
                  <a:cubicBezTo>
                    <a:pt x="1386" y="5966"/>
                    <a:pt x="1129" y="5851"/>
                    <a:pt x="960" y="5851"/>
                  </a:cubicBezTo>
                  <a:cubicBezTo>
                    <a:pt x="918" y="5851"/>
                    <a:pt x="881" y="5858"/>
                    <a:pt x="852" y="5876"/>
                  </a:cubicBezTo>
                  <a:cubicBezTo>
                    <a:pt x="531" y="6036"/>
                    <a:pt x="778" y="6357"/>
                    <a:pt x="815" y="6530"/>
                  </a:cubicBezTo>
                  <a:cubicBezTo>
                    <a:pt x="840" y="6703"/>
                    <a:pt x="753" y="7271"/>
                    <a:pt x="889" y="7394"/>
                  </a:cubicBezTo>
                  <a:cubicBezTo>
                    <a:pt x="956" y="7456"/>
                    <a:pt x="1013" y="7481"/>
                    <a:pt x="1062" y="7481"/>
                  </a:cubicBezTo>
                  <a:cubicBezTo>
                    <a:pt x="1237" y="7481"/>
                    <a:pt x="1311" y="7163"/>
                    <a:pt x="1407" y="7086"/>
                  </a:cubicBezTo>
                  <a:cubicBezTo>
                    <a:pt x="1593" y="6937"/>
                    <a:pt x="1938" y="7011"/>
                    <a:pt x="2074" y="6839"/>
                  </a:cubicBezTo>
                  <a:cubicBezTo>
                    <a:pt x="2210" y="6666"/>
                    <a:pt x="2111" y="6370"/>
                    <a:pt x="2272" y="6160"/>
                  </a:cubicBezTo>
                  <a:cubicBezTo>
                    <a:pt x="2531" y="5802"/>
                    <a:pt x="2889" y="5777"/>
                    <a:pt x="3012" y="5320"/>
                  </a:cubicBezTo>
                  <a:cubicBezTo>
                    <a:pt x="3469" y="5592"/>
                    <a:pt x="3531" y="5419"/>
                    <a:pt x="3654" y="5999"/>
                  </a:cubicBezTo>
                  <a:cubicBezTo>
                    <a:pt x="3815" y="5975"/>
                    <a:pt x="3987" y="5938"/>
                    <a:pt x="4148" y="5888"/>
                  </a:cubicBezTo>
                  <a:lnTo>
                    <a:pt x="4148" y="5888"/>
                  </a:lnTo>
                  <a:cubicBezTo>
                    <a:pt x="4104" y="6008"/>
                    <a:pt x="3775" y="6327"/>
                    <a:pt x="4006" y="6327"/>
                  </a:cubicBezTo>
                  <a:cubicBezTo>
                    <a:pt x="4038" y="6327"/>
                    <a:pt x="4080" y="6321"/>
                    <a:pt x="4135" y="6308"/>
                  </a:cubicBezTo>
                  <a:cubicBezTo>
                    <a:pt x="4365" y="6262"/>
                    <a:pt x="4467" y="5907"/>
                    <a:pt x="4758" y="5907"/>
                  </a:cubicBezTo>
                  <a:cubicBezTo>
                    <a:pt x="4779" y="5907"/>
                    <a:pt x="4803" y="5909"/>
                    <a:pt x="4827" y="5913"/>
                  </a:cubicBezTo>
                  <a:cubicBezTo>
                    <a:pt x="5074" y="5950"/>
                    <a:pt x="5049" y="6221"/>
                    <a:pt x="5259" y="6283"/>
                  </a:cubicBezTo>
                  <a:cubicBezTo>
                    <a:pt x="5298" y="6298"/>
                    <a:pt x="5338" y="6304"/>
                    <a:pt x="5378" y="6304"/>
                  </a:cubicBezTo>
                  <a:cubicBezTo>
                    <a:pt x="5612" y="6304"/>
                    <a:pt x="5850" y="6087"/>
                    <a:pt x="6061" y="6024"/>
                  </a:cubicBezTo>
                  <a:cubicBezTo>
                    <a:pt x="6132" y="6006"/>
                    <a:pt x="6196" y="5999"/>
                    <a:pt x="6257" y="5999"/>
                  </a:cubicBezTo>
                  <a:cubicBezTo>
                    <a:pt x="6533" y="5999"/>
                    <a:pt x="6722" y="6154"/>
                    <a:pt x="7036" y="6184"/>
                  </a:cubicBezTo>
                  <a:cubicBezTo>
                    <a:pt x="7057" y="6187"/>
                    <a:pt x="7078" y="6187"/>
                    <a:pt x="7098" y="6187"/>
                  </a:cubicBezTo>
                  <a:cubicBezTo>
                    <a:pt x="7440" y="6187"/>
                    <a:pt x="7722" y="5909"/>
                    <a:pt x="8049" y="5851"/>
                  </a:cubicBezTo>
                  <a:cubicBezTo>
                    <a:pt x="8084" y="5846"/>
                    <a:pt x="8117" y="5843"/>
                    <a:pt x="8148" y="5843"/>
                  </a:cubicBezTo>
                  <a:cubicBezTo>
                    <a:pt x="8701" y="5843"/>
                    <a:pt x="8579" y="6641"/>
                    <a:pt x="8567" y="7086"/>
                  </a:cubicBezTo>
                  <a:cubicBezTo>
                    <a:pt x="8555" y="7308"/>
                    <a:pt x="8493" y="7505"/>
                    <a:pt x="8407" y="7703"/>
                  </a:cubicBezTo>
                  <a:cubicBezTo>
                    <a:pt x="8098" y="7666"/>
                    <a:pt x="8234" y="7295"/>
                    <a:pt x="8024" y="7110"/>
                  </a:cubicBezTo>
                  <a:cubicBezTo>
                    <a:pt x="7802" y="6987"/>
                    <a:pt x="7567" y="6900"/>
                    <a:pt x="7320" y="6839"/>
                  </a:cubicBezTo>
                  <a:cubicBezTo>
                    <a:pt x="7279" y="6831"/>
                    <a:pt x="7239" y="6827"/>
                    <a:pt x="7199" y="6827"/>
                  </a:cubicBezTo>
                  <a:cubicBezTo>
                    <a:pt x="6660" y="6827"/>
                    <a:pt x="6171" y="7511"/>
                    <a:pt x="5630" y="7511"/>
                  </a:cubicBezTo>
                  <a:cubicBezTo>
                    <a:pt x="5601" y="7511"/>
                    <a:pt x="5572" y="7509"/>
                    <a:pt x="5543" y="7505"/>
                  </a:cubicBezTo>
                  <a:cubicBezTo>
                    <a:pt x="5123" y="7443"/>
                    <a:pt x="4642" y="6937"/>
                    <a:pt x="4247" y="6765"/>
                  </a:cubicBezTo>
                  <a:cubicBezTo>
                    <a:pt x="4140" y="6723"/>
                    <a:pt x="4032" y="6706"/>
                    <a:pt x="3923" y="6706"/>
                  </a:cubicBezTo>
                  <a:cubicBezTo>
                    <a:pt x="3512" y="6706"/>
                    <a:pt x="3081" y="6946"/>
                    <a:pt x="2642" y="7024"/>
                  </a:cubicBezTo>
                  <a:cubicBezTo>
                    <a:pt x="2494" y="7061"/>
                    <a:pt x="2333" y="7073"/>
                    <a:pt x="2185" y="7086"/>
                  </a:cubicBezTo>
                  <a:cubicBezTo>
                    <a:pt x="2049" y="7369"/>
                    <a:pt x="1617" y="7518"/>
                    <a:pt x="1321" y="7518"/>
                  </a:cubicBezTo>
                  <a:cubicBezTo>
                    <a:pt x="1321" y="7752"/>
                    <a:pt x="1111" y="7826"/>
                    <a:pt x="1012" y="8024"/>
                  </a:cubicBezTo>
                  <a:cubicBezTo>
                    <a:pt x="827" y="8332"/>
                    <a:pt x="877" y="8629"/>
                    <a:pt x="790" y="8949"/>
                  </a:cubicBezTo>
                  <a:cubicBezTo>
                    <a:pt x="729" y="9233"/>
                    <a:pt x="568" y="9381"/>
                    <a:pt x="445" y="9641"/>
                  </a:cubicBezTo>
                  <a:cubicBezTo>
                    <a:pt x="297" y="9974"/>
                    <a:pt x="358" y="10258"/>
                    <a:pt x="395" y="10604"/>
                  </a:cubicBezTo>
                  <a:cubicBezTo>
                    <a:pt x="445" y="11245"/>
                    <a:pt x="0" y="11900"/>
                    <a:pt x="346" y="12467"/>
                  </a:cubicBezTo>
                  <a:cubicBezTo>
                    <a:pt x="655" y="12937"/>
                    <a:pt x="1185" y="13233"/>
                    <a:pt x="1753" y="13233"/>
                  </a:cubicBezTo>
                  <a:cubicBezTo>
                    <a:pt x="1798" y="13236"/>
                    <a:pt x="1843" y="13237"/>
                    <a:pt x="1888" y="13237"/>
                  </a:cubicBezTo>
                  <a:cubicBezTo>
                    <a:pt x="2044" y="13237"/>
                    <a:pt x="2205" y="13219"/>
                    <a:pt x="2358" y="13171"/>
                  </a:cubicBezTo>
                  <a:cubicBezTo>
                    <a:pt x="2506" y="13109"/>
                    <a:pt x="2506" y="13023"/>
                    <a:pt x="2617" y="12961"/>
                  </a:cubicBezTo>
                  <a:cubicBezTo>
                    <a:pt x="3099" y="12714"/>
                    <a:pt x="3617" y="12554"/>
                    <a:pt x="4160" y="12504"/>
                  </a:cubicBezTo>
                  <a:cubicBezTo>
                    <a:pt x="4206" y="12500"/>
                    <a:pt x="4246" y="12497"/>
                    <a:pt x="4283" y="12497"/>
                  </a:cubicBezTo>
                  <a:cubicBezTo>
                    <a:pt x="4611" y="12497"/>
                    <a:pt x="4593" y="12698"/>
                    <a:pt x="4716" y="13109"/>
                  </a:cubicBezTo>
                  <a:cubicBezTo>
                    <a:pt x="4827" y="13443"/>
                    <a:pt x="4950" y="13776"/>
                    <a:pt x="5296" y="13961"/>
                  </a:cubicBezTo>
                  <a:cubicBezTo>
                    <a:pt x="5382" y="14010"/>
                    <a:pt x="5456" y="14017"/>
                    <a:pt x="5527" y="14017"/>
                  </a:cubicBezTo>
                  <a:cubicBezTo>
                    <a:pt x="5551" y="14017"/>
                    <a:pt x="5574" y="14016"/>
                    <a:pt x="5598" y="14016"/>
                  </a:cubicBezTo>
                  <a:cubicBezTo>
                    <a:pt x="5644" y="14016"/>
                    <a:pt x="5691" y="14019"/>
                    <a:pt x="5740" y="14035"/>
                  </a:cubicBezTo>
                  <a:cubicBezTo>
                    <a:pt x="5888" y="14122"/>
                    <a:pt x="6012" y="14220"/>
                    <a:pt x="6135" y="14319"/>
                  </a:cubicBezTo>
                  <a:cubicBezTo>
                    <a:pt x="6481" y="14554"/>
                    <a:pt x="6678" y="14554"/>
                    <a:pt x="6826" y="14973"/>
                  </a:cubicBezTo>
                  <a:cubicBezTo>
                    <a:pt x="7061" y="15603"/>
                    <a:pt x="6913" y="16467"/>
                    <a:pt x="6999" y="17096"/>
                  </a:cubicBezTo>
                  <a:cubicBezTo>
                    <a:pt x="7147" y="18109"/>
                    <a:pt x="8666" y="18689"/>
                    <a:pt x="8234" y="19800"/>
                  </a:cubicBezTo>
                  <a:cubicBezTo>
                    <a:pt x="8937" y="19479"/>
                    <a:pt x="10530" y="18652"/>
                    <a:pt x="10690" y="17788"/>
                  </a:cubicBezTo>
                  <a:cubicBezTo>
                    <a:pt x="10764" y="17417"/>
                    <a:pt x="10443" y="17109"/>
                    <a:pt x="10443" y="16763"/>
                  </a:cubicBezTo>
                  <a:cubicBezTo>
                    <a:pt x="10443" y="16553"/>
                    <a:pt x="10826" y="15911"/>
                    <a:pt x="11048" y="15874"/>
                  </a:cubicBezTo>
                  <a:cubicBezTo>
                    <a:pt x="11074" y="15868"/>
                    <a:pt x="11098" y="15866"/>
                    <a:pt x="11121" y="15866"/>
                  </a:cubicBezTo>
                  <a:cubicBezTo>
                    <a:pt x="11433" y="15866"/>
                    <a:pt x="11542" y="16372"/>
                    <a:pt x="11875" y="16430"/>
                  </a:cubicBezTo>
                  <a:cubicBezTo>
                    <a:pt x="11888" y="16432"/>
                    <a:pt x="11903" y="16433"/>
                    <a:pt x="11918" y="16433"/>
                  </a:cubicBezTo>
                  <a:cubicBezTo>
                    <a:pt x="12151" y="16433"/>
                    <a:pt x="12640" y="16184"/>
                    <a:pt x="12813" y="16010"/>
                  </a:cubicBezTo>
                  <a:cubicBezTo>
                    <a:pt x="13406" y="15393"/>
                    <a:pt x="12134" y="14862"/>
                    <a:pt x="11628" y="14689"/>
                  </a:cubicBezTo>
                  <a:cubicBezTo>
                    <a:pt x="11530" y="14665"/>
                    <a:pt x="11431" y="14652"/>
                    <a:pt x="11320" y="14652"/>
                  </a:cubicBezTo>
                  <a:cubicBezTo>
                    <a:pt x="11258" y="14368"/>
                    <a:pt x="11110" y="13973"/>
                    <a:pt x="11172" y="13690"/>
                  </a:cubicBezTo>
                  <a:cubicBezTo>
                    <a:pt x="11258" y="13171"/>
                    <a:pt x="11764" y="13035"/>
                    <a:pt x="12097" y="12727"/>
                  </a:cubicBezTo>
                  <a:cubicBezTo>
                    <a:pt x="12357" y="12492"/>
                    <a:pt x="13282" y="11110"/>
                    <a:pt x="12998" y="10739"/>
                  </a:cubicBezTo>
                  <a:cubicBezTo>
                    <a:pt x="12850" y="10542"/>
                    <a:pt x="11863" y="10492"/>
                    <a:pt x="11579" y="10406"/>
                  </a:cubicBezTo>
                  <a:cubicBezTo>
                    <a:pt x="11344" y="10332"/>
                    <a:pt x="10986" y="10332"/>
                    <a:pt x="10777" y="10184"/>
                  </a:cubicBezTo>
                  <a:cubicBezTo>
                    <a:pt x="10591" y="10073"/>
                    <a:pt x="10604" y="9962"/>
                    <a:pt x="10468" y="9838"/>
                  </a:cubicBezTo>
                  <a:cubicBezTo>
                    <a:pt x="10098" y="9505"/>
                    <a:pt x="9900" y="9443"/>
                    <a:pt x="9690" y="8962"/>
                  </a:cubicBezTo>
                  <a:cubicBezTo>
                    <a:pt x="9567" y="8641"/>
                    <a:pt x="9592" y="8320"/>
                    <a:pt x="9493" y="8024"/>
                  </a:cubicBezTo>
                  <a:cubicBezTo>
                    <a:pt x="9406" y="7801"/>
                    <a:pt x="8900" y="7320"/>
                    <a:pt x="9283" y="7073"/>
                  </a:cubicBezTo>
                  <a:cubicBezTo>
                    <a:pt x="9366" y="7019"/>
                    <a:pt x="9440" y="6995"/>
                    <a:pt x="9506" y="6995"/>
                  </a:cubicBezTo>
                  <a:cubicBezTo>
                    <a:pt x="9919" y="6995"/>
                    <a:pt x="10019" y="7932"/>
                    <a:pt x="10147" y="8135"/>
                  </a:cubicBezTo>
                  <a:cubicBezTo>
                    <a:pt x="10369" y="8480"/>
                    <a:pt x="11048" y="8925"/>
                    <a:pt x="11406" y="9147"/>
                  </a:cubicBezTo>
                  <a:cubicBezTo>
                    <a:pt x="11697" y="9310"/>
                    <a:pt x="12021" y="9392"/>
                    <a:pt x="12347" y="9392"/>
                  </a:cubicBezTo>
                  <a:cubicBezTo>
                    <a:pt x="12587" y="9392"/>
                    <a:pt x="12829" y="9347"/>
                    <a:pt x="13060" y="9258"/>
                  </a:cubicBezTo>
                  <a:cubicBezTo>
                    <a:pt x="12998" y="8826"/>
                    <a:pt x="12875" y="8468"/>
                    <a:pt x="13122" y="8085"/>
                  </a:cubicBezTo>
                  <a:cubicBezTo>
                    <a:pt x="13319" y="7789"/>
                    <a:pt x="13653" y="7616"/>
                    <a:pt x="13381" y="7246"/>
                  </a:cubicBezTo>
                  <a:cubicBezTo>
                    <a:pt x="13671" y="7175"/>
                    <a:pt x="13912" y="7126"/>
                    <a:pt x="14107" y="7126"/>
                  </a:cubicBezTo>
                  <a:cubicBezTo>
                    <a:pt x="14485" y="7126"/>
                    <a:pt x="14690" y="7309"/>
                    <a:pt x="14739" y="7863"/>
                  </a:cubicBezTo>
                  <a:cubicBezTo>
                    <a:pt x="14776" y="8332"/>
                    <a:pt x="14912" y="8271"/>
                    <a:pt x="15134" y="8567"/>
                  </a:cubicBezTo>
                  <a:cubicBezTo>
                    <a:pt x="15356" y="8851"/>
                    <a:pt x="15307" y="9159"/>
                    <a:pt x="15368" y="9530"/>
                  </a:cubicBezTo>
                  <a:cubicBezTo>
                    <a:pt x="15466" y="10112"/>
                    <a:pt x="15849" y="10456"/>
                    <a:pt x="16448" y="10456"/>
                  </a:cubicBezTo>
                  <a:cubicBezTo>
                    <a:pt x="16458" y="10456"/>
                    <a:pt x="16469" y="10456"/>
                    <a:pt x="16479" y="10455"/>
                  </a:cubicBezTo>
                  <a:lnTo>
                    <a:pt x="16591" y="10455"/>
                  </a:lnTo>
                  <a:cubicBezTo>
                    <a:pt x="16566" y="5740"/>
                    <a:pt x="13566" y="1543"/>
                    <a:pt x="91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172"/>
            <p:cNvSpPr/>
            <p:nvPr/>
          </p:nvSpPr>
          <p:spPr>
            <a:xfrm>
              <a:off x="7304615" y="3026392"/>
              <a:ext cx="707406" cy="848505"/>
            </a:xfrm>
            <a:custGeom>
              <a:avLst/>
              <a:gdLst/>
              <a:ahLst/>
              <a:cxnLst/>
              <a:rect l="l" t="t" r="r" b="b"/>
              <a:pathLst>
                <a:path w="16690" h="20019" extrusionOk="0">
                  <a:moveTo>
                    <a:pt x="3099" y="5601"/>
                  </a:moveTo>
                  <a:cubicBezTo>
                    <a:pt x="3173" y="5638"/>
                    <a:pt x="3235" y="5662"/>
                    <a:pt x="3284" y="5687"/>
                  </a:cubicBezTo>
                  <a:cubicBezTo>
                    <a:pt x="3457" y="5761"/>
                    <a:pt x="3482" y="5773"/>
                    <a:pt x="3568" y="6144"/>
                  </a:cubicBezTo>
                  <a:cubicBezTo>
                    <a:pt x="3581" y="6193"/>
                    <a:pt x="3630" y="6230"/>
                    <a:pt x="3692" y="6230"/>
                  </a:cubicBezTo>
                  <a:cubicBezTo>
                    <a:pt x="3766" y="6218"/>
                    <a:pt x="3840" y="6205"/>
                    <a:pt x="3914" y="6193"/>
                  </a:cubicBezTo>
                  <a:lnTo>
                    <a:pt x="3914" y="6193"/>
                  </a:lnTo>
                  <a:cubicBezTo>
                    <a:pt x="3840" y="6304"/>
                    <a:pt x="3803" y="6403"/>
                    <a:pt x="3865" y="6489"/>
                  </a:cubicBezTo>
                  <a:cubicBezTo>
                    <a:pt x="3903" y="6547"/>
                    <a:pt x="3969" y="6565"/>
                    <a:pt x="4034" y="6565"/>
                  </a:cubicBezTo>
                  <a:cubicBezTo>
                    <a:pt x="4092" y="6565"/>
                    <a:pt x="4150" y="6550"/>
                    <a:pt x="4186" y="6539"/>
                  </a:cubicBezTo>
                  <a:cubicBezTo>
                    <a:pt x="4309" y="6502"/>
                    <a:pt x="4408" y="6415"/>
                    <a:pt x="4494" y="6316"/>
                  </a:cubicBezTo>
                  <a:cubicBezTo>
                    <a:pt x="4591" y="6209"/>
                    <a:pt x="4669" y="6139"/>
                    <a:pt x="4769" y="6139"/>
                  </a:cubicBezTo>
                  <a:cubicBezTo>
                    <a:pt x="4784" y="6139"/>
                    <a:pt x="4799" y="6140"/>
                    <a:pt x="4815" y="6144"/>
                  </a:cubicBezTo>
                  <a:cubicBezTo>
                    <a:pt x="4901" y="6156"/>
                    <a:pt x="4926" y="6193"/>
                    <a:pt x="4988" y="6279"/>
                  </a:cubicBezTo>
                  <a:cubicBezTo>
                    <a:pt x="5037" y="6391"/>
                    <a:pt x="5124" y="6477"/>
                    <a:pt x="5235" y="6514"/>
                  </a:cubicBezTo>
                  <a:cubicBezTo>
                    <a:pt x="5285" y="6531"/>
                    <a:pt x="5335" y="6538"/>
                    <a:pt x="5385" y="6538"/>
                  </a:cubicBezTo>
                  <a:cubicBezTo>
                    <a:pt x="5555" y="6538"/>
                    <a:pt x="5721" y="6452"/>
                    <a:pt x="5864" y="6366"/>
                  </a:cubicBezTo>
                  <a:cubicBezTo>
                    <a:pt x="5938" y="6316"/>
                    <a:pt x="6025" y="6279"/>
                    <a:pt x="6111" y="6255"/>
                  </a:cubicBezTo>
                  <a:cubicBezTo>
                    <a:pt x="6172" y="6237"/>
                    <a:pt x="6235" y="6229"/>
                    <a:pt x="6298" y="6229"/>
                  </a:cubicBezTo>
                  <a:cubicBezTo>
                    <a:pt x="6412" y="6229"/>
                    <a:pt x="6526" y="6256"/>
                    <a:pt x="6630" y="6304"/>
                  </a:cubicBezTo>
                  <a:cubicBezTo>
                    <a:pt x="6765" y="6353"/>
                    <a:pt x="6901" y="6391"/>
                    <a:pt x="7037" y="6403"/>
                  </a:cubicBezTo>
                  <a:cubicBezTo>
                    <a:pt x="7272" y="6403"/>
                    <a:pt x="7506" y="6341"/>
                    <a:pt x="7704" y="6230"/>
                  </a:cubicBezTo>
                  <a:cubicBezTo>
                    <a:pt x="7827" y="6156"/>
                    <a:pt x="7950" y="6107"/>
                    <a:pt x="8086" y="6070"/>
                  </a:cubicBezTo>
                  <a:cubicBezTo>
                    <a:pt x="8109" y="6063"/>
                    <a:pt x="8133" y="6060"/>
                    <a:pt x="8158" y="6060"/>
                  </a:cubicBezTo>
                  <a:cubicBezTo>
                    <a:pt x="8224" y="6060"/>
                    <a:pt x="8291" y="6083"/>
                    <a:pt x="8345" y="6119"/>
                  </a:cubicBezTo>
                  <a:cubicBezTo>
                    <a:pt x="8506" y="6267"/>
                    <a:pt x="8494" y="6687"/>
                    <a:pt x="8469" y="6995"/>
                  </a:cubicBezTo>
                  <a:cubicBezTo>
                    <a:pt x="8469" y="7057"/>
                    <a:pt x="8469" y="7131"/>
                    <a:pt x="8469" y="7181"/>
                  </a:cubicBezTo>
                  <a:cubicBezTo>
                    <a:pt x="8457" y="7341"/>
                    <a:pt x="8420" y="7501"/>
                    <a:pt x="8358" y="7650"/>
                  </a:cubicBezTo>
                  <a:cubicBezTo>
                    <a:pt x="8308" y="7600"/>
                    <a:pt x="8284" y="7526"/>
                    <a:pt x="8284" y="7464"/>
                  </a:cubicBezTo>
                  <a:cubicBezTo>
                    <a:pt x="8271" y="7329"/>
                    <a:pt x="8210" y="7205"/>
                    <a:pt x="8111" y="7106"/>
                  </a:cubicBezTo>
                  <a:cubicBezTo>
                    <a:pt x="7987" y="6995"/>
                    <a:pt x="7457" y="6835"/>
                    <a:pt x="7346" y="6823"/>
                  </a:cubicBezTo>
                  <a:cubicBezTo>
                    <a:pt x="7296" y="6810"/>
                    <a:pt x="7247" y="6798"/>
                    <a:pt x="7185" y="6798"/>
                  </a:cubicBezTo>
                  <a:lnTo>
                    <a:pt x="7185" y="6810"/>
                  </a:lnTo>
                  <a:cubicBezTo>
                    <a:pt x="6889" y="6810"/>
                    <a:pt x="6630" y="7008"/>
                    <a:pt x="6358" y="7193"/>
                  </a:cubicBezTo>
                  <a:cubicBezTo>
                    <a:pt x="6105" y="7354"/>
                    <a:pt x="5874" y="7504"/>
                    <a:pt x="5634" y="7504"/>
                  </a:cubicBezTo>
                  <a:cubicBezTo>
                    <a:pt x="5616" y="7504"/>
                    <a:pt x="5598" y="7503"/>
                    <a:pt x="5580" y="7501"/>
                  </a:cubicBezTo>
                  <a:cubicBezTo>
                    <a:pt x="5358" y="7464"/>
                    <a:pt x="5099" y="7279"/>
                    <a:pt x="4852" y="7106"/>
                  </a:cubicBezTo>
                  <a:cubicBezTo>
                    <a:pt x="4692" y="6971"/>
                    <a:pt x="4506" y="6860"/>
                    <a:pt x="4309" y="6773"/>
                  </a:cubicBezTo>
                  <a:cubicBezTo>
                    <a:pt x="4184" y="6721"/>
                    <a:pt x="4058" y="6700"/>
                    <a:pt x="3932" y="6700"/>
                  </a:cubicBezTo>
                  <a:cubicBezTo>
                    <a:pt x="3671" y="6700"/>
                    <a:pt x="3410" y="6789"/>
                    <a:pt x="3161" y="6872"/>
                  </a:cubicBezTo>
                  <a:cubicBezTo>
                    <a:pt x="2988" y="6934"/>
                    <a:pt x="2815" y="6983"/>
                    <a:pt x="2643" y="7020"/>
                  </a:cubicBezTo>
                  <a:lnTo>
                    <a:pt x="2606" y="7020"/>
                  </a:lnTo>
                  <a:cubicBezTo>
                    <a:pt x="2470" y="7057"/>
                    <a:pt x="2334" y="7069"/>
                    <a:pt x="2198" y="7082"/>
                  </a:cubicBezTo>
                  <a:cubicBezTo>
                    <a:pt x="2192" y="7080"/>
                    <a:pt x="2185" y="7079"/>
                    <a:pt x="2179" y="7079"/>
                  </a:cubicBezTo>
                  <a:cubicBezTo>
                    <a:pt x="2139" y="7079"/>
                    <a:pt x="2108" y="7111"/>
                    <a:pt x="2087" y="7143"/>
                  </a:cubicBezTo>
                  <a:cubicBezTo>
                    <a:pt x="2001" y="7353"/>
                    <a:pt x="1667" y="7489"/>
                    <a:pt x="1383" y="7501"/>
                  </a:cubicBezTo>
                  <a:cubicBezTo>
                    <a:pt x="1396" y="7477"/>
                    <a:pt x="1420" y="7440"/>
                    <a:pt x="1433" y="7415"/>
                  </a:cubicBezTo>
                  <a:cubicBezTo>
                    <a:pt x="1445" y="7366"/>
                    <a:pt x="1470" y="7329"/>
                    <a:pt x="1507" y="7292"/>
                  </a:cubicBezTo>
                  <a:cubicBezTo>
                    <a:pt x="1581" y="7242"/>
                    <a:pt x="1680" y="7218"/>
                    <a:pt x="1778" y="7218"/>
                  </a:cubicBezTo>
                  <a:cubicBezTo>
                    <a:pt x="1927" y="7205"/>
                    <a:pt x="2075" y="7143"/>
                    <a:pt x="2186" y="7032"/>
                  </a:cubicBezTo>
                  <a:cubicBezTo>
                    <a:pt x="2260" y="6921"/>
                    <a:pt x="2309" y="6786"/>
                    <a:pt x="2309" y="6650"/>
                  </a:cubicBezTo>
                  <a:cubicBezTo>
                    <a:pt x="2297" y="6539"/>
                    <a:pt x="2334" y="6428"/>
                    <a:pt x="2383" y="6341"/>
                  </a:cubicBezTo>
                  <a:cubicBezTo>
                    <a:pt x="2470" y="6230"/>
                    <a:pt x="2581" y="6131"/>
                    <a:pt x="2692" y="6057"/>
                  </a:cubicBezTo>
                  <a:cubicBezTo>
                    <a:pt x="2865" y="5946"/>
                    <a:pt x="3013" y="5786"/>
                    <a:pt x="3099" y="5601"/>
                  </a:cubicBezTo>
                  <a:close/>
                  <a:moveTo>
                    <a:pt x="9197" y="293"/>
                  </a:moveTo>
                  <a:cubicBezTo>
                    <a:pt x="12888" y="1626"/>
                    <a:pt x="15579" y="4811"/>
                    <a:pt x="16295" y="8674"/>
                  </a:cubicBezTo>
                  <a:cubicBezTo>
                    <a:pt x="16406" y="9267"/>
                    <a:pt x="16455" y="9871"/>
                    <a:pt x="16468" y="10476"/>
                  </a:cubicBezTo>
                  <a:cubicBezTo>
                    <a:pt x="15925" y="10476"/>
                    <a:pt x="15567" y="10180"/>
                    <a:pt x="15480" y="9637"/>
                  </a:cubicBezTo>
                  <a:cubicBezTo>
                    <a:pt x="15468" y="9538"/>
                    <a:pt x="15456" y="9439"/>
                    <a:pt x="15456" y="9353"/>
                  </a:cubicBezTo>
                  <a:cubicBezTo>
                    <a:pt x="15456" y="9094"/>
                    <a:pt x="15381" y="8835"/>
                    <a:pt x="15221" y="8625"/>
                  </a:cubicBezTo>
                  <a:cubicBezTo>
                    <a:pt x="15172" y="8551"/>
                    <a:pt x="15110" y="8477"/>
                    <a:pt x="15036" y="8415"/>
                  </a:cubicBezTo>
                  <a:cubicBezTo>
                    <a:pt x="14925" y="8304"/>
                    <a:pt x="14875" y="8267"/>
                    <a:pt x="14851" y="7983"/>
                  </a:cubicBezTo>
                  <a:cubicBezTo>
                    <a:pt x="14826" y="7613"/>
                    <a:pt x="14727" y="7378"/>
                    <a:pt x="14542" y="7255"/>
                  </a:cubicBezTo>
                  <a:cubicBezTo>
                    <a:pt x="14422" y="7163"/>
                    <a:pt x="14280" y="7124"/>
                    <a:pt x="14104" y="7124"/>
                  </a:cubicBezTo>
                  <a:cubicBezTo>
                    <a:pt x="13902" y="7124"/>
                    <a:pt x="13655" y="7175"/>
                    <a:pt x="13345" y="7255"/>
                  </a:cubicBezTo>
                  <a:cubicBezTo>
                    <a:pt x="13308" y="7255"/>
                    <a:pt x="13283" y="7292"/>
                    <a:pt x="13271" y="7329"/>
                  </a:cubicBezTo>
                  <a:cubicBezTo>
                    <a:pt x="13258" y="7366"/>
                    <a:pt x="13258" y="7403"/>
                    <a:pt x="13283" y="7440"/>
                  </a:cubicBezTo>
                  <a:cubicBezTo>
                    <a:pt x="13431" y="7625"/>
                    <a:pt x="13369" y="7724"/>
                    <a:pt x="13184" y="7921"/>
                  </a:cubicBezTo>
                  <a:cubicBezTo>
                    <a:pt x="13135" y="7995"/>
                    <a:pt x="13073" y="8057"/>
                    <a:pt x="13024" y="8131"/>
                  </a:cubicBezTo>
                  <a:cubicBezTo>
                    <a:pt x="12789" y="8501"/>
                    <a:pt x="12851" y="8835"/>
                    <a:pt x="12913" y="9180"/>
                  </a:cubicBezTo>
                  <a:cubicBezTo>
                    <a:pt x="12913" y="9217"/>
                    <a:pt x="12925" y="9254"/>
                    <a:pt x="12925" y="9304"/>
                  </a:cubicBezTo>
                  <a:cubicBezTo>
                    <a:pt x="12739" y="9366"/>
                    <a:pt x="12545" y="9396"/>
                    <a:pt x="12352" y="9396"/>
                  </a:cubicBezTo>
                  <a:cubicBezTo>
                    <a:pt x="12046" y="9396"/>
                    <a:pt x="11741" y="9319"/>
                    <a:pt x="11468" y="9168"/>
                  </a:cubicBezTo>
                  <a:cubicBezTo>
                    <a:pt x="10641" y="8662"/>
                    <a:pt x="10345" y="8353"/>
                    <a:pt x="10246" y="8193"/>
                  </a:cubicBezTo>
                  <a:cubicBezTo>
                    <a:pt x="10197" y="8094"/>
                    <a:pt x="10160" y="7995"/>
                    <a:pt x="10135" y="7884"/>
                  </a:cubicBezTo>
                  <a:cubicBezTo>
                    <a:pt x="10037" y="7538"/>
                    <a:pt x="9913" y="7119"/>
                    <a:pt x="9629" y="7008"/>
                  </a:cubicBezTo>
                  <a:cubicBezTo>
                    <a:pt x="9588" y="6997"/>
                    <a:pt x="9546" y="6991"/>
                    <a:pt x="9502" y="6991"/>
                  </a:cubicBezTo>
                  <a:cubicBezTo>
                    <a:pt x="9402" y="6991"/>
                    <a:pt x="9300" y="7021"/>
                    <a:pt x="9222" y="7082"/>
                  </a:cubicBezTo>
                  <a:cubicBezTo>
                    <a:pt x="9123" y="7143"/>
                    <a:pt x="9061" y="7242"/>
                    <a:pt x="9037" y="7341"/>
                  </a:cubicBezTo>
                  <a:cubicBezTo>
                    <a:pt x="8987" y="7563"/>
                    <a:pt x="9148" y="7798"/>
                    <a:pt x="9271" y="7983"/>
                  </a:cubicBezTo>
                  <a:cubicBezTo>
                    <a:pt x="9308" y="8045"/>
                    <a:pt x="9345" y="8106"/>
                    <a:pt x="9370" y="8168"/>
                  </a:cubicBezTo>
                  <a:cubicBezTo>
                    <a:pt x="9419" y="8304"/>
                    <a:pt x="9444" y="8427"/>
                    <a:pt x="9456" y="8575"/>
                  </a:cubicBezTo>
                  <a:cubicBezTo>
                    <a:pt x="9481" y="8761"/>
                    <a:pt x="9518" y="8933"/>
                    <a:pt x="9580" y="9106"/>
                  </a:cubicBezTo>
                  <a:cubicBezTo>
                    <a:pt x="9703" y="9402"/>
                    <a:pt x="9901" y="9662"/>
                    <a:pt x="10160" y="9847"/>
                  </a:cubicBezTo>
                  <a:cubicBezTo>
                    <a:pt x="10222" y="9896"/>
                    <a:pt x="10296" y="9958"/>
                    <a:pt x="10382" y="10032"/>
                  </a:cubicBezTo>
                  <a:cubicBezTo>
                    <a:pt x="10419" y="10069"/>
                    <a:pt x="10456" y="10118"/>
                    <a:pt x="10481" y="10168"/>
                  </a:cubicBezTo>
                  <a:cubicBezTo>
                    <a:pt x="10530" y="10254"/>
                    <a:pt x="10604" y="10341"/>
                    <a:pt x="10691" y="10390"/>
                  </a:cubicBezTo>
                  <a:cubicBezTo>
                    <a:pt x="10876" y="10489"/>
                    <a:pt x="11061" y="10550"/>
                    <a:pt x="11259" y="10563"/>
                  </a:cubicBezTo>
                  <a:cubicBezTo>
                    <a:pt x="11357" y="10575"/>
                    <a:pt x="11444" y="10600"/>
                    <a:pt x="11543" y="10624"/>
                  </a:cubicBezTo>
                  <a:cubicBezTo>
                    <a:pt x="11703" y="10662"/>
                    <a:pt x="11863" y="10699"/>
                    <a:pt x="12024" y="10711"/>
                  </a:cubicBezTo>
                  <a:cubicBezTo>
                    <a:pt x="12283" y="10748"/>
                    <a:pt x="12826" y="10822"/>
                    <a:pt x="12900" y="10921"/>
                  </a:cubicBezTo>
                  <a:cubicBezTo>
                    <a:pt x="13098" y="11192"/>
                    <a:pt x="12320" y="12476"/>
                    <a:pt x="12012" y="12760"/>
                  </a:cubicBezTo>
                  <a:cubicBezTo>
                    <a:pt x="11900" y="12834"/>
                    <a:pt x="11802" y="12908"/>
                    <a:pt x="11691" y="12982"/>
                  </a:cubicBezTo>
                  <a:cubicBezTo>
                    <a:pt x="11419" y="13155"/>
                    <a:pt x="11110" y="13365"/>
                    <a:pt x="11036" y="13772"/>
                  </a:cubicBezTo>
                  <a:cubicBezTo>
                    <a:pt x="11024" y="14044"/>
                    <a:pt x="11061" y="14315"/>
                    <a:pt x="11148" y="14575"/>
                  </a:cubicBezTo>
                  <a:cubicBezTo>
                    <a:pt x="11172" y="14649"/>
                    <a:pt x="11185" y="14723"/>
                    <a:pt x="11197" y="14784"/>
                  </a:cubicBezTo>
                  <a:cubicBezTo>
                    <a:pt x="11209" y="14834"/>
                    <a:pt x="11259" y="14871"/>
                    <a:pt x="11320" y="14883"/>
                  </a:cubicBezTo>
                  <a:cubicBezTo>
                    <a:pt x="11343" y="14880"/>
                    <a:pt x="11368" y="14878"/>
                    <a:pt x="11392" y="14878"/>
                  </a:cubicBezTo>
                  <a:cubicBezTo>
                    <a:pt x="11459" y="14878"/>
                    <a:pt x="11529" y="14890"/>
                    <a:pt x="11592" y="14908"/>
                  </a:cubicBezTo>
                  <a:cubicBezTo>
                    <a:pt x="12123" y="15093"/>
                    <a:pt x="12765" y="15426"/>
                    <a:pt x="12839" y="15735"/>
                  </a:cubicBezTo>
                  <a:cubicBezTo>
                    <a:pt x="12851" y="15846"/>
                    <a:pt x="12814" y="15957"/>
                    <a:pt x="12728" y="16043"/>
                  </a:cubicBezTo>
                  <a:cubicBezTo>
                    <a:pt x="12563" y="16208"/>
                    <a:pt x="12086" y="16428"/>
                    <a:pt x="11913" y="16428"/>
                  </a:cubicBezTo>
                  <a:cubicBezTo>
                    <a:pt x="11904" y="16428"/>
                    <a:pt x="11895" y="16427"/>
                    <a:pt x="11888" y="16426"/>
                  </a:cubicBezTo>
                  <a:cubicBezTo>
                    <a:pt x="11765" y="16401"/>
                    <a:pt x="11678" y="16290"/>
                    <a:pt x="11580" y="16167"/>
                  </a:cubicBezTo>
                  <a:cubicBezTo>
                    <a:pt x="11460" y="16026"/>
                    <a:pt x="11332" y="15847"/>
                    <a:pt x="11110" y="15847"/>
                  </a:cubicBezTo>
                  <a:cubicBezTo>
                    <a:pt x="11079" y="15847"/>
                    <a:pt x="11047" y="15851"/>
                    <a:pt x="11012" y="15858"/>
                  </a:cubicBezTo>
                  <a:cubicBezTo>
                    <a:pt x="10740" y="15932"/>
                    <a:pt x="10333" y="16611"/>
                    <a:pt x="10320" y="16870"/>
                  </a:cubicBezTo>
                  <a:cubicBezTo>
                    <a:pt x="10333" y="17043"/>
                    <a:pt x="10382" y="17216"/>
                    <a:pt x="10456" y="17364"/>
                  </a:cubicBezTo>
                  <a:cubicBezTo>
                    <a:pt x="10543" y="17525"/>
                    <a:pt x="10592" y="17698"/>
                    <a:pt x="10567" y="17883"/>
                  </a:cubicBezTo>
                  <a:cubicBezTo>
                    <a:pt x="10432" y="18623"/>
                    <a:pt x="9086" y="19364"/>
                    <a:pt x="8407" y="19685"/>
                  </a:cubicBezTo>
                  <a:cubicBezTo>
                    <a:pt x="8506" y="19117"/>
                    <a:pt x="8123" y="18673"/>
                    <a:pt x="7753" y="18241"/>
                  </a:cubicBezTo>
                  <a:cubicBezTo>
                    <a:pt x="7469" y="17920"/>
                    <a:pt x="7173" y="17574"/>
                    <a:pt x="7111" y="17191"/>
                  </a:cubicBezTo>
                  <a:cubicBezTo>
                    <a:pt x="7086" y="16920"/>
                    <a:pt x="7074" y="16661"/>
                    <a:pt x="7086" y="16389"/>
                  </a:cubicBezTo>
                  <a:cubicBezTo>
                    <a:pt x="7086" y="15920"/>
                    <a:pt x="7086" y="15439"/>
                    <a:pt x="6926" y="15031"/>
                  </a:cubicBezTo>
                  <a:cubicBezTo>
                    <a:pt x="6852" y="14784"/>
                    <a:pt x="6667" y="14575"/>
                    <a:pt x="6432" y="14476"/>
                  </a:cubicBezTo>
                  <a:cubicBezTo>
                    <a:pt x="6346" y="14439"/>
                    <a:pt x="6284" y="14389"/>
                    <a:pt x="6198" y="14328"/>
                  </a:cubicBezTo>
                  <a:cubicBezTo>
                    <a:pt x="6148" y="14291"/>
                    <a:pt x="6086" y="14254"/>
                    <a:pt x="6037" y="14217"/>
                  </a:cubicBezTo>
                  <a:cubicBezTo>
                    <a:pt x="5963" y="14142"/>
                    <a:pt x="5877" y="14081"/>
                    <a:pt x="5778" y="14031"/>
                  </a:cubicBezTo>
                  <a:cubicBezTo>
                    <a:pt x="5704" y="14007"/>
                    <a:pt x="5642" y="13994"/>
                    <a:pt x="5568" y="13994"/>
                  </a:cubicBezTo>
                  <a:lnTo>
                    <a:pt x="5531" y="14031"/>
                  </a:lnTo>
                  <a:cubicBezTo>
                    <a:pt x="5517" y="14034"/>
                    <a:pt x="5504" y="14035"/>
                    <a:pt x="5490" y="14035"/>
                  </a:cubicBezTo>
                  <a:cubicBezTo>
                    <a:pt x="5430" y="14035"/>
                    <a:pt x="5372" y="14015"/>
                    <a:pt x="5321" y="13994"/>
                  </a:cubicBezTo>
                  <a:cubicBezTo>
                    <a:pt x="5025" y="13834"/>
                    <a:pt x="4914" y="13538"/>
                    <a:pt x="4803" y="13204"/>
                  </a:cubicBezTo>
                  <a:cubicBezTo>
                    <a:pt x="4778" y="13130"/>
                    <a:pt x="4766" y="13069"/>
                    <a:pt x="4741" y="13007"/>
                  </a:cubicBezTo>
                  <a:cubicBezTo>
                    <a:pt x="4672" y="12721"/>
                    <a:pt x="4614" y="12509"/>
                    <a:pt x="4223" y="12509"/>
                  </a:cubicBezTo>
                  <a:cubicBezTo>
                    <a:pt x="4192" y="12509"/>
                    <a:pt x="4159" y="12510"/>
                    <a:pt x="4124" y="12513"/>
                  </a:cubicBezTo>
                  <a:cubicBezTo>
                    <a:pt x="3581" y="12575"/>
                    <a:pt x="3038" y="12723"/>
                    <a:pt x="2544" y="12982"/>
                  </a:cubicBezTo>
                  <a:cubicBezTo>
                    <a:pt x="2494" y="13007"/>
                    <a:pt x="2445" y="13044"/>
                    <a:pt x="2408" y="13093"/>
                  </a:cubicBezTo>
                  <a:cubicBezTo>
                    <a:pt x="2371" y="13130"/>
                    <a:pt x="2334" y="13167"/>
                    <a:pt x="2285" y="13180"/>
                  </a:cubicBezTo>
                  <a:cubicBezTo>
                    <a:pt x="2162" y="13217"/>
                    <a:pt x="2032" y="13233"/>
                    <a:pt x="1901" y="13233"/>
                  </a:cubicBezTo>
                  <a:cubicBezTo>
                    <a:pt x="1860" y="13233"/>
                    <a:pt x="1819" y="13232"/>
                    <a:pt x="1778" y="13229"/>
                  </a:cubicBezTo>
                  <a:lnTo>
                    <a:pt x="1729" y="13229"/>
                  </a:lnTo>
                  <a:cubicBezTo>
                    <a:pt x="1211" y="13229"/>
                    <a:pt x="717" y="12970"/>
                    <a:pt x="421" y="12525"/>
                  </a:cubicBezTo>
                  <a:cubicBezTo>
                    <a:pt x="235" y="12217"/>
                    <a:pt x="310" y="11871"/>
                    <a:pt x="396" y="11501"/>
                  </a:cubicBezTo>
                  <a:cubicBezTo>
                    <a:pt x="458" y="11242"/>
                    <a:pt x="495" y="10982"/>
                    <a:pt x="482" y="10723"/>
                  </a:cubicBezTo>
                  <a:cubicBezTo>
                    <a:pt x="470" y="10662"/>
                    <a:pt x="470" y="10612"/>
                    <a:pt x="470" y="10563"/>
                  </a:cubicBezTo>
                  <a:cubicBezTo>
                    <a:pt x="421" y="10316"/>
                    <a:pt x="445" y="10044"/>
                    <a:pt x="532" y="9810"/>
                  </a:cubicBezTo>
                  <a:cubicBezTo>
                    <a:pt x="581" y="9723"/>
                    <a:pt x="630" y="9637"/>
                    <a:pt x="680" y="9551"/>
                  </a:cubicBezTo>
                  <a:cubicBezTo>
                    <a:pt x="779" y="9402"/>
                    <a:pt x="840" y="9254"/>
                    <a:pt x="890" y="9081"/>
                  </a:cubicBezTo>
                  <a:cubicBezTo>
                    <a:pt x="914" y="8970"/>
                    <a:pt x="927" y="8859"/>
                    <a:pt x="939" y="8748"/>
                  </a:cubicBezTo>
                  <a:cubicBezTo>
                    <a:pt x="951" y="8551"/>
                    <a:pt x="1001" y="8353"/>
                    <a:pt x="1100" y="8193"/>
                  </a:cubicBezTo>
                  <a:cubicBezTo>
                    <a:pt x="1124" y="8131"/>
                    <a:pt x="1174" y="8082"/>
                    <a:pt x="1223" y="8032"/>
                  </a:cubicBezTo>
                  <a:cubicBezTo>
                    <a:pt x="1309" y="7946"/>
                    <a:pt x="1383" y="7847"/>
                    <a:pt x="1408" y="7724"/>
                  </a:cubicBezTo>
                  <a:cubicBezTo>
                    <a:pt x="1729" y="7699"/>
                    <a:pt x="2087" y="7551"/>
                    <a:pt x="2248" y="7292"/>
                  </a:cubicBezTo>
                  <a:cubicBezTo>
                    <a:pt x="2371" y="7279"/>
                    <a:pt x="2507" y="7267"/>
                    <a:pt x="2630" y="7242"/>
                  </a:cubicBezTo>
                  <a:lnTo>
                    <a:pt x="2655" y="7242"/>
                  </a:lnTo>
                  <a:cubicBezTo>
                    <a:pt x="2852" y="7205"/>
                    <a:pt x="3025" y="7156"/>
                    <a:pt x="3210" y="7082"/>
                  </a:cubicBezTo>
                  <a:cubicBezTo>
                    <a:pt x="3457" y="7005"/>
                    <a:pt x="3686" y="6929"/>
                    <a:pt x="3905" y="6929"/>
                  </a:cubicBezTo>
                  <a:cubicBezTo>
                    <a:pt x="4004" y="6929"/>
                    <a:pt x="4102" y="6945"/>
                    <a:pt x="4198" y="6983"/>
                  </a:cubicBezTo>
                  <a:cubicBezTo>
                    <a:pt x="4383" y="7069"/>
                    <a:pt x="4544" y="7168"/>
                    <a:pt x="4704" y="7292"/>
                  </a:cubicBezTo>
                  <a:cubicBezTo>
                    <a:pt x="4976" y="7477"/>
                    <a:pt x="5247" y="7687"/>
                    <a:pt x="5519" y="7724"/>
                  </a:cubicBezTo>
                  <a:cubicBezTo>
                    <a:pt x="5546" y="7727"/>
                    <a:pt x="5573" y="7728"/>
                    <a:pt x="5599" y="7728"/>
                  </a:cubicBezTo>
                  <a:cubicBezTo>
                    <a:pt x="5914" y="7728"/>
                    <a:pt x="6208" y="7536"/>
                    <a:pt x="6469" y="7366"/>
                  </a:cubicBezTo>
                  <a:cubicBezTo>
                    <a:pt x="6720" y="7202"/>
                    <a:pt x="6951" y="7049"/>
                    <a:pt x="7188" y="7049"/>
                  </a:cubicBezTo>
                  <a:cubicBezTo>
                    <a:pt x="7220" y="7049"/>
                    <a:pt x="7252" y="7051"/>
                    <a:pt x="7284" y="7057"/>
                  </a:cubicBezTo>
                  <a:cubicBezTo>
                    <a:pt x="7518" y="7106"/>
                    <a:pt x="7741" y="7193"/>
                    <a:pt x="7950" y="7292"/>
                  </a:cubicBezTo>
                  <a:cubicBezTo>
                    <a:pt x="8000" y="7366"/>
                    <a:pt x="8037" y="7440"/>
                    <a:pt x="8049" y="7526"/>
                  </a:cubicBezTo>
                  <a:cubicBezTo>
                    <a:pt x="8086" y="7687"/>
                    <a:pt x="8123" y="7896"/>
                    <a:pt x="8395" y="7921"/>
                  </a:cubicBezTo>
                  <a:cubicBezTo>
                    <a:pt x="8401" y="7923"/>
                    <a:pt x="8408" y="7924"/>
                    <a:pt x="8414" y="7924"/>
                  </a:cubicBezTo>
                  <a:cubicBezTo>
                    <a:pt x="8457" y="7924"/>
                    <a:pt x="8497" y="7890"/>
                    <a:pt x="8518" y="7847"/>
                  </a:cubicBezTo>
                  <a:cubicBezTo>
                    <a:pt x="8605" y="7650"/>
                    <a:pt x="8666" y="7427"/>
                    <a:pt x="8679" y="7205"/>
                  </a:cubicBezTo>
                  <a:lnTo>
                    <a:pt x="8679" y="7008"/>
                  </a:lnTo>
                  <a:cubicBezTo>
                    <a:pt x="8703" y="6637"/>
                    <a:pt x="8728" y="6181"/>
                    <a:pt x="8481" y="5958"/>
                  </a:cubicBezTo>
                  <a:cubicBezTo>
                    <a:pt x="8389" y="5875"/>
                    <a:pt x="8268" y="5834"/>
                    <a:pt x="8146" y="5834"/>
                  </a:cubicBezTo>
                  <a:cubicBezTo>
                    <a:pt x="8106" y="5834"/>
                    <a:pt x="8065" y="5838"/>
                    <a:pt x="8024" y="5847"/>
                  </a:cubicBezTo>
                  <a:cubicBezTo>
                    <a:pt x="7876" y="5884"/>
                    <a:pt x="7716" y="5934"/>
                    <a:pt x="7580" y="6020"/>
                  </a:cubicBezTo>
                  <a:cubicBezTo>
                    <a:pt x="7420" y="6119"/>
                    <a:pt x="7234" y="6168"/>
                    <a:pt x="7037" y="6168"/>
                  </a:cubicBezTo>
                  <a:cubicBezTo>
                    <a:pt x="6914" y="6156"/>
                    <a:pt x="6802" y="6131"/>
                    <a:pt x="6691" y="6082"/>
                  </a:cubicBezTo>
                  <a:cubicBezTo>
                    <a:pt x="6561" y="6028"/>
                    <a:pt x="6421" y="5998"/>
                    <a:pt x="6280" y="5998"/>
                  </a:cubicBezTo>
                  <a:cubicBezTo>
                    <a:pt x="6194" y="5998"/>
                    <a:pt x="6109" y="6009"/>
                    <a:pt x="6025" y="6033"/>
                  </a:cubicBezTo>
                  <a:cubicBezTo>
                    <a:pt x="5926" y="6057"/>
                    <a:pt x="5827" y="6107"/>
                    <a:pt x="5729" y="6168"/>
                  </a:cubicBezTo>
                  <a:cubicBezTo>
                    <a:pt x="5601" y="6237"/>
                    <a:pt x="5480" y="6306"/>
                    <a:pt x="5368" y="6306"/>
                  </a:cubicBezTo>
                  <a:cubicBezTo>
                    <a:pt x="5340" y="6306"/>
                    <a:pt x="5312" y="6302"/>
                    <a:pt x="5284" y="6292"/>
                  </a:cubicBezTo>
                  <a:cubicBezTo>
                    <a:pt x="5235" y="6279"/>
                    <a:pt x="5210" y="6230"/>
                    <a:pt x="5161" y="6156"/>
                  </a:cubicBezTo>
                  <a:cubicBezTo>
                    <a:pt x="5099" y="6033"/>
                    <a:pt x="4976" y="5934"/>
                    <a:pt x="4840" y="5909"/>
                  </a:cubicBezTo>
                  <a:cubicBezTo>
                    <a:pt x="4814" y="5905"/>
                    <a:pt x="4789" y="5904"/>
                    <a:pt x="4765" y="5904"/>
                  </a:cubicBezTo>
                  <a:cubicBezTo>
                    <a:pt x="4549" y="5904"/>
                    <a:pt x="4409" y="6045"/>
                    <a:pt x="4309" y="6156"/>
                  </a:cubicBezTo>
                  <a:cubicBezTo>
                    <a:pt x="4247" y="6218"/>
                    <a:pt x="4186" y="6279"/>
                    <a:pt x="4099" y="6316"/>
                  </a:cubicBezTo>
                  <a:lnTo>
                    <a:pt x="4074" y="6316"/>
                  </a:lnTo>
                  <a:lnTo>
                    <a:pt x="4136" y="6218"/>
                  </a:lnTo>
                  <a:cubicBezTo>
                    <a:pt x="4186" y="6156"/>
                    <a:pt x="4223" y="6094"/>
                    <a:pt x="4247" y="6020"/>
                  </a:cubicBezTo>
                  <a:cubicBezTo>
                    <a:pt x="4260" y="5983"/>
                    <a:pt x="4247" y="5934"/>
                    <a:pt x="4223" y="5909"/>
                  </a:cubicBezTo>
                  <a:cubicBezTo>
                    <a:pt x="4207" y="5886"/>
                    <a:pt x="4181" y="5877"/>
                    <a:pt x="4155" y="5877"/>
                  </a:cubicBezTo>
                  <a:cubicBezTo>
                    <a:pt x="4140" y="5877"/>
                    <a:pt x="4125" y="5880"/>
                    <a:pt x="4111" y="5884"/>
                  </a:cubicBezTo>
                  <a:lnTo>
                    <a:pt x="4025" y="5897"/>
                  </a:lnTo>
                  <a:cubicBezTo>
                    <a:pt x="3939" y="5934"/>
                    <a:pt x="3840" y="5958"/>
                    <a:pt x="3741" y="5971"/>
                  </a:cubicBezTo>
                  <a:cubicBezTo>
                    <a:pt x="3655" y="5625"/>
                    <a:pt x="3568" y="5563"/>
                    <a:pt x="3346" y="5465"/>
                  </a:cubicBezTo>
                  <a:cubicBezTo>
                    <a:pt x="3247" y="5428"/>
                    <a:pt x="3149" y="5378"/>
                    <a:pt x="3062" y="5329"/>
                  </a:cubicBezTo>
                  <a:cubicBezTo>
                    <a:pt x="3044" y="5317"/>
                    <a:pt x="3025" y="5310"/>
                    <a:pt x="3008" y="5310"/>
                  </a:cubicBezTo>
                  <a:cubicBezTo>
                    <a:pt x="2991" y="5310"/>
                    <a:pt x="2976" y="5317"/>
                    <a:pt x="2963" y="5329"/>
                  </a:cubicBezTo>
                  <a:cubicBezTo>
                    <a:pt x="2926" y="5341"/>
                    <a:pt x="2902" y="5366"/>
                    <a:pt x="2889" y="5403"/>
                  </a:cubicBezTo>
                  <a:cubicBezTo>
                    <a:pt x="2840" y="5601"/>
                    <a:pt x="2704" y="5761"/>
                    <a:pt x="2531" y="5860"/>
                  </a:cubicBezTo>
                  <a:cubicBezTo>
                    <a:pt x="2396" y="5958"/>
                    <a:pt x="2272" y="6070"/>
                    <a:pt x="2173" y="6193"/>
                  </a:cubicBezTo>
                  <a:cubicBezTo>
                    <a:pt x="2087" y="6316"/>
                    <a:pt x="2050" y="6465"/>
                    <a:pt x="2050" y="6613"/>
                  </a:cubicBezTo>
                  <a:cubicBezTo>
                    <a:pt x="2050" y="6711"/>
                    <a:pt x="2025" y="6798"/>
                    <a:pt x="1976" y="6884"/>
                  </a:cubicBezTo>
                  <a:cubicBezTo>
                    <a:pt x="1902" y="6934"/>
                    <a:pt x="1803" y="6971"/>
                    <a:pt x="1704" y="6971"/>
                  </a:cubicBezTo>
                  <a:cubicBezTo>
                    <a:pt x="1581" y="6983"/>
                    <a:pt x="1445" y="7032"/>
                    <a:pt x="1334" y="7106"/>
                  </a:cubicBezTo>
                  <a:cubicBezTo>
                    <a:pt x="1272" y="7156"/>
                    <a:pt x="1235" y="7218"/>
                    <a:pt x="1198" y="7292"/>
                  </a:cubicBezTo>
                  <a:cubicBezTo>
                    <a:pt x="1161" y="7353"/>
                    <a:pt x="1112" y="7464"/>
                    <a:pt x="1063" y="7464"/>
                  </a:cubicBezTo>
                  <a:cubicBezTo>
                    <a:pt x="1060" y="7467"/>
                    <a:pt x="1055" y="7469"/>
                    <a:pt x="1050" y="7469"/>
                  </a:cubicBezTo>
                  <a:cubicBezTo>
                    <a:pt x="1032" y="7469"/>
                    <a:pt x="1001" y="7453"/>
                    <a:pt x="964" y="7415"/>
                  </a:cubicBezTo>
                  <a:cubicBezTo>
                    <a:pt x="914" y="7353"/>
                    <a:pt x="927" y="7045"/>
                    <a:pt x="927" y="6909"/>
                  </a:cubicBezTo>
                  <a:cubicBezTo>
                    <a:pt x="939" y="6810"/>
                    <a:pt x="939" y="6711"/>
                    <a:pt x="927" y="6613"/>
                  </a:cubicBezTo>
                  <a:cubicBezTo>
                    <a:pt x="914" y="6563"/>
                    <a:pt x="902" y="6502"/>
                    <a:pt x="877" y="6452"/>
                  </a:cubicBezTo>
                  <a:cubicBezTo>
                    <a:pt x="791" y="6230"/>
                    <a:pt x="779" y="6156"/>
                    <a:pt x="902" y="6082"/>
                  </a:cubicBezTo>
                  <a:cubicBezTo>
                    <a:pt x="928" y="6079"/>
                    <a:pt x="954" y="6077"/>
                    <a:pt x="979" y="6077"/>
                  </a:cubicBezTo>
                  <a:cubicBezTo>
                    <a:pt x="1060" y="6077"/>
                    <a:pt x="1135" y="6094"/>
                    <a:pt x="1211" y="6131"/>
                  </a:cubicBezTo>
                  <a:cubicBezTo>
                    <a:pt x="1329" y="6154"/>
                    <a:pt x="1470" y="6185"/>
                    <a:pt x="1609" y="6185"/>
                  </a:cubicBezTo>
                  <a:cubicBezTo>
                    <a:pt x="1701" y="6185"/>
                    <a:pt x="1793" y="6171"/>
                    <a:pt x="1877" y="6131"/>
                  </a:cubicBezTo>
                  <a:cubicBezTo>
                    <a:pt x="1939" y="6094"/>
                    <a:pt x="2593" y="5613"/>
                    <a:pt x="2581" y="5403"/>
                  </a:cubicBezTo>
                  <a:cubicBezTo>
                    <a:pt x="2568" y="5193"/>
                    <a:pt x="2371" y="5107"/>
                    <a:pt x="2210" y="5045"/>
                  </a:cubicBezTo>
                  <a:cubicBezTo>
                    <a:pt x="2136" y="5008"/>
                    <a:pt x="2050" y="4959"/>
                    <a:pt x="1988" y="4897"/>
                  </a:cubicBezTo>
                  <a:cubicBezTo>
                    <a:pt x="1966" y="4867"/>
                    <a:pt x="1934" y="4851"/>
                    <a:pt x="1902" y="4851"/>
                  </a:cubicBezTo>
                  <a:cubicBezTo>
                    <a:pt x="1881" y="4851"/>
                    <a:pt x="1860" y="4858"/>
                    <a:pt x="1840" y="4872"/>
                  </a:cubicBezTo>
                  <a:cubicBezTo>
                    <a:pt x="1680" y="4957"/>
                    <a:pt x="1295" y="5049"/>
                    <a:pt x="1090" y="5049"/>
                  </a:cubicBezTo>
                  <a:cubicBezTo>
                    <a:pt x="1027" y="5049"/>
                    <a:pt x="981" y="5041"/>
                    <a:pt x="964" y="5020"/>
                  </a:cubicBezTo>
                  <a:cubicBezTo>
                    <a:pt x="964" y="5020"/>
                    <a:pt x="951" y="4983"/>
                    <a:pt x="1025" y="4897"/>
                  </a:cubicBezTo>
                  <a:cubicBezTo>
                    <a:pt x="1100" y="4773"/>
                    <a:pt x="1260" y="4749"/>
                    <a:pt x="1433" y="4712"/>
                  </a:cubicBezTo>
                  <a:cubicBezTo>
                    <a:pt x="1630" y="4675"/>
                    <a:pt x="1877" y="4625"/>
                    <a:pt x="1976" y="4378"/>
                  </a:cubicBezTo>
                  <a:cubicBezTo>
                    <a:pt x="2173" y="4378"/>
                    <a:pt x="2309" y="4527"/>
                    <a:pt x="2482" y="4736"/>
                  </a:cubicBezTo>
                  <a:cubicBezTo>
                    <a:pt x="2601" y="4910"/>
                    <a:pt x="2749" y="5093"/>
                    <a:pt x="2959" y="5093"/>
                  </a:cubicBezTo>
                  <a:cubicBezTo>
                    <a:pt x="2988" y="5093"/>
                    <a:pt x="3018" y="5090"/>
                    <a:pt x="3050" y="5082"/>
                  </a:cubicBezTo>
                  <a:cubicBezTo>
                    <a:pt x="3173" y="5045"/>
                    <a:pt x="3272" y="4946"/>
                    <a:pt x="3309" y="4823"/>
                  </a:cubicBezTo>
                  <a:cubicBezTo>
                    <a:pt x="3321" y="4773"/>
                    <a:pt x="3346" y="4736"/>
                    <a:pt x="3371" y="4699"/>
                  </a:cubicBezTo>
                  <a:cubicBezTo>
                    <a:pt x="3482" y="4613"/>
                    <a:pt x="3593" y="4539"/>
                    <a:pt x="3729" y="4490"/>
                  </a:cubicBezTo>
                  <a:cubicBezTo>
                    <a:pt x="3803" y="4453"/>
                    <a:pt x="3889" y="4415"/>
                    <a:pt x="3963" y="4366"/>
                  </a:cubicBezTo>
                  <a:lnTo>
                    <a:pt x="4136" y="4267"/>
                  </a:lnTo>
                  <a:cubicBezTo>
                    <a:pt x="4519" y="4070"/>
                    <a:pt x="4877" y="3811"/>
                    <a:pt x="5198" y="3527"/>
                  </a:cubicBezTo>
                  <a:lnTo>
                    <a:pt x="5247" y="3477"/>
                  </a:lnTo>
                  <a:cubicBezTo>
                    <a:pt x="5445" y="3280"/>
                    <a:pt x="5790" y="2947"/>
                    <a:pt x="5667" y="2626"/>
                  </a:cubicBezTo>
                  <a:cubicBezTo>
                    <a:pt x="5593" y="2453"/>
                    <a:pt x="5408" y="2379"/>
                    <a:pt x="5235" y="2317"/>
                  </a:cubicBezTo>
                  <a:cubicBezTo>
                    <a:pt x="5111" y="2292"/>
                    <a:pt x="5000" y="2231"/>
                    <a:pt x="4926" y="2144"/>
                  </a:cubicBezTo>
                  <a:cubicBezTo>
                    <a:pt x="4906" y="2103"/>
                    <a:pt x="4860" y="2079"/>
                    <a:pt x="4817" y="2079"/>
                  </a:cubicBezTo>
                  <a:cubicBezTo>
                    <a:pt x="4808" y="2079"/>
                    <a:pt x="4799" y="2080"/>
                    <a:pt x="4790" y="2083"/>
                  </a:cubicBezTo>
                  <a:cubicBezTo>
                    <a:pt x="4148" y="2268"/>
                    <a:pt x="4124" y="2737"/>
                    <a:pt x="4111" y="3144"/>
                  </a:cubicBezTo>
                  <a:cubicBezTo>
                    <a:pt x="4111" y="3255"/>
                    <a:pt x="4111" y="3366"/>
                    <a:pt x="4099" y="3477"/>
                  </a:cubicBezTo>
                  <a:cubicBezTo>
                    <a:pt x="4050" y="3786"/>
                    <a:pt x="3778" y="4020"/>
                    <a:pt x="3408" y="4070"/>
                  </a:cubicBezTo>
                  <a:cubicBezTo>
                    <a:pt x="3358" y="3268"/>
                    <a:pt x="3396" y="2416"/>
                    <a:pt x="3988" y="2083"/>
                  </a:cubicBezTo>
                  <a:cubicBezTo>
                    <a:pt x="4013" y="2070"/>
                    <a:pt x="4037" y="2045"/>
                    <a:pt x="4037" y="2021"/>
                  </a:cubicBezTo>
                  <a:cubicBezTo>
                    <a:pt x="4050" y="1984"/>
                    <a:pt x="4050" y="1959"/>
                    <a:pt x="4025" y="1922"/>
                  </a:cubicBezTo>
                  <a:cubicBezTo>
                    <a:pt x="3939" y="1762"/>
                    <a:pt x="3803" y="1626"/>
                    <a:pt x="3642" y="1527"/>
                  </a:cubicBezTo>
                  <a:lnTo>
                    <a:pt x="3605" y="1502"/>
                  </a:lnTo>
                  <a:cubicBezTo>
                    <a:pt x="3704" y="1428"/>
                    <a:pt x="3803" y="1367"/>
                    <a:pt x="3914" y="1317"/>
                  </a:cubicBezTo>
                  <a:cubicBezTo>
                    <a:pt x="4013" y="1268"/>
                    <a:pt x="4099" y="1206"/>
                    <a:pt x="4186" y="1157"/>
                  </a:cubicBezTo>
                  <a:cubicBezTo>
                    <a:pt x="4334" y="1058"/>
                    <a:pt x="4494" y="972"/>
                    <a:pt x="4667" y="910"/>
                  </a:cubicBezTo>
                  <a:cubicBezTo>
                    <a:pt x="4827" y="860"/>
                    <a:pt x="4976" y="811"/>
                    <a:pt x="5136" y="762"/>
                  </a:cubicBezTo>
                  <a:cubicBezTo>
                    <a:pt x="5395" y="675"/>
                    <a:pt x="5654" y="601"/>
                    <a:pt x="5901" y="502"/>
                  </a:cubicBezTo>
                  <a:lnTo>
                    <a:pt x="6025" y="453"/>
                  </a:lnTo>
                  <a:cubicBezTo>
                    <a:pt x="6154" y="398"/>
                    <a:pt x="6388" y="307"/>
                    <a:pt x="6533" y="307"/>
                  </a:cubicBezTo>
                  <a:cubicBezTo>
                    <a:pt x="6582" y="307"/>
                    <a:pt x="6620" y="317"/>
                    <a:pt x="6642" y="342"/>
                  </a:cubicBezTo>
                  <a:cubicBezTo>
                    <a:pt x="6704" y="391"/>
                    <a:pt x="6691" y="577"/>
                    <a:pt x="6679" y="725"/>
                  </a:cubicBezTo>
                  <a:cubicBezTo>
                    <a:pt x="6667" y="959"/>
                    <a:pt x="6654" y="1194"/>
                    <a:pt x="6815" y="1330"/>
                  </a:cubicBezTo>
                  <a:cubicBezTo>
                    <a:pt x="6901" y="1398"/>
                    <a:pt x="7034" y="1424"/>
                    <a:pt x="7185" y="1424"/>
                  </a:cubicBezTo>
                  <a:cubicBezTo>
                    <a:pt x="7657" y="1424"/>
                    <a:pt x="8311" y="1169"/>
                    <a:pt x="8321" y="1169"/>
                  </a:cubicBezTo>
                  <a:lnTo>
                    <a:pt x="8407" y="1132"/>
                  </a:lnTo>
                  <a:cubicBezTo>
                    <a:pt x="8617" y="1046"/>
                    <a:pt x="8889" y="947"/>
                    <a:pt x="9012" y="786"/>
                  </a:cubicBezTo>
                  <a:cubicBezTo>
                    <a:pt x="9111" y="638"/>
                    <a:pt x="9172" y="465"/>
                    <a:pt x="9197" y="293"/>
                  </a:cubicBezTo>
                  <a:close/>
                  <a:moveTo>
                    <a:pt x="9087" y="1"/>
                  </a:moveTo>
                  <a:cubicBezTo>
                    <a:pt x="9068" y="1"/>
                    <a:pt x="9046" y="7"/>
                    <a:pt x="9024" y="21"/>
                  </a:cubicBezTo>
                  <a:cubicBezTo>
                    <a:pt x="9000" y="33"/>
                    <a:pt x="8975" y="70"/>
                    <a:pt x="8975" y="107"/>
                  </a:cubicBezTo>
                  <a:cubicBezTo>
                    <a:pt x="8963" y="293"/>
                    <a:pt x="8913" y="478"/>
                    <a:pt x="8815" y="638"/>
                  </a:cubicBezTo>
                  <a:cubicBezTo>
                    <a:pt x="8740" y="737"/>
                    <a:pt x="8481" y="836"/>
                    <a:pt x="8321" y="910"/>
                  </a:cubicBezTo>
                  <a:lnTo>
                    <a:pt x="8234" y="935"/>
                  </a:lnTo>
                  <a:cubicBezTo>
                    <a:pt x="7978" y="1044"/>
                    <a:pt x="7493" y="1174"/>
                    <a:pt x="7187" y="1174"/>
                  </a:cubicBezTo>
                  <a:cubicBezTo>
                    <a:pt x="7080" y="1174"/>
                    <a:pt x="6995" y="1158"/>
                    <a:pt x="6951" y="1120"/>
                  </a:cubicBezTo>
                  <a:cubicBezTo>
                    <a:pt x="6889" y="1070"/>
                    <a:pt x="6901" y="873"/>
                    <a:pt x="6901" y="712"/>
                  </a:cubicBezTo>
                  <a:cubicBezTo>
                    <a:pt x="6914" y="502"/>
                    <a:pt x="6938" y="280"/>
                    <a:pt x="6815" y="157"/>
                  </a:cubicBezTo>
                  <a:cubicBezTo>
                    <a:pt x="6740" y="82"/>
                    <a:pt x="6641" y="55"/>
                    <a:pt x="6532" y="55"/>
                  </a:cubicBezTo>
                  <a:cubicBezTo>
                    <a:pt x="6335" y="55"/>
                    <a:pt x="6106" y="147"/>
                    <a:pt x="5938" y="219"/>
                  </a:cubicBezTo>
                  <a:lnTo>
                    <a:pt x="5815" y="268"/>
                  </a:lnTo>
                  <a:cubicBezTo>
                    <a:pt x="5568" y="354"/>
                    <a:pt x="5309" y="441"/>
                    <a:pt x="5062" y="515"/>
                  </a:cubicBezTo>
                  <a:cubicBezTo>
                    <a:pt x="4901" y="564"/>
                    <a:pt x="4741" y="614"/>
                    <a:pt x="4593" y="663"/>
                  </a:cubicBezTo>
                  <a:cubicBezTo>
                    <a:pt x="4408" y="737"/>
                    <a:pt x="4223" y="823"/>
                    <a:pt x="4062" y="935"/>
                  </a:cubicBezTo>
                  <a:cubicBezTo>
                    <a:pt x="3976" y="984"/>
                    <a:pt x="3889" y="1046"/>
                    <a:pt x="3791" y="1095"/>
                  </a:cubicBezTo>
                  <a:cubicBezTo>
                    <a:pt x="3470" y="1268"/>
                    <a:pt x="3346" y="1367"/>
                    <a:pt x="3346" y="1478"/>
                  </a:cubicBezTo>
                  <a:cubicBezTo>
                    <a:pt x="3334" y="1576"/>
                    <a:pt x="3420" y="1638"/>
                    <a:pt x="3507" y="1700"/>
                  </a:cubicBezTo>
                  <a:cubicBezTo>
                    <a:pt x="3605" y="1762"/>
                    <a:pt x="3692" y="1836"/>
                    <a:pt x="3766" y="1934"/>
                  </a:cubicBezTo>
                  <a:cubicBezTo>
                    <a:pt x="3124" y="2379"/>
                    <a:pt x="3112" y="3317"/>
                    <a:pt x="3186" y="4193"/>
                  </a:cubicBezTo>
                  <a:cubicBezTo>
                    <a:pt x="3198" y="4255"/>
                    <a:pt x="3247" y="4304"/>
                    <a:pt x="3309" y="4304"/>
                  </a:cubicBezTo>
                  <a:cubicBezTo>
                    <a:pt x="3840" y="4280"/>
                    <a:pt x="4260" y="3934"/>
                    <a:pt x="4321" y="3490"/>
                  </a:cubicBezTo>
                  <a:cubicBezTo>
                    <a:pt x="4334" y="3379"/>
                    <a:pt x="4346" y="3255"/>
                    <a:pt x="4346" y="3144"/>
                  </a:cubicBezTo>
                  <a:cubicBezTo>
                    <a:pt x="4358" y="2749"/>
                    <a:pt x="4358" y="2453"/>
                    <a:pt x="4778" y="2317"/>
                  </a:cubicBezTo>
                  <a:cubicBezTo>
                    <a:pt x="4877" y="2403"/>
                    <a:pt x="5013" y="2478"/>
                    <a:pt x="5148" y="2515"/>
                  </a:cubicBezTo>
                  <a:cubicBezTo>
                    <a:pt x="5284" y="2564"/>
                    <a:pt x="5408" y="2613"/>
                    <a:pt x="5445" y="2700"/>
                  </a:cubicBezTo>
                  <a:cubicBezTo>
                    <a:pt x="5506" y="2873"/>
                    <a:pt x="5235" y="3144"/>
                    <a:pt x="5074" y="3292"/>
                  </a:cubicBezTo>
                  <a:lnTo>
                    <a:pt x="5025" y="3342"/>
                  </a:lnTo>
                  <a:cubicBezTo>
                    <a:pt x="4716" y="3625"/>
                    <a:pt x="4371" y="3872"/>
                    <a:pt x="4013" y="4070"/>
                  </a:cubicBezTo>
                  <a:lnTo>
                    <a:pt x="3828" y="4169"/>
                  </a:lnTo>
                  <a:cubicBezTo>
                    <a:pt x="3766" y="4218"/>
                    <a:pt x="3692" y="4255"/>
                    <a:pt x="3618" y="4292"/>
                  </a:cubicBezTo>
                  <a:cubicBezTo>
                    <a:pt x="3470" y="4341"/>
                    <a:pt x="3321" y="4428"/>
                    <a:pt x="3198" y="4527"/>
                  </a:cubicBezTo>
                  <a:cubicBezTo>
                    <a:pt x="3149" y="4588"/>
                    <a:pt x="3112" y="4662"/>
                    <a:pt x="3075" y="4736"/>
                  </a:cubicBezTo>
                  <a:cubicBezTo>
                    <a:pt x="3050" y="4811"/>
                    <a:pt x="3025" y="4860"/>
                    <a:pt x="2988" y="4860"/>
                  </a:cubicBezTo>
                  <a:cubicBezTo>
                    <a:pt x="2978" y="4862"/>
                    <a:pt x="2968" y="4863"/>
                    <a:pt x="2958" y="4863"/>
                  </a:cubicBezTo>
                  <a:cubicBezTo>
                    <a:pt x="2860" y="4863"/>
                    <a:pt x="2777" y="4757"/>
                    <a:pt x="2643" y="4601"/>
                  </a:cubicBezTo>
                  <a:cubicBezTo>
                    <a:pt x="2500" y="4403"/>
                    <a:pt x="2308" y="4157"/>
                    <a:pt x="1990" y="4157"/>
                  </a:cubicBezTo>
                  <a:cubicBezTo>
                    <a:pt x="1950" y="4157"/>
                    <a:pt x="1909" y="4160"/>
                    <a:pt x="1865" y="4169"/>
                  </a:cubicBezTo>
                  <a:cubicBezTo>
                    <a:pt x="1815" y="4169"/>
                    <a:pt x="1778" y="4206"/>
                    <a:pt x="1766" y="4255"/>
                  </a:cubicBezTo>
                  <a:cubicBezTo>
                    <a:pt x="1729" y="4403"/>
                    <a:pt x="1593" y="4440"/>
                    <a:pt x="1371" y="4490"/>
                  </a:cubicBezTo>
                  <a:cubicBezTo>
                    <a:pt x="1161" y="4502"/>
                    <a:pt x="951" y="4601"/>
                    <a:pt x="816" y="4761"/>
                  </a:cubicBezTo>
                  <a:cubicBezTo>
                    <a:pt x="668" y="4983"/>
                    <a:pt x="717" y="5107"/>
                    <a:pt x="779" y="5181"/>
                  </a:cubicBezTo>
                  <a:cubicBezTo>
                    <a:pt x="846" y="5248"/>
                    <a:pt x="963" y="5274"/>
                    <a:pt x="1099" y="5274"/>
                  </a:cubicBezTo>
                  <a:cubicBezTo>
                    <a:pt x="1359" y="5274"/>
                    <a:pt x="1686" y="5180"/>
                    <a:pt x="1865" y="5107"/>
                  </a:cubicBezTo>
                  <a:cubicBezTo>
                    <a:pt x="1939" y="5168"/>
                    <a:pt x="2013" y="5218"/>
                    <a:pt x="2099" y="5255"/>
                  </a:cubicBezTo>
                  <a:cubicBezTo>
                    <a:pt x="2210" y="5292"/>
                    <a:pt x="2309" y="5341"/>
                    <a:pt x="2334" y="5403"/>
                  </a:cubicBezTo>
                  <a:cubicBezTo>
                    <a:pt x="2161" y="5601"/>
                    <a:pt x="1964" y="5773"/>
                    <a:pt x="1754" y="5921"/>
                  </a:cubicBezTo>
                  <a:cubicBezTo>
                    <a:pt x="1712" y="5947"/>
                    <a:pt x="1661" y="5956"/>
                    <a:pt x="1605" y="5956"/>
                  </a:cubicBezTo>
                  <a:cubicBezTo>
                    <a:pt x="1498" y="5956"/>
                    <a:pt x="1374" y="5921"/>
                    <a:pt x="1260" y="5897"/>
                  </a:cubicBezTo>
                  <a:cubicBezTo>
                    <a:pt x="1174" y="5861"/>
                    <a:pt x="1083" y="5842"/>
                    <a:pt x="991" y="5842"/>
                  </a:cubicBezTo>
                  <a:cubicBezTo>
                    <a:pt x="925" y="5842"/>
                    <a:pt x="858" y="5851"/>
                    <a:pt x="791" y="5872"/>
                  </a:cubicBezTo>
                  <a:cubicBezTo>
                    <a:pt x="458" y="6045"/>
                    <a:pt x="581" y="6366"/>
                    <a:pt x="655" y="6539"/>
                  </a:cubicBezTo>
                  <a:cubicBezTo>
                    <a:pt x="668" y="6576"/>
                    <a:pt x="680" y="6613"/>
                    <a:pt x="692" y="6650"/>
                  </a:cubicBezTo>
                  <a:cubicBezTo>
                    <a:pt x="705" y="6736"/>
                    <a:pt x="705" y="6823"/>
                    <a:pt x="692" y="6897"/>
                  </a:cubicBezTo>
                  <a:cubicBezTo>
                    <a:pt x="692" y="7230"/>
                    <a:pt x="692" y="7464"/>
                    <a:pt x="803" y="7576"/>
                  </a:cubicBezTo>
                  <a:cubicBezTo>
                    <a:pt x="870" y="7653"/>
                    <a:pt x="976" y="7701"/>
                    <a:pt x="1078" y="7701"/>
                  </a:cubicBezTo>
                  <a:cubicBezTo>
                    <a:pt x="1089" y="7701"/>
                    <a:pt x="1101" y="7700"/>
                    <a:pt x="1112" y="7699"/>
                  </a:cubicBezTo>
                  <a:cubicBezTo>
                    <a:pt x="1137" y="7687"/>
                    <a:pt x="1161" y="7687"/>
                    <a:pt x="1186" y="7674"/>
                  </a:cubicBezTo>
                  <a:lnTo>
                    <a:pt x="1186" y="7674"/>
                  </a:lnTo>
                  <a:cubicBezTo>
                    <a:pt x="1161" y="7748"/>
                    <a:pt x="1112" y="7810"/>
                    <a:pt x="1050" y="7859"/>
                  </a:cubicBezTo>
                  <a:cubicBezTo>
                    <a:pt x="988" y="7921"/>
                    <a:pt x="939" y="7983"/>
                    <a:pt x="902" y="8057"/>
                  </a:cubicBezTo>
                  <a:cubicBezTo>
                    <a:pt x="791" y="8254"/>
                    <a:pt x="729" y="8477"/>
                    <a:pt x="717" y="8711"/>
                  </a:cubicBezTo>
                  <a:cubicBezTo>
                    <a:pt x="705" y="8810"/>
                    <a:pt x="692" y="8909"/>
                    <a:pt x="668" y="9020"/>
                  </a:cubicBezTo>
                  <a:cubicBezTo>
                    <a:pt x="630" y="9156"/>
                    <a:pt x="569" y="9279"/>
                    <a:pt x="495" y="9402"/>
                  </a:cubicBezTo>
                  <a:cubicBezTo>
                    <a:pt x="433" y="9489"/>
                    <a:pt x="384" y="9588"/>
                    <a:pt x="334" y="9686"/>
                  </a:cubicBezTo>
                  <a:cubicBezTo>
                    <a:pt x="235" y="9970"/>
                    <a:pt x="198" y="10266"/>
                    <a:pt x="248" y="10563"/>
                  </a:cubicBezTo>
                  <a:cubicBezTo>
                    <a:pt x="260" y="10612"/>
                    <a:pt x="272" y="10662"/>
                    <a:pt x="272" y="10711"/>
                  </a:cubicBezTo>
                  <a:cubicBezTo>
                    <a:pt x="272" y="10958"/>
                    <a:pt x="248" y="11192"/>
                    <a:pt x="186" y="11427"/>
                  </a:cubicBezTo>
                  <a:cubicBezTo>
                    <a:pt x="100" y="11834"/>
                    <a:pt x="1" y="12242"/>
                    <a:pt x="235" y="12624"/>
                  </a:cubicBezTo>
                  <a:cubicBezTo>
                    <a:pt x="569" y="13130"/>
                    <a:pt x="1137" y="13439"/>
                    <a:pt x="1741" y="13439"/>
                  </a:cubicBezTo>
                  <a:lnTo>
                    <a:pt x="1791" y="13439"/>
                  </a:lnTo>
                  <a:cubicBezTo>
                    <a:pt x="1842" y="13445"/>
                    <a:pt x="1894" y="13448"/>
                    <a:pt x="1946" y="13448"/>
                  </a:cubicBezTo>
                  <a:cubicBezTo>
                    <a:pt x="2096" y="13448"/>
                    <a:pt x="2249" y="13423"/>
                    <a:pt x="2396" y="13377"/>
                  </a:cubicBezTo>
                  <a:cubicBezTo>
                    <a:pt x="2470" y="13340"/>
                    <a:pt x="2544" y="13291"/>
                    <a:pt x="2593" y="13217"/>
                  </a:cubicBezTo>
                  <a:cubicBezTo>
                    <a:pt x="2618" y="13192"/>
                    <a:pt x="2643" y="13167"/>
                    <a:pt x="2667" y="13155"/>
                  </a:cubicBezTo>
                  <a:cubicBezTo>
                    <a:pt x="3136" y="12920"/>
                    <a:pt x="3642" y="12772"/>
                    <a:pt x="4161" y="12711"/>
                  </a:cubicBezTo>
                  <a:cubicBezTo>
                    <a:pt x="4206" y="12707"/>
                    <a:pt x="4244" y="12704"/>
                    <a:pt x="4276" y="12704"/>
                  </a:cubicBezTo>
                  <a:cubicBezTo>
                    <a:pt x="4450" y="12704"/>
                    <a:pt x="4471" y="12772"/>
                    <a:pt x="4544" y="13032"/>
                  </a:cubicBezTo>
                  <a:cubicBezTo>
                    <a:pt x="4556" y="13093"/>
                    <a:pt x="4581" y="13167"/>
                    <a:pt x="4605" y="13241"/>
                  </a:cubicBezTo>
                  <a:cubicBezTo>
                    <a:pt x="4716" y="13612"/>
                    <a:pt x="4852" y="13957"/>
                    <a:pt x="5235" y="14167"/>
                  </a:cubicBezTo>
                  <a:cubicBezTo>
                    <a:pt x="5317" y="14208"/>
                    <a:pt x="5407" y="14232"/>
                    <a:pt x="5492" y="14232"/>
                  </a:cubicBezTo>
                  <a:cubicBezTo>
                    <a:pt x="5509" y="14232"/>
                    <a:pt x="5526" y="14231"/>
                    <a:pt x="5543" y="14229"/>
                  </a:cubicBezTo>
                  <a:cubicBezTo>
                    <a:pt x="5593" y="14229"/>
                    <a:pt x="5642" y="14229"/>
                    <a:pt x="5691" y="14254"/>
                  </a:cubicBezTo>
                  <a:cubicBezTo>
                    <a:pt x="5766" y="14291"/>
                    <a:pt x="5840" y="14328"/>
                    <a:pt x="5901" y="14389"/>
                  </a:cubicBezTo>
                  <a:cubicBezTo>
                    <a:pt x="5951" y="14426"/>
                    <a:pt x="6000" y="14476"/>
                    <a:pt x="6062" y="14525"/>
                  </a:cubicBezTo>
                  <a:cubicBezTo>
                    <a:pt x="6161" y="14587"/>
                    <a:pt x="6235" y="14636"/>
                    <a:pt x="6309" y="14673"/>
                  </a:cubicBezTo>
                  <a:cubicBezTo>
                    <a:pt x="6506" y="14760"/>
                    <a:pt x="6642" y="14908"/>
                    <a:pt x="6704" y="15105"/>
                  </a:cubicBezTo>
                  <a:cubicBezTo>
                    <a:pt x="6852" y="15476"/>
                    <a:pt x="6852" y="15945"/>
                    <a:pt x="6852" y="16389"/>
                  </a:cubicBezTo>
                  <a:cubicBezTo>
                    <a:pt x="6839" y="16673"/>
                    <a:pt x="6852" y="16945"/>
                    <a:pt x="6877" y="17216"/>
                  </a:cubicBezTo>
                  <a:cubicBezTo>
                    <a:pt x="6951" y="17685"/>
                    <a:pt x="7259" y="18043"/>
                    <a:pt x="7568" y="18401"/>
                  </a:cubicBezTo>
                  <a:cubicBezTo>
                    <a:pt x="7987" y="18870"/>
                    <a:pt x="8345" y="19290"/>
                    <a:pt x="8123" y="19858"/>
                  </a:cubicBezTo>
                  <a:cubicBezTo>
                    <a:pt x="8099" y="19907"/>
                    <a:pt x="8111" y="19956"/>
                    <a:pt x="8148" y="19981"/>
                  </a:cubicBezTo>
                  <a:cubicBezTo>
                    <a:pt x="8173" y="20006"/>
                    <a:pt x="8197" y="20018"/>
                    <a:pt x="8234" y="20018"/>
                  </a:cubicBezTo>
                  <a:lnTo>
                    <a:pt x="8284" y="20018"/>
                  </a:lnTo>
                  <a:cubicBezTo>
                    <a:pt x="8975" y="19697"/>
                    <a:pt x="10617" y="18858"/>
                    <a:pt x="10802" y="17932"/>
                  </a:cubicBezTo>
                  <a:cubicBezTo>
                    <a:pt x="10827" y="17710"/>
                    <a:pt x="10777" y="17475"/>
                    <a:pt x="10666" y="17278"/>
                  </a:cubicBezTo>
                  <a:cubicBezTo>
                    <a:pt x="10604" y="17154"/>
                    <a:pt x="10567" y="17019"/>
                    <a:pt x="10555" y="16883"/>
                  </a:cubicBezTo>
                  <a:cubicBezTo>
                    <a:pt x="10567" y="16698"/>
                    <a:pt x="10925" y="16130"/>
                    <a:pt x="11061" y="16093"/>
                  </a:cubicBezTo>
                  <a:cubicBezTo>
                    <a:pt x="11077" y="16090"/>
                    <a:pt x="11091" y="16088"/>
                    <a:pt x="11105" y="16088"/>
                  </a:cubicBezTo>
                  <a:cubicBezTo>
                    <a:pt x="11204" y="16088"/>
                    <a:pt x="11276" y="16164"/>
                    <a:pt x="11394" y="16315"/>
                  </a:cubicBezTo>
                  <a:cubicBezTo>
                    <a:pt x="11505" y="16488"/>
                    <a:pt x="11666" y="16611"/>
                    <a:pt x="11851" y="16661"/>
                  </a:cubicBezTo>
                  <a:cubicBezTo>
                    <a:pt x="11861" y="16662"/>
                    <a:pt x="11872" y="16662"/>
                    <a:pt x="11883" y="16662"/>
                  </a:cubicBezTo>
                  <a:cubicBezTo>
                    <a:pt x="12156" y="16662"/>
                    <a:pt x="12698" y="16381"/>
                    <a:pt x="12888" y="16192"/>
                  </a:cubicBezTo>
                  <a:cubicBezTo>
                    <a:pt x="13036" y="16068"/>
                    <a:pt x="13098" y="15871"/>
                    <a:pt x="13061" y="15673"/>
                  </a:cubicBezTo>
                  <a:cubicBezTo>
                    <a:pt x="12950" y="15179"/>
                    <a:pt x="12049" y="14821"/>
                    <a:pt x="11666" y="14698"/>
                  </a:cubicBezTo>
                  <a:cubicBezTo>
                    <a:pt x="11592" y="14661"/>
                    <a:pt x="11505" y="14649"/>
                    <a:pt x="11407" y="14649"/>
                  </a:cubicBezTo>
                  <a:cubicBezTo>
                    <a:pt x="11407" y="14612"/>
                    <a:pt x="11394" y="14562"/>
                    <a:pt x="11382" y="14525"/>
                  </a:cubicBezTo>
                  <a:cubicBezTo>
                    <a:pt x="11296" y="14291"/>
                    <a:pt x="11259" y="14056"/>
                    <a:pt x="11271" y="13809"/>
                  </a:cubicBezTo>
                  <a:cubicBezTo>
                    <a:pt x="11320" y="13501"/>
                    <a:pt x="11555" y="13352"/>
                    <a:pt x="11826" y="13180"/>
                  </a:cubicBezTo>
                  <a:cubicBezTo>
                    <a:pt x="11950" y="13106"/>
                    <a:pt x="12061" y="13019"/>
                    <a:pt x="12172" y="12920"/>
                  </a:cubicBezTo>
                  <a:cubicBezTo>
                    <a:pt x="12431" y="12686"/>
                    <a:pt x="13443" y="11229"/>
                    <a:pt x="13086" y="10773"/>
                  </a:cubicBezTo>
                  <a:cubicBezTo>
                    <a:pt x="12974" y="10612"/>
                    <a:pt x="12604" y="10550"/>
                    <a:pt x="12073" y="10476"/>
                  </a:cubicBezTo>
                  <a:cubicBezTo>
                    <a:pt x="11913" y="10464"/>
                    <a:pt x="11765" y="10439"/>
                    <a:pt x="11617" y="10402"/>
                  </a:cubicBezTo>
                  <a:cubicBezTo>
                    <a:pt x="11518" y="10378"/>
                    <a:pt x="11419" y="10353"/>
                    <a:pt x="11308" y="10341"/>
                  </a:cubicBezTo>
                  <a:cubicBezTo>
                    <a:pt x="11148" y="10316"/>
                    <a:pt x="10987" y="10279"/>
                    <a:pt x="10839" y="10205"/>
                  </a:cubicBezTo>
                  <a:cubicBezTo>
                    <a:pt x="10777" y="10155"/>
                    <a:pt x="10715" y="10106"/>
                    <a:pt x="10678" y="10044"/>
                  </a:cubicBezTo>
                  <a:cubicBezTo>
                    <a:pt x="10641" y="9983"/>
                    <a:pt x="10592" y="9921"/>
                    <a:pt x="10543" y="9871"/>
                  </a:cubicBezTo>
                  <a:cubicBezTo>
                    <a:pt x="10456" y="9785"/>
                    <a:pt x="10382" y="9723"/>
                    <a:pt x="10308" y="9674"/>
                  </a:cubicBezTo>
                  <a:cubicBezTo>
                    <a:pt x="10061" y="9501"/>
                    <a:pt x="9876" y="9267"/>
                    <a:pt x="9777" y="8995"/>
                  </a:cubicBezTo>
                  <a:cubicBezTo>
                    <a:pt x="9716" y="8847"/>
                    <a:pt x="9679" y="8686"/>
                    <a:pt x="9666" y="8514"/>
                  </a:cubicBezTo>
                  <a:cubicBezTo>
                    <a:pt x="9654" y="8366"/>
                    <a:pt x="9617" y="8217"/>
                    <a:pt x="9567" y="8069"/>
                  </a:cubicBezTo>
                  <a:cubicBezTo>
                    <a:pt x="9543" y="7983"/>
                    <a:pt x="9493" y="7909"/>
                    <a:pt x="9444" y="7835"/>
                  </a:cubicBezTo>
                  <a:cubicBezTo>
                    <a:pt x="9345" y="7699"/>
                    <a:pt x="9210" y="7501"/>
                    <a:pt x="9234" y="7378"/>
                  </a:cubicBezTo>
                  <a:cubicBezTo>
                    <a:pt x="9247" y="7329"/>
                    <a:pt x="9284" y="7279"/>
                    <a:pt x="9333" y="7267"/>
                  </a:cubicBezTo>
                  <a:cubicBezTo>
                    <a:pt x="9404" y="7212"/>
                    <a:pt x="9459" y="7202"/>
                    <a:pt x="9494" y="7202"/>
                  </a:cubicBezTo>
                  <a:cubicBezTo>
                    <a:pt x="9513" y="7202"/>
                    <a:pt x="9526" y="7205"/>
                    <a:pt x="9530" y="7205"/>
                  </a:cubicBezTo>
                  <a:cubicBezTo>
                    <a:pt x="9703" y="7279"/>
                    <a:pt x="9814" y="7674"/>
                    <a:pt x="9901" y="7934"/>
                  </a:cubicBezTo>
                  <a:cubicBezTo>
                    <a:pt x="9925" y="8057"/>
                    <a:pt x="9975" y="8180"/>
                    <a:pt x="10024" y="8291"/>
                  </a:cubicBezTo>
                  <a:cubicBezTo>
                    <a:pt x="10197" y="8563"/>
                    <a:pt x="10617" y="8896"/>
                    <a:pt x="11320" y="9341"/>
                  </a:cubicBezTo>
                  <a:cubicBezTo>
                    <a:pt x="11633" y="9511"/>
                    <a:pt x="11978" y="9600"/>
                    <a:pt x="12325" y="9600"/>
                  </a:cubicBezTo>
                  <a:cubicBezTo>
                    <a:pt x="12581" y="9600"/>
                    <a:pt x="12839" y="9551"/>
                    <a:pt x="13086" y="9452"/>
                  </a:cubicBezTo>
                  <a:cubicBezTo>
                    <a:pt x="13135" y="9427"/>
                    <a:pt x="13160" y="9378"/>
                    <a:pt x="13147" y="9328"/>
                  </a:cubicBezTo>
                  <a:cubicBezTo>
                    <a:pt x="13135" y="9254"/>
                    <a:pt x="13123" y="9180"/>
                    <a:pt x="13110" y="9119"/>
                  </a:cubicBezTo>
                  <a:cubicBezTo>
                    <a:pt x="13061" y="8785"/>
                    <a:pt x="13011" y="8526"/>
                    <a:pt x="13197" y="8242"/>
                  </a:cubicBezTo>
                  <a:cubicBezTo>
                    <a:pt x="13246" y="8168"/>
                    <a:pt x="13295" y="8106"/>
                    <a:pt x="13345" y="8045"/>
                  </a:cubicBezTo>
                  <a:cubicBezTo>
                    <a:pt x="13493" y="7884"/>
                    <a:pt x="13666" y="7687"/>
                    <a:pt x="13542" y="7415"/>
                  </a:cubicBezTo>
                  <a:cubicBezTo>
                    <a:pt x="13765" y="7369"/>
                    <a:pt x="13946" y="7341"/>
                    <a:pt x="14091" y="7341"/>
                  </a:cubicBezTo>
                  <a:cubicBezTo>
                    <a:pt x="14219" y="7341"/>
                    <a:pt x="14319" y="7363"/>
                    <a:pt x="14394" y="7415"/>
                  </a:cubicBezTo>
                  <a:cubicBezTo>
                    <a:pt x="14517" y="7501"/>
                    <a:pt x="14579" y="7687"/>
                    <a:pt x="14604" y="7983"/>
                  </a:cubicBezTo>
                  <a:cubicBezTo>
                    <a:pt x="14641" y="8329"/>
                    <a:pt x="14727" y="8427"/>
                    <a:pt x="14863" y="8563"/>
                  </a:cubicBezTo>
                  <a:cubicBezTo>
                    <a:pt x="14925" y="8612"/>
                    <a:pt x="14974" y="8674"/>
                    <a:pt x="15024" y="8736"/>
                  </a:cubicBezTo>
                  <a:cubicBezTo>
                    <a:pt x="15147" y="8921"/>
                    <a:pt x="15209" y="9131"/>
                    <a:pt x="15209" y="9341"/>
                  </a:cubicBezTo>
                  <a:cubicBezTo>
                    <a:pt x="15221" y="9439"/>
                    <a:pt x="15221" y="9538"/>
                    <a:pt x="15246" y="9649"/>
                  </a:cubicBezTo>
                  <a:cubicBezTo>
                    <a:pt x="15357" y="10304"/>
                    <a:pt x="15789" y="10686"/>
                    <a:pt x="16431" y="10686"/>
                  </a:cubicBezTo>
                  <a:lnTo>
                    <a:pt x="16591" y="10686"/>
                  </a:lnTo>
                  <a:cubicBezTo>
                    <a:pt x="16653" y="10674"/>
                    <a:pt x="16690" y="10624"/>
                    <a:pt x="16690" y="10563"/>
                  </a:cubicBezTo>
                  <a:cubicBezTo>
                    <a:pt x="16690" y="9909"/>
                    <a:pt x="16628" y="9254"/>
                    <a:pt x="16505" y="8612"/>
                  </a:cubicBezTo>
                  <a:cubicBezTo>
                    <a:pt x="15776" y="4625"/>
                    <a:pt x="12962" y="1342"/>
                    <a:pt x="9123" y="9"/>
                  </a:cubicBezTo>
                  <a:cubicBezTo>
                    <a:pt x="9113" y="4"/>
                    <a:pt x="9101" y="1"/>
                    <a:pt x="90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172"/>
            <p:cNvSpPr/>
            <p:nvPr/>
          </p:nvSpPr>
          <p:spPr>
            <a:xfrm>
              <a:off x="7194245" y="2985914"/>
              <a:ext cx="1019232" cy="1088574"/>
            </a:xfrm>
            <a:custGeom>
              <a:avLst/>
              <a:gdLst/>
              <a:ahLst/>
              <a:cxnLst/>
              <a:rect l="l" t="t" r="r" b="b"/>
              <a:pathLst>
                <a:path w="24047" h="25683" extrusionOk="0">
                  <a:moveTo>
                    <a:pt x="15640" y="1"/>
                  </a:moveTo>
                  <a:lnTo>
                    <a:pt x="14825" y="1198"/>
                  </a:lnTo>
                  <a:cubicBezTo>
                    <a:pt x="20862" y="4951"/>
                    <a:pt x="22565" y="12962"/>
                    <a:pt x="18578" y="18825"/>
                  </a:cubicBezTo>
                  <a:cubicBezTo>
                    <a:pt x="16159" y="22402"/>
                    <a:pt x="12221" y="24318"/>
                    <a:pt x="8220" y="24318"/>
                  </a:cubicBezTo>
                  <a:cubicBezTo>
                    <a:pt x="5649" y="24318"/>
                    <a:pt x="3051" y="23526"/>
                    <a:pt x="815" y="21874"/>
                  </a:cubicBezTo>
                  <a:lnTo>
                    <a:pt x="0" y="23084"/>
                  </a:lnTo>
                  <a:cubicBezTo>
                    <a:pt x="2461" y="24840"/>
                    <a:pt x="5292" y="25682"/>
                    <a:pt x="8094" y="25682"/>
                  </a:cubicBezTo>
                  <a:cubicBezTo>
                    <a:pt x="12560" y="25682"/>
                    <a:pt x="16952" y="23543"/>
                    <a:pt x="19652" y="19554"/>
                  </a:cubicBezTo>
                  <a:cubicBezTo>
                    <a:pt x="24046" y="13073"/>
                    <a:pt x="22232" y="4235"/>
                    <a:pt x="156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172"/>
            <p:cNvSpPr/>
            <p:nvPr/>
          </p:nvSpPr>
          <p:spPr>
            <a:xfrm>
              <a:off x="7188990" y="2981209"/>
              <a:ext cx="1014527" cy="1097729"/>
            </a:xfrm>
            <a:custGeom>
              <a:avLst/>
              <a:gdLst/>
              <a:ahLst/>
              <a:cxnLst/>
              <a:rect l="l" t="t" r="r" b="b"/>
              <a:pathLst>
                <a:path w="23936" h="25899" extrusionOk="0">
                  <a:moveTo>
                    <a:pt x="15801" y="272"/>
                  </a:moveTo>
                  <a:cubicBezTo>
                    <a:pt x="22220" y="4519"/>
                    <a:pt x="23936" y="13196"/>
                    <a:pt x="19615" y="19566"/>
                  </a:cubicBezTo>
                  <a:cubicBezTo>
                    <a:pt x="16946" y="23513"/>
                    <a:pt x="12588" y="25635"/>
                    <a:pt x="8155" y="25635"/>
                  </a:cubicBezTo>
                  <a:cubicBezTo>
                    <a:pt x="5436" y="25635"/>
                    <a:pt x="2688" y="24837"/>
                    <a:pt x="285" y="23170"/>
                  </a:cubicBezTo>
                  <a:lnTo>
                    <a:pt x="976" y="22158"/>
                  </a:lnTo>
                  <a:cubicBezTo>
                    <a:pt x="3107" y="23658"/>
                    <a:pt x="5637" y="24448"/>
                    <a:pt x="8211" y="24448"/>
                  </a:cubicBezTo>
                  <a:cubicBezTo>
                    <a:pt x="8963" y="24448"/>
                    <a:pt x="9718" y="24381"/>
                    <a:pt x="10469" y="24244"/>
                  </a:cubicBezTo>
                  <a:cubicBezTo>
                    <a:pt x="15542" y="23318"/>
                    <a:pt x="19541" y="19393"/>
                    <a:pt x="20566" y="14332"/>
                  </a:cubicBezTo>
                  <a:cubicBezTo>
                    <a:pt x="21590" y="9271"/>
                    <a:pt x="19430" y="4111"/>
                    <a:pt x="15110" y="1285"/>
                  </a:cubicBezTo>
                  <a:lnTo>
                    <a:pt x="15801" y="272"/>
                  </a:lnTo>
                  <a:close/>
                  <a:moveTo>
                    <a:pt x="15771" y="1"/>
                  </a:moveTo>
                  <a:cubicBezTo>
                    <a:pt x="15731" y="1"/>
                    <a:pt x="15690" y="17"/>
                    <a:pt x="15665" y="50"/>
                  </a:cubicBezTo>
                  <a:lnTo>
                    <a:pt x="14851" y="1248"/>
                  </a:lnTo>
                  <a:cubicBezTo>
                    <a:pt x="14838" y="1272"/>
                    <a:pt x="14826" y="1309"/>
                    <a:pt x="14838" y="1334"/>
                  </a:cubicBezTo>
                  <a:cubicBezTo>
                    <a:pt x="14838" y="1371"/>
                    <a:pt x="14863" y="1396"/>
                    <a:pt x="14888" y="1408"/>
                  </a:cubicBezTo>
                  <a:cubicBezTo>
                    <a:pt x="17776" y="3272"/>
                    <a:pt x="19764" y="6234"/>
                    <a:pt x="20381" y="9617"/>
                  </a:cubicBezTo>
                  <a:cubicBezTo>
                    <a:pt x="21282" y="14579"/>
                    <a:pt x="19085" y="19591"/>
                    <a:pt x="14826" y="22294"/>
                  </a:cubicBezTo>
                  <a:cubicBezTo>
                    <a:pt x="12799" y="23580"/>
                    <a:pt x="10499" y="24218"/>
                    <a:pt x="8202" y="24218"/>
                  </a:cubicBezTo>
                  <a:cubicBezTo>
                    <a:pt x="5673" y="24218"/>
                    <a:pt x="3149" y="23444"/>
                    <a:pt x="1001" y="21911"/>
                  </a:cubicBezTo>
                  <a:cubicBezTo>
                    <a:pt x="981" y="21897"/>
                    <a:pt x="958" y="21890"/>
                    <a:pt x="935" y="21890"/>
                  </a:cubicBezTo>
                  <a:cubicBezTo>
                    <a:pt x="899" y="21890"/>
                    <a:pt x="863" y="21906"/>
                    <a:pt x="840" y="21936"/>
                  </a:cubicBezTo>
                  <a:lnTo>
                    <a:pt x="26" y="23133"/>
                  </a:lnTo>
                  <a:cubicBezTo>
                    <a:pt x="1" y="23183"/>
                    <a:pt x="13" y="23257"/>
                    <a:pt x="63" y="23294"/>
                  </a:cubicBezTo>
                  <a:cubicBezTo>
                    <a:pt x="2420" y="24985"/>
                    <a:pt x="5259" y="25898"/>
                    <a:pt x="8173" y="25898"/>
                  </a:cubicBezTo>
                  <a:cubicBezTo>
                    <a:pt x="9024" y="25898"/>
                    <a:pt x="9876" y="25812"/>
                    <a:pt x="10728" y="25664"/>
                  </a:cubicBezTo>
                  <a:cubicBezTo>
                    <a:pt x="18356" y="24257"/>
                    <a:pt x="23417" y="16949"/>
                    <a:pt x="22035" y="9308"/>
                  </a:cubicBezTo>
                  <a:cubicBezTo>
                    <a:pt x="21356" y="5481"/>
                    <a:pt x="19097" y="2112"/>
                    <a:pt x="15826" y="13"/>
                  </a:cubicBezTo>
                  <a:cubicBezTo>
                    <a:pt x="15809" y="5"/>
                    <a:pt x="15790" y="1"/>
                    <a:pt x="157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172"/>
            <p:cNvSpPr/>
            <p:nvPr/>
          </p:nvSpPr>
          <p:spPr>
            <a:xfrm>
              <a:off x="7739950" y="2915554"/>
              <a:ext cx="173185" cy="193996"/>
            </a:xfrm>
            <a:custGeom>
              <a:avLst/>
              <a:gdLst/>
              <a:ahLst/>
              <a:cxnLst/>
              <a:rect l="l" t="t" r="r" b="b"/>
              <a:pathLst>
                <a:path w="4086" h="4577" extrusionOk="0">
                  <a:moveTo>
                    <a:pt x="2885" y="0"/>
                  </a:moveTo>
                  <a:cubicBezTo>
                    <a:pt x="2553" y="0"/>
                    <a:pt x="2229" y="156"/>
                    <a:pt x="2025" y="451"/>
                  </a:cubicBezTo>
                  <a:lnTo>
                    <a:pt x="333" y="2920"/>
                  </a:lnTo>
                  <a:cubicBezTo>
                    <a:pt x="0" y="3401"/>
                    <a:pt x="111" y="4056"/>
                    <a:pt x="593" y="4389"/>
                  </a:cubicBezTo>
                  <a:cubicBezTo>
                    <a:pt x="776" y="4516"/>
                    <a:pt x="984" y="4576"/>
                    <a:pt x="1190" y="4576"/>
                  </a:cubicBezTo>
                  <a:cubicBezTo>
                    <a:pt x="1525" y="4576"/>
                    <a:pt x="1855" y="4416"/>
                    <a:pt x="2062" y="4117"/>
                  </a:cubicBezTo>
                  <a:lnTo>
                    <a:pt x="3753" y="1649"/>
                  </a:lnTo>
                  <a:cubicBezTo>
                    <a:pt x="4086" y="1180"/>
                    <a:pt x="3975" y="513"/>
                    <a:pt x="3493" y="192"/>
                  </a:cubicBezTo>
                  <a:cubicBezTo>
                    <a:pt x="3307" y="63"/>
                    <a:pt x="3094" y="0"/>
                    <a:pt x="28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172"/>
            <p:cNvSpPr/>
            <p:nvPr/>
          </p:nvSpPr>
          <p:spPr>
            <a:xfrm>
              <a:off x="7726853" y="2908900"/>
              <a:ext cx="192597" cy="205271"/>
            </a:xfrm>
            <a:custGeom>
              <a:avLst/>
              <a:gdLst/>
              <a:ahLst/>
              <a:cxnLst/>
              <a:rect l="l" t="t" r="r" b="b"/>
              <a:pathLst>
                <a:path w="4544" h="4843" extrusionOk="0">
                  <a:moveTo>
                    <a:pt x="3198" y="275"/>
                  </a:moveTo>
                  <a:cubicBezTo>
                    <a:pt x="3395" y="275"/>
                    <a:pt x="3580" y="324"/>
                    <a:pt x="3741" y="435"/>
                  </a:cubicBezTo>
                  <a:cubicBezTo>
                    <a:pt x="4160" y="732"/>
                    <a:pt x="4272" y="1312"/>
                    <a:pt x="3975" y="1744"/>
                  </a:cubicBezTo>
                  <a:lnTo>
                    <a:pt x="2272" y="4213"/>
                  </a:lnTo>
                  <a:cubicBezTo>
                    <a:pt x="2068" y="4490"/>
                    <a:pt x="1802" y="4606"/>
                    <a:pt x="1541" y="4606"/>
                  </a:cubicBezTo>
                  <a:cubicBezTo>
                    <a:pt x="886" y="4606"/>
                    <a:pt x="261" y="3875"/>
                    <a:pt x="729" y="3151"/>
                  </a:cubicBezTo>
                  <a:lnTo>
                    <a:pt x="2432" y="682"/>
                  </a:lnTo>
                  <a:cubicBezTo>
                    <a:pt x="2568" y="472"/>
                    <a:pt x="2790" y="337"/>
                    <a:pt x="3037" y="287"/>
                  </a:cubicBezTo>
                  <a:cubicBezTo>
                    <a:pt x="3086" y="275"/>
                    <a:pt x="3148" y="275"/>
                    <a:pt x="3198" y="275"/>
                  </a:cubicBezTo>
                  <a:close/>
                  <a:moveTo>
                    <a:pt x="3212" y="1"/>
                  </a:moveTo>
                  <a:cubicBezTo>
                    <a:pt x="2831" y="1"/>
                    <a:pt x="2458" y="192"/>
                    <a:pt x="2235" y="546"/>
                  </a:cubicBezTo>
                  <a:lnTo>
                    <a:pt x="531" y="3015"/>
                  </a:lnTo>
                  <a:cubicBezTo>
                    <a:pt x="0" y="3781"/>
                    <a:pt x="556" y="4842"/>
                    <a:pt x="1494" y="4842"/>
                  </a:cubicBezTo>
                  <a:cubicBezTo>
                    <a:pt x="1877" y="4842"/>
                    <a:pt x="2235" y="4657"/>
                    <a:pt x="2457" y="4336"/>
                  </a:cubicBezTo>
                  <a:lnTo>
                    <a:pt x="4160" y="1867"/>
                  </a:lnTo>
                  <a:cubicBezTo>
                    <a:pt x="4543" y="1337"/>
                    <a:pt x="4420" y="584"/>
                    <a:pt x="3876" y="213"/>
                  </a:cubicBezTo>
                  <a:cubicBezTo>
                    <a:pt x="3673" y="70"/>
                    <a:pt x="3441" y="1"/>
                    <a:pt x="3212" y="1"/>
                  </a:cubicBezTo>
                  <a:close/>
                </a:path>
              </a:pathLst>
            </a:custGeom>
            <a:solidFill>
              <a:srgbClr val="272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172"/>
            <p:cNvSpPr/>
            <p:nvPr/>
          </p:nvSpPr>
          <p:spPr>
            <a:xfrm>
              <a:off x="7750377" y="2915554"/>
              <a:ext cx="163309" cy="130080"/>
            </a:xfrm>
            <a:custGeom>
              <a:avLst/>
              <a:gdLst/>
              <a:ahLst/>
              <a:cxnLst/>
              <a:rect l="l" t="t" r="r" b="b"/>
              <a:pathLst>
                <a:path w="3853" h="3069" extrusionOk="0">
                  <a:moveTo>
                    <a:pt x="2639" y="0"/>
                  </a:moveTo>
                  <a:cubicBezTo>
                    <a:pt x="2307" y="0"/>
                    <a:pt x="1983" y="156"/>
                    <a:pt x="1779" y="451"/>
                  </a:cubicBezTo>
                  <a:lnTo>
                    <a:pt x="87" y="2920"/>
                  </a:lnTo>
                  <a:cubicBezTo>
                    <a:pt x="50" y="2969"/>
                    <a:pt x="26" y="3019"/>
                    <a:pt x="1" y="3068"/>
                  </a:cubicBezTo>
                  <a:lnTo>
                    <a:pt x="1198" y="1352"/>
                  </a:lnTo>
                  <a:cubicBezTo>
                    <a:pt x="1421" y="1024"/>
                    <a:pt x="1729" y="886"/>
                    <a:pt x="2034" y="886"/>
                  </a:cubicBezTo>
                  <a:cubicBezTo>
                    <a:pt x="2724" y="886"/>
                    <a:pt x="3395" y="1596"/>
                    <a:pt x="3001" y="2402"/>
                  </a:cubicBezTo>
                  <a:lnTo>
                    <a:pt x="3519" y="1661"/>
                  </a:lnTo>
                  <a:cubicBezTo>
                    <a:pt x="3852" y="1180"/>
                    <a:pt x="3729" y="513"/>
                    <a:pt x="3247" y="192"/>
                  </a:cubicBezTo>
                  <a:cubicBezTo>
                    <a:pt x="3061" y="63"/>
                    <a:pt x="2848" y="0"/>
                    <a:pt x="26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172"/>
            <p:cNvSpPr/>
            <p:nvPr/>
          </p:nvSpPr>
          <p:spPr>
            <a:xfrm>
              <a:off x="7744655" y="2909281"/>
              <a:ext cx="174796" cy="141057"/>
            </a:xfrm>
            <a:custGeom>
              <a:avLst/>
              <a:gdLst/>
              <a:ahLst/>
              <a:cxnLst/>
              <a:rect l="l" t="t" r="r" b="b"/>
              <a:pathLst>
                <a:path w="4124" h="3328" extrusionOk="0">
                  <a:moveTo>
                    <a:pt x="2775" y="269"/>
                  </a:moveTo>
                  <a:cubicBezTo>
                    <a:pt x="2960" y="269"/>
                    <a:pt x="3146" y="324"/>
                    <a:pt x="3308" y="439"/>
                  </a:cubicBezTo>
                  <a:cubicBezTo>
                    <a:pt x="3740" y="723"/>
                    <a:pt x="3852" y="1315"/>
                    <a:pt x="3555" y="1735"/>
                  </a:cubicBezTo>
                  <a:lnTo>
                    <a:pt x="3358" y="2031"/>
                  </a:lnTo>
                  <a:cubicBezTo>
                    <a:pt x="3321" y="1414"/>
                    <a:pt x="2802" y="920"/>
                    <a:pt x="2185" y="920"/>
                  </a:cubicBezTo>
                  <a:cubicBezTo>
                    <a:pt x="2123" y="920"/>
                    <a:pt x="2049" y="932"/>
                    <a:pt x="1975" y="945"/>
                  </a:cubicBezTo>
                  <a:cubicBezTo>
                    <a:pt x="1914" y="957"/>
                    <a:pt x="1852" y="970"/>
                    <a:pt x="1790" y="994"/>
                  </a:cubicBezTo>
                  <a:lnTo>
                    <a:pt x="2012" y="673"/>
                  </a:lnTo>
                  <a:cubicBezTo>
                    <a:pt x="2194" y="408"/>
                    <a:pt x="2482" y="269"/>
                    <a:pt x="2775" y="269"/>
                  </a:cubicBezTo>
                  <a:close/>
                  <a:moveTo>
                    <a:pt x="2798" y="0"/>
                  </a:moveTo>
                  <a:cubicBezTo>
                    <a:pt x="2415" y="0"/>
                    <a:pt x="2040" y="189"/>
                    <a:pt x="1815" y="537"/>
                  </a:cubicBezTo>
                  <a:lnTo>
                    <a:pt x="111" y="3006"/>
                  </a:lnTo>
                  <a:cubicBezTo>
                    <a:pt x="87" y="3056"/>
                    <a:pt x="50" y="3105"/>
                    <a:pt x="25" y="3154"/>
                  </a:cubicBezTo>
                  <a:cubicBezTo>
                    <a:pt x="0" y="3216"/>
                    <a:pt x="25" y="3278"/>
                    <a:pt x="74" y="3315"/>
                  </a:cubicBezTo>
                  <a:cubicBezTo>
                    <a:pt x="87" y="3327"/>
                    <a:pt x="111" y="3327"/>
                    <a:pt x="136" y="3327"/>
                  </a:cubicBezTo>
                  <a:cubicBezTo>
                    <a:pt x="173" y="3327"/>
                    <a:pt x="198" y="3303"/>
                    <a:pt x="222" y="3278"/>
                  </a:cubicBezTo>
                  <a:lnTo>
                    <a:pt x="1407" y="1550"/>
                  </a:lnTo>
                  <a:cubicBezTo>
                    <a:pt x="1607" y="1256"/>
                    <a:pt x="1883" y="1132"/>
                    <a:pt x="2155" y="1132"/>
                  </a:cubicBezTo>
                  <a:cubicBezTo>
                    <a:pt x="2775" y="1132"/>
                    <a:pt x="3376" y="1771"/>
                    <a:pt x="3024" y="2500"/>
                  </a:cubicBezTo>
                  <a:cubicBezTo>
                    <a:pt x="2982" y="2586"/>
                    <a:pt x="3052" y="2660"/>
                    <a:pt x="3128" y="2660"/>
                  </a:cubicBezTo>
                  <a:cubicBezTo>
                    <a:pt x="3161" y="2660"/>
                    <a:pt x="3196" y="2645"/>
                    <a:pt x="3222" y="2611"/>
                  </a:cubicBezTo>
                  <a:lnTo>
                    <a:pt x="3740" y="1871"/>
                  </a:lnTo>
                  <a:cubicBezTo>
                    <a:pt x="4123" y="1328"/>
                    <a:pt x="4000" y="587"/>
                    <a:pt x="3456" y="204"/>
                  </a:cubicBezTo>
                  <a:cubicBezTo>
                    <a:pt x="3254" y="66"/>
                    <a:pt x="3025" y="0"/>
                    <a:pt x="2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172"/>
            <p:cNvSpPr/>
            <p:nvPr/>
          </p:nvSpPr>
          <p:spPr>
            <a:xfrm>
              <a:off x="7127786" y="3833235"/>
              <a:ext cx="173736" cy="193996"/>
            </a:xfrm>
            <a:custGeom>
              <a:avLst/>
              <a:gdLst/>
              <a:ahLst/>
              <a:cxnLst/>
              <a:rect l="l" t="t" r="r" b="b"/>
              <a:pathLst>
                <a:path w="4099" h="4577" extrusionOk="0">
                  <a:moveTo>
                    <a:pt x="2885" y="1"/>
                  </a:moveTo>
                  <a:cubicBezTo>
                    <a:pt x="2554" y="1"/>
                    <a:pt x="2229" y="157"/>
                    <a:pt x="2025" y="451"/>
                  </a:cubicBezTo>
                  <a:lnTo>
                    <a:pt x="334" y="2920"/>
                  </a:lnTo>
                  <a:cubicBezTo>
                    <a:pt x="1" y="3402"/>
                    <a:pt x="124" y="4056"/>
                    <a:pt x="606" y="4389"/>
                  </a:cubicBezTo>
                  <a:cubicBezTo>
                    <a:pt x="784" y="4516"/>
                    <a:pt x="991" y="4577"/>
                    <a:pt x="1197" y="4577"/>
                  </a:cubicBezTo>
                  <a:cubicBezTo>
                    <a:pt x="1532" y="4577"/>
                    <a:pt x="1863" y="4416"/>
                    <a:pt x="2062" y="4118"/>
                  </a:cubicBezTo>
                  <a:lnTo>
                    <a:pt x="3766" y="1649"/>
                  </a:lnTo>
                  <a:cubicBezTo>
                    <a:pt x="4099" y="1167"/>
                    <a:pt x="3975" y="513"/>
                    <a:pt x="3494" y="192"/>
                  </a:cubicBezTo>
                  <a:cubicBezTo>
                    <a:pt x="3307" y="63"/>
                    <a:pt x="3095" y="1"/>
                    <a:pt x="28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172"/>
            <p:cNvSpPr/>
            <p:nvPr/>
          </p:nvSpPr>
          <p:spPr>
            <a:xfrm>
              <a:off x="7115240" y="3826962"/>
              <a:ext cx="193106" cy="204889"/>
            </a:xfrm>
            <a:custGeom>
              <a:avLst/>
              <a:gdLst/>
              <a:ahLst/>
              <a:cxnLst/>
              <a:rect l="l" t="t" r="r" b="b"/>
              <a:pathLst>
                <a:path w="4556" h="4834" extrusionOk="0">
                  <a:moveTo>
                    <a:pt x="3210" y="266"/>
                  </a:moveTo>
                  <a:cubicBezTo>
                    <a:pt x="3963" y="266"/>
                    <a:pt x="4407" y="1118"/>
                    <a:pt x="3975" y="1735"/>
                  </a:cubicBezTo>
                  <a:lnTo>
                    <a:pt x="2284" y="4204"/>
                  </a:lnTo>
                  <a:cubicBezTo>
                    <a:pt x="2100" y="4472"/>
                    <a:pt x="1803" y="4611"/>
                    <a:pt x="1504" y="4611"/>
                  </a:cubicBezTo>
                  <a:cubicBezTo>
                    <a:pt x="1320" y="4611"/>
                    <a:pt x="1135" y="4559"/>
                    <a:pt x="976" y="4451"/>
                  </a:cubicBezTo>
                  <a:cubicBezTo>
                    <a:pt x="544" y="4154"/>
                    <a:pt x="445" y="3562"/>
                    <a:pt x="741" y="3142"/>
                  </a:cubicBezTo>
                  <a:lnTo>
                    <a:pt x="2432" y="673"/>
                  </a:lnTo>
                  <a:cubicBezTo>
                    <a:pt x="2605" y="414"/>
                    <a:pt x="2901" y="266"/>
                    <a:pt x="3210" y="266"/>
                  </a:cubicBezTo>
                  <a:close/>
                  <a:moveTo>
                    <a:pt x="3221" y="1"/>
                  </a:moveTo>
                  <a:cubicBezTo>
                    <a:pt x="2835" y="1"/>
                    <a:pt x="2459" y="189"/>
                    <a:pt x="2235" y="538"/>
                  </a:cubicBezTo>
                  <a:lnTo>
                    <a:pt x="531" y="3006"/>
                  </a:lnTo>
                  <a:cubicBezTo>
                    <a:pt x="0" y="3784"/>
                    <a:pt x="556" y="4833"/>
                    <a:pt x="1494" y="4833"/>
                  </a:cubicBezTo>
                  <a:cubicBezTo>
                    <a:pt x="1877" y="4833"/>
                    <a:pt x="2235" y="4648"/>
                    <a:pt x="2457" y="4340"/>
                  </a:cubicBezTo>
                  <a:lnTo>
                    <a:pt x="4160" y="1871"/>
                  </a:lnTo>
                  <a:cubicBezTo>
                    <a:pt x="4555" y="1340"/>
                    <a:pt x="4432" y="587"/>
                    <a:pt x="3889" y="204"/>
                  </a:cubicBezTo>
                  <a:cubicBezTo>
                    <a:pt x="3682" y="67"/>
                    <a:pt x="3450" y="1"/>
                    <a:pt x="3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172"/>
            <p:cNvSpPr/>
            <p:nvPr/>
          </p:nvSpPr>
          <p:spPr>
            <a:xfrm>
              <a:off x="7127786" y="3847095"/>
              <a:ext cx="109396" cy="179755"/>
            </a:xfrm>
            <a:custGeom>
              <a:avLst/>
              <a:gdLst/>
              <a:ahLst/>
              <a:cxnLst/>
              <a:rect l="l" t="t" r="r" b="b"/>
              <a:pathLst>
                <a:path w="2581" h="4241" extrusionOk="0">
                  <a:moveTo>
                    <a:pt x="2136" y="1"/>
                  </a:moveTo>
                  <a:lnTo>
                    <a:pt x="2136" y="1"/>
                  </a:lnTo>
                  <a:cubicBezTo>
                    <a:pt x="2099" y="38"/>
                    <a:pt x="2062" y="87"/>
                    <a:pt x="2037" y="124"/>
                  </a:cubicBezTo>
                  <a:lnTo>
                    <a:pt x="334" y="2593"/>
                  </a:lnTo>
                  <a:cubicBezTo>
                    <a:pt x="1" y="3075"/>
                    <a:pt x="124" y="3729"/>
                    <a:pt x="606" y="4062"/>
                  </a:cubicBezTo>
                  <a:cubicBezTo>
                    <a:pt x="787" y="4183"/>
                    <a:pt x="991" y="4241"/>
                    <a:pt x="1193" y="4241"/>
                  </a:cubicBezTo>
                  <a:cubicBezTo>
                    <a:pt x="1527" y="4241"/>
                    <a:pt x="1854" y="4083"/>
                    <a:pt x="2062" y="3791"/>
                  </a:cubicBezTo>
                  <a:lnTo>
                    <a:pt x="2581" y="3038"/>
                  </a:lnTo>
                  <a:lnTo>
                    <a:pt x="2581" y="3038"/>
                  </a:lnTo>
                  <a:cubicBezTo>
                    <a:pt x="2353" y="3281"/>
                    <a:pt x="2087" y="3383"/>
                    <a:pt x="1829" y="3383"/>
                  </a:cubicBezTo>
                  <a:cubicBezTo>
                    <a:pt x="1079" y="3383"/>
                    <a:pt x="400" y="2516"/>
                    <a:pt x="951" y="1717"/>
                  </a:cubicBezTo>
                  <a:lnTo>
                    <a:pt x="21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172"/>
            <p:cNvSpPr/>
            <p:nvPr/>
          </p:nvSpPr>
          <p:spPr>
            <a:xfrm>
              <a:off x="7115240" y="3842347"/>
              <a:ext cx="127960" cy="189503"/>
            </a:xfrm>
            <a:custGeom>
              <a:avLst/>
              <a:gdLst/>
              <a:ahLst/>
              <a:cxnLst/>
              <a:rect l="l" t="t" r="r" b="b"/>
              <a:pathLst>
                <a:path w="3019" h="4471" extrusionOk="0">
                  <a:moveTo>
                    <a:pt x="951" y="2458"/>
                  </a:moveTo>
                  <a:cubicBezTo>
                    <a:pt x="951" y="2520"/>
                    <a:pt x="951" y="2582"/>
                    <a:pt x="963" y="2643"/>
                  </a:cubicBezTo>
                  <a:cubicBezTo>
                    <a:pt x="1076" y="3216"/>
                    <a:pt x="1569" y="3610"/>
                    <a:pt x="2120" y="3610"/>
                  </a:cubicBezTo>
                  <a:cubicBezTo>
                    <a:pt x="2235" y="3610"/>
                    <a:pt x="2352" y="3593"/>
                    <a:pt x="2469" y="3557"/>
                  </a:cubicBezTo>
                  <a:lnTo>
                    <a:pt x="2469" y="3557"/>
                  </a:lnTo>
                  <a:lnTo>
                    <a:pt x="2272" y="3841"/>
                  </a:lnTo>
                  <a:cubicBezTo>
                    <a:pt x="2088" y="4100"/>
                    <a:pt x="1796" y="4242"/>
                    <a:pt x="1498" y="4242"/>
                  </a:cubicBezTo>
                  <a:cubicBezTo>
                    <a:pt x="1314" y="4242"/>
                    <a:pt x="1128" y="4188"/>
                    <a:pt x="963" y="4075"/>
                  </a:cubicBezTo>
                  <a:cubicBezTo>
                    <a:pt x="544" y="3779"/>
                    <a:pt x="432" y="3199"/>
                    <a:pt x="729" y="2779"/>
                  </a:cubicBezTo>
                  <a:lnTo>
                    <a:pt x="951" y="2458"/>
                  </a:lnTo>
                  <a:close/>
                  <a:moveTo>
                    <a:pt x="2428" y="0"/>
                  </a:moveTo>
                  <a:cubicBezTo>
                    <a:pt x="2396" y="0"/>
                    <a:pt x="2366" y="12"/>
                    <a:pt x="2346" y="39"/>
                  </a:cubicBezTo>
                  <a:cubicBezTo>
                    <a:pt x="2309" y="76"/>
                    <a:pt x="2272" y="125"/>
                    <a:pt x="2235" y="175"/>
                  </a:cubicBezTo>
                  <a:lnTo>
                    <a:pt x="531" y="2643"/>
                  </a:lnTo>
                  <a:cubicBezTo>
                    <a:pt x="0" y="3421"/>
                    <a:pt x="556" y="4470"/>
                    <a:pt x="1494" y="4470"/>
                  </a:cubicBezTo>
                  <a:cubicBezTo>
                    <a:pt x="1877" y="4470"/>
                    <a:pt x="2235" y="4285"/>
                    <a:pt x="2445" y="3964"/>
                  </a:cubicBezTo>
                  <a:lnTo>
                    <a:pt x="2963" y="3224"/>
                  </a:lnTo>
                  <a:cubicBezTo>
                    <a:pt x="3018" y="3132"/>
                    <a:pt x="2950" y="3040"/>
                    <a:pt x="2871" y="3040"/>
                  </a:cubicBezTo>
                  <a:cubicBezTo>
                    <a:pt x="2844" y="3040"/>
                    <a:pt x="2815" y="3050"/>
                    <a:pt x="2790" y="3075"/>
                  </a:cubicBezTo>
                  <a:cubicBezTo>
                    <a:pt x="2585" y="3294"/>
                    <a:pt x="2345" y="3385"/>
                    <a:pt x="2114" y="3385"/>
                  </a:cubicBezTo>
                  <a:cubicBezTo>
                    <a:pt x="1442" y="3385"/>
                    <a:pt x="838" y="2610"/>
                    <a:pt x="1334" y="1903"/>
                  </a:cubicBezTo>
                  <a:lnTo>
                    <a:pt x="2531" y="187"/>
                  </a:lnTo>
                  <a:cubicBezTo>
                    <a:pt x="2556" y="125"/>
                    <a:pt x="2543" y="64"/>
                    <a:pt x="2506" y="27"/>
                  </a:cubicBezTo>
                  <a:cubicBezTo>
                    <a:pt x="2483" y="9"/>
                    <a:pt x="2455" y="0"/>
                    <a:pt x="24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72" name="Google Shape;4872;p172"/>
          <p:cNvGrpSpPr/>
          <p:nvPr/>
        </p:nvGrpSpPr>
        <p:grpSpPr>
          <a:xfrm>
            <a:off x="442323" y="278500"/>
            <a:ext cx="615195" cy="485584"/>
            <a:chOff x="442323" y="278500"/>
            <a:chExt cx="615195" cy="485584"/>
          </a:xfrm>
        </p:grpSpPr>
        <p:sp>
          <p:nvSpPr>
            <p:cNvPr id="4873" name="Google Shape;4873;p172"/>
            <p:cNvSpPr/>
            <p:nvPr/>
          </p:nvSpPr>
          <p:spPr>
            <a:xfrm>
              <a:off x="443044" y="278500"/>
              <a:ext cx="597423" cy="485104"/>
            </a:xfrm>
            <a:custGeom>
              <a:avLst/>
              <a:gdLst/>
              <a:ahLst/>
              <a:cxnLst/>
              <a:rect l="l" t="t" r="r" b="b"/>
              <a:pathLst>
                <a:path w="9950" h="8079" extrusionOk="0">
                  <a:moveTo>
                    <a:pt x="7409" y="1"/>
                  </a:moveTo>
                  <a:cubicBezTo>
                    <a:pt x="7193" y="1"/>
                    <a:pt x="6952" y="72"/>
                    <a:pt x="6654" y="183"/>
                  </a:cubicBezTo>
                  <a:cubicBezTo>
                    <a:pt x="5876" y="454"/>
                    <a:pt x="5086" y="689"/>
                    <a:pt x="4333" y="1047"/>
                  </a:cubicBezTo>
                  <a:cubicBezTo>
                    <a:pt x="2852" y="1738"/>
                    <a:pt x="1506" y="2688"/>
                    <a:pt x="346" y="3849"/>
                  </a:cubicBezTo>
                  <a:cubicBezTo>
                    <a:pt x="210" y="3960"/>
                    <a:pt x="99" y="4120"/>
                    <a:pt x="50" y="4281"/>
                  </a:cubicBezTo>
                  <a:cubicBezTo>
                    <a:pt x="0" y="4503"/>
                    <a:pt x="99" y="4737"/>
                    <a:pt x="198" y="4947"/>
                  </a:cubicBezTo>
                  <a:cubicBezTo>
                    <a:pt x="223" y="4984"/>
                    <a:pt x="235" y="5021"/>
                    <a:pt x="260" y="5058"/>
                  </a:cubicBezTo>
                  <a:cubicBezTo>
                    <a:pt x="544" y="5663"/>
                    <a:pt x="865" y="6256"/>
                    <a:pt x="1210" y="6824"/>
                  </a:cubicBezTo>
                  <a:cubicBezTo>
                    <a:pt x="1519" y="7305"/>
                    <a:pt x="1889" y="7774"/>
                    <a:pt x="2432" y="7972"/>
                  </a:cubicBezTo>
                  <a:cubicBezTo>
                    <a:pt x="2629" y="8048"/>
                    <a:pt x="2834" y="8078"/>
                    <a:pt x="3041" y="8078"/>
                  </a:cubicBezTo>
                  <a:cubicBezTo>
                    <a:pt x="3405" y="8078"/>
                    <a:pt x="3777" y="7983"/>
                    <a:pt x="4123" y="7873"/>
                  </a:cubicBezTo>
                  <a:cubicBezTo>
                    <a:pt x="5901" y="7330"/>
                    <a:pt x="7530" y="6416"/>
                    <a:pt x="8913" y="5182"/>
                  </a:cubicBezTo>
                  <a:cubicBezTo>
                    <a:pt x="9419" y="4737"/>
                    <a:pt x="9913" y="4194"/>
                    <a:pt x="9937" y="3515"/>
                  </a:cubicBezTo>
                  <a:cubicBezTo>
                    <a:pt x="9950" y="2923"/>
                    <a:pt x="9604" y="2404"/>
                    <a:pt x="9258" y="1923"/>
                  </a:cubicBezTo>
                  <a:lnTo>
                    <a:pt x="8481" y="812"/>
                  </a:lnTo>
                  <a:cubicBezTo>
                    <a:pt x="8431" y="763"/>
                    <a:pt x="8394" y="713"/>
                    <a:pt x="8357" y="652"/>
                  </a:cubicBezTo>
                  <a:cubicBezTo>
                    <a:pt x="8025" y="177"/>
                    <a:pt x="7749" y="1"/>
                    <a:pt x="74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172"/>
            <p:cNvSpPr/>
            <p:nvPr/>
          </p:nvSpPr>
          <p:spPr>
            <a:xfrm>
              <a:off x="756521" y="495974"/>
              <a:ext cx="129211" cy="119550"/>
            </a:xfrm>
            <a:custGeom>
              <a:avLst/>
              <a:gdLst/>
              <a:ahLst/>
              <a:cxnLst/>
              <a:rect l="l" t="t" r="r" b="b"/>
              <a:pathLst>
                <a:path w="2152" h="1991" extrusionOk="0">
                  <a:moveTo>
                    <a:pt x="1104" y="0"/>
                  </a:moveTo>
                  <a:cubicBezTo>
                    <a:pt x="837" y="0"/>
                    <a:pt x="565" y="109"/>
                    <a:pt x="359" y="350"/>
                  </a:cubicBezTo>
                  <a:cubicBezTo>
                    <a:pt x="1" y="757"/>
                    <a:pt x="50" y="1387"/>
                    <a:pt x="458" y="1745"/>
                  </a:cubicBezTo>
                  <a:cubicBezTo>
                    <a:pt x="657" y="1915"/>
                    <a:pt x="886" y="1991"/>
                    <a:pt x="1110" y="1991"/>
                  </a:cubicBezTo>
                  <a:cubicBezTo>
                    <a:pt x="1649" y="1991"/>
                    <a:pt x="2152" y="1550"/>
                    <a:pt x="2099" y="930"/>
                  </a:cubicBezTo>
                  <a:cubicBezTo>
                    <a:pt x="2060" y="357"/>
                    <a:pt x="1589" y="0"/>
                    <a:pt x="1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172"/>
            <p:cNvSpPr/>
            <p:nvPr/>
          </p:nvSpPr>
          <p:spPr>
            <a:xfrm>
              <a:off x="748416" y="498256"/>
              <a:ext cx="129752" cy="75837"/>
            </a:xfrm>
            <a:custGeom>
              <a:avLst/>
              <a:gdLst/>
              <a:ahLst/>
              <a:cxnLst/>
              <a:rect l="l" t="t" r="r" b="b"/>
              <a:pathLst>
                <a:path w="2161" h="1263" extrusionOk="0">
                  <a:moveTo>
                    <a:pt x="1178" y="1"/>
                  </a:moveTo>
                  <a:cubicBezTo>
                    <a:pt x="582" y="1"/>
                    <a:pt x="0" y="538"/>
                    <a:pt x="198" y="1263"/>
                  </a:cubicBezTo>
                  <a:cubicBezTo>
                    <a:pt x="574" y="1012"/>
                    <a:pt x="990" y="905"/>
                    <a:pt x="1418" y="905"/>
                  </a:cubicBezTo>
                  <a:cubicBezTo>
                    <a:pt x="1663" y="905"/>
                    <a:pt x="1913" y="940"/>
                    <a:pt x="2160" y="1003"/>
                  </a:cubicBezTo>
                  <a:cubicBezTo>
                    <a:pt x="2160" y="806"/>
                    <a:pt x="2099" y="608"/>
                    <a:pt x="1988" y="448"/>
                  </a:cubicBezTo>
                  <a:cubicBezTo>
                    <a:pt x="1778" y="135"/>
                    <a:pt x="1476" y="1"/>
                    <a:pt x="11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172"/>
            <p:cNvSpPr/>
            <p:nvPr/>
          </p:nvSpPr>
          <p:spPr>
            <a:xfrm>
              <a:off x="560125" y="387237"/>
              <a:ext cx="228342" cy="114986"/>
            </a:xfrm>
            <a:custGeom>
              <a:avLst/>
              <a:gdLst/>
              <a:ahLst/>
              <a:cxnLst/>
              <a:rect l="l" t="t" r="r" b="b"/>
              <a:pathLst>
                <a:path w="3803" h="1915" extrusionOk="0">
                  <a:moveTo>
                    <a:pt x="1512" y="0"/>
                  </a:moveTo>
                  <a:cubicBezTo>
                    <a:pt x="979" y="0"/>
                    <a:pt x="428" y="435"/>
                    <a:pt x="1" y="705"/>
                  </a:cubicBezTo>
                  <a:lnTo>
                    <a:pt x="1791" y="1791"/>
                  </a:lnTo>
                  <a:cubicBezTo>
                    <a:pt x="1889" y="1853"/>
                    <a:pt x="1988" y="1890"/>
                    <a:pt x="2099" y="1914"/>
                  </a:cubicBezTo>
                  <a:cubicBezTo>
                    <a:pt x="2210" y="1914"/>
                    <a:pt x="2321" y="1877"/>
                    <a:pt x="2408" y="1840"/>
                  </a:cubicBezTo>
                  <a:cubicBezTo>
                    <a:pt x="2889" y="1630"/>
                    <a:pt x="3358" y="1396"/>
                    <a:pt x="3803" y="1149"/>
                  </a:cubicBezTo>
                  <a:lnTo>
                    <a:pt x="3803" y="1149"/>
                  </a:lnTo>
                  <a:cubicBezTo>
                    <a:pt x="3786" y="1157"/>
                    <a:pt x="3766" y="1162"/>
                    <a:pt x="3742" y="1162"/>
                  </a:cubicBezTo>
                  <a:cubicBezTo>
                    <a:pt x="3355" y="1162"/>
                    <a:pt x="2039" y="83"/>
                    <a:pt x="1667" y="13"/>
                  </a:cubicBezTo>
                  <a:cubicBezTo>
                    <a:pt x="1616" y="5"/>
                    <a:pt x="1564" y="0"/>
                    <a:pt x="1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172"/>
            <p:cNvSpPr/>
            <p:nvPr/>
          </p:nvSpPr>
          <p:spPr>
            <a:xfrm>
              <a:off x="634997" y="414857"/>
              <a:ext cx="54999" cy="50618"/>
            </a:xfrm>
            <a:custGeom>
              <a:avLst/>
              <a:gdLst/>
              <a:ahLst/>
              <a:cxnLst/>
              <a:rect l="l" t="t" r="r" b="b"/>
              <a:pathLst>
                <a:path w="916" h="843" extrusionOk="0">
                  <a:moveTo>
                    <a:pt x="472" y="1"/>
                  </a:moveTo>
                  <a:cubicBezTo>
                    <a:pt x="361" y="1"/>
                    <a:pt x="248" y="46"/>
                    <a:pt x="161" y="146"/>
                  </a:cubicBezTo>
                  <a:cubicBezTo>
                    <a:pt x="1" y="319"/>
                    <a:pt x="25" y="590"/>
                    <a:pt x="198" y="738"/>
                  </a:cubicBezTo>
                  <a:cubicBezTo>
                    <a:pt x="281" y="811"/>
                    <a:pt x="378" y="843"/>
                    <a:pt x="472" y="843"/>
                  </a:cubicBezTo>
                  <a:cubicBezTo>
                    <a:pt x="701" y="843"/>
                    <a:pt x="916" y="655"/>
                    <a:pt x="889" y="393"/>
                  </a:cubicBezTo>
                  <a:cubicBezTo>
                    <a:pt x="873" y="153"/>
                    <a:pt x="676" y="1"/>
                    <a:pt x="472" y="1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172"/>
            <p:cNvSpPr/>
            <p:nvPr/>
          </p:nvSpPr>
          <p:spPr>
            <a:xfrm>
              <a:off x="644664" y="359077"/>
              <a:ext cx="167519" cy="96432"/>
            </a:xfrm>
            <a:custGeom>
              <a:avLst/>
              <a:gdLst/>
              <a:ahLst/>
              <a:cxnLst/>
              <a:rect l="l" t="t" r="r" b="b"/>
              <a:pathLst>
                <a:path w="2790" h="1606" extrusionOk="0">
                  <a:moveTo>
                    <a:pt x="494" y="1"/>
                  </a:moveTo>
                  <a:lnTo>
                    <a:pt x="0" y="297"/>
                  </a:lnTo>
                  <a:lnTo>
                    <a:pt x="2407" y="1606"/>
                  </a:lnTo>
                  <a:lnTo>
                    <a:pt x="2790" y="1272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172"/>
            <p:cNvSpPr/>
            <p:nvPr/>
          </p:nvSpPr>
          <p:spPr>
            <a:xfrm>
              <a:off x="442323" y="279160"/>
              <a:ext cx="615195" cy="484923"/>
            </a:xfrm>
            <a:custGeom>
              <a:avLst/>
              <a:gdLst/>
              <a:ahLst/>
              <a:cxnLst/>
              <a:rect l="l" t="t" r="r" b="b"/>
              <a:pathLst>
                <a:path w="10246" h="8076" extrusionOk="0">
                  <a:moveTo>
                    <a:pt x="7098" y="172"/>
                  </a:moveTo>
                  <a:cubicBezTo>
                    <a:pt x="7197" y="172"/>
                    <a:pt x="7271" y="172"/>
                    <a:pt x="7345" y="184"/>
                  </a:cubicBezTo>
                  <a:cubicBezTo>
                    <a:pt x="7363" y="187"/>
                    <a:pt x="7381" y="188"/>
                    <a:pt x="7398" y="188"/>
                  </a:cubicBezTo>
                  <a:cubicBezTo>
                    <a:pt x="7415" y="188"/>
                    <a:pt x="7432" y="187"/>
                    <a:pt x="7448" y="187"/>
                  </a:cubicBezTo>
                  <a:cubicBezTo>
                    <a:pt x="7481" y="187"/>
                    <a:pt x="7511" y="190"/>
                    <a:pt x="7542" y="209"/>
                  </a:cubicBezTo>
                  <a:cubicBezTo>
                    <a:pt x="7604" y="246"/>
                    <a:pt x="7690" y="209"/>
                    <a:pt x="7764" y="258"/>
                  </a:cubicBezTo>
                  <a:cubicBezTo>
                    <a:pt x="7839" y="295"/>
                    <a:pt x="7913" y="320"/>
                    <a:pt x="7987" y="344"/>
                  </a:cubicBezTo>
                  <a:lnTo>
                    <a:pt x="8011" y="406"/>
                  </a:lnTo>
                  <a:cubicBezTo>
                    <a:pt x="8110" y="406"/>
                    <a:pt x="8159" y="505"/>
                    <a:pt x="8234" y="542"/>
                  </a:cubicBezTo>
                  <a:cubicBezTo>
                    <a:pt x="8258" y="591"/>
                    <a:pt x="8283" y="641"/>
                    <a:pt x="8295" y="678"/>
                  </a:cubicBezTo>
                  <a:cubicBezTo>
                    <a:pt x="8295" y="764"/>
                    <a:pt x="8271" y="863"/>
                    <a:pt x="8234" y="937"/>
                  </a:cubicBezTo>
                  <a:cubicBezTo>
                    <a:pt x="8221" y="974"/>
                    <a:pt x="8184" y="986"/>
                    <a:pt x="8172" y="1011"/>
                  </a:cubicBezTo>
                  <a:cubicBezTo>
                    <a:pt x="8147" y="1048"/>
                    <a:pt x="8147" y="1110"/>
                    <a:pt x="8110" y="1134"/>
                  </a:cubicBezTo>
                  <a:cubicBezTo>
                    <a:pt x="8085" y="1171"/>
                    <a:pt x="8061" y="1184"/>
                    <a:pt x="8048" y="1208"/>
                  </a:cubicBezTo>
                  <a:cubicBezTo>
                    <a:pt x="7987" y="1270"/>
                    <a:pt x="7937" y="1332"/>
                    <a:pt x="7888" y="1394"/>
                  </a:cubicBezTo>
                  <a:cubicBezTo>
                    <a:pt x="7863" y="1443"/>
                    <a:pt x="7764" y="1431"/>
                    <a:pt x="7764" y="1517"/>
                  </a:cubicBezTo>
                  <a:cubicBezTo>
                    <a:pt x="7764" y="1517"/>
                    <a:pt x="7752" y="1529"/>
                    <a:pt x="7740" y="1529"/>
                  </a:cubicBezTo>
                  <a:lnTo>
                    <a:pt x="7616" y="1591"/>
                  </a:lnTo>
                  <a:cubicBezTo>
                    <a:pt x="7592" y="1616"/>
                    <a:pt x="7592" y="1628"/>
                    <a:pt x="7579" y="1665"/>
                  </a:cubicBezTo>
                  <a:lnTo>
                    <a:pt x="7382" y="1752"/>
                  </a:lnTo>
                  <a:lnTo>
                    <a:pt x="7357" y="1813"/>
                  </a:lnTo>
                  <a:lnTo>
                    <a:pt x="7061" y="1937"/>
                  </a:lnTo>
                  <a:lnTo>
                    <a:pt x="7024" y="2011"/>
                  </a:lnTo>
                  <a:lnTo>
                    <a:pt x="6839" y="2085"/>
                  </a:lnTo>
                  <a:cubicBezTo>
                    <a:pt x="6826" y="2110"/>
                    <a:pt x="6814" y="2134"/>
                    <a:pt x="6802" y="2159"/>
                  </a:cubicBezTo>
                  <a:lnTo>
                    <a:pt x="6654" y="2221"/>
                  </a:lnTo>
                  <a:cubicBezTo>
                    <a:pt x="6654" y="2245"/>
                    <a:pt x="6641" y="2258"/>
                    <a:pt x="6629" y="2295"/>
                  </a:cubicBezTo>
                  <a:cubicBezTo>
                    <a:pt x="6567" y="2319"/>
                    <a:pt x="6493" y="2344"/>
                    <a:pt x="6431" y="2369"/>
                  </a:cubicBezTo>
                  <a:cubicBezTo>
                    <a:pt x="6419" y="2393"/>
                    <a:pt x="6419" y="2418"/>
                    <a:pt x="6407" y="2443"/>
                  </a:cubicBezTo>
                  <a:lnTo>
                    <a:pt x="6234" y="2517"/>
                  </a:lnTo>
                  <a:cubicBezTo>
                    <a:pt x="6221" y="2492"/>
                    <a:pt x="6209" y="2468"/>
                    <a:pt x="6197" y="2455"/>
                  </a:cubicBezTo>
                  <a:cubicBezTo>
                    <a:pt x="6135" y="2431"/>
                    <a:pt x="6073" y="2393"/>
                    <a:pt x="6024" y="2356"/>
                  </a:cubicBezTo>
                  <a:cubicBezTo>
                    <a:pt x="5962" y="2307"/>
                    <a:pt x="5901" y="2282"/>
                    <a:pt x="5826" y="2270"/>
                  </a:cubicBezTo>
                  <a:cubicBezTo>
                    <a:pt x="5752" y="2245"/>
                    <a:pt x="5728" y="2171"/>
                    <a:pt x="5654" y="2147"/>
                  </a:cubicBezTo>
                  <a:cubicBezTo>
                    <a:pt x="5543" y="2122"/>
                    <a:pt x="5431" y="2073"/>
                    <a:pt x="5333" y="1986"/>
                  </a:cubicBezTo>
                  <a:cubicBezTo>
                    <a:pt x="5296" y="1949"/>
                    <a:pt x="5222" y="1937"/>
                    <a:pt x="5160" y="1912"/>
                  </a:cubicBezTo>
                  <a:cubicBezTo>
                    <a:pt x="5111" y="1887"/>
                    <a:pt x="5049" y="1887"/>
                    <a:pt x="5024" y="1850"/>
                  </a:cubicBezTo>
                  <a:cubicBezTo>
                    <a:pt x="4987" y="1801"/>
                    <a:pt x="4925" y="1764"/>
                    <a:pt x="4864" y="1752"/>
                  </a:cubicBezTo>
                  <a:cubicBezTo>
                    <a:pt x="4802" y="1739"/>
                    <a:pt x="4777" y="1678"/>
                    <a:pt x="4728" y="1653"/>
                  </a:cubicBezTo>
                  <a:cubicBezTo>
                    <a:pt x="4641" y="1616"/>
                    <a:pt x="4555" y="1591"/>
                    <a:pt x="4469" y="1554"/>
                  </a:cubicBezTo>
                  <a:cubicBezTo>
                    <a:pt x="4432" y="1443"/>
                    <a:pt x="4308" y="1468"/>
                    <a:pt x="4234" y="1418"/>
                  </a:cubicBezTo>
                  <a:cubicBezTo>
                    <a:pt x="4209" y="1406"/>
                    <a:pt x="4185" y="1394"/>
                    <a:pt x="4160" y="1381"/>
                  </a:cubicBezTo>
                  <a:cubicBezTo>
                    <a:pt x="4148" y="1369"/>
                    <a:pt x="4160" y="1344"/>
                    <a:pt x="4148" y="1307"/>
                  </a:cubicBezTo>
                  <a:cubicBezTo>
                    <a:pt x="4382" y="1208"/>
                    <a:pt x="4617" y="1110"/>
                    <a:pt x="4851" y="999"/>
                  </a:cubicBezTo>
                  <a:lnTo>
                    <a:pt x="4888" y="937"/>
                  </a:lnTo>
                  <a:lnTo>
                    <a:pt x="5580" y="641"/>
                  </a:lnTo>
                  <a:lnTo>
                    <a:pt x="5641" y="665"/>
                  </a:lnTo>
                  <a:lnTo>
                    <a:pt x="5851" y="579"/>
                  </a:lnTo>
                  <a:lnTo>
                    <a:pt x="5876" y="530"/>
                  </a:lnTo>
                  <a:lnTo>
                    <a:pt x="6221" y="369"/>
                  </a:lnTo>
                  <a:lnTo>
                    <a:pt x="6296" y="394"/>
                  </a:lnTo>
                  <a:lnTo>
                    <a:pt x="6542" y="295"/>
                  </a:lnTo>
                  <a:lnTo>
                    <a:pt x="6616" y="320"/>
                  </a:lnTo>
                  <a:lnTo>
                    <a:pt x="6863" y="221"/>
                  </a:lnTo>
                  <a:lnTo>
                    <a:pt x="6925" y="246"/>
                  </a:lnTo>
                  <a:lnTo>
                    <a:pt x="7098" y="172"/>
                  </a:lnTo>
                  <a:close/>
                  <a:moveTo>
                    <a:pt x="3765" y="1480"/>
                  </a:moveTo>
                  <a:lnTo>
                    <a:pt x="4629" y="1838"/>
                  </a:lnTo>
                  <a:cubicBezTo>
                    <a:pt x="4641" y="1850"/>
                    <a:pt x="4654" y="1875"/>
                    <a:pt x="4666" y="1875"/>
                  </a:cubicBezTo>
                  <a:cubicBezTo>
                    <a:pt x="4753" y="1924"/>
                    <a:pt x="4851" y="1961"/>
                    <a:pt x="4950" y="2011"/>
                  </a:cubicBezTo>
                  <a:cubicBezTo>
                    <a:pt x="4950" y="2023"/>
                    <a:pt x="4962" y="2036"/>
                    <a:pt x="4975" y="2060"/>
                  </a:cubicBezTo>
                  <a:lnTo>
                    <a:pt x="5246" y="2171"/>
                  </a:lnTo>
                  <a:cubicBezTo>
                    <a:pt x="5246" y="2184"/>
                    <a:pt x="5259" y="2196"/>
                    <a:pt x="5271" y="2221"/>
                  </a:cubicBezTo>
                  <a:cubicBezTo>
                    <a:pt x="5320" y="2245"/>
                    <a:pt x="5382" y="2270"/>
                    <a:pt x="5444" y="2282"/>
                  </a:cubicBezTo>
                  <a:cubicBezTo>
                    <a:pt x="5493" y="2307"/>
                    <a:pt x="5518" y="2369"/>
                    <a:pt x="5580" y="2393"/>
                  </a:cubicBezTo>
                  <a:cubicBezTo>
                    <a:pt x="5641" y="2393"/>
                    <a:pt x="5703" y="2431"/>
                    <a:pt x="5740" y="2480"/>
                  </a:cubicBezTo>
                  <a:cubicBezTo>
                    <a:pt x="5765" y="2529"/>
                    <a:pt x="5851" y="2517"/>
                    <a:pt x="5888" y="2566"/>
                  </a:cubicBezTo>
                  <a:cubicBezTo>
                    <a:pt x="5925" y="2628"/>
                    <a:pt x="5999" y="2616"/>
                    <a:pt x="6036" y="2665"/>
                  </a:cubicBezTo>
                  <a:cubicBezTo>
                    <a:pt x="6036" y="2665"/>
                    <a:pt x="6036" y="2677"/>
                    <a:pt x="6024" y="2690"/>
                  </a:cubicBezTo>
                  <a:lnTo>
                    <a:pt x="5826" y="2764"/>
                  </a:lnTo>
                  <a:lnTo>
                    <a:pt x="5789" y="2850"/>
                  </a:lnTo>
                  <a:lnTo>
                    <a:pt x="5728" y="2863"/>
                  </a:lnTo>
                  <a:lnTo>
                    <a:pt x="5703" y="2801"/>
                  </a:lnTo>
                  <a:cubicBezTo>
                    <a:pt x="5530" y="2739"/>
                    <a:pt x="5357" y="2653"/>
                    <a:pt x="5209" y="2566"/>
                  </a:cubicBezTo>
                  <a:cubicBezTo>
                    <a:pt x="5123" y="2492"/>
                    <a:pt x="4987" y="2492"/>
                    <a:pt x="4901" y="2418"/>
                  </a:cubicBezTo>
                  <a:cubicBezTo>
                    <a:pt x="4814" y="2344"/>
                    <a:pt x="4691" y="2332"/>
                    <a:pt x="4592" y="2258"/>
                  </a:cubicBezTo>
                  <a:cubicBezTo>
                    <a:pt x="4592" y="2258"/>
                    <a:pt x="4580" y="2233"/>
                    <a:pt x="4567" y="2221"/>
                  </a:cubicBezTo>
                  <a:lnTo>
                    <a:pt x="4296" y="2110"/>
                  </a:lnTo>
                  <a:cubicBezTo>
                    <a:pt x="4246" y="2011"/>
                    <a:pt x="4135" y="2023"/>
                    <a:pt x="4061" y="1961"/>
                  </a:cubicBezTo>
                  <a:lnTo>
                    <a:pt x="4037" y="1912"/>
                  </a:lnTo>
                  <a:lnTo>
                    <a:pt x="3666" y="1764"/>
                  </a:lnTo>
                  <a:cubicBezTo>
                    <a:pt x="3592" y="1715"/>
                    <a:pt x="3568" y="1690"/>
                    <a:pt x="3530" y="1665"/>
                  </a:cubicBezTo>
                  <a:cubicBezTo>
                    <a:pt x="3530" y="1665"/>
                    <a:pt x="3530" y="1653"/>
                    <a:pt x="3543" y="1640"/>
                  </a:cubicBezTo>
                  <a:lnTo>
                    <a:pt x="3716" y="1566"/>
                  </a:lnTo>
                  <a:cubicBezTo>
                    <a:pt x="3728" y="1554"/>
                    <a:pt x="3740" y="1542"/>
                    <a:pt x="3753" y="1529"/>
                  </a:cubicBezTo>
                  <a:lnTo>
                    <a:pt x="3765" y="1480"/>
                  </a:lnTo>
                  <a:close/>
                  <a:moveTo>
                    <a:pt x="3382" y="1764"/>
                  </a:moveTo>
                  <a:cubicBezTo>
                    <a:pt x="3469" y="1875"/>
                    <a:pt x="3605" y="1875"/>
                    <a:pt x="3703" y="1949"/>
                  </a:cubicBezTo>
                  <a:lnTo>
                    <a:pt x="3728" y="1986"/>
                  </a:lnTo>
                  <a:cubicBezTo>
                    <a:pt x="3790" y="2011"/>
                    <a:pt x="3864" y="2036"/>
                    <a:pt x="3925" y="2073"/>
                  </a:cubicBezTo>
                  <a:cubicBezTo>
                    <a:pt x="3975" y="2085"/>
                    <a:pt x="4037" y="2110"/>
                    <a:pt x="4074" y="2159"/>
                  </a:cubicBezTo>
                  <a:cubicBezTo>
                    <a:pt x="4135" y="2208"/>
                    <a:pt x="4197" y="2221"/>
                    <a:pt x="4259" y="2245"/>
                  </a:cubicBezTo>
                  <a:cubicBezTo>
                    <a:pt x="4320" y="2282"/>
                    <a:pt x="4345" y="2332"/>
                    <a:pt x="4407" y="2356"/>
                  </a:cubicBezTo>
                  <a:cubicBezTo>
                    <a:pt x="4469" y="2369"/>
                    <a:pt x="4543" y="2393"/>
                    <a:pt x="4604" y="2431"/>
                  </a:cubicBezTo>
                  <a:lnTo>
                    <a:pt x="4629" y="2468"/>
                  </a:lnTo>
                  <a:cubicBezTo>
                    <a:pt x="4728" y="2517"/>
                    <a:pt x="4827" y="2566"/>
                    <a:pt x="4938" y="2628"/>
                  </a:cubicBezTo>
                  <a:cubicBezTo>
                    <a:pt x="5024" y="2690"/>
                    <a:pt x="5123" y="2727"/>
                    <a:pt x="5222" y="2751"/>
                  </a:cubicBezTo>
                  <a:cubicBezTo>
                    <a:pt x="5333" y="2788"/>
                    <a:pt x="5394" y="2887"/>
                    <a:pt x="5518" y="2912"/>
                  </a:cubicBezTo>
                  <a:cubicBezTo>
                    <a:pt x="5493" y="2986"/>
                    <a:pt x="5382" y="2961"/>
                    <a:pt x="5382" y="3060"/>
                  </a:cubicBezTo>
                  <a:lnTo>
                    <a:pt x="5073" y="3196"/>
                  </a:lnTo>
                  <a:cubicBezTo>
                    <a:pt x="5061" y="3221"/>
                    <a:pt x="5049" y="3233"/>
                    <a:pt x="5049" y="3258"/>
                  </a:cubicBezTo>
                  <a:lnTo>
                    <a:pt x="4308" y="3566"/>
                  </a:lnTo>
                  <a:lnTo>
                    <a:pt x="4271" y="3640"/>
                  </a:lnTo>
                  <a:lnTo>
                    <a:pt x="4086" y="3727"/>
                  </a:lnTo>
                  <a:cubicBezTo>
                    <a:pt x="4000" y="3702"/>
                    <a:pt x="3925" y="3665"/>
                    <a:pt x="3864" y="3603"/>
                  </a:cubicBezTo>
                  <a:cubicBezTo>
                    <a:pt x="3790" y="3554"/>
                    <a:pt x="3679" y="3541"/>
                    <a:pt x="3629" y="3467"/>
                  </a:cubicBezTo>
                  <a:cubicBezTo>
                    <a:pt x="3530" y="3467"/>
                    <a:pt x="3493" y="3344"/>
                    <a:pt x="3407" y="3332"/>
                  </a:cubicBezTo>
                  <a:cubicBezTo>
                    <a:pt x="3308" y="3319"/>
                    <a:pt x="3271" y="3233"/>
                    <a:pt x="3185" y="3196"/>
                  </a:cubicBezTo>
                  <a:cubicBezTo>
                    <a:pt x="3098" y="3171"/>
                    <a:pt x="3074" y="3085"/>
                    <a:pt x="2987" y="3085"/>
                  </a:cubicBezTo>
                  <a:cubicBezTo>
                    <a:pt x="2901" y="3072"/>
                    <a:pt x="2876" y="3011"/>
                    <a:pt x="2827" y="2974"/>
                  </a:cubicBezTo>
                  <a:cubicBezTo>
                    <a:pt x="2765" y="2937"/>
                    <a:pt x="2765" y="2887"/>
                    <a:pt x="2703" y="2887"/>
                  </a:cubicBezTo>
                  <a:cubicBezTo>
                    <a:pt x="2642" y="2875"/>
                    <a:pt x="2629" y="2813"/>
                    <a:pt x="2580" y="2788"/>
                  </a:cubicBezTo>
                  <a:cubicBezTo>
                    <a:pt x="2543" y="2764"/>
                    <a:pt x="2432" y="2764"/>
                    <a:pt x="2382" y="2677"/>
                  </a:cubicBezTo>
                  <a:lnTo>
                    <a:pt x="2136" y="2566"/>
                  </a:lnTo>
                  <a:cubicBezTo>
                    <a:pt x="2123" y="2566"/>
                    <a:pt x="2123" y="2554"/>
                    <a:pt x="2111" y="2542"/>
                  </a:cubicBezTo>
                  <a:cubicBezTo>
                    <a:pt x="2148" y="2517"/>
                    <a:pt x="2185" y="2468"/>
                    <a:pt x="2210" y="2431"/>
                  </a:cubicBezTo>
                  <a:lnTo>
                    <a:pt x="2395" y="2344"/>
                  </a:lnTo>
                  <a:lnTo>
                    <a:pt x="2420" y="2282"/>
                  </a:lnTo>
                  <a:lnTo>
                    <a:pt x="2568" y="2221"/>
                  </a:lnTo>
                  <a:lnTo>
                    <a:pt x="2617" y="2134"/>
                  </a:lnTo>
                  <a:lnTo>
                    <a:pt x="2852" y="2036"/>
                  </a:lnTo>
                  <a:cubicBezTo>
                    <a:pt x="2864" y="2011"/>
                    <a:pt x="2864" y="1998"/>
                    <a:pt x="2876" y="1974"/>
                  </a:cubicBezTo>
                  <a:lnTo>
                    <a:pt x="3308" y="1789"/>
                  </a:lnTo>
                  <a:cubicBezTo>
                    <a:pt x="3333" y="1776"/>
                    <a:pt x="3345" y="1776"/>
                    <a:pt x="3370" y="1764"/>
                  </a:cubicBezTo>
                  <a:close/>
                  <a:moveTo>
                    <a:pt x="1950" y="2653"/>
                  </a:moveTo>
                  <a:cubicBezTo>
                    <a:pt x="1975" y="2677"/>
                    <a:pt x="2012" y="2714"/>
                    <a:pt x="2049" y="2727"/>
                  </a:cubicBezTo>
                  <a:cubicBezTo>
                    <a:pt x="2136" y="2751"/>
                    <a:pt x="2185" y="2850"/>
                    <a:pt x="2284" y="2863"/>
                  </a:cubicBezTo>
                  <a:cubicBezTo>
                    <a:pt x="2321" y="2924"/>
                    <a:pt x="2382" y="2937"/>
                    <a:pt x="2432" y="2974"/>
                  </a:cubicBezTo>
                  <a:cubicBezTo>
                    <a:pt x="2481" y="2998"/>
                    <a:pt x="2531" y="3060"/>
                    <a:pt x="2605" y="3072"/>
                  </a:cubicBezTo>
                  <a:cubicBezTo>
                    <a:pt x="2666" y="3085"/>
                    <a:pt x="2703" y="3146"/>
                    <a:pt x="2753" y="3171"/>
                  </a:cubicBezTo>
                  <a:cubicBezTo>
                    <a:pt x="2815" y="3208"/>
                    <a:pt x="2913" y="3233"/>
                    <a:pt x="2975" y="3307"/>
                  </a:cubicBezTo>
                  <a:cubicBezTo>
                    <a:pt x="3049" y="3381"/>
                    <a:pt x="3148" y="3332"/>
                    <a:pt x="3197" y="3430"/>
                  </a:cubicBezTo>
                  <a:lnTo>
                    <a:pt x="3370" y="3504"/>
                  </a:lnTo>
                  <a:cubicBezTo>
                    <a:pt x="3419" y="3529"/>
                    <a:pt x="3432" y="3578"/>
                    <a:pt x="3481" y="3603"/>
                  </a:cubicBezTo>
                  <a:cubicBezTo>
                    <a:pt x="3543" y="3616"/>
                    <a:pt x="3605" y="3628"/>
                    <a:pt x="3642" y="3677"/>
                  </a:cubicBezTo>
                  <a:cubicBezTo>
                    <a:pt x="3666" y="3739"/>
                    <a:pt x="3753" y="3727"/>
                    <a:pt x="3790" y="3776"/>
                  </a:cubicBezTo>
                  <a:cubicBezTo>
                    <a:pt x="3790" y="3801"/>
                    <a:pt x="3790" y="3813"/>
                    <a:pt x="3802" y="3850"/>
                  </a:cubicBezTo>
                  <a:lnTo>
                    <a:pt x="1864" y="4665"/>
                  </a:lnTo>
                  <a:lnTo>
                    <a:pt x="1790" y="4640"/>
                  </a:lnTo>
                  <a:lnTo>
                    <a:pt x="1691" y="4677"/>
                  </a:lnTo>
                  <a:lnTo>
                    <a:pt x="1617" y="4652"/>
                  </a:lnTo>
                  <a:lnTo>
                    <a:pt x="1370" y="4751"/>
                  </a:lnTo>
                  <a:lnTo>
                    <a:pt x="1296" y="4726"/>
                  </a:lnTo>
                  <a:cubicBezTo>
                    <a:pt x="1247" y="4776"/>
                    <a:pt x="1185" y="4776"/>
                    <a:pt x="1123" y="4776"/>
                  </a:cubicBezTo>
                  <a:cubicBezTo>
                    <a:pt x="1062" y="4776"/>
                    <a:pt x="1000" y="4776"/>
                    <a:pt x="951" y="4825"/>
                  </a:cubicBezTo>
                  <a:cubicBezTo>
                    <a:pt x="864" y="4788"/>
                    <a:pt x="778" y="4825"/>
                    <a:pt x="704" y="4776"/>
                  </a:cubicBezTo>
                  <a:cubicBezTo>
                    <a:pt x="630" y="4739"/>
                    <a:pt x="556" y="4714"/>
                    <a:pt x="482" y="4689"/>
                  </a:cubicBezTo>
                  <a:lnTo>
                    <a:pt x="259" y="4504"/>
                  </a:lnTo>
                  <a:cubicBezTo>
                    <a:pt x="259" y="4443"/>
                    <a:pt x="272" y="4393"/>
                    <a:pt x="272" y="4344"/>
                  </a:cubicBezTo>
                  <a:cubicBezTo>
                    <a:pt x="272" y="4294"/>
                    <a:pt x="346" y="4270"/>
                    <a:pt x="358" y="4220"/>
                  </a:cubicBezTo>
                  <a:cubicBezTo>
                    <a:pt x="370" y="4208"/>
                    <a:pt x="383" y="4196"/>
                    <a:pt x="383" y="4171"/>
                  </a:cubicBezTo>
                  <a:cubicBezTo>
                    <a:pt x="383" y="4122"/>
                    <a:pt x="457" y="4109"/>
                    <a:pt x="469" y="4060"/>
                  </a:cubicBezTo>
                  <a:cubicBezTo>
                    <a:pt x="494" y="3998"/>
                    <a:pt x="494" y="3949"/>
                    <a:pt x="556" y="3936"/>
                  </a:cubicBezTo>
                  <a:cubicBezTo>
                    <a:pt x="593" y="3862"/>
                    <a:pt x="654" y="3825"/>
                    <a:pt x="704" y="3764"/>
                  </a:cubicBezTo>
                  <a:cubicBezTo>
                    <a:pt x="753" y="3702"/>
                    <a:pt x="790" y="3640"/>
                    <a:pt x="840" y="3591"/>
                  </a:cubicBezTo>
                  <a:cubicBezTo>
                    <a:pt x="889" y="3529"/>
                    <a:pt x="951" y="3467"/>
                    <a:pt x="1012" y="3430"/>
                  </a:cubicBezTo>
                  <a:cubicBezTo>
                    <a:pt x="1012" y="3381"/>
                    <a:pt x="1086" y="3381"/>
                    <a:pt x="1086" y="3332"/>
                  </a:cubicBezTo>
                  <a:cubicBezTo>
                    <a:pt x="1099" y="3295"/>
                    <a:pt x="1197" y="3282"/>
                    <a:pt x="1210" y="3245"/>
                  </a:cubicBezTo>
                  <a:cubicBezTo>
                    <a:pt x="1235" y="3171"/>
                    <a:pt x="1309" y="3171"/>
                    <a:pt x="1333" y="3122"/>
                  </a:cubicBezTo>
                  <a:cubicBezTo>
                    <a:pt x="1358" y="3085"/>
                    <a:pt x="1407" y="3060"/>
                    <a:pt x="1444" y="3023"/>
                  </a:cubicBezTo>
                  <a:cubicBezTo>
                    <a:pt x="1481" y="2998"/>
                    <a:pt x="1518" y="2937"/>
                    <a:pt x="1580" y="2912"/>
                  </a:cubicBezTo>
                  <a:cubicBezTo>
                    <a:pt x="1592" y="2912"/>
                    <a:pt x="1605" y="2875"/>
                    <a:pt x="1617" y="2850"/>
                  </a:cubicBezTo>
                  <a:cubicBezTo>
                    <a:pt x="1667" y="2826"/>
                    <a:pt x="1716" y="2801"/>
                    <a:pt x="1765" y="2788"/>
                  </a:cubicBezTo>
                  <a:cubicBezTo>
                    <a:pt x="1778" y="2764"/>
                    <a:pt x="1778" y="2739"/>
                    <a:pt x="1790" y="2714"/>
                  </a:cubicBezTo>
                  <a:lnTo>
                    <a:pt x="1950" y="2653"/>
                  </a:lnTo>
                  <a:close/>
                  <a:moveTo>
                    <a:pt x="8542" y="912"/>
                  </a:moveTo>
                  <a:lnTo>
                    <a:pt x="8653" y="962"/>
                  </a:lnTo>
                  <a:cubicBezTo>
                    <a:pt x="8678" y="1023"/>
                    <a:pt x="8715" y="1097"/>
                    <a:pt x="8740" y="1159"/>
                  </a:cubicBezTo>
                  <a:lnTo>
                    <a:pt x="8801" y="1184"/>
                  </a:lnTo>
                  <a:cubicBezTo>
                    <a:pt x="8838" y="1270"/>
                    <a:pt x="8875" y="1357"/>
                    <a:pt x="8912" y="1431"/>
                  </a:cubicBezTo>
                  <a:lnTo>
                    <a:pt x="8974" y="1455"/>
                  </a:lnTo>
                  <a:lnTo>
                    <a:pt x="9085" y="1702"/>
                  </a:lnTo>
                  <a:lnTo>
                    <a:pt x="9159" y="1739"/>
                  </a:lnTo>
                  <a:lnTo>
                    <a:pt x="9221" y="1887"/>
                  </a:lnTo>
                  <a:lnTo>
                    <a:pt x="9283" y="1912"/>
                  </a:lnTo>
                  <a:cubicBezTo>
                    <a:pt x="9344" y="2048"/>
                    <a:pt x="9406" y="2208"/>
                    <a:pt x="9468" y="2356"/>
                  </a:cubicBezTo>
                  <a:lnTo>
                    <a:pt x="9542" y="2381"/>
                  </a:lnTo>
                  <a:lnTo>
                    <a:pt x="9838" y="3072"/>
                  </a:lnTo>
                  <a:lnTo>
                    <a:pt x="9912" y="3109"/>
                  </a:lnTo>
                  <a:lnTo>
                    <a:pt x="9962" y="3245"/>
                  </a:lnTo>
                  <a:cubicBezTo>
                    <a:pt x="9962" y="3282"/>
                    <a:pt x="9912" y="3319"/>
                    <a:pt x="9962" y="3369"/>
                  </a:cubicBezTo>
                  <a:cubicBezTo>
                    <a:pt x="9912" y="3455"/>
                    <a:pt x="9888" y="3566"/>
                    <a:pt x="9888" y="3665"/>
                  </a:cubicBezTo>
                  <a:cubicBezTo>
                    <a:pt x="9888" y="3739"/>
                    <a:pt x="9875" y="3801"/>
                    <a:pt x="9851" y="3862"/>
                  </a:cubicBezTo>
                  <a:cubicBezTo>
                    <a:pt x="9801" y="3949"/>
                    <a:pt x="9764" y="4048"/>
                    <a:pt x="9739" y="4134"/>
                  </a:cubicBezTo>
                  <a:cubicBezTo>
                    <a:pt x="9702" y="4220"/>
                    <a:pt x="9653" y="4307"/>
                    <a:pt x="9579" y="4368"/>
                  </a:cubicBezTo>
                  <a:cubicBezTo>
                    <a:pt x="9456" y="4529"/>
                    <a:pt x="9320" y="4677"/>
                    <a:pt x="9184" y="4838"/>
                  </a:cubicBezTo>
                  <a:cubicBezTo>
                    <a:pt x="9179" y="4837"/>
                    <a:pt x="9175" y="4837"/>
                    <a:pt x="9170" y="4837"/>
                  </a:cubicBezTo>
                  <a:cubicBezTo>
                    <a:pt x="9082" y="4837"/>
                    <a:pt x="9044" y="4950"/>
                    <a:pt x="8962" y="4986"/>
                  </a:cubicBezTo>
                  <a:cubicBezTo>
                    <a:pt x="8912" y="5010"/>
                    <a:pt x="8912" y="5084"/>
                    <a:pt x="8838" y="5097"/>
                  </a:cubicBezTo>
                  <a:cubicBezTo>
                    <a:pt x="8789" y="5121"/>
                    <a:pt x="8740" y="5171"/>
                    <a:pt x="8727" y="5220"/>
                  </a:cubicBezTo>
                  <a:cubicBezTo>
                    <a:pt x="8690" y="5282"/>
                    <a:pt x="8641" y="5282"/>
                    <a:pt x="8604" y="5319"/>
                  </a:cubicBezTo>
                  <a:cubicBezTo>
                    <a:pt x="8592" y="5344"/>
                    <a:pt x="8579" y="5356"/>
                    <a:pt x="8567" y="5381"/>
                  </a:cubicBezTo>
                  <a:lnTo>
                    <a:pt x="8419" y="5455"/>
                  </a:lnTo>
                  <a:cubicBezTo>
                    <a:pt x="8419" y="5554"/>
                    <a:pt x="8295" y="5529"/>
                    <a:pt x="8271" y="5603"/>
                  </a:cubicBezTo>
                  <a:cubicBezTo>
                    <a:pt x="8258" y="5677"/>
                    <a:pt x="8135" y="5652"/>
                    <a:pt x="8135" y="5751"/>
                  </a:cubicBezTo>
                  <a:lnTo>
                    <a:pt x="7937" y="5837"/>
                  </a:lnTo>
                  <a:cubicBezTo>
                    <a:pt x="7925" y="5874"/>
                    <a:pt x="7913" y="5887"/>
                    <a:pt x="7913" y="5899"/>
                  </a:cubicBezTo>
                  <a:lnTo>
                    <a:pt x="7715" y="5986"/>
                  </a:lnTo>
                  <a:cubicBezTo>
                    <a:pt x="7703" y="6010"/>
                    <a:pt x="7690" y="6035"/>
                    <a:pt x="7678" y="6060"/>
                  </a:cubicBezTo>
                  <a:lnTo>
                    <a:pt x="7481" y="6146"/>
                  </a:lnTo>
                  <a:lnTo>
                    <a:pt x="7456" y="6220"/>
                  </a:lnTo>
                  <a:lnTo>
                    <a:pt x="7258" y="6294"/>
                  </a:lnTo>
                  <a:cubicBezTo>
                    <a:pt x="7246" y="6319"/>
                    <a:pt x="7246" y="6331"/>
                    <a:pt x="7234" y="6368"/>
                  </a:cubicBezTo>
                  <a:lnTo>
                    <a:pt x="6789" y="6553"/>
                  </a:lnTo>
                  <a:lnTo>
                    <a:pt x="6740" y="6640"/>
                  </a:lnTo>
                  <a:lnTo>
                    <a:pt x="6456" y="6751"/>
                  </a:lnTo>
                  <a:cubicBezTo>
                    <a:pt x="6444" y="6776"/>
                    <a:pt x="6444" y="6800"/>
                    <a:pt x="6431" y="6813"/>
                  </a:cubicBezTo>
                  <a:cubicBezTo>
                    <a:pt x="6320" y="6874"/>
                    <a:pt x="6184" y="6911"/>
                    <a:pt x="6086" y="6961"/>
                  </a:cubicBezTo>
                  <a:lnTo>
                    <a:pt x="6061" y="7035"/>
                  </a:lnTo>
                  <a:lnTo>
                    <a:pt x="5073" y="7442"/>
                  </a:lnTo>
                  <a:lnTo>
                    <a:pt x="4999" y="7417"/>
                  </a:lnTo>
                  <a:lnTo>
                    <a:pt x="4555" y="7603"/>
                  </a:lnTo>
                  <a:lnTo>
                    <a:pt x="4481" y="7578"/>
                  </a:lnTo>
                  <a:lnTo>
                    <a:pt x="4234" y="7677"/>
                  </a:lnTo>
                  <a:lnTo>
                    <a:pt x="4172" y="7652"/>
                  </a:lnTo>
                  <a:lnTo>
                    <a:pt x="3876" y="7775"/>
                  </a:lnTo>
                  <a:lnTo>
                    <a:pt x="3802" y="7751"/>
                  </a:lnTo>
                  <a:lnTo>
                    <a:pt x="3654" y="7812"/>
                  </a:lnTo>
                  <a:lnTo>
                    <a:pt x="3592" y="7788"/>
                  </a:lnTo>
                  <a:lnTo>
                    <a:pt x="3481" y="7825"/>
                  </a:lnTo>
                  <a:lnTo>
                    <a:pt x="3419" y="7800"/>
                  </a:lnTo>
                  <a:lnTo>
                    <a:pt x="3321" y="7837"/>
                  </a:lnTo>
                  <a:lnTo>
                    <a:pt x="3247" y="7812"/>
                  </a:lnTo>
                  <a:lnTo>
                    <a:pt x="3173" y="7849"/>
                  </a:lnTo>
                  <a:lnTo>
                    <a:pt x="3049" y="7849"/>
                  </a:lnTo>
                  <a:cubicBezTo>
                    <a:pt x="2998" y="7835"/>
                    <a:pt x="2948" y="7829"/>
                    <a:pt x="2900" y="7829"/>
                  </a:cubicBezTo>
                  <a:cubicBezTo>
                    <a:pt x="2866" y="7829"/>
                    <a:pt x="2833" y="7832"/>
                    <a:pt x="2802" y="7837"/>
                  </a:cubicBezTo>
                  <a:cubicBezTo>
                    <a:pt x="2745" y="7837"/>
                    <a:pt x="2702" y="7785"/>
                    <a:pt x="2651" y="7785"/>
                  </a:cubicBezTo>
                  <a:cubicBezTo>
                    <a:pt x="2636" y="7785"/>
                    <a:pt x="2621" y="7789"/>
                    <a:pt x="2605" y="7800"/>
                  </a:cubicBezTo>
                  <a:cubicBezTo>
                    <a:pt x="2555" y="7775"/>
                    <a:pt x="2506" y="7751"/>
                    <a:pt x="2444" y="7738"/>
                  </a:cubicBezTo>
                  <a:cubicBezTo>
                    <a:pt x="2395" y="7726"/>
                    <a:pt x="2345" y="7726"/>
                    <a:pt x="2296" y="7714"/>
                  </a:cubicBezTo>
                  <a:cubicBezTo>
                    <a:pt x="2296" y="7701"/>
                    <a:pt x="2284" y="7689"/>
                    <a:pt x="2271" y="7664"/>
                  </a:cubicBezTo>
                  <a:lnTo>
                    <a:pt x="2074" y="7590"/>
                  </a:lnTo>
                  <a:cubicBezTo>
                    <a:pt x="2025" y="7541"/>
                    <a:pt x="1975" y="7491"/>
                    <a:pt x="1926" y="7454"/>
                  </a:cubicBezTo>
                  <a:cubicBezTo>
                    <a:pt x="1913" y="7442"/>
                    <a:pt x="1901" y="7430"/>
                    <a:pt x="1876" y="7430"/>
                  </a:cubicBezTo>
                  <a:cubicBezTo>
                    <a:pt x="1864" y="7380"/>
                    <a:pt x="1839" y="7331"/>
                    <a:pt x="1815" y="7269"/>
                  </a:cubicBezTo>
                  <a:lnTo>
                    <a:pt x="1741" y="7245"/>
                  </a:lnTo>
                  <a:lnTo>
                    <a:pt x="1642" y="6998"/>
                  </a:lnTo>
                  <a:lnTo>
                    <a:pt x="1568" y="6961"/>
                  </a:lnTo>
                  <a:lnTo>
                    <a:pt x="1444" y="6677"/>
                  </a:lnTo>
                  <a:lnTo>
                    <a:pt x="1383" y="6640"/>
                  </a:lnTo>
                  <a:cubicBezTo>
                    <a:pt x="1333" y="6529"/>
                    <a:pt x="1284" y="6405"/>
                    <a:pt x="1235" y="6306"/>
                  </a:cubicBezTo>
                  <a:lnTo>
                    <a:pt x="1148" y="6257"/>
                  </a:lnTo>
                  <a:cubicBezTo>
                    <a:pt x="1111" y="6171"/>
                    <a:pt x="1086" y="6097"/>
                    <a:pt x="1049" y="6023"/>
                  </a:cubicBezTo>
                  <a:lnTo>
                    <a:pt x="988" y="5998"/>
                  </a:lnTo>
                  <a:cubicBezTo>
                    <a:pt x="938" y="5899"/>
                    <a:pt x="914" y="5788"/>
                    <a:pt x="852" y="5689"/>
                  </a:cubicBezTo>
                  <a:lnTo>
                    <a:pt x="790" y="5665"/>
                  </a:lnTo>
                  <a:cubicBezTo>
                    <a:pt x="765" y="5603"/>
                    <a:pt x="741" y="5541"/>
                    <a:pt x="716" y="5492"/>
                  </a:cubicBezTo>
                  <a:cubicBezTo>
                    <a:pt x="716" y="5479"/>
                    <a:pt x="691" y="5467"/>
                    <a:pt x="691" y="5455"/>
                  </a:cubicBezTo>
                  <a:lnTo>
                    <a:pt x="630" y="5430"/>
                  </a:lnTo>
                  <a:lnTo>
                    <a:pt x="531" y="5183"/>
                  </a:lnTo>
                  <a:lnTo>
                    <a:pt x="457" y="5159"/>
                  </a:lnTo>
                  <a:cubicBezTo>
                    <a:pt x="457" y="5109"/>
                    <a:pt x="407" y="5072"/>
                    <a:pt x="444" y="5023"/>
                  </a:cubicBezTo>
                  <a:cubicBezTo>
                    <a:pt x="457" y="5010"/>
                    <a:pt x="482" y="5010"/>
                    <a:pt x="506" y="5010"/>
                  </a:cubicBezTo>
                  <a:cubicBezTo>
                    <a:pt x="593" y="5023"/>
                    <a:pt x="667" y="5023"/>
                    <a:pt x="753" y="5035"/>
                  </a:cubicBezTo>
                  <a:cubicBezTo>
                    <a:pt x="794" y="5040"/>
                    <a:pt x="833" y="5043"/>
                    <a:pt x="870" y="5043"/>
                  </a:cubicBezTo>
                  <a:cubicBezTo>
                    <a:pt x="923" y="5043"/>
                    <a:pt x="974" y="5037"/>
                    <a:pt x="1025" y="5023"/>
                  </a:cubicBezTo>
                  <a:cubicBezTo>
                    <a:pt x="1049" y="5023"/>
                    <a:pt x="1074" y="5035"/>
                    <a:pt x="1086" y="5035"/>
                  </a:cubicBezTo>
                  <a:cubicBezTo>
                    <a:pt x="1148" y="5023"/>
                    <a:pt x="1197" y="4986"/>
                    <a:pt x="1247" y="4986"/>
                  </a:cubicBezTo>
                  <a:lnTo>
                    <a:pt x="1296" y="5010"/>
                  </a:lnTo>
                  <a:cubicBezTo>
                    <a:pt x="1383" y="4973"/>
                    <a:pt x="1469" y="4936"/>
                    <a:pt x="1555" y="4912"/>
                  </a:cubicBezTo>
                  <a:lnTo>
                    <a:pt x="1617" y="4936"/>
                  </a:lnTo>
                  <a:lnTo>
                    <a:pt x="1864" y="4825"/>
                  </a:lnTo>
                  <a:lnTo>
                    <a:pt x="1938" y="4862"/>
                  </a:lnTo>
                  <a:lnTo>
                    <a:pt x="2284" y="4714"/>
                  </a:lnTo>
                  <a:lnTo>
                    <a:pt x="2345" y="4739"/>
                  </a:lnTo>
                  <a:lnTo>
                    <a:pt x="3938" y="4060"/>
                  </a:lnTo>
                  <a:cubicBezTo>
                    <a:pt x="3938" y="4048"/>
                    <a:pt x="3950" y="4035"/>
                    <a:pt x="3963" y="3998"/>
                  </a:cubicBezTo>
                  <a:lnTo>
                    <a:pt x="4654" y="3714"/>
                  </a:lnTo>
                  <a:cubicBezTo>
                    <a:pt x="4666" y="3677"/>
                    <a:pt x="4666" y="3665"/>
                    <a:pt x="4678" y="3653"/>
                  </a:cubicBezTo>
                  <a:cubicBezTo>
                    <a:pt x="4777" y="3591"/>
                    <a:pt x="4888" y="3566"/>
                    <a:pt x="4987" y="3504"/>
                  </a:cubicBezTo>
                  <a:lnTo>
                    <a:pt x="5012" y="3443"/>
                  </a:lnTo>
                  <a:lnTo>
                    <a:pt x="5456" y="3258"/>
                  </a:lnTo>
                  <a:cubicBezTo>
                    <a:pt x="5456" y="3258"/>
                    <a:pt x="5456" y="3245"/>
                    <a:pt x="5468" y="3233"/>
                  </a:cubicBezTo>
                  <a:lnTo>
                    <a:pt x="5481" y="3183"/>
                  </a:lnTo>
                  <a:lnTo>
                    <a:pt x="5876" y="3023"/>
                  </a:lnTo>
                  <a:lnTo>
                    <a:pt x="5913" y="2949"/>
                  </a:lnTo>
                  <a:lnTo>
                    <a:pt x="6258" y="2801"/>
                  </a:lnTo>
                  <a:cubicBezTo>
                    <a:pt x="6258" y="2788"/>
                    <a:pt x="6271" y="2764"/>
                    <a:pt x="6283" y="2739"/>
                  </a:cubicBezTo>
                  <a:lnTo>
                    <a:pt x="6629" y="2591"/>
                  </a:lnTo>
                  <a:lnTo>
                    <a:pt x="6654" y="2517"/>
                  </a:lnTo>
                  <a:lnTo>
                    <a:pt x="6900" y="2418"/>
                  </a:lnTo>
                  <a:lnTo>
                    <a:pt x="6937" y="2332"/>
                  </a:lnTo>
                  <a:lnTo>
                    <a:pt x="7135" y="2258"/>
                  </a:lnTo>
                  <a:lnTo>
                    <a:pt x="7160" y="2196"/>
                  </a:lnTo>
                  <a:lnTo>
                    <a:pt x="7357" y="2110"/>
                  </a:lnTo>
                  <a:cubicBezTo>
                    <a:pt x="7369" y="2085"/>
                    <a:pt x="7369" y="2060"/>
                    <a:pt x="7382" y="2036"/>
                  </a:cubicBezTo>
                  <a:lnTo>
                    <a:pt x="7481" y="1998"/>
                  </a:lnTo>
                  <a:lnTo>
                    <a:pt x="7518" y="1924"/>
                  </a:lnTo>
                  <a:lnTo>
                    <a:pt x="7666" y="1863"/>
                  </a:lnTo>
                  <a:cubicBezTo>
                    <a:pt x="7666" y="1838"/>
                    <a:pt x="7666" y="1813"/>
                    <a:pt x="7678" y="1813"/>
                  </a:cubicBezTo>
                  <a:cubicBezTo>
                    <a:pt x="7740" y="1764"/>
                    <a:pt x="7801" y="1752"/>
                    <a:pt x="7839" y="1678"/>
                  </a:cubicBezTo>
                  <a:cubicBezTo>
                    <a:pt x="7925" y="1678"/>
                    <a:pt x="7925" y="1554"/>
                    <a:pt x="8011" y="1542"/>
                  </a:cubicBezTo>
                  <a:cubicBezTo>
                    <a:pt x="8061" y="1542"/>
                    <a:pt x="8048" y="1480"/>
                    <a:pt x="8073" y="1455"/>
                  </a:cubicBezTo>
                  <a:cubicBezTo>
                    <a:pt x="8098" y="1431"/>
                    <a:pt x="8159" y="1443"/>
                    <a:pt x="8184" y="1394"/>
                  </a:cubicBezTo>
                  <a:cubicBezTo>
                    <a:pt x="8209" y="1344"/>
                    <a:pt x="8271" y="1295"/>
                    <a:pt x="8308" y="1233"/>
                  </a:cubicBezTo>
                  <a:cubicBezTo>
                    <a:pt x="8345" y="1184"/>
                    <a:pt x="8419" y="1147"/>
                    <a:pt x="8431" y="1085"/>
                  </a:cubicBezTo>
                  <a:cubicBezTo>
                    <a:pt x="8443" y="1023"/>
                    <a:pt x="8542" y="986"/>
                    <a:pt x="8542" y="912"/>
                  </a:cubicBezTo>
                  <a:close/>
                  <a:moveTo>
                    <a:pt x="7266" y="0"/>
                  </a:moveTo>
                  <a:cubicBezTo>
                    <a:pt x="7255" y="0"/>
                    <a:pt x="7244" y="3"/>
                    <a:pt x="7234" y="11"/>
                  </a:cubicBezTo>
                  <a:cubicBezTo>
                    <a:pt x="7217" y="19"/>
                    <a:pt x="7201" y="22"/>
                    <a:pt x="7184" y="22"/>
                  </a:cubicBezTo>
                  <a:cubicBezTo>
                    <a:pt x="7151" y="22"/>
                    <a:pt x="7118" y="11"/>
                    <a:pt x="7086" y="11"/>
                  </a:cubicBezTo>
                  <a:cubicBezTo>
                    <a:pt x="7044" y="11"/>
                    <a:pt x="7014" y="28"/>
                    <a:pt x="6980" y="28"/>
                  </a:cubicBezTo>
                  <a:cubicBezTo>
                    <a:pt x="6963" y="28"/>
                    <a:pt x="6946" y="23"/>
                    <a:pt x="6925" y="11"/>
                  </a:cubicBezTo>
                  <a:lnTo>
                    <a:pt x="6728" y="85"/>
                  </a:lnTo>
                  <a:lnTo>
                    <a:pt x="6654" y="60"/>
                  </a:lnTo>
                  <a:lnTo>
                    <a:pt x="6431" y="184"/>
                  </a:lnTo>
                  <a:lnTo>
                    <a:pt x="6382" y="159"/>
                  </a:lnTo>
                  <a:cubicBezTo>
                    <a:pt x="6374" y="159"/>
                    <a:pt x="6365" y="154"/>
                    <a:pt x="6361" y="154"/>
                  </a:cubicBezTo>
                  <a:cubicBezTo>
                    <a:pt x="6359" y="154"/>
                    <a:pt x="6357" y="155"/>
                    <a:pt x="6357" y="159"/>
                  </a:cubicBezTo>
                  <a:lnTo>
                    <a:pt x="6061" y="283"/>
                  </a:lnTo>
                  <a:lnTo>
                    <a:pt x="6012" y="258"/>
                  </a:lnTo>
                  <a:lnTo>
                    <a:pt x="5962" y="258"/>
                  </a:lnTo>
                  <a:cubicBezTo>
                    <a:pt x="5419" y="480"/>
                    <a:pt x="4888" y="715"/>
                    <a:pt x="4358" y="937"/>
                  </a:cubicBezTo>
                  <a:lnTo>
                    <a:pt x="4333" y="999"/>
                  </a:lnTo>
                  <a:lnTo>
                    <a:pt x="3740" y="1258"/>
                  </a:lnTo>
                  <a:cubicBezTo>
                    <a:pt x="3728" y="1283"/>
                    <a:pt x="3728" y="1307"/>
                    <a:pt x="3716" y="1332"/>
                  </a:cubicBezTo>
                  <a:lnTo>
                    <a:pt x="3407" y="1455"/>
                  </a:lnTo>
                  <a:cubicBezTo>
                    <a:pt x="3407" y="1492"/>
                    <a:pt x="3395" y="1505"/>
                    <a:pt x="3382" y="1529"/>
                  </a:cubicBezTo>
                  <a:lnTo>
                    <a:pt x="3037" y="1690"/>
                  </a:lnTo>
                  <a:lnTo>
                    <a:pt x="3012" y="1752"/>
                  </a:lnTo>
                  <a:lnTo>
                    <a:pt x="2716" y="1875"/>
                  </a:lnTo>
                  <a:lnTo>
                    <a:pt x="2679" y="1949"/>
                  </a:lnTo>
                  <a:lnTo>
                    <a:pt x="2432" y="2048"/>
                  </a:lnTo>
                  <a:lnTo>
                    <a:pt x="2407" y="2110"/>
                  </a:lnTo>
                  <a:lnTo>
                    <a:pt x="2210" y="2196"/>
                  </a:lnTo>
                  <a:lnTo>
                    <a:pt x="2185" y="2270"/>
                  </a:lnTo>
                  <a:lnTo>
                    <a:pt x="1987" y="2356"/>
                  </a:lnTo>
                  <a:cubicBezTo>
                    <a:pt x="1975" y="2381"/>
                    <a:pt x="1963" y="2393"/>
                    <a:pt x="1963" y="2431"/>
                  </a:cubicBezTo>
                  <a:lnTo>
                    <a:pt x="1765" y="2505"/>
                  </a:lnTo>
                  <a:lnTo>
                    <a:pt x="1728" y="2591"/>
                  </a:lnTo>
                  <a:lnTo>
                    <a:pt x="1481" y="2690"/>
                  </a:lnTo>
                  <a:lnTo>
                    <a:pt x="1457" y="2751"/>
                  </a:lnTo>
                  <a:lnTo>
                    <a:pt x="1259" y="2838"/>
                  </a:lnTo>
                  <a:cubicBezTo>
                    <a:pt x="1247" y="2887"/>
                    <a:pt x="1185" y="2912"/>
                    <a:pt x="1173" y="2961"/>
                  </a:cubicBezTo>
                  <a:cubicBezTo>
                    <a:pt x="1148" y="2998"/>
                    <a:pt x="1111" y="3011"/>
                    <a:pt x="1074" y="3035"/>
                  </a:cubicBezTo>
                  <a:cubicBezTo>
                    <a:pt x="1037" y="3060"/>
                    <a:pt x="1012" y="3122"/>
                    <a:pt x="938" y="3146"/>
                  </a:cubicBezTo>
                  <a:cubicBezTo>
                    <a:pt x="877" y="3183"/>
                    <a:pt x="877" y="3233"/>
                    <a:pt x="815" y="3270"/>
                  </a:cubicBezTo>
                  <a:cubicBezTo>
                    <a:pt x="765" y="3295"/>
                    <a:pt x="728" y="3344"/>
                    <a:pt x="704" y="3393"/>
                  </a:cubicBezTo>
                  <a:cubicBezTo>
                    <a:pt x="679" y="3443"/>
                    <a:pt x="630" y="3443"/>
                    <a:pt x="593" y="3467"/>
                  </a:cubicBezTo>
                  <a:cubicBezTo>
                    <a:pt x="556" y="3492"/>
                    <a:pt x="568" y="3578"/>
                    <a:pt x="531" y="3603"/>
                  </a:cubicBezTo>
                  <a:cubicBezTo>
                    <a:pt x="420" y="3690"/>
                    <a:pt x="358" y="3813"/>
                    <a:pt x="259" y="3912"/>
                  </a:cubicBezTo>
                  <a:lnTo>
                    <a:pt x="74" y="4381"/>
                  </a:lnTo>
                  <a:lnTo>
                    <a:pt x="74" y="4443"/>
                  </a:lnTo>
                  <a:lnTo>
                    <a:pt x="12" y="4467"/>
                  </a:lnTo>
                  <a:cubicBezTo>
                    <a:pt x="12" y="4554"/>
                    <a:pt x="0" y="4652"/>
                    <a:pt x="0" y="4763"/>
                  </a:cubicBezTo>
                  <a:lnTo>
                    <a:pt x="99" y="4986"/>
                  </a:lnTo>
                  <a:lnTo>
                    <a:pt x="161" y="5023"/>
                  </a:lnTo>
                  <a:lnTo>
                    <a:pt x="247" y="5220"/>
                  </a:lnTo>
                  <a:lnTo>
                    <a:pt x="321" y="5245"/>
                  </a:lnTo>
                  <a:lnTo>
                    <a:pt x="420" y="5492"/>
                  </a:lnTo>
                  <a:lnTo>
                    <a:pt x="469" y="5516"/>
                  </a:lnTo>
                  <a:cubicBezTo>
                    <a:pt x="469" y="5516"/>
                    <a:pt x="494" y="5516"/>
                    <a:pt x="494" y="5529"/>
                  </a:cubicBezTo>
                  <a:cubicBezTo>
                    <a:pt x="531" y="5615"/>
                    <a:pt x="556" y="5689"/>
                    <a:pt x="593" y="5763"/>
                  </a:cubicBezTo>
                  <a:lnTo>
                    <a:pt x="654" y="5800"/>
                  </a:lnTo>
                  <a:cubicBezTo>
                    <a:pt x="704" y="5899"/>
                    <a:pt x="753" y="6023"/>
                    <a:pt x="802" y="6134"/>
                  </a:cubicBezTo>
                  <a:lnTo>
                    <a:pt x="889" y="6183"/>
                  </a:lnTo>
                  <a:lnTo>
                    <a:pt x="1012" y="6467"/>
                  </a:lnTo>
                  <a:lnTo>
                    <a:pt x="1074" y="6492"/>
                  </a:lnTo>
                  <a:lnTo>
                    <a:pt x="1222" y="6837"/>
                  </a:lnTo>
                  <a:lnTo>
                    <a:pt x="1296" y="6874"/>
                  </a:lnTo>
                  <a:lnTo>
                    <a:pt x="1395" y="7121"/>
                  </a:lnTo>
                  <a:lnTo>
                    <a:pt x="1444" y="7134"/>
                  </a:lnTo>
                  <a:cubicBezTo>
                    <a:pt x="1457" y="7146"/>
                    <a:pt x="1469" y="7158"/>
                    <a:pt x="1481" y="7171"/>
                  </a:cubicBezTo>
                  <a:cubicBezTo>
                    <a:pt x="1506" y="7232"/>
                    <a:pt x="1531" y="7294"/>
                    <a:pt x="1555" y="7343"/>
                  </a:cubicBezTo>
                  <a:lnTo>
                    <a:pt x="1617" y="7368"/>
                  </a:lnTo>
                  <a:cubicBezTo>
                    <a:pt x="1667" y="7442"/>
                    <a:pt x="1679" y="7541"/>
                    <a:pt x="1728" y="7627"/>
                  </a:cubicBezTo>
                  <a:cubicBezTo>
                    <a:pt x="1802" y="7640"/>
                    <a:pt x="1827" y="7714"/>
                    <a:pt x="1901" y="7738"/>
                  </a:cubicBezTo>
                  <a:cubicBezTo>
                    <a:pt x="1975" y="7751"/>
                    <a:pt x="2000" y="7825"/>
                    <a:pt x="2074" y="7849"/>
                  </a:cubicBezTo>
                  <a:cubicBezTo>
                    <a:pt x="2136" y="7862"/>
                    <a:pt x="2210" y="7886"/>
                    <a:pt x="2271" y="7924"/>
                  </a:cubicBezTo>
                  <a:cubicBezTo>
                    <a:pt x="2296" y="7942"/>
                    <a:pt x="2324" y="7945"/>
                    <a:pt x="2353" y="7945"/>
                  </a:cubicBezTo>
                  <a:cubicBezTo>
                    <a:pt x="2368" y="7945"/>
                    <a:pt x="2383" y="7944"/>
                    <a:pt x="2398" y="7944"/>
                  </a:cubicBezTo>
                  <a:cubicBezTo>
                    <a:pt x="2413" y="7944"/>
                    <a:pt x="2429" y="7945"/>
                    <a:pt x="2444" y="7948"/>
                  </a:cubicBezTo>
                  <a:cubicBezTo>
                    <a:pt x="2489" y="7959"/>
                    <a:pt x="2565" y="8012"/>
                    <a:pt x="2624" y="8012"/>
                  </a:cubicBezTo>
                  <a:cubicBezTo>
                    <a:pt x="2630" y="8012"/>
                    <a:pt x="2636" y="8011"/>
                    <a:pt x="2642" y="8010"/>
                  </a:cubicBezTo>
                  <a:cubicBezTo>
                    <a:pt x="2698" y="8010"/>
                    <a:pt x="2754" y="8061"/>
                    <a:pt x="2801" y="8061"/>
                  </a:cubicBezTo>
                  <a:cubicBezTo>
                    <a:pt x="2805" y="8061"/>
                    <a:pt x="2810" y="8060"/>
                    <a:pt x="2815" y="8059"/>
                  </a:cubicBezTo>
                  <a:cubicBezTo>
                    <a:pt x="2825" y="8054"/>
                    <a:pt x="2835" y="8052"/>
                    <a:pt x="2846" y="8052"/>
                  </a:cubicBezTo>
                  <a:cubicBezTo>
                    <a:pt x="2874" y="8052"/>
                    <a:pt x="2903" y="8066"/>
                    <a:pt x="2931" y="8066"/>
                  </a:cubicBezTo>
                  <a:cubicBezTo>
                    <a:pt x="2942" y="8066"/>
                    <a:pt x="2952" y="8065"/>
                    <a:pt x="2963" y="8059"/>
                  </a:cubicBezTo>
                  <a:cubicBezTo>
                    <a:pt x="2974" y="8055"/>
                    <a:pt x="2984" y="8053"/>
                    <a:pt x="2993" y="8053"/>
                  </a:cubicBezTo>
                  <a:cubicBezTo>
                    <a:pt x="3025" y="8053"/>
                    <a:pt x="3051" y="8071"/>
                    <a:pt x="3082" y="8071"/>
                  </a:cubicBezTo>
                  <a:cubicBezTo>
                    <a:pt x="3095" y="8071"/>
                    <a:pt x="3108" y="8068"/>
                    <a:pt x="3123" y="8059"/>
                  </a:cubicBezTo>
                  <a:cubicBezTo>
                    <a:pt x="3140" y="8072"/>
                    <a:pt x="3156" y="8076"/>
                    <a:pt x="3173" y="8076"/>
                  </a:cubicBezTo>
                  <a:cubicBezTo>
                    <a:pt x="3205" y="8076"/>
                    <a:pt x="3238" y="8059"/>
                    <a:pt x="3271" y="8059"/>
                  </a:cubicBezTo>
                  <a:cubicBezTo>
                    <a:pt x="3288" y="8063"/>
                    <a:pt x="3304" y="8064"/>
                    <a:pt x="3321" y="8064"/>
                  </a:cubicBezTo>
                  <a:cubicBezTo>
                    <a:pt x="3365" y="8064"/>
                    <a:pt x="3408" y="8053"/>
                    <a:pt x="3444" y="8035"/>
                  </a:cubicBezTo>
                  <a:cubicBezTo>
                    <a:pt x="3469" y="8035"/>
                    <a:pt x="3493" y="8047"/>
                    <a:pt x="3530" y="8059"/>
                  </a:cubicBezTo>
                  <a:lnTo>
                    <a:pt x="3666" y="7998"/>
                  </a:lnTo>
                  <a:lnTo>
                    <a:pt x="3753" y="8035"/>
                  </a:lnTo>
                  <a:lnTo>
                    <a:pt x="3888" y="7973"/>
                  </a:lnTo>
                  <a:lnTo>
                    <a:pt x="3963" y="7998"/>
                  </a:lnTo>
                  <a:lnTo>
                    <a:pt x="4209" y="7886"/>
                  </a:lnTo>
                  <a:lnTo>
                    <a:pt x="4271" y="7911"/>
                  </a:lnTo>
                  <a:lnTo>
                    <a:pt x="4407" y="7862"/>
                  </a:lnTo>
                  <a:lnTo>
                    <a:pt x="4506" y="7886"/>
                  </a:lnTo>
                  <a:lnTo>
                    <a:pt x="4753" y="7775"/>
                  </a:lnTo>
                  <a:lnTo>
                    <a:pt x="4814" y="7812"/>
                  </a:lnTo>
                  <a:lnTo>
                    <a:pt x="6258" y="7195"/>
                  </a:lnTo>
                  <a:lnTo>
                    <a:pt x="6283" y="7134"/>
                  </a:lnTo>
                  <a:lnTo>
                    <a:pt x="6715" y="6948"/>
                  </a:lnTo>
                  <a:cubicBezTo>
                    <a:pt x="6728" y="6924"/>
                    <a:pt x="6740" y="6899"/>
                    <a:pt x="6752" y="6874"/>
                  </a:cubicBezTo>
                  <a:lnTo>
                    <a:pt x="6999" y="6763"/>
                  </a:lnTo>
                  <a:cubicBezTo>
                    <a:pt x="6999" y="6751"/>
                    <a:pt x="7011" y="6739"/>
                    <a:pt x="7024" y="6701"/>
                  </a:cubicBezTo>
                  <a:cubicBezTo>
                    <a:pt x="7073" y="6664"/>
                    <a:pt x="7160" y="6640"/>
                    <a:pt x="7221" y="6615"/>
                  </a:cubicBezTo>
                  <a:cubicBezTo>
                    <a:pt x="7221" y="6590"/>
                    <a:pt x="7234" y="6578"/>
                    <a:pt x="7246" y="6553"/>
                  </a:cubicBezTo>
                  <a:cubicBezTo>
                    <a:pt x="7320" y="6504"/>
                    <a:pt x="7419" y="6479"/>
                    <a:pt x="7505" y="6430"/>
                  </a:cubicBezTo>
                  <a:cubicBezTo>
                    <a:pt x="7505" y="6418"/>
                    <a:pt x="7518" y="6393"/>
                    <a:pt x="7530" y="6368"/>
                  </a:cubicBezTo>
                  <a:cubicBezTo>
                    <a:pt x="7604" y="6344"/>
                    <a:pt x="7678" y="6306"/>
                    <a:pt x="7764" y="6269"/>
                  </a:cubicBezTo>
                  <a:lnTo>
                    <a:pt x="7814" y="6183"/>
                  </a:lnTo>
                  <a:lnTo>
                    <a:pt x="7950" y="6134"/>
                  </a:lnTo>
                  <a:lnTo>
                    <a:pt x="7974" y="6060"/>
                  </a:lnTo>
                  <a:lnTo>
                    <a:pt x="8221" y="5961"/>
                  </a:lnTo>
                  <a:cubicBezTo>
                    <a:pt x="8234" y="5936"/>
                    <a:pt x="8246" y="5911"/>
                    <a:pt x="8258" y="5887"/>
                  </a:cubicBezTo>
                  <a:lnTo>
                    <a:pt x="8592" y="5739"/>
                  </a:lnTo>
                  <a:lnTo>
                    <a:pt x="8616" y="5665"/>
                  </a:lnTo>
                  <a:lnTo>
                    <a:pt x="8863" y="5554"/>
                  </a:lnTo>
                  <a:lnTo>
                    <a:pt x="8888" y="5504"/>
                  </a:lnTo>
                  <a:cubicBezTo>
                    <a:pt x="8925" y="5455"/>
                    <a:pt x="9024" y="5455"/>
                    <a:pt x="9036" y="5368"/>
                  </a:cubicBezTo>
                  <a:cubicBezTo>
                    <a:pt x="9122" y="5307"/>
                    <a:pt x="9147" y="5183"/>
                    <a:pt x="9270" y="5159"/>
                  </a:cubicBezTo>
                  <a:cubicBezTo>
                    <a:pt x="9320" y="5060"/>
                    <a:pt x="9419" y="4998"/>
                    <a:pt x="9468" y="4899"/>
                  </a:cubicBezTo>
                  <a:cubicBezTo>
                    <a:pt x="9554" y="4875"/>
                    <a:pt x="9530" y="4776"/>
                    <a:pt x="9579" y="4726"/>
                  </a:cubicBezTo>
                  <a:cubicBezTo>
                    <a:pt x="9628" y="4677"/>
                    <a:pt x="9665" y="4628"/>
                    <a:pt x="9715" y="4578"/>
                  </a:cubicBezTo>
                  <a:cubicBezTo>
                    <a:pt x="9752" y="4517"/>
                    <a:pt x="9814" y="4443"/>
                    <a:pt x="9875" y="4393"/>
                  </a:cubicBezTo>
                  <a:cubicBezTo>
                    <a:pt x="9937" y="4344"/>
                    <a:pt x="9974" y="4270"/>
                    <a:pt x="9986" y="4196"/>
                  </a:cubicBezTo>
                  <a:cubicBezTo>
                    <a:pt x="9986" y="4072"/>
                    <a:pt x="10023" y="3961"/>
                    <a:pt x="10085" y="3875"/>
                  </a:cubicBezTo>
                  <a:cubicBezTo>
                    <a:pt x="10172" y="3714"/>
                    <a:pt x="10159" y="3529"/>
                    <a:pt x="10246" y="3381"/>
                  </a:cubicBezTo>
                  <a:lnTo>
                    <a:pt x="10209" y="3282"/>
                  </a:lnTo>
                  <a:lnTo>
                    <a:pt x="10233" y="3196"/>
                  </a:lnTo>
                  <a:lnTo>
                    <a:pt x="10023" y="2714"/>
                  </a:lnTo>
                  <a:lnTo>
                    <a:pt x="9974" y="2690"/>
                  </a:lnTo>
                  <a:cubicBezTo>
                    <a:pt x="9974" y="2690"/>
                    <a:pt x="9962" y="2690"/>
                    <a:pt x="9949" y="2677"/>
                  </a:cubicBezTo>
                  <a:lnTo>
                    <a:pt x="9702" y="2085"/>
                  </a:lnTo>
                  <a:lnTo>
                    <a:pt x="9641" y="2060"/>
                  </a:lnTo>
                  <a:lnTo>
                    <a:pt x="9530" y="1813"/>
                  </a:lnTo>
                  <a:lnTo>
                    <a:pt x="9456" y="1789"/>
                  </a:lnTo>
                  <a:lnTo>
                    <a:pt x="9382" y="1591"/>
                  </a:lnTo>
                  <a:lnTo>
                    <a:pt x="9307" y="1554"/>
                  </a:lnTo>
                  <a:lnTo>
                    <a:pt x="9221" y="1357"/>
                  </a:lnTo>
                  <a:lnTo>
                    <a:pt x="9159" y="1332"/>
                  </a:lnTo>
                  <a:lnTo>
                    <a:pt x="9073" y="1134"/>
                  </a:lnTo>
                  <a:lnTo>
                    <a:pt x="8999" y="1097"/>
                  </a:lnTo>
                  <a:cubicBezTo>
                    <a:pt x="8974" y="1036"/>
                    <a:pt x="8949" y="974"/>
                    <a:pt x="8912" y="912"/>
                  </a:cubicBezTo>
                  <a:lnTo>
                    <a:pt x="8851" y="888"/>
                  </a:lnTo>
                  <a:lnTo>
                    <a:pt x="8789" y="727"/>
                  </a:lnTo>
                  <a:lnTo>
                    <a:pt x="8727" y="702"/>
                  </a:lnTo>
                  <a:cubicBezTo>
                    <a:pt x="8703" y="653"/>
                    <a:pt x="8666" y="591"/>
                    <a:pt x="8641" y="542"/>
                  </a:cubicBezTo>
                  <a:cubicBezTo>
                    <a:pt x="8567" y="542"/>
                    <a:pt x="8579" y="443"/>
                    <a:pt x="8530" y="418"/>
                  </a:cubicBezTo>
                  <a:cubicBezTo>
                    <a:pt x="8480" y="394"/>
                    <a:pt x="8468" y="357"/>
                    <a:pt x="8431" y="332"/>
                  </a:cubicBezTo>
                  <a:cubicBezTo>
                    <a:pt x="8394" y="320"/>
                    <a:pt x="8345" y="295"/>
                    <a:pt x="8308" y="283"/>
                  </a:cubicBezTo>
                  <a:lnTo>
                    <a:pt x="8283" y="233"/>
                  </a:lnTo>
                  <a:lnTo>
                    <a:pt x="8258" y="221"/>
                  </a:lnTo>
                  <a:lnTo>
                    <a:pt x="7863" y="73"/>
                  </a:lnTo>
                  <a:cubicBezTo>
                    <a:pt x="7850" y="63"/>
                    <a:pt x="7838" y="60"/>
                    <a:pt x="7825" y="60"/>
                  </a:cubicBezTo>
                  <a:cubicBezTo>
                    <a:pt x="7804" y="60"/>
                    <a:pt x="7783" y="68"/>
                    <a:pt x="7762" y="68"/>
                  </a:cubicBezTo>
                  <a:cubicBezTo>
                    <a:pt x="7746" y="68"/>
                    <a:pt x="7731" y="64"/>
                    <a:pt x="7715" y="48"/>
                  </a:cubicBezTo>
                  <a:cubicBezTo>
                    <a:pt x="7692" y="30"/>
                    <a:pt x="7671" y="25"/>
                    <a:pt x="7652" y="25"/>
                  </a:cubicBezTo>
                  <a:cubicBezTo>
                    <a:pt x="7630" y="25"/>
                    <a:pt x="7611" y="31"/>
                    <a:pt x="7594" y="31"/>
                  </a:cubicBezTo>
                  <a:cubicBezTo>
                    <a:pt x="7584" y="31"/>
                    <a:pt x="7575" y="29"/>
                    <a:pt x="7567" y="23"/>
                  </a:cubicBezTo>
                  <a:cubicBezTo>
                    <a:pt x="7559" y="22"/>
                    <a:pt x="7551" y="21"/>
                    <a:pt x="7542" y="21"/>
                  </a:cubicBezTo>
                  <a:cubicBezTo>
                    <a:pt x="7515" y="21"/>
                    <a:pt x="7484" y="28"/>
                    <a:pt x="7454" y="28"/>
                  </a:cubicBezTo>
                  <a:cubicBezTo>
                    <a:pt x="7432" y="28"/>
                    <a:pt x="7412" y="24"/>
                    <a:pt x="7394" y="11"/>
                  </a:cubicBezTo>
                  <a:cubicBezTo>
                    <a:pt x="7384" y="19"/>
                    <a:pt x="7373" y="22"/>
                    <a:pt x="7361" y="22"/>
                  </a:cubicBezTo>
                  <a:cubicBezTo>
                    <a:pt x="7331" y="22"/>
                    <a:pt x="7297" y="0"/>
                    <a:pt x="72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172"/>
            <p:cNvSpPr/>
            <p:nvPr/>
          </p:nvSpPr>
          <p:spPr>
            <a:xfrm>
              <a:off x="750637" y="493032"/>
              <a:ext cx="142361" cy="132940"/>
            </a:xfrm>
            <a:custGeom>
              <a:avLst/>
              <a:gdLst/>
              <a:ahLst/>
              <a:cxnLst/>
              <a:rect l="l" t="t" r="r" b="b"/>
              <a:pathLst>
                <a:path w="2371" h="2214" extrusionOk="0">
                  <a:moveTo>
                    <a:pt x="1235" y="189"/>
                  </a:moveTo>
                  <a:cubicBezTo>
                    <a:pt x="1309" y="251"/>
                    <a:pt x="1395" y="214"/>
                    <a:pt x="1481" y="251"/>
                  </a:cubicBezTo>
                  <a:cubicBezTo>
                    <a:pt x="1519" y="263"/>
                    <a:pt x="1556" y="263"/>
                    <a:pt x="1580" y="288"/>
                  </a:cubicBezTo>
                  <a:cubicBezTo>
                    <a:pt x="1617" y="350"/>
                    <a:pt x="1704" y="362"/>
                    <a:pt x="1741" y="411"/>
                  </a:cubicBezTo>
                  <a:cubicBezTo>
                    <a:pt x="1778" y="449"/>
                    <a:pt x="1852" y="461"/>
                    <a:pt x="1864" y="523"/>
                  </a:cubicBezTo>
                  <a:cubicBezTo>
                    <a:pt x="1864" y="547"/>
                    <a:pt x="1914" y="547"/>
                    <a:pt x="1938" y="560"/>
                  </a:cubicBezTo>
                  <a:lnTo>
                    <a:pt x="2062" y="856"/>
                  </a:lnTo>
                  <a:lnTo>
                    <a:pt x="2037" y="930"/>
                  </a:lnTo>
                  <a:lnTo>
                    <a:pt x="2074" y="1029"/>
                  </a:lnTo>
                  <a:cubicBezTo>
                    <a:pt x="2074" y="1041"/>
                    <a:pt x="2074" y="1041"/>
                    <a:pt x="2074" y="1053"/>
                  </a:cubicBezTo>
                  <a:cubicBezTo>
                    <a:pt x="2062" y="1115"/>
                    <a:pt x="2049" y="1164"/>
                    <a:pt x="2049" y="1226"/>
                  </a:cubicBezTo>
                  <a:cubicBezTo>
                    <a:pt x="2049" y="1239"/>
                    <a:pt x="2049" y="1263"/>
                    <a:pt x="2062" y="1276"/>
                  </a:cubicBezTo>
                  <a:cubicBezTo>
                    <a:pt x="2037" y="1350"/>
                    <a:pt x="2012" y="1411"/>
                    <a:pt x="1975" y="1473"/>
                  </a:cubicBezTo>
                  <a:cubicBezTo>
                    <a:pt x="1926" y="1535"/>
                    <a:pt x="1889" y="1597"/>
                    <a:pt x="1852" y="1671"/>
                  </a:cubicBezTo>
                  <a:lnTo>
                    <a:pt x="1259" y="1917"/>
                  </a:lnTo>
                  <a:lnTo>
                    <a:pt x="1198" y="1893"/>
                  </a:lnTo>
                  <a:lnTo>
                    <a:pt x="1099" y="1942"/>
                  </a:lnTo>
                  <a:cubicBezTo>
                    <a:pt x="1075" y="1927"/>
                    <a:pt x="1047" y="1911"/>
                    <a:pt x="1020" y="1911"/>
                  </a:cubicBezTo>
                  <a:cubicBezTo>
                    <a:pt x="1004" y="1911"/>
                    <a:pt x="989" y="1916"/>
                    <a:pt x="975" y="1930"/>
                  </a:cubicBezTo>
                  <a:lnTo>
                    <a:pt x="728" y="1831"/>
                  </a:lnTo>
                  <a:cubicBezTo>
                    <a:pt x="728" y="1769"/>
                    <a:pt x="667" y="1769"/>
                    <a:pt x="630" y="1745"/>
                  </a:cubicBezTo>
                  <a:cubicBezTo>
                    <a:pt x="593" y="1720"/>
                    <a:pt x="593" y="1646"/>
                    <a:pt x="568" y="1609"/>
                  </a:cubicBezTo>
                  <a:lnTo>
                    <a:pt x="506" y="1584"/>
                  </a:lnTo>
                  <a:cubicBezTo>
                    <a:pt x="420" y="1350"/>
                    <a:pt x="321" y="1115"/>
                    <a:pt x="210" y="868"/>
                  </a:cubicBezTo>
                  <a:cubicBezTo>
                    <a:pt x="259" y="831"/>
                    <a:pt x="247" y="745"/>
                    <a:pt x="309" y="695"/>
                  </a:cubicBezTo>
                  <a:cubicBezTo>
                    <a:pt x="371" y="646"/>
                    <a:pt x="383" y="560"/>
                    <a:pt x="420" y="486"/>
                  </a:cubicBezTo>
                  <a:cubicBezTo>
                    <a:pt x="420" y="486"/>
                    <a:pt x="432" y="473"/>
                    <a:pt x="432" y="473"/>
                  </a:cubicBezTo>
                  <a:cubicBezTo>
                    <a:pt x="482" y="461"/>
                    <a:pt x="531" y="424"/>
                    <a:pt x="543" y="374"/>
                  </a:cubicBezTo>
                  <a:lnTo>
                    <a:pt x="938" y="202"/>
                  </a:lnTo>
                  <a:lnTo>
                    <a:pt x="1012" y="226"/>
                  </a:lnTo>
                  <a:cubicBezTo>
                    <a:pt x="1049" y="214"/>
                    <a:pt x="1074" y="189"/>
                    <a:pt x="1111" y="189"/>
                  </a:cubicBezTo>
                  <a:cubicBezTo>
                    <a:pt x="1128" y="189"/>
                    <a:pt x="1155" y="206"/>
                    <a:pt x="1186" y="206"/>
                  </a:cubicBezTo>
                  <a:cubicBezTo>
                    <a:pt x="1202" y="206"/>
                    <a:pt x="1218" y="202"/>
                    <a:pt x="1235" y="189"/>
                  </a:cubicBezTo>
                  <a:close/>
                  <a:moveTo>
                    <a:pt x="1034" y="0"/>
                  </a:moveTo>
                  <a:cubicBezTo>
                    <a:pt x="1002" y="0"/>
                    <a:pt x="970" y="9"/>
                    <a:pt x="938" y="41"/>
                  </a:cubicBezTo>
                  <a:lnTo>
                    <a:pt x="864" y="16"/>
                  </a:lnTo>
                  <a:lnTo>
                    <a:pt x="469" y="177"/>
                  </a:lnTo>
                  <a:cubicBezTo>
                    <a:pt x="457" y="202"/>
                    <a:pt x="445" y="226"/>
                    <a:pt x="432" y="251"/>
                  </a:cubicBezTo>
                  <a:lnTo>
                    <a:pt x="346" y="288"/>
                  </a:lnTo>
                  <a:lnTo>
                    <a:pt x="309" y="362"/>
                  </a:lnTo>
                  <a:lnTo>
                    <a:pt x="235" y="399"/>
                  </a:lnTo>
                  <a:cubicBezTo>
                    <a:pt x="235" y="399"/>
                    <a:pt x="210" y="399"/>
                    <a:pt x="210" y="411"/>
                  </a:cubicBezTo>
                  <a:cubicBezTo>
                    <a:pt x="185" y="473"/>
                    <a:pt x="161" y="535"/>
                    <a:pt x="136" y="609"/>
                  </a:cubicBezTo>
                  <a:lnTo>
                    <a:pt x="87" y="634"/>
                  </a:lnTo>
                  <a:cubicBezTo>
                    <a:pt x="50" y="658"/>
                    <a:pt x="87" y="695"/>
                    <a:pt x="87" y="720"/>
                  </a:cubicBezTo>
                  <a:cubicBezTo>
                    <a:pt x="62" y="794"/>
                    <a:pt x="37" y="856"/>
                    <a:pt x="25" y="893"/>
                  </a:cubicBezTo>
                  <a:cubicBezTo>
                    <a:pt x="25" y="967"/>
                    <a:pt x="13" y="1004"/>
                    <a:pt x="0" y="1066"/>
                  </a:cubicBezTo>
                  <a:cubicBezTo>
                    <a:pt x="87" y="1276"/>
                    <a:pt x="185" y="1498"/>
                    <a:pt x="284" y="1732"/>
                  </a:cubicBezTo>
                  <a:lnTo>
                    <a:pt x="321" y="1745"/>
                  </a:lnTo>
                  <a:cubicBezTo>
                    <a:pt x="333" y="1745"/>
                    <a:pt x="346" y="1757"/>
                    <a:pt x="346" y="1769"/>
                  </a:cubicBezTo>
                  <a:cubicBezTo>
                    <a:pt x="383" y="1843"/>
                    <a:pt x="420" y="1930"/>
                    <a:pt x="457" y="2004"/>
                  </a:cubicBezTo>
                  <a:lnTo>
                    <a:pt x="901" y="2189"/>
                  </a:lnTo>
                  <a:cubicBezTo>
                    <a:pt x="918" y="2189"/>
                    <a:pt x="940" y="2184"/>
                    <a:pt x="956" y="2184"/>
                  </a:cubicBezTo>
                  <a:cubicBezTo>
                    <a:pt x="964" y="2184"/>
                    <a:pt x="971" y="2185"/>
                    <a:pt x="975" y="2189"/>
                  </a:cubicBezTo>
                  <a:cubicBezTo>
                    <a:pt x="995" y="2201"/>
                    <a:pt x="1014" y="2204"/>
                    <a:pt x="1033" y="2204"/>
                  </a:cubicBezTo>
                  <a:cubicBezTo>
                    <a:pt x="1055" y="2204"/>
                    <a:pt x="1078" y="2199"/>
                    <a:pt x="1099" y="2199"/>
                  </a:cubicBezTo>
                  <a:cubicBezTo>
                    <a:pt x="1116" y="2199"/>
                    <a:pt x="1133" y="2202"/>
                    <a:pt x="1148" y="2214"/>
                  </a:cubicBezTo>
                  <a:lnTo>
                    <a:pt x="1309" y="2152"/>
                  </a:lnTo>
                  <a:lnTo>
                    <a:pt x="1358" y="2177"/>
                  </a:lnTo>
                  <a:lnTo>
                    <a:pt x="1407" y="2177"/>
                  </a:lnTo>
                  <a:lnTo>
                    <a:pt x="1864" y="1979"/>
                  </a:lnTo>
                  <a:cubicBezTo>
                    <a:pt x="1864" y="1954"/>
                    <a:pt x="1889" y="1942"/>
                    <a:pt x="1901" y="1905"/>
                  </a:cubicBezTo>
                  <a:lnTo>
                    <a:pt x="2025" y="1856"/>
                  </a:lnTo>
                  <a:cubicBezTo>
                    <a:pt x="2025" y="1856"/>
                    <a:pt x="2049" y="1843"/>
                    <a:pt x="2049" y="1843"/>
                  </a:cubicBezTo>
                  <a:cubicBezTo>
                    <a:pt x="2049" y="1745"/>
                    <a:pt x="2160" y="1769"/>
                    <a:pt x="2185" y="1695"/>
                  </a:cubicBezTo>
                  <a:cubicBezTo>
                    <a:pt x="2185" y="1683"/>
                    <a:pt x="2222" y="1671"/>
                    <a:pt x="2247" y="1646"/>
                  </a:cubicBezTo>
                  <a:cubicBezTo>
                    <a:pt x="2247" y="1634"/>
                    <a:pt x="2259" y="1621"/>
                    <a:pt x="2271" y="1609"/>
                  </a:cubicBezTo>
                  <a:cubicBezTo>
                    <a:pt x="2271" y="1584"/>
                    <a:pt x="2284" y="1572"/>
                    <a:pt x="2284" y="1547"/>
                  </a:cubicBezTo>
                  <a:cubicBezTo>
                    <a:pt x="2296" y="1522"/>
                    <a:pt x="2321" y="1498"/>
                    <a:pt x="2309" y="1485"/>
                  </a:cubicBezTo>
                  <a:cubicBezTo>
                    <a:pt x="2271" y="1399"/>
                    <a:pt x="2370" y="1325"/>
                    <a:pt x="2346" y="1251"/>
                  </a:cubicBezTo>
                  <a:cubicBezTo>
                    <a:pt x="2333" y="1214"/>
                    <a:pt x="2358" y="1189"/>
                    <a:pt x="2358" y="1152"/>
                  </a:cubicBezTo>
                  <a:cubicBezTo>
                    <a:pt x="2358" y="1152"/>
                    <a:pt x="2358" y="1140"/>
                    <a:pt x="2358" y="1127"/>
                  </a:cubicBezTo>
                  <a:lnTo>
                    <a:pt x="2346" y="1103"/>
                  </a:lnTo>
                  <a:lnTo>
                    <a:pt x="2321" y="1066"/>
                  </a:lnTo>
                  <a:cubicBezTo>
                    <a:pt x="2333" y="1041"/>
                    <a:pt x="2346" y="1004"/>
                    <a:pt x="2346" y="992"/>
                  </a:cubicBezTo>
                  <a:cubicBezTo>
                    <a:pt x="2284" y="819"/>
                    <a:pt x="2210" y="658"/>
                    <a:pt x="2136" y="498"/>
                  </a:cubicBezTo>
                  <a:cubicBezTo>
                    <a:pt x="2037" y="498"/>
                    <a:pt x="2062" y="350"/>
                    <a:pt x="1975" y="337"/>
                  </a:cubicBezTo>
                  <a:cubicBezTo>
                    <a:pt x="1938" y="251"/>
                    <a:pt x="1839" y="263"/>
                    <a:pt x="1790" y="202"/>
                  </a:cubicBezTo>
                  <a:cubicBezTo>
                    <a:pt x="1741" y="140"/>
                    <a:pt x="1654" y="128"/>
                    <a:pt x="1580" y="103"/>
                  </a:cubicBezTo>
                  <a:cubicBezTo>
                    <a:pt x="1519" y="66"/>
                    <a:pt x="1457" y="41"/>
                    <a:pt x="1383" y="29"/>
                  </a:cubicBezTo>
                  <a:cubicBezTo>
                    <a:pt x="1309" y="16"/>
                    <a:pt x="1235" y="16"/>
                    <a:pt x="1161" y="16"/>
                  </a:cubicBezTo>
                  <a:cubicBezTo>
                    <a:pt x="1118" y="16"/>
                    <a:pt x="1076" y="0"/>
                    <a:pt x="1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172"/>
            <p:cNvSpPr/>
            <p:nvPr/>
          </p:nvSpPr>
          <p:spPr>
            <a:xfrm>
              <a:off x="633496" y="410234"/>
              <a:ext cx="65326" cy="63047"/>
            </a:xfrm>
            <a:custGeom>
              <a:avLst/>
              <a:gdLst/>
              <a:ahLst/>
              <a:cxnLst/>
              <a:rect l="l" t="t" r="r" b="b"/>
              <a:pathLst>
                <a:path w="1088" h="1050" extrusionOk="0">
                  <a:moveTo>
                    <a:pt x="450" y="235"/>
                  </a:moveTo>
                  <a:cubicBezTo>
                    <a:pt x="490" y="235"/>
                    <a:pt x="524" y="249"/>
                    <a:pt x="546" y="249"/>
                  </a:cubicBezTo>
                  <a:cubicBezTo>
                    <a:pt x="550" y="249"/>
                    <a:pt x="553" y="249"/>
                    <a:pt x="556" y="248"/>
                  </a:cubicBezTo>
                  <a:lnTo>
                    <a:pt x="828" y="359"/>
                  </a:lnTo>
                  <a:lnTo>
                    <a:pt x="877" y="482"/>
                  </a:lnTo>
                  <a:cubicBezTo>
                    <a:pt x="868" y="510"/>
                    <a:pt x="845" y="524"/>
                    <a:pt x="818" y="524"/>
                  </a:cubicBezTo>
                  <a:cubicBezTo>
                    <a:pt x="809" y="524"/>
                    <a:pt x="800" y="522"/>
                    <a:pt x="791" y="519"/>
                  </a:cubicBezTo>
                  <a:lnTo>
                    <a:pt x="779" y="470"/>
                  </a:lnTo>
                  <a:lnTo>
                    <a:pt x="334" y="297"/>
                  </a:lnTo>
                  <a:cubicBezTo>
                    <a:pt x="373" y="247"/>
                    <a:pt x="414" y="235"/>
                    <a:pt x="450" y="235"/>
                  </a:cubicBezTo>
                  <a:close/>
                  <a:moveTo>
                    <a:pt x="198" y="470"/>
                  </a:moveTo>
                  <a:lnTo>
                    <a:pt x="692" y="667"/>
                  </a:lnTo>
                  <a:cubicBezTo>
                    <a:pt x="704" y="680"/>
                    <a:pt x="704" y="692"/>
                    <a:pt x="816" y="741"/>
                  </a:cubicBezTo>
                  <a:cubicBezTo>
                    <a:pt x="803" y="791"/>
                    <a:pt x="741" y="791"/>
                    <a:pt x="704" y="815"/>
                  </a:cubicBezTo>
                  <a:lnTo>
                    <a:pt x="630" y="778"/>
                  </a:lnTo>
                  <a:lnTo>
                    <a:pt x="544" y="828"/>
                  </a:lnTo>
                  <a:lnTo>
                    <a:pt x="297" y="729"/>
                  </a:lnTo>
                  <a:cubicBezTo>
                    <a:pt x="260" y="643"/>
                    <a:pt x="223" y="556"/>
                    <a:pt x="186" y="482"/>
                  </a:cubicBezTo>
                  <a:cubicBezTo>
                    <a:pt x="186" y="470"/>
                    <a:pt x="198" y="470"/>
                    <a:pt x="198" y="470"/>
                  </a:cubicBezTo>
                  <a:close/>
                  <a:moveTo>
                    <a:pt x="421" y="1"/>
                  </a:moveTo>
                  <a:lnTo>
                    <a:pt x="396" y="75"/>
                  </a:lnTo>
                  <a:cubicBezTo>
                    <a:pt x="379" y="87"/>
                    <a:pt x="364" y="91"/>
                    <a:pt x="350" y="91"/>
                  </a:cubicBezTo>
                  <a:cubicBezTo>
                    <a:pt x="320" y="91"/>
                    <a:pt x="293" y="75"/>
                    <a:pt x="260" y="75"/>
                  </a:cubicBezTo>
                  <a:cubicBezTo>
                    <a:pt x="248" y="75"/>
                    <a:pt x="223" y="87"/>
                    <a:pt x="223" y="99"/>
                  </a:cubicBezTo>
                  <a:cubicBezTo>
                    <a:pt x="211" y="161"/>
                    <a:pt x="161" y="173"/>
                    <a:pt x="112" y="198"/>
                  </a:cubicBezTo>
                  <a:cubicBezTo>
                    <a:pt x="75" y="272"/>
                    <a:pt x="50" y="359"/>
                    <a:pt x="1" y="507"/>
                  </a:cubicBezTo>
                  <a:lnTo>
                    <a:pt x="1" y="593"/>
                  </a:lnTo>
                  <a:lnTo>
                    <a:pt x="124" y="865"/>
                  </a:lnTo>
                  <a:cubicBezTo>
                    <a:pt x="137" y="877"/>
                    <a:pt x="161" y="877"/>
                    <a:pt x="186" y="902"/>
                  </a:cubicBezTo>
                  <a:cubicBezTo>
                    <a:pt x="198" y="902"/>
                    <a:pt x="198" y="926"/>
                    <a:pt x="211" y="951"/>
                  </a:cubicBezTo>
                  <a:lnTo>
                    <a:pt x="458" y="1038"/>
                  </a:lnTo>
                  <a:lnTo>
                    <a:pt x="507" y="1025"/>
                  </a:lnTo>
                  <a:lnTo>
                    <a:pt x="581" y="1050"/>
                  </a:lnTo>
                  <a:lnTo>
                    <a:pt x="717" y="988"/>
                  </a:lnTo>
                  <a:lnTo>
                    <a:pt x="791" y="1025"/>
                  </a:lnTo>
                  <a:lnTo>
                    <a:pt x="877" y="988"/>
                  </a:lnTo>
                  <a:cubicBezTo>
                    <a:pt x="927" y="877"/>
                    <a:pt x="1062" y="815"/>
                    <a:pt x="1087" y="692"/>
                  </a:cubicBezTo>
                  <a:cubicBezTo>
                    <a:pt x="1075" y="667"/>
                    <a:pt x="1062" y="643"/>
                    <a:pt x="1050" y="605"/>
                  </a:cubicBezTo>
                  <a:cubicBezTo>
                    <a:pt x="1050" y="544"/>
                    <a:pt x="1075" y="470"/>
                    <a:pt x="1075" y="383"/>
                  </a:cubicBezTo>
                  <a:lnTo>
                    <a:pt x="1025" y="272"/>
                  </a:lnTo>
                  <a:lnTo>
                    <a:pt x="902" y="161"/>
                  </a:lnTo>
                  <a:cubicBezTo>
                    <a:pt x="828" y="124"/>
                    <a:pt x="741" y="87"/>
                    <a:pt x="667" y="62"/>
                  </a:cubicBezTo>
                  <a:cubicBezTo>
                    <a:pt x="593" y="25"/>
                    <a:pt x="495" y="62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6" name="Google Shape;4886;p173"/>
          <p:cNvGrpSpPr/>
          <p:nvPr/>
        </p:nvGrpSpPr>
        <p:grpSpPr>
          <a:xfrm rot="474658">
            <a:off x="5870958" y="1256589"/>
            <a:ext cx="1557467" cy="585348"/>
            <a:chOff x="4345425" y="2175475"/>
            <a:chExt cx="800750" cy="176025"/>
          </a:xfrm>
        </p:grpSpPr>
        <p:sp>
          <p:nvSpPr>
            <p:cNvPr id="4887" name="Google Shape;4887;p17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17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9" name="Google Shape;4889;p173"/>
          <p:cNvGrpSpPr/>
          <p:nvPr/>
        </p:nvGrpSpPr>
        <p:grpSpPr>
          <a:xfrm rot="474658">
            <a:off x="5870958" y="2259764"/>
            <a:ext cx="1557467" cy="585348"/>
            <a:chOff x="4345425" y="2175475"/>
            <a:chExt cx="800750" cy="176025"/>
          </a:xfrm>
        </p:grpSpPr>
        <p:sp>
          <p:nvSpPr>
            <p:cNvPr id="4890" name="Google Shape;4890;p17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17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92" name="Google Shape;4892;p173"/>
          <p:cNvGrpSpPr/>
          <p:nvPr/>
        </p:nvGrpSpPr>
        <p:grpSpPr>
          <a:xfrm rot="474658">
            <a:off x="5870958" y="3262939"/>
            <a:ext cx="1557467" cy="585348"/>
            <a:chOff x="4345425" y="2175475"/>
            <a:chExt cx="800750" cy="176025"/>
          </a:xfrm>
        </p:grpSpPr>
        <p:sp>
          <p:nvSpPr>
            <p:cNvPr id="4893" name="Google Shape;4893;p17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17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95" name="Google Shape;4895;p173"/>
          <p:cNvGrpSpPr/>
          <p:nvPr/>
        </p:nvGrpSpPr>
        <p:grpSpPr>
          <a:xfrm rot="474332">
            <a:off x="1892397" y="1270973"/>
            <a:ext cx="1557366" cy="585362"/>
            <a:chOff x="4345425" y="2175475"/>
            <a:chExt cx="800750" cy="176025"/>
          </a:xfrm>
        </p:grpSpPr>
        <p:sp>
          <p:nvSpPr>
            <p:cNvPr id="4896" name="Google Shape;4896;p17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17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98" name="Google Shape;4898;p173"/>
          <p:cNvGrpSpPr/>
          <p:nvPr/>
        </p:nvGrpSpPr>
        <p:grpSpPr>
          <a:xfrm rot="474658">
            <a:off x="1892381" y="2277962"/>
            <a:ext cx="1557467" cy="585348"/>
            <a:chOff x="4345425" y="2175475"/>
            <a:chExt cx="800750" cy="176025"/>
          </a:xfrm>
        </p:grpSpPr>
        <p:sp>
          <p:nvSpPr>
            <p:cNvPr id="4899" name="Google Shape;4899;p17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17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1" name="Google Shape;4901;p173"/>
          <p:cNvGrpSpPr/>
          <p:nvPr/>
        </p:nvGrpSpPr>
        <p:grpSpPr>
          <a:xfrm rot="474658">
            <a:off x="1892381" y="3266388"/>
            <a:ext cx="1557467" cy="585348"/>
            <a:chOff x="4345425" y="2175475"/>
            <a:chExt cx="800750" cy="176025"/>
          </a:xfrm>
        </p:grpSpPr>
        <p:sp>
          <p:nvSpPr>
            <p:cNvPr id="4902" name="Google Shape;4902;p17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17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4" name="Google Shape;4904;p173"/>
          <p:cNvGrpSpPr/>
          <p:nvPr/>
        </p:nvGrpSpPr>
        <p:grpSpPr>
          <a:xfrm>
            <a:off x="1912902" y="887875"/>
            <a:ext cx="5303207" cy="176025"/>
            <a:chOff x="4345425" y="2175475"/>
            <a:chExt cx="800750" cy="176025"/>
          </a:xfrm>
        </p:grpSpPr>
        <p:sp>
          <p:nvSpPr>
            <p:cNvPr id="4905" name="Google Shape;4905;p17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17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07" name="Google Shape;4907;p173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Data Type</a:t>
            </a:r>
            <a:endParaRPr/>
          </a:p>
        </p:txBody>
      </p:sp>
      <p:sp>
        <p:nvSpPr>
          <p:cNvPr id="4908" name="Google Shape;4908;p173"/>
          <p:cNvSpPr txBox="1">
            <a:spLocks noGrp="1"/>
          </p:cNvSpPr>
          <p:nvPr>
            <p:ph type="subTitle" idx="5"/>
          </p:nvPr>
        </p:nvSpPr>
        <p:spPr>
          <a:xfrm>
            <a:off x="5908324" y="2589180"/>
            <a:ext cx="2451300" cy="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Integer</a:t>
            </a:r>
            <a:endParaRPr sz="2300"/>
          </a:p>
        </p:txBody>
      </p:sp>
      <p:sp>
        <p:nvSpPr>
          <p:cNvPr id="4909" name="Google Shape;4909;p173"/>
          <p:cNvSpPr txBox="1">
            <a:spLocks noGrp="1"/>
          </p:cNvSpPr>
          <p:nvPr>
            <p:ph type="subTitle" idx="1"/>
          </p:nvPr>
        </p:nvSpPr>
        <p:spPr>
          <a:xfrm>
            <a:off x="5908324" y="1573018"/>
            <a:ext cx="2451300" cy="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Integer</a:t>
            </a:r>
            <a:endParaRPr sz="2300"/>
          </a:p>
        </p:txBody>
      </p:sp>
      <p:sp>
        <p:nvSpPr>
          <p:cNvPr id="4910" name="Google Shape;4910;p173"/>
          <p:cNvSpPr txBox="1">
            <a:spLocks noGrp="1"/>
          </p:cNvSpPr>
          <p:nvPr>
            <p:ph type="subTitle" idx="3"/>
          </p:nvPr>
        </p:nvSpPr>
        <p:spPr>
          <a:xfrm>
            <a:off x="5908324" y="3563486"/>
            <a:ext cx="2451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Float</a:t>
            </a:r>
            <a:endParaRPr sz="2300"/>
          </a:p>
        </p:txBody>
      </p:sp>
      <p:sp>
        <p:nvSpPr>
          <p:cNvPr id="4911" name="Google Shape;4911;p173"/>
          <p:cNvSpPr txBox="1">
            <a:spLocks noGrp="1"/>
          </p:cNvSpPr>
          <p:nvPr>
            <p:ph type="subTitle" idx="13"/>
          </p:nvPr>
        </p:nvSpPr>
        <p:spPr>
          <a:xfrm>
            <a:off x="1912664" y="1573018"/>
            <a:ext cx="2451300" cy="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Integer</a:t>
            </a:r>
            <a:endParaRPr sz="2300"/>
          </a:p>
        </p:txBody>
      </p:sp>
      <p:sp>
        <p:nvSpPr>
          <p:cNvPr id="4912" name="Google Shape;4912;p173"/>
          <p:cNvSpPr txBox="1">
            <a:spLocks noGrp="1"/>
          </p:cNvSpPr>
          <p:nvPr>
            <p:ph type="ctrTitle"/>
          </p:nvPr>
        </p:nvSpPr>
        <p:spPr>
          <a:xfrm>
            <a:off x="5908324" y="1213002"/>
            <a:ext cx="24513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13</a:t>
            </a:r>
            <a:endParaRPr sz="2600"/>
          </a:p>
        </p:txBody>
      </p:sp>
      <p:sp>
        <p:nvSpPr>
          <p:cNvPr id="4913" name="Google Shape;4913;p173"/>
          <p:cNvSpPr txBox="1">
            <a:spLocks noGrp="1"/>
          </p:cNvSpPr>
          <p:nvPr>
            <p:ph type="title" idx="2"/>
          </p:nvPr>
        </p:nvSpPr>
        <p:spPr>
          <a:xfrm>
            <a:off x="4903953" y="1280000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914" name="Google Shape;4914;p173"/>
          <p:cNvSpPr txBox="1">
            <a:spLocks noGrp="1"/>
          </p:cNvSpPr>
          <p:nvPr>
            <p:ph type="title" idx="4"/>
          </p:nvPr>
        </p:nvSpPr>
        <p:spPr>
          <a:xfrm>
            <a:off x="4903953" y="327730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915" name="Google Shape;4915;p173"/>
          <p:cNvSpPr txBox="1">
            <a:spLocks noGrp="1"/>
          </p:cNvSpPr>
          <p:nvPr>
            <p:ph type="title" idx="6"/>
          </p:nvPr>
        </p:nvSpPr>
        <p:spPr>
          <a:xfrm>
            <a:off x="4903953" y="230664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916" name="Google Shape;4916;p173"/>
          <p:cNvSpPr txBox="1">
            <a:spLocks noGrp="1"/>
          </p:cNvSpPr>
          <p:nvPr>
            <p:ph type="ctrTitle" idx="7"/>
          </p:nvPr>
        </p:nvSpPr>
        <p:spPr>
          <a:xfrm>
            <a:off x="5908324" y="2248004"/>
            <a:ext cx="24513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15</a:t>
            </a:r>
            <a:endParaRPr sz="2600"/>
          </a:p>
        </p:txBody>
      </p:sp>
      <p:sp>
        <p:nvSpPr>
          <p:cNvPr id="4917" name="Google Shape;4917;p173"/>
          <p:cNvSpPr txBox="1">
            <a:spLocks noGrp="1"/>
          </p:cNvSpPr>
          <p:nvPr>
            <p:ph type="ctrTitle" idx="8"/>
          </p:nvPr>
        </p:nvSpPr>
        <p:spPr>
          <a:xfrm>
            <a:off x="5908324" y="3198669"/>
            <a:ext cx="24513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5.1</a:t>
            </a:r>
            <a:endParaRPr sz="2600"/>
          </a:p>
        </p:txBody>
      </p:sp>
      <p:sp>
        <p:nvSpPr>
          <p:cNvPr id="4918" name="Google Shape;4918;p173"/>
          <p:cNvSpPr txBox="1">
            <a:spLocks noGrp="1"/>
          </p:cNvSpPr>
          <p:nvPr>
            <p:ph type="ctrTitle" idx="9"/>
          </p:nvPr>
        </p:nvSpPr>
        <p:spPr>
          <a:xfrm>
            <a:off x="1912667" y="1213000"/>
            <a:ext cx="8145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37</a:t>
            </a:r>
            <a:endParaRPr sz="2600"/>
          </a:p>
        </p:txBody>
      </p:sp>
      <p:sp>
        <p:nvSpPr>
          <p:cNvPr id="4919" name="Google Shape;4919;p173"/>
          <p:cNvSpPr txBox="1">
            <a:spLocks noGrp="1"/>
          </p:cNvSpPr>
          <p:nvPr>
            <p:ph type="title" idx="14"/>
          </p:nvPr>
        </p:nvSpPr>
        <p:spPr>
          <a:xfrm>
            <a:off x="784376" y="1286887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920" name="Google Shape;4920;p173"/>
          <p:cNvSpPr txBox="1">
            <a:spLocks noGrp="1"/>
          </p:cNvSpPr>
          <p:nvPr>
            <p:ph type="subTitle" idx="15"/>
          </p:nvPr>
        </p:nvSpPr>
        <p:spPr>
          <a:xfrm>
            <a:off x="1912664" y="3563486"/>
            <a:ext cx="2451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Float</a:t>
            </a:r>
            <a:endParaRPr sz="2300"/>
          </a:p>
        </p:txBody>
      </p:sp>
      <p:sp>
        <p:nvSpPr>
          <p:cNvPr id="4921" name="Google Shape;4921;p173"/>
          <p:cNvSpPr txBox="1">
            <a:spLocks noGrp="1"/>
          </p:cNvSpPr>
          <p:nvPr>
            <p:ph type="title" idx="16"/>
          </p:nvPr>
        </p:nvSpPr>
        <p:spPr>
          <a:xfrm>
            <a:off x="784376" y="3284192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922" name="Google Shape;4922;p173"/>
          <p:cNvSpPr txBox="1">
            <a:spLocks noGrp="1"/>
          </p:cNvSpPr>
          <p:nvPr>
            <p:ph type="subTitle" idx="17"/>
          </p:nvPr>
        </p:nvSpPr>
        <p:spPr>
          <a:xfrm>
            <a:off x="1912664" y="2596068"/>
            <a:ext cx="2451300" cy="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Float</a:t>
            </a:r>
            <a:endParaRPr sz="2300"/>
          </a:p>
        </p:txBody>
      </p:sp>
      <p:sp>
        <p:nvSpPr>
          <p:cNvPr id="4923" name="Google Shape;4923;p173"/>
          <p:cNvSpPr txBox="1">
            <a:spLocks noGrp="1"/>
          </p:cNvSpPr>
          <p:nvPr>
            <p:ph type="title" idx="18"/>
          </p:nvPr>
        </p:nvSpPr>
        <p:spPr>
          <a:xfrm>
            <a:off x="784376" y="2313531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924" name="Google Shape;4924;p173"/>
          <p:cNvSpPr txBox="1">
            <a:spLocks noGrp="1"/>
          </p:cNvSpPr>
          <p:nvPr>
            <p:ph type="ctrTitle" idx="19"/>
          </p:nvPr>
        </p:nvSpPr>
        <p:spPr>
          <a:xfrm>
            <a:off x="1912664" y="2251440"/>
            <a:ext cx="24513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4.0</a:t>
            </a:r>
            <a:endParaRPr sz="2600"/>
          </a:p>
        </p:txBody>
      </p:sp>
      <p:sp>
        <p:nvSpPr>
          <p:cNvPr id="4925" name="Google Shape;4925;p173"/>
          <p:cNvSpPr txBox="1">
            <a:spLocks noGrp="1"/>
          </p:cNvSpPr>
          <p:nvPr>
            <p:ph type="ctrTitle" idx="20"/>
          </p:nvPr>
        </p:nvSpPr>
        <p:spPr>
          <a:xfrm>
            <a:off x="1912664" y="3277307"/>
            <a:ext cx="24513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7.6</a:t>
            </a:r>
            <a:endParaRPr sz="2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0" name="Google Shape;4930;p174"/>
          <p:cNvGrpSpPr/>
          <p:nvPr/>
        </p:nvGrpSpPr>
        <p:grpSpPr>
          <a:xfrm rot="474658">
            <a:off x="5870958" y="1256589"/>
            <a:ext cx="1557467" cy="585348"/>
            <a:chOff x="4345425" y="2175475"/>
            <a:chExt cx="800750" cy="176025"/>
          </a:xfrm>
        </p:grpSpPr>
        <p:sp>
          <p:nvSpPr>
            <p:cNvPr id="4931" name="Google Shape;4931;p17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17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3" name="Google Shape;4933;p174"/>
          <p:cNvGrpSpPr/>
          <p:nvPr/>
        </p:nvGrpSpPr>
        <p:grpSpPr>
          <a:xfrm rot="474658">
            <a:off x="5870958" y="2259764"/>
            <a:ext cx="1557467" cy="585348"/>
            <a:chOff x="4345425" y="2175475"/>
            <a:chExt cx="800750" cy="176025"/>
          </a:xfrm>
        </p:grpSpPr>
        <p:sp>
          <p:nvSpPr>
            <p:cNvPr id="4934" name="Google Shape;4934;p17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17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6" name="Google Shape;4936;p174"/>
          <p:cNvGrpSpPr/>
          <p:nvPr/>
        </p:nvGrpSpPr>
        <p:grpSpPr>
          <a:xfrm rot="474658">
            <a:off x="5870958" y="3262939"/>
            <a:ext cx="1557467" cy="585348"/>
            <a:chOff x="4345425" y="2175475"/>
            <a:chExt cx="800750" cy="176025"/>
          </a:xfrm>
        </p:grpSpPr>
        <p:sp>
          <p:nvSpPr>
            <p:cNvPr id="4937" name="Google Shape;4937;p17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17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9" name="Google Shape;4939;p174"/>
          <p:cNvGrpSpPr/>
          <p:nvPr/>
        </p:nvGrpSpPr>
        <p:grpSpPr>
          <a:xfrm rot="474332">
            <a:off x="1892397" y="1270973"/>
            <a:ext cx="1557366" cy="585362"/>
            <a:chOff x="4345425" y="2175475"/>
            <a:chExt cx="800750" cy="176025"/>
          </a:xfrm>
        </p:grpSpPr>
        <p:sp>
          <p:nvSpPr>
            <p:cNvPr id="4940" name="Google Shape;4940;p17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17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2" name="Google Shape;4942;p174"/>
          <p:cNvGrpSpPr/>
          <p:nvPr/>
        </p:nvGrpSpPr>
        <p:grpSpPr>
          <a:xfrm rot="474658">
            <a:off x="1892381" y="2277962"/>
            <a:ext cx="1557467" cy="585348"/>
            <a:chOff x="4345425" y="2175475"/>
            <a:chExt cx="800750" cy="176025"/>
          </a:xfrm>
        </p:grpSpPr>
        <p:sp>
          <p:nvSpPr>
            <p:cNvPr id="4943" name="Google Shape;4943;p17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17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5" name="Google Shape;4945;p174"/>
          <p:cNvGrpSpPr/>
          <p:nvPr/>
        </p:nvGrpSpPr>
        <p:grpSpPr>
          <a:xfrm rot="474658">
            <a:off x="1892381" y="3266388"/>
            <a:ext cx="1557467" cy="585348"/>
            <a:chOff x="4345425" y="2175475"/>
            <a:chExt cx="800750" cy="176025"/>
          </a:xfrm>
        </p:grpSpPr>
        <p:sp>
          <p:nvSpPr>
            <p:cNvPr id="4946" name="Google Shape;4946;p17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17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8" name="Google Shape;4948;p174"/>
          <p:cNvGrpSpPr/>
          <p:nvPr/>
        </p:nvGrpSpPr>
        <p:grpSpPr>
          <a:xfrm>
            <a:off x="1912902" y="887875"/>
            <a:ext cx="5303207" cy="176025"/>
            <a:chOff x="4345425" y="2175475"/>
            <a:chExt cx="800750" cy="176025"/>
          </a:xfrm>
        </p:grpSpPr>
        <p:sp>
          <p:nvSpPr>
            <p:cNvPr id="4949" name="Google Shape;4949;p17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17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51" name="Google Shape;4951;p174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Data Type for these Variables</a:t>
            </a:r>
            <a:endParaRPr/>
          </a:p>
        </p:txBody>
      </p:sp>
      <p:sp>
        <p:nvSpPr>
          <p:cNvPr id="4952" name="Google Shape;4952;p174"/>
          <p:cNvSpPr txBox="1">
            <a:spLocks noGrp="1"/>
          </p:cNvSpPr>
          <p:nvPr>
            <p:ph type="subTitle" idx="5"/>
          </p:nvPr>
        </p:nvSpPr>
        <p:spPr>
          <a:xfrm>
            <a:off x="5908324" y="2589180"/>
            <a:ext cx="2451300" cy="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Integer</a:t>
            </a:r>
            <a:endParaRPr sz="2300"/>
          </a:p>
        </p:txBody>
      </p:sp>
      <p:sp>
        <p:nvSpPr>
          <p:cNvPr id="4953" name="Google Shape;4953;p174"/>
          <p:cNvSpPr txBox="1">
            <a:spLocks noGrp="1"/>
          </p:cNvSpPr>
          <p:nvPr>
            <p:ph type="subTitle" idx="1"/>
          </p:nvPr>
        </p:nvSpPr>
        <p:spPr>
          <a:xfrm>
            <a:off x="5908324" y="1573018"/>
            <a:ext cx="2451300" cy="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Integer</a:t>
            </a:r>
            <a:endParaRPr sz="2300"/>
          </a:p>
        </p:txBody>
      </p:sp>
      <p:sp>
        <p:nvSpPr>
          <p:cNvPr id="4954" name="Google Shape;4954;p174"/>
          <p:cNvSpPr txBox="1">
            <a:spLocks noGrp="1"/>
          </p:cNvSpPr>
          <p:nvPr>
            <p:ph type="subTitle" idx="3"/>
          </p:nvPr>
        </p:nvSpPr>
        <p:spPr>
          <a:xfrm>
            <a:off x="5908324" y="3563486"/>
            <a:ext cx="2451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Float</a:t>
            </a:r>
            <a:endParaRPr sz="2300"/>
          </a:p>
        </p:txBody>
      </p:sp>
      <p:sp>
        <p:nvSpPr>
          <p:cNvPr id="4955" name="Google Shape;4955;p174"/>
          <p:cNvSpPr txBox="1">
            <a:spLocks noGrp="1"/>
          </p:cNvSpPr>
          <p:nvPr>
            <p:ph type="subTitle" idx="13"/>
          </p:nvPr>
        </p:nvSpPr>
        <p:spPr>
          <a:xfrm>
            <a:off x="1912664" y="1573018"/>
            <a:ext cx="2451300" cy="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Integer</a:t>
            </a:r>
            <a:endParaRPr sz="2300"/>
          </a:p>
        </p:txBody>
      </p:sp>
      <p:sp>
        <p:nvSpPr>
          <p:cNvPr id="4956" name="Google Shape;4956;p174"/>
          <p:cNvSpPr txBox="1">
            <a:spLocks noGrp="1"/>
          </p:cNvSpPr>
          <p:nvPr>
            <p:ph type="ctrTitle"/>
          </p:nvPr>
        </p:nvSpPr>
        <p:spPr>
          <a:xfrm>
            <a:off x="5908324" y="1213002"/>
            <a:ext cx="24513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d = 45</a:t>
            </a:r>
            <a:endParaRPr sz="2600"/>
          </a:p>
        </p:txBody>
      </p:sp>
      <p:sp>
        <p:nvSpPr>
          <p:cNvPr id="4957" name="Google Shape;4957;p174"/>
          <p:cNvSpPr txBox="1">
            <a:spLocks noGrp="1"/>
          </p:cNvSpPr>
          <p:nvPr>
            <p:ph type="title" idx="2"/>
          </p:nvPr>
        </p:nvSpPr>
        <p:spPr>
          <a:xfrm>
            <a:off x="4903953" y="1280000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958" name="Google Shape;4958;p174"/>
          <p:cNvSpPr txBox="1">
            <a:spLocks noGrp="1"/>
          </p:cNvSpPr>
          <p:nvPr>
            <p:ph type="title" idx="4"/>
          </p:nvPr>
        </p:nvSpPr>
        <p:spPr>
          <a:xfrm>
            <a:off x="4903953" y="327730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959" name="Google Shape;4959;p174"/>
          <p:cNvSpPr txBox="1">
            <a:spLocks noGrp="1"/>
          </p:cNvSpPr>
          <p:nvPr>
            <p:ph type="title" idx="6"/>
          </p:nvPr>
        </p:nvSpPr>
        <p:spPr>
          <a:xfrm>
            <a:off x="4903953" y="230664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960" name="Google Shape;4960;p174"/>
          <p:cNvSpPr txBox="1">
            <a:spLocks noGrp="1"/>
          </p:cNvSpPr>
          <p:nvPr>
            <p:ph type="ctrTitle" idx="7"/>
          </p:nvPr>
        </p:nvSpPr>
        <p:spPr>
          <a:xfrm>
            <a:off x="5908324" y="2248004"/>
            <a:ext cx="24513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 = 1500</a:t>
            </a:r>
            <a:endParaRPr sz="2600"/>
          </a:p>
        </p:txBody>
      </p:sp>
      <p:sp>
        <p:nvSpPr>
          <p:cNvPr id="4961" name="Google Shape;4961;p174"/>
          <p:cNvSpPr txBox="1">
            <a:spLocks noGrp="1"/>
          </p:cNvSpPr>
          <p:nvPr>
            <p:ph type="ctrTitle" idx="8"/>
          </p:nvPr>
        </p:nvSpPr>
        <p:spPr>
          <a:xfrm>
            <a:off x="5908324" y="3198669"/>
            <a:ext cx="24513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f = 50.01</a:t>
            </a:r>
            <a:endParaRPr sz="2600"/>
          </a:p>
        </p:txBody>
      </p:sp>
      <p:sp>
        <p:nvSpPr>
          <p:cNvPr id="4962" name="Google Shape;4962;p174"/>
          <p:cNvSpPr txBox="1">
            <a:spLocks noGrp="1"/>
          </p:cNvSpPr>
          <p:nvPr>
            <p:ph type="ctrTitle" idx="9"/>
          </p:nvPr>
        </p:nvSpPr>
        <p:spPr>
          <a:xfrm>
            <a:off x="1912678" y="1213000"/>
            <a:ext cx="11619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 = 10</a:t>
            </a:r>
            <a:endParaRPr sz="2600"/>
          </a:p>
        </p:txBody>
      </p:sp>
      <p:sp>
        <p:nvSpPr>
          <p:cNvPr id="4963" name="Google Shape;4963;p174"/>
          <p:cNvSpPr txBox="1">
            <a:spLocks noGrp="1"/>
          </p:cNvSpPr>
          <p:nvPr>
            <p:ph type="title" idx="14"/>
          </p:nvPr>
        </p:nvSpPr>
        <p:spPr>
          <a:xfrm>
            <a:off x="784376" y="1286887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964" name="Google Shape;4964;p174"/>
          <p:cNvSpPr txBox="1">
            <a:spLocks noGrp="1"/>
          </p:cNvSpPr>
          <p:nvPr>
            <p:ph type="subTitle" idx="15"/>
          </p:nvPr>
        </p:nvSpPr>
        <p:spPr>
          <a:xfrm>
            <a:off x="1912664" y="3563486"/>
            <a:ext cx="2451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Float</a:t>
            </a:r>
            <a:endParaRPr sz="2300"/>
          </a:p>
        </p:txBody>
      </p:sp>
      <p:sp>
        <p:nvSpPr>
          <p:cNvPr id="4965" name="Google Shape;4965;p174"/>
          <p:cNvSpPr txBox="1">
            <a:spLocks noGrp="1"/>
          </p:cNvSpPr>
          <p:nvPr>
            <p:ph type="title" idx="16"/>
          </p:nvPr>
        </p:nvSpPr>
        <p:spPr>
          <a:xfrm>
            <a:off x="784376" y="3284192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966" name="Google Shape;4966;p174"/>
          <p:cNvSpPr txBox="1">
            <a:spLocks noGrp="1"/>
          </p:cNvSpPr>
          <p:nvPr>
            <p:ph type="subTitle" idx="17"/>
          </p:nvPr>
        </p:nvSpPr>
        <p:spPr>
          <a:xfrm>
            <a:off x="1912664" y="2596068"/>
            <a:ext cx="2451300" cy="5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Float</a:t>
            </a:r>
            <a:endParaRPr sz="2300"/>
          </a:p>
        </p:txBody>
      </p:sp>
      <p:sp>
        <p:nvSpPr>
          <p:cNvPr id="4967" name="Google Shape;4967;p174"/>
          <p:cNvSpPr txBox="1">
            <a:spLocks noGrp="1"/>
          </p:cNvSpPr>
          <p:nvPr>
            <p:ph type="title" idx="18"/>
          </p:nvPr>
        </p:nvSpPr>
        <p:spPr>
          <a:xfrm>
            <a:off x="784376" y="2313531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968" name="Google Shape;4968;p174"/>
          <p:cNvSpPr txBox="1">
            <a:spLocks noGrp="1"/>
          </p:cNvSpPr>
          <p:nvPr>
            <p:ph type="ctrTitle" idx="19"/>
          </p:nvPr>
        </p:nvSpPr>
        <p:spPr>
          <a:xfrm>
            <a:off x="1912664" y="2251440"/>
            <a:ext cx="24513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b = 9.0</a:t>
            </a:r>
            <a:endParaRPr sz="2600"/>
          </a:p>
        </p:txBody>
      </p:sp>
      <p:sp>
        <p:nvSpPr>
          <p:cNvPr id="4969" name="Google Shape;4969;p174"/>
          <p:cNvSpPr txBox="1">
            <a:spLocks noGrp="1"/>
          </p:cNvSpPr>
          <p:nvPr>
            <p:ph type="ctrTitle" idx="20"/>
          </p:nvPr>
        </p:nvSpPr>
        <p:spPr>
          <a:xfrm>
            <a:off x="1912664" y="3277307"/>
            <a:ext cx="24513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 = 19.6</a:t>
            </a:r>
            <a:endParaRPr sz="2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9">
          <a:extLst>
            <a:ext uri="{FF2B5EF4-FFF2-40B4-BE49-F238E27FC236}">
              <a16:creationId xmlns:a16="http://schemas.microsoft.com/office/drawing/2014/main" id="{855BD162-EA62-952B-0B16-CAB842161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8" name="Google Shape;4948;p174">
            <a:extLst>
              <a:ext uri="{FF2B5EF4-FFF2-40B4-BE49-F238E27FC236}">
                <a16:creationId xmlns:a16="http://schemas.microsoft.com/office/drawing/2014/main" id="{55F1ADA5-A653-37BB-E9B3-4438F79BA7E3}"/>
              </a:ext>
            </a:extLst>
          </p:cNvPr>
          <p:cNvGrpSpPr/>
          <p:nvPr/>
        </p:nvGrpSpPr>
        <p:grpSpPr>
          <a:xfrm>
            <a:off x="1912902" y="887875"/>
            <a:ext cx="5303207" cy="176025"/>
            <a:chOff x="4345425" y="2175475"/>
            <a:chExt cx="800750" cy="176025"/>
          </a:xfrm>
        </p:grpSpPr>
        <p:sp>
          <p:nvSpPr>
            <p:cNvPr id="4949" name="Google Shape;4949;p174">
              <a:extLst>
                <a:ext uri="{FF2B5EF4-FFF2-40B4-BE49-F238E27FC236}">
                  <a16:creationId xmlns:a16="http://schemas.microsoft.com/office/drawing/2014/main" id="{3D82AFC1-B98E-F966-E5A9-5C04C9B1B5DA}"/>
                </a:ext>
              </a:extLst>
            </p:cNvPr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174">
              <a:extLst>
                <a:ext uri="{FF2B5EF4-FFF2-40B4-BE49-F238E27FC236}">
                  <a16:creationId xmlns:a16="http://schemas.microsoft.com/office/drawing/2014/main" id="{E9403D36-25A8-58C1-F0B4-92C5199B3FEE}"/>
                </a:ext>
              </a:extLst>
            </p:cNvPr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51" name="Google Shape;4951;p174">
            <a:extLst>
              <a:ext uri="{FF2B5EF4-FFF2-40B4-BE49-F238E27FC236}">
                <a16:creationId xmlns:a16="http://schemas.microsoft.com/office/drawing/2014/main" id="{6A6E9841-2D3D-9626-C09C-432A7E5FDC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 of a Floating Point number</a:t>
            </a:r>
            <a:endParaRPr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93442A5D-503C-245E-23E5-C54FA60BB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430" y="3907119"/>
            <a:ext cx="8211240" cy="1392761"/>
          </a:xfrm>
        </p:spPr>
        <p:txBody>
          <a:bodyPr/>
          <a:lstStyle/>
          <a:p>
            <a:endParaRPr lang="en-US" sz="1600" dirty="0"/>
          </a:p>
          <a:p>
            <a:r>
              <a:rPr lang="en-US" sz="1600" dirty="0"/>
              <a:t>Floating points in Python can only store 64 bits = (8 bytes * 8 bits per byte) of information</a:t>
            </a:r>
          </a:p>
          <a:p>
            <a:pPr marL="152400" indent="0">
              <a:buNone/>
            </a:pPr>
            <a:endParaRPr lang="en-US" sz="1600" dirty="0"/>
          </a:p>
          <a:p>
            <a:r>
              <a:rPr lang="en-US" sz="1600" dirty="0"/>
              <a:t>Python follows the IEEE 754 standard (64-bit)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7F9F857-58DA-FB52-E37E-6A50C49D6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570" y="1131597"/>
            <a:ext cx="7170961" cy="285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F8FCB026-3D2E-8DF8-440C-166A1D8A1D32}"/>
              </a:ext>
            </a:extLst>
          </p:cNvPr>
          <p:cNvSpPr txBox="1">
            <a:spLocks/>
          </p:cNvSpPr>
          <p:nvPr/>
        </p:nvSpPr>
        <p:spPr>
          <a:xfrm>
            <a:off x="3778713" y="3731379"/>
            <a:ext cx="5052024" cy="45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●"/>
              <a:defRPr sz="12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○"/>
              <a:defRPr sz="12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■"/>
              <a:defRPr sz="12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●"/>
              <a:defRPr sz="12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○"/>
              <a:defRPr sz="12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■"/>
              <a:defRPr sz="12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●"/>
              <a:defRPr sz="12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uli"/>
              <a:buChar char="○"/>
              <a:defRPr sz="12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Muli"/>
              <a:buChar char="■"/>
              <a:defRPr sz="12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152400" indent="0">
              <a:buNone/>
            </a:pPr>
            <a:r>
              <a:rPr lang="en-US" sz="1050" dirty="0"/>
              <a:t>https://www.puntoflotante.net/FLOATING-POINT-FORMAT-IEEE-754.htm</a:t>
            </a:r>
          </a:p>
        </p:txBody>
      </p:sp>
    </p:spTree>
    <p:extLst>
      <p:ext uri="{BB962C8B-B14F-4D97-AF65-F5344CB8AC3E}">
        <p14:creationId xmlns:p14="http://schemas.microsoft.com/office/powerpoint/2010/main" val="4067533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9">
          <a:extLst>
            <a:ext uri="{FF2B5EF4-FFF2-40B4-BE49-F238E27FC236}">
              <a16:creationId xmlns:a16="http://schemas.microsoft.com/office/drawing/2014/main" id="{09FB473A-A504-B331-091B-24D1AB0D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8" name="Google Shape;4948;p174">
            <a:extLst>
              <a:ext uri="{FF2B5EF4-FFF2-40B4-BE49-F238E27FC236}">
                <a16:creationId xmlns:a16="http://schemas.microsoft.com/office/drawing/2014/main" id="{C40DAB3C-7E72-3649-BEC9-0B9FD68D39FC}"/>
              </a:ext>
            </a:extLst>
          </p:cNvPr>
          <p:cNvGrpSpPr/>
          <p:nvPr/>
        </p:nvGrpSpPr>
        <p:grpSpPr>
          <a:xfrm>
            <a:off x="1912902" y="887875"/>
            <a:ext cx="5303207" cy="176025"/>
            <a:chOff x="4345425" y="2175475"/>
            <a:chExt cx="800750" cy="176025"/>
          </a:xfrm>
        </p:grpSpPr>
        <p:sp>
          <p:nvSpPr>
            <p:cNvPr id="4949" name="Google Shape;4949;p174">
              <a:extLst>
                <a:ext uri="{FF2B5EF4-FFF2-40B4-BE49-F238E27FC236}">
                  <a16:creationId xmlns:a16="http://schemas.microsoft.com/office/drawing/2014/main" id="{6715452D-C9C0-0F73-285E-93BD58464D95}"/>
                </a:ext>
              </a:extLst>
            </p:cNvPr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174">
              <a:extLst>
                <a:ext uri="{FF2B5EF4-FFF2-40B4-BE49-F238E27FC236}">
                  <a16:creationId xmlns:a16="http://schemas.microsoft.com/office/drawing/2014/main" id="{A728372D-ECCD-5E33-F6FB-45D164368006}"/>
                </a:ext>
              </a:extLst>
            </p:cNvPr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51" name="Google Shape;4951;p174">
            <a:extLst>
              <a:ext uri="{FF2B5EF4-FFF2-40B4-BE49-F238E27FC236}">
                <a16:creationId xmlns:a16="http://schemas.microsoft.com/office/drawing/2014/main" id="{40C5326E-2B8F-6496-AEF7-4F7D503E67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 of a Floating Point number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36DD5-34ED-8E66-BE57-7E3B390EA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42" y="-292193"/>
            <a:ext cx="10165973" cy="428403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FB4D59-EF32-B67F-04A9-895F6B83F5CC}"/>
              </a:ext>
            </a:extLst>
          </p:cNvPr>
          <p:cNvSpPr/>
          <p:nvPr/>
        </p:nvSpPr>
        <p:spPr>
          <a:xfrm>
            <a:off x="510986" y="3544736"/>
            <a:ext cx="5303207" cy="447105"/>
          </a:xfrm>
          <a:prstGeom prst="roundRect">
            <a:avLst/>
          </a:prstGeom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8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4" name="Google Shape;4974;p175"/>
          <p:cNvSpPr txBox="1">
            <a:spLocks noGrp="1"/>
          </p:cNvSpPr>
          <p:nvPr>
            <p:ph type="title"/>
          </p:nvPr>
        </p:nvSpPr>
        <p:spPr>
          <a:xfrm>
            <a:off x="882550" y="2344775"/>
            <a:ext cx="7439100" cy="9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Arithmetic Operators</a:t>
            </a:r>
            <a:endParaRPr/>
          </a:p>
        </p:txBody>
      </p:sp>
      <p:sp>
        <p:nvSpPr>
          <p:cNvPr id="4975" name="Google Shape;4975;p175"/>
          <p:cNvSpPr txBox="1">
            <a:spLocks noGrp="1"/>
          </p:cNvSpPr>
          <p:nvPr>
            <p:ph type="title" idx="2"/>
          </p:nvPr>
        </p:nvSpPr>
        <p:spPr>
          <a:xfrm>
            <a:off x="3843750" y="1322001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4976" name="Google Shape;4976;p175"/>
          <p:cNvGrpSpPr/>
          <p:nvPr/>
        </p:nvGrpSpPr>
        <p:grpSpPr>
          <a:xfrm>
            <a:off x="3928443" y="2086030"/>
            <a:ext cx="1287126" cy="176025"/>
            <a:chOff x="4345425" y="2175475"/>
            <a:chExt cx="800750" cy="176025"/>
          </a:xfrm>
        </p:grpSpPr>
        <p:sp>
          <p:nvSpPr>
            <p:cNvPr id="4977" name="Google Shape;4977;p175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175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9" name="Google Shape;4979;p175"/>
          <p:cNvGrpSpPr/>
          <p:nvPr/>
        </p:nvGrpSpPr>
        <p:grpSpPr>
          <a:xfrm>
            <a:off x="957414" y="3108975"/>
            <a:ext cx="7195059" cy="176025"/>
            <a:chOff x="4345425" y="2175475"/>
            <a:chExt cx="800750" cy="176025"/>
          </a:xfrm>
        </p:grpSpPr>
        <p:sp>
          <p:nvSpPr>
            <p:cNvPr id="4980" name="Google Shape;4980;p175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175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82" name="Google Shape;4982;p175"/>
          <p:cNvGrpSpPr/>
          <p:nvPr/>
        </p:nvGrpSpPr>
        <p:grpSpPr>
          <a:xfrm rot="372491" flipH="1">
            <a:off x="1097518" y="3478413"/>
            <a:ext cx="595061" cy="675849"/>
            <a:chOff x="5464100" y="4208075"/>
            <a:chExt cx="494625" cy="579650"/>
          </a:xfrm>
        </p:grpSpPr>
        <p:sp>
          <p:nvSpPr>
            <p:cNvPr id="4983" name="Google Shape;4983;p175"/>
            <p:cNvSpPr/>
            <p:nvPr/>
          </p:nvSpPr>
          <p:spPr>
            <a:xfrm>
              <a:off x="5594650" y="4504850"/>
              <a:ext cx="341250" cy="255800"/>
            </a:xfrm>
            <a:custGeom>
              <a:avLst/>
              <a:gdLst/>
              <a:ahLst/>
              <a:cxnLst/>
              <a:rect l="l" t="t" r="r" b="b"/>
              <a:pathLst>
                <a:path w="13650" h="10232" extrusionOk="0">
                  <a:moveTo>
                    <a:pt x="11619" y="0"/>
                  </a:moveTo>
                  <a:cubicBezTo>
                    <a:pt x="11538" y="0"/>
                    <a:pt x="11454" y="19"/>
                    <a:pt x="11367" y="60"/>
                  </a:cubicBezTo>
                  <a:cubicBezTo>
                    <a:pt x="10774" y="356"/>
                    <a:pt x="10157" y="653"/>
                    <a:pt x="9587" y="973"/>
                  </a:cubicBezTo>
                  <a:cubicBezTo>
                    <a:pt x="8423" y="1657"/>
                    <a:pt x="7327" y="2388"/>
                    <a:pt x="6254" y="3209"/>
                  </a:cubicBezTo>
                  <a:cubicBezTo>
                    <a:pt x="4177" y="4784"/>
                    <a:pt x="2100" y="6359"/>
                    <a:pt x="0" y="7934"/>
                  </a:cubicBezTo>
                  <a:cubicBezTo>
                    <a:pt x="584" y="8864"/>
                    <a:pt x="1080" y="10231"/>
                    <a:pt x="2001" y="10231"/>
                  </a:cubicBezTo>
                  <a:cubicBezTo>
                    <a:pt x="2232" y="10231"/>
                    <a:pt x="2491" y="10145"/>
                    <a:pt x="2785" y="9943"/>
                  </a:cubicBezTo>
                  <a:cubicBezTo>
                    <a:pt x="3972" y="9121"/>
                    <a:pt x="5159" y="8300"/>
                    <a:pt x="6323" y="7478"/>
                  </a:cubicBezTo>
                  <a:cubicBezTo>
                    <a:pt x="7281" y="6816"/>
                    <a:pt x="13650" y="2867"/>
                    <a:pt x="13011" y="1726"/>
                  </a:cubicBezTo>
                  <a:cubicBezTo>
                    <a:pt x="12806" y="1338"/>
                    <a:pt x="12310" y="0"/>
                    <a:pt x="11619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175"/>
            <p:cNvSpPr/>
            <p:nvPr/>
          </p:nvSpPr>
          <p:spPr>
            <a:xfrm>
              <a:off x="5518750" y="4363750"/>
              <a:ext cx="340700" cy="255675"/>
            </a:xfrm>
            <a:custGeom>
              <a:avLst/>
              <a:gdLst/>
              <a:ahLst/>
              <a:cxnLst/>
              <a:rect l="l" t="t" r="r" b="b"/>
              <a:pathLst>
                <a:path w="13628" h="10227" extrusionOk="0">
                  <a:moveTo>
                    <a:pt x="11606" y="0"/>
                  </a:moveTo>
                  <a:cubicBezTo>
                    <a:pt x="11522" y="0"/>
                    <a:pt x="11435" y="21"/>
                    <a:pt x="11345" y="66"/>
                  </a:cubicBezTo>
                  <a:cubicBezTo>
                    <a:pt x="10751" y="362"/>
                    <a:pt x="10158" y="659"/>
                    <a:pt x="9587" y="979"/>
                  </a:cubicBezTo>
                  <a:cubicBezTo>
                    <a:pt x="8423" y="1664"/>
                    <a:pt x="7304" y="2394"/>
                    <a:pt x="6232" y="3216"/>
                  </a:cubicBezTo>
                  <a:cubicBezTo>
                    <a:pt x="4155" y="4791"/>
                    <a:pt x="2077" y="6343"/>
                    <a:pt x="0" y="7940"/>
                  </a:cubicBezTo>
                  <a:cubicBezTo>
                    <a:pt x="563" y="8867"/>
                    <a:pt x="1054" y="10226"/>
                    <a:pt x="1967" y="10226"/>
                  </a:cubicBezTo>
                  <a:cubicBezTo>
                    <a:pt x="2201" y="10226"/>
                    <a:pt x="2464" y="10136"/>
                    <a:pt x="2762" y="9926"/>
                  </a:cubicBezTo>
                  <a:cubicBezTo>
                    <a:pt x="3949" y="9127"/>
                    <a:pt x="5136" y="8306"/>
                    <a:pt x="6323" y="7484"/>
                  </a:cubicBezTo>
                  <a:cubicBezTo>
                    <a:pt x="7282" y="6822"/>
                    <a:pt x="13627" y="2873"/>
                    <a:pt x="13011" y="1732"/>
                  </a:cubicBezTo>
                  <a:cubicBezTo>
                    <a:pt x="12787" y="1346"/>
                    <a:pt x="12292" y="0"/>
                    <a:pt x="11606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175"/>
            <p:cNvSpPr/>
            <p:nvPr/>
          </p:nvSpPr>
          <p:spPr>
            <a:xfrm>
              <a:off x="5475950" y="4235275"/>
              <a:ext cx="281925" cy="269375"/>
            </a:xfrm>
            <a:custGeom>
              <a:avLst/>
              <a:gdLst/>
              <a:ahLst/>
              <a:cxnLst/>
              <a:rect l="l" t="t" r="r" b="b"/>
              <a:pathLst>
                <a:path w="11277" h="10775" extrusionOk="0">
                  <a:moveTo>
                    <a:pt x="1210" y="1"/>
                  </a:moveTo>
                  <a:cubicBezTo>
                    <a:pt x="1233" y="23"/>
                    <a:pt x="1233" y="46"/>
                    <a:pt x="1233" y="92"/>
                  </a:cubicBezTo>
                  <a:cubicBezTo>
                    <a:pt x="1005" y="3653"/>
                    <a:pt x="503" y="7213"/>
                    <a:pt x="0" y="10774"/>
                  </a:cubicBezTo>
                  <a:cubicBezTo>
                    <a:pt x="3607" y="7989"/>
                    <a:pt x="7396" y="5456"/>
                    <a:pt x="11276" y="3082"/>
                  </a:cubicBezTo>
                  <a:cubicBezTo>
                    <a:pt x="7967" y="1918"/>
                    <a:pt x="4634" y="868"/>
                    <a:pt x="1210" y="1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175"/>
            <p:cNvSpPr/>
            <p:nvPr/>
          </p:nvSpPr>
          <p:spPr>
            <a:xfrm>
              <a:off x="5717000" y="4421125"/>
              <a:ext cx="42000" cy="94525"/>
            </a:xfrm>
            <a:custGeom>
              <a:avLst/>
              <a:gdLst/>
              <a:ahLst/>
              <a:cxnLst/>
              <a:rect l="l" t="t" r="r" b="b"/>
              <a:pathLst>
                <a:path w="1680" h="3781" extrusionOk="0">
                  <a:moveTo>
                    <a:pt x="1497" y="0"/>
                  </a:moveTo>
                  <a:cubicBezTo>
                    <a:pt x="1449" y="0"/>
                    <a:pt x="1398" y="23"/>
                    <a:pt x="1360" y="76"/>
                  </a:cubicBezTo>
                  <a:cubicBezTo>
                    <a:pt x="676" y="1103"/>
                    <a:pt x="265" y="2404"/>
                    <a:pt x="14" y="3614"/>
                  </a:cubicBezTo>
                  <a:cubicBezTo>
                    <a:pt x="0" y="3720"/>
                    <a:pt x="80" y="3780"/>
                    <a:pt x="162" y="3780"/>
                  </a:cubicBezTo>
                  <a:cubicBezTo>
                    <a:pt x="221" y="3780"/>
                    <a:pt x="282" y="3749"/>
                    <a:pt x="310" y="3683"/>
                  </a:cubicBezTo>
                  <a:cubicBezTo>
                    <a:pt x="698" y="2496"/>
                    <a:pt x="1201" y="1377"/>
                    <a:pt x="1634" y="213"/>
                  </a:cubicBezTo>
                  <a:cubicBezTo>
                    <a:pt x="1680" y="91"/>
                    <a:pt x="1594" y="0"/>
                    <a:pt x="1497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175"/>
            <p:cNvSpPr/>
            <p:nvPr/>
          </p:nvSpPr>
          <p:spPr>
            <a:xfrm>
              <a:off x="5750000" y="4392700"/>
              <a:ext cx="46925" cy="98950"/>
            </a:xfrm>
            <a:custGeom>
              <a:avLst/>
              <a:gdLst/>
              <a:ahLst/>
              <a:cxnLst/>
              <a:rect l="l" t="t" r="r" b="b"/>
              <a:pathLst>
                <a:path w="1877" h="3958" extrusionOk="0">
                  <a:moveTo>
                    <a:pt x="1669" y="1"/>
                  </a:moveTo>
                  <a:cubicBezTo>
                    <a:pt x="1627" y="1"/>
                    <a:pt x="1584" y="22"/>
                    <a:pt x="1547" y="72"/>
                  </a:cubicBezTo>
                  <a:cubicBezTo>
                    <a:pt x="771" y="1122"/>
                    <a:pt x="360" y="2446"/>
                    <a:pt x="40" y="3701"/>
                  </a:cubicBezTo>
                  <a:cubicBezTo>
                    <a:pt x="0" y="3860"/>
                    <a:pt x="130" y="3958"/>
                    <a:pt x="259" y="3958"/>
                  </a:cubicBezTo>
                  <a:cubicBezTo>
                    <a:pt x="353" y="3958"/>
                    <a:pt x="445" y="3907"/>
                    <a:pt x="474" y="3792"/>
                  </a:cubicBezTo>
                  <a:cubicBezTo>
                    <a:pt x="816" y="2560"/>
                    <a:pt x="1410" y="1464"/>
                    <a:pt x="1843" y="277"/>
                  </a:cubicBezTo>
                  <a:cubicBezTo>
                    <a:pt x="1877" y="145"/>
                    <a:pt x="1778" y="1"/>
                    <a:pt x="1669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175"/>
            <p:cNvSpPr/>
            <p:nvPr/>
          </p:nvSpPr>
          <p:spPr>
            <a:xfrm>
              <a:off x="5795175" y="4403700"/>
              <a:ext cx="30450" cy="52625"/>
            </a:xfrm>
            <a:custGeom>
              <a:avLst/>
              <a:gdLst/>
              <a:ahLst/>
              <a:cxnLst/>
              <a:rect l="l" t="t" r="r" b="b"/>
              <a:pathLst>
                <a:path w="1218" h="2105" extrusionOk="0">
                  <a:moveTo>
                    <a:pt x="977" y="1"/>
                  </a:moveTo>
                  <a:cubicBezTo>
                    <a:pt x="935" y="1"/>
                    <a:pt x="893" y="14"/>
                    <a:pt x="858" y="43"/>
                  </a:cubicBezTo>
                  <a:cubicBezTo>
                    <a:pt x="356" y="522"/>
                    <a:pt x="105" y="1138"/>
                    <a:pt x="14" y="1800"/>
                  </a:cubicBezTo>
                  <a:cubicBezTo>
                    <a:pt x="0" y="1988"/>
                    <a:pt x="160" y="2104"/>
                    <a:pt x="303" y="2104"/>
                  </a:cubicBezTo>
                  <a:cubicBezTo>
                    <a:pt x="404" y="2104"/>
                    <a:pt x="497" y="2046"/>
                    <a:pt x="516" y="1914"/>
                  </a:cubicBezTo>
                  <a:cubicBezTo>
                    <a:pt x="607" y="1321"/>
                    <a:pt x="835" y="773"/>
                    <a:pt x="1132" y="248"/>
                  </a:cubicBezTo>
                  <a:cubicBezTo>
                    <a:pt x="1217" y="112"/>
                    <a:pt x="1099" y="1"/>
                    <a:pt x="97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175"/>
            <p:cNvSpPr/>
            <p:nvPr/>
          </p:nvSpPr>
          <p:spPr>
            <a:xfrm>
              <a:off x="5783525" y="4580275"/>
              <a:ext cx="38225" cy="81675"/>
            </a:xfrm>
            <a:custGeom>
              <a:avLst/>
              <a:gdLst/>
              <a:ahLst/>
              <a:cxnLst/>
              <a:rect l="l" t="t" r="r" b="b"/>
              <a:pathLst>
                <a:path w="1529" h="3267" extrusionOk="0">
                  <a:moveTo>
                    <a:pt x="1258" y="1"/>
                  </a:moveTo>
                  <a:cubicBezTo>
                    <a:pt x="1191" y="1"/>
                    <a:pt x="1127" y="31"/>
                    <a:pt x="1096" y="101"/>
                  </a:cubicBezTo>
                  <a:cubicBezTo>
                    <a:pt x="845" y="649"/>
                    <a:pt x="617" y="1197"/>
                    <a:pt x="411" y="1745"/>
                  </a:cubicBezTo>
                  <a:cubicBezTo>
                    <a:pt x="251" y="2201"/>
                    <a:pt x="0" y="2680"/>
                    <a:pt x="23" y="3160"/>
                  </a:cubicBezTo>
                  <a:cubicBezTo>
                    <a:pt x="23" y="3231"/>
                    <a:pt x="77" y="3267"/>
                    <a:pt x="133" y="3267"/>
                  </a:cubicBezTo>
                  <a:cubicBezTo>
                    <a:pt x="168" y="3267"/>
                    <a:pt x="203" y="3254"/>
                    <a:pt x="229" y="3228"/>
                  </a:cubicBezTo>
                  <a:cubicBezTo>
                    <a:pt x="594" y="2863"/>
                    <a:pt x="754" y="2270"/>
                    <a:pt x="936" y="1790"/>
                  </a:cubicBezTo>
                  <a:cubicBezTo>
                    <a:pt x="1142" y="1288"/>
                    <a:pt x="1324" y="763"/>
                    <a:pt x="1484" y="261"/>
                  </a:cubicBezTo>
                  <a:cubicBezTo>
                    <a:pt x="1529" y="111"/>
                    <a:pt x="1387" y="1"/>
                    <a:pt x="125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175"/>
            <p:cNvSpPr/>
            <p:nvPr/>
          </p:nvSpPr>
          <p:spPr>
            <a:xfrm>
              <a:off x="5824600" y="4544075"/>
              <a:ext cx="49675" cy="96575"/>
            </a:xfrm>
            <a:custGeom>
              <a:avLst/>
              <a:gdLst/>
              <a:ahLst/>
              <a:cxnLst/>
              <a:rect l="l" t="t" r="r" b="b"/>
              <a:pathLst>
                <a:path w="1987" h="3863" extrusionOk="0">
                  <a:moveTo>
                    <a:pt x="1601" y="1"/>
                  </a:moveTo>
                  <a:cubicBezTo>
                    <a:pt x="1166" y="1"/>
                    <a:pt x="939" y="623"/>
                    <a:pt x="800" y="1001"/>
                  </a:cubicBezTo>
                  <a:cubicBezTo>
                    <a:pt x="457" y="1846"/>
                    <a:pt x="115" y="2759"/>
                    <a:pt x="1" y="3672"/>
                  </a:cubicBezTo>
                  <a:cubicBezTo>
                    <a:pt x="1" y="3777"/>
                    <a:pt x="100" y="3863"/>
                    <a:pt x="188" y="3863"/>
                  </a:cubicBezTo>
                  <a:cubicBezTo>
                    <a:pt x="233" y="3863"/>
                    <a:pt x="274" y="3840"/>
                    <a:pt x="297" y="3786"/>
                  </a:cubicBezTo>
                  <a:cubicBezTo>
                    <a:pt x="526" y="3215"/>
                    <a:pt x="708" y="2645"/>
                    <a:pt x="914" y="2074"/>
                  </a:cubicBezTo>
                  <a:cubicBezTo>
                    <a:pt x="1028" y="1823"/>
                    <a:pt x="1439" y="385"/>
                    <a:pt x="1735" y="362"/>
                  </a:cubicBezTo>
                  <a:cubicBezTo>
                    <a:pt x="1918" y="362"/>
                    <a:pt x="1987" y="111"/>
                    <a:pt x="1804" y="43"/>
                  </a:cubicBezTo>
                  <a:cubicBezTo>
                    <a:pt x="1731" y="14"/>
                    <a:pt x="1664" y="1"/>
                    <a:pt x="1601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175"/>
            <p:cNvSpPr/>
            <p:nvPr/>
          </p:nvSpPr>
          <p:spPr>
            <a:xfrm>
              <a:off x="5876375" y="4540750"/>
              <a:ext cx="23725" cy="54675"/>
            </a:xfrm>
            <a:custGeom>
              <a:avLst/>
              <a:gdLst/>
              <a:ahLst/>
              <a:cxnLst/>
              <a:rect l="l" t="t" r="r" b="b"/>
              <a:pathLst>
                <a:path w="949" h="2187" extrusionOk="0">
                  <a:moveTo>
                    <a:pt x="772" y="1"/>
                  </a:moveTo>
                  <a:cubicBezTo>
                    <a:pt x="721" y="1"/>
                    <a:pt x="671" y="26"/>
                    <a:pt x="646" y="84"/>
                  </a:cubicBezTo>
                  <a:cubicBezTo>
                    <a:pt x="372" y="701"/>
                    <a:pt x="167" y="1317"/>
                    <a:pt x="30" y="2002"/>
                  </a:cubicBezTo>
                  <a:cubicBezTo>
                    <a:pt x="1" y="2103"/>
                    <a:pt x="101" y="2187"/>
                    <a:pt x="195" y="2187"/>
                  </a:cubicBezTo>
                  <a:cubicBezTo>
                    <a:pt x="249" y="2187"/>
                    <a:pt x="302" y="2159"/>
                    <a:pt x="326" y="2093"/>
                  </a:cubicBezTo>
                  <a:cubicBezTo>
                    <a:pt x="577" y="1477"/>
                    <a:pt x="783" y="838"/>
                    <a:pt x="920" y="176"/>
                  </a:cubicBezTo>
                  <a:cubicBezTo>
                    <a:pt x="949" y="75"/>
                    <a:pt x="859" y="1"/>
                    <a:pt x="772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175"/>
            <p:cNvSpPr/>
            <p:nvPr/>
          </p:nvSpPr>
          <p:spPr>
            <a:xfrm>
              <a:off x="5464100" y="4208075"/>
              <a:ext cx="334850" cy="317675"/>
            </a:xfrm>
            <a:custGeom>
              <a:avLst/>
              <a:gdLst/>
              <a:ahLst/>
              <a:cxnLst/>
              <a:rect l="l" t="t" r="r" b="b"/>
              <a:pathLst>
                <a:path w="13394" h="12707" extrusionOk="0">
                  <a:moveTo>
                    <a:pt x="2027" y="792"/>
                  </a:moveTo>
                  <a:cubicBezTo>
                    <a:pt x="5450" y="1682"/>
                    <a:pt x="8783" y="2732"/>
                    <a:pt x="12115" y="3896"/>
                  </a:cubicBezTo>
                  <a:cubicBezTo>
                    <a:pt x="8212" y="6270"/>
                    <a:pt x="4423" y="8804"/>
                    <a:pt x="817" y="11588"/>
                  </a:cubicBezTo>
                  <a:cubicBezTo>
                    <a:pt x="1319" y="8027"/>
                    <a:pt x="1821" y="4467"/>
                    <a:pt x="2049" y="906"/>
                  </a:cubicBezTo>
                  <a:cubicBezTo>
                    <a:pt x="2049" y="860"/>
                    <a:pt x="2049" y="838"/>
                    <a:pt x="2027" y="792"/>
                  </a:cubicBezTo>
                  <a:close/>
                  <a:moveTo>
                    <a:pt x="1919" y="0"/>
                  </a:moveTo>
                  <a:cubicBezTo>
                    <a:pt x="1586" y="0"/>
                    <a:pt x="1459" y="471"/>
                    <a:pt x="1707" y="678"/>
                  </a:cubicBezTo>
                  <a:cubicBezTo>
                    <a:pt x="1616" y="701"/>
                    <a:pt x="1547" y="769"/>
                    <a:pt x="1547" y="860"/>
                  </a:cubicBezTo>
                  <a:cubicBezTo>
                    <a:pt x="954" y="4649"/>
                    <a:pt x="566" y="8484"/>
                    <a:pt x="18" y="12273"/>
                  </a:cubicBezTo>
                  <a:cubicBezTo>
                    <a:pt x="0" y="12483"/>
                    <a:pt x="158" y="12707"/>
                    <a:pt x="355" y="12707"/>
                  </a:cubicBezTo>
                  <a:cubicBezTo>
                    <a:pt x="415" y="12707"/>
                    <a:pt x="479" y="12686"/>
                    <a:pt x="543" y="12638"/>
                  </a:cubicBezTo>
                  <a:cubicBezTo>
                    <a:pt x="4560" y="9534"/>
                    <a:pt x="8760" y="6658"/>
                    <a:pt x="13165" y="4124"/>
                  </a:cubicBezTo>
                  <a:cubicBezTo>
                    <a:pt x="13371" y="3987"/>
                    <a:pt x="13394" y="3577"/>
                    <a:pt x="13120" y="3485"/>
                  </a:cubicBezTo>
                  <a:cubicBezTo>
                    <a:pt x="9490" y="2139"/>
                    <a:pt x="5770" y="997"/>
                    <a:pt x="2027" y="16"/>
                  </a:cubicBezTo>
                  <a:cubicBezTo>
                    <a:pt x="1989" y="5"/>
                    <a:pt x="1953" y="0"/>
                    <a:pt x="1919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175"/>
            <p:cNvSpPr/>
            <p:nvPr/>
          </p:nvSpPr>
          <p:spPr>
            <a:xfrm>
              <a:off x="5495775" y="4342975"/>
              <a:ext cx="376800" cy="309500"/>
            </a:xfrm>
            <a:custGeom>
              <a:avLst/>
              <a:gdLst/>
              <a:ahLst/>
              <a:cxnLst/>
              <a:rect l="l" t="t" r="r" b="b"/>
              <a:pathLst>
                <a:path w="15072" h="12380" extrusionOk="0">
                  <a:moveTo>
                    <a:pt x="12525" y="1060"/>
                  </a:moveTo>
                  <a:cubicBezTo>
                    <a:pt x="13211" y="1060"/>
                    <a:pt x="13706" y="2403"/>
                    <a:pt x="13930" y="2768"/>
                  </a:cubicBezTo>
                  <a:cubicBezTo>
                    <a:pt x="14546" y="3933"/>
                    <a:pt x="8201" y="7858"/>
                    <a:pt x="7242" y="8520"/>
                  </a:cubicBezTo>
                  <a:cubicBezTo>
                    <a:pt x="6055" y="9342"/>
                    <a:pt x="4868" y="10164"/>
                    <a:pt x="3681" y="10986"/>
                  </a:cubicBezTo>
                  <a:cubicBezTo>
                    <a:pt x="3388" y="11187"/>
                    <a:pt x="3129" y="11274"/>
                    <a:pt x="2897" y="11274"/>
                  </a:cubicBezTo>
                  <a:cubicBezTo>
                    <a:pt x="1977" y="11274"/>
                    <a:pt x="1485" y="9907"/>
                    <a:pt x="919" y="8977"/>
                  </a:cubicBezTo>
                  <a:cubicBezTo>
                    <a:pt x="2996" y="7402"/>
                    <a:pt x="5074" y="5827"/>
                    <a:pt x="7151" y="4252"/>
                  </a:cubicBezTo>
                  <a:cubicBezTo>
                    <a:pt x="8223" y="3453"/>
                    <a:pt x="9342" y="2700"/>
                    <a:pt x="10483" y="2038"/>
                  </a:cubicBezTo>
                  <a:cubicBezTo>
                    <a:pt x="11077" y="1696"/>
                    <a:pt x="11670" y="1399"/>
                    <a:pt x="12264" y="1125"/>
                  </a:cubicBezTo>
                  <a:cubicBezTo>
                    <a:pt x="12354" y="1080"/>
                    <a:pt x="12441" y="1060"/>
                    <a:pt x="12525" y="1060"/>
                  </a:cubicBezTo>
                  <a:close/>
                  <a:moveTo>
                    <a:pt x="12828" y="1"/>
                  </a:moveTo>
                  <a:cubicBezTo>
                    <a:pt x="11774" y="1"/>
                    <a:pt x="10261" y="1278"/>
                    <a:pt x="9525" y="1741"/>
                  </a:cubicBezTo>
                  <a:cubicBezTo>
                    <a:pt x="6215" y="3818"/>
                    <a:pt x="3248" y="6512"/>
                    <a:pt x="189" y="8908"/>
                  </a:cubicBezTo>
                  <a:cubicBezTo>
                    <a:pt x="1" y="9059"/>
                    <a:pt x="139" y="9365"/>
                    <a:pt x="334" y="9365"/>
                  </a:cubicBezTo>
                  <a:cubicBezTo>
                    <a:pt x="375" y="9365"/>
                    <a:pt x="419" y="9351"/>
                    <a:pt x="463" y="9319"/>
                  </a:cubicBezTo>
                  <a:cubicBezTo>
                    <a:pt x="486" y="9296"/>
                    <a:pt x="509" y="9274"/>
                    <a:pt x="531" y="9251"/>
                  </a:cubicBezTo>
                  <a:cubicBezTo>
                    <a:pt x="1125" y="10278"/>
                    <a:pt x="1741" y="11282"/>
                    <a:pt x="2426" y="12241"/>
                  </a:cubicBezTo>
                  <a:cubicBezTo>
                    <a:pt x="2485" y="12329"/>
                    <a:pt x="2582" y="12380"/>
                    <a:pt x="2680" y="12380"/>
                  </a:cubicBezTo>
                  <a:cubicBezTo>
                    <a:pt x="2734" y="12380"/>
                    <a:pt x="2788" y="12365"/>
                    <a:pt x="2837" y="12332"/>
                  </a:cubicBezTo>
                  <a:cubicBezTo>
                    <a:pt x="6991" y="9662"/>
                    <a:pt x="11396" y="6968"/>
                    <a:pt x="14934" y="3453"/>
                  </a:cubicBezTo>
                  <a:cubicBezTo>
                    <a:pt x="15071" y="3316"/>
                    <a:pt x="15048" y="3111"/>
                    <a:pt x="14957" y="2951"/>
                  </a:cubicBezTo>
                  <a:cubicBezTo>
                    <a:pt x="14592" y="2266"/>
                    <a:pt x="13930" y="212"/>
                    <a:pt x="13085" y="29"/>
                  </a:cubicBezTo>
                  <a:cubicBezTo>
                    <a:pt x="13003" y="10"/>
                    <a:pt x="12917" y="1"/>
                    <a:pt x="1282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175"/>
            <p:cNvSpPr/>
            <p:nvPr/>
          </p:nvSpPr>
          <p:spPr>
            <a:xfrm>
              <a:off x="5582050" y="4477650"/>
              <a:ext cx="376675" cy="310075"/>
            </a:xfrm>
            <a:custGeom>
              <a:avLst/>
              <a:gdLst/>
              <a:ahLst/>
              <a:cxnLst/>
              <a:rect l="l" t="t" r="r" b="b"/>
              <a:pathLst>
                <a:path w="15067" h="12403" extrusionOk="0">
                  <a:moveTo>
                    <a:pt x="12512" y="1065"/>
                  </a:moveTo>
                  <a:cubicBezTo>
                    <a:pt x="13207" y="1065"/>
                    <a:pt x="13721" y="2403"/>
                    <a:pt x="13925" y="2791"/>
                  </a:cubicBezTo>
                  <a:cubicBezTo>
                    <a:pt x="14542" y="3932"/>
                    <a:pt x="8196" y="7881"/>
                    <a:pt x="7238" y="8543"/>
                  </a:cubicBezTo>
                  <a:cubicBezTo>
                    <a:pt x="6051" y="9365"/>
                    <a:pt x="4864" y="10186"/>
                    <a:pt x="3677" y="11008"/>
                  </a:cubicBezTo>
                  <a:cubicBezTo>
                    <a:pt x="3383" y="11210"/>
                    <a:pt x="3124" y="11297"/>
                    <a:pt x="2893" y="11297"/>
                  </a:cubicBezTo>
                  <a:cubicBezTo>
                    <a:pt x="1973" y="11297"/>
                    <a:pt x="1480" y="9930"/>
                    <a:pt x="915" y="8999"/>
                  </a:cubicBezTo>
                  <a:cubicBezTo>
                    <a:pt x="2992" y="7425"/>
                    <a:pt x="5069" y="5850"/>
                    <a:pt x="7169" y="4275"/>
                  </a:cubicBezTo>
                  <a:cubicBezTo>
                    <a:pt x="8219" y="3453"/>
                    <a:pt x="9338" y="2723"/>
                    <a:pt x="10502" y="2038"/>
                  </a:cubicBezTo>
                  <a:cubicBezTo>
                    <a:pt x="11072" y="1718"/>
                    <a:pt x="11666" y="1422"/>
                    <a:pt x="12259" y="1125"/>
                  </a:cubicBezTo>
                  <a:cubicBezTo>
                    <a:pt x="12346" y="1084"/>
                    <a:pt x="12430" y="1065"/>
                    <a:pt x="12512" y="1065"/>
                  </a:cubicBezTo>
                  <a:close/>
                  <a:moveTo>
                    <a:pt x="12827" y="1"/>
                  </a:moveTo>
                  <a:cubicBezTo>
                    <a:pt x="11773" y="1"/>
                    <a:pt x="10258" y="1300"/>
                    <a:pt x="9520" y="1764"/>
                  </a:cubicBezTo>
                  <a:cubicBezTo>
                    <a:pt x="6233" y="3841"/>
                    <a:pt x="3266" y="6512"/>
                    <a:pt x="207" y="8931"/>
                  </a:cubicBezTo>
                  <a:cubicBezTo>
                    <a:pt x="0" y="9082"/>
                    <a:pt x="135" y="9388"/>
                    <a:pt x="329" y="9388"/>
                  </a:cubicBezTo>
                  <a:cubicBezTo>
                    <a:pt x="371" y="9388"/>
                    <a:pt x="415" y="9374"/>
                    <a:pt x="459" y="9342"/>
                  </a:cubicBezTo>
                  <a:cubicBezTo>
                    <a:pt x="481" y="9319"/>
                    <a:pt x="504" y="9296"/>
                    <a:pt x="550" y="9273"/>
                  </a:cubicBezTo>
                  <a:cubicBezTo>
                    <a:pt x="1120" y="10301"/>
                    <a:pt x="1737" y="11282"/>
                    <a:pt x="2421" y="12263"/>
                  </a:cubicBezTo>
                  <a:cubicBezTo>
                    <a:pt x="2480" y="12352"/>
                    <a:pt x="2577" y="12402"/>
                    <a:pt x="2676" y="12402"/>
                  </a:cubicBezTo>
                  <a:cubicBezTo>
                    <a:pt x="2730" y="12402"/>
                    <a:pt x="2784" y="12387"/>
                    <a:pt x="2832" y="12355"/>
                  </a:cubicBezTo>
                  <a:cubicBezTo>
                    <a:pt x="7009" y="9661"/>
                    <a:pt x="11392" y="6968"/>
                    <a:pt x="14930" y="3476"/>
                  </a:cubicBezTo>
                  <a:cubicBezTo>
                    <a:pt x="15067" y="3339"/>
                    <a:pt x="15067" y="3111"/>
                    <a:pt x="14975" y="2951"/>
                  </a:cubicBezTo>
                  <a:cubicBezTo>
                    <a:pt x="14587" y="2289"/>
                    <a:pt x="13925" y="235"/>
                    <a:pt x="13081" y="29"/>
                  </a:cubicBezTo>
                  <a:cubicBezTo>
                    <a:pt x="13000" y="10"/>
                    <a:pt x="12915" y="1"/>
                    <a:pt x="1282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5" name="Google Shape;4995;p175"/>
          <p:cNvGrpSpPr/>
          <p:nvPr/>
        </p:nvGrpSpPr>
        <p:grpSpPr>
          <a:xfrm rot="9456294">
            <a:off x="6849678" y="3273665"/>
            <a:ext cx="2306042" cy="512923"/>
            <a:chOff x="7051300" y="3461525"/>
            <a:chExt cx="2305989" cy="512912"/>
          </a:xfrm>
        </p:grpSpPr>
        <p:sp>
          <p:nvSpPr>
            <p:cNvPr id="4996" name="Google Shape;4996;p175"/>
            <p:cNvSpPr/>
            <p:nvPr/>
          </p:nvSpPr>
          <p:spPr>
            <a:xfrm>
              <a:off x="7075817" y="3564700"/>
              <a:ext cx="2271819" cy="396457"/>
            </a:xfrm>
            <a:custGeom>
              <a:avLst/>
              <a:gdLst/>
              <a:ahLst/>
              <a:cxnLst/>
              <a:rect l="l" t="t" r="r" b="b"/>
              <a:pathLst>
                <a:path w="46702" h="8150" extrusionOk="0">
                  <a:moveTo>
                    <a:pt x="46666" y="1"/>
                  </a:moveTo>
                  <a:lnTo>
                    <a:pt x="41068" y="704"/>
                  </a:lnTo>
                  <a:lnTo>
                    <a:pt x="39932" y="848"/>
                  </a:lnTo>
                  <a:lnTo>
                    <a:pt x="40221" y="3156"/>
                  </a:lnTo>
                  <a:lnTo>
                    <a:pt x="41357" y="3011"/>
                  </a:lnTo>
                  <a:lnTo>
                    <a:pt x="41303" y="2606"/>
                  </a:lnTo>
                  <a:lnTo>
                    <a:pt x="46702" y="271"/>
                  </a:lnTo>
                  <a:lnTo>
                    <a:pt x="46666" y="1"/>
                  </a:lnTo>
                  <a:close/>
                  <a:moveTo>
                    <a:pt x="1560" y="5644"/>
                  </a:moveTo>
                  <a:lnTo>
                    <a:pt x="1" y="5842"/>
                  </a:lnTo>
                  <a:lnTo>
                    <a:pt x="298" y="8149"/>
                  </a:lnTo>
                  <a:lnTo>
                    <a:pt x="1858" y="7960"/>
                  </a:lnTo>
                  <a:lnTo>
                    <a:pt x="1560" y="5644"/>
                  </a:lnTo>
                  <a:close/>
                </a:path>
              </a:pathLst>
            </a:custGeom>
            <a:solidFill>
              <a:srgbClr val="EE8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175"/>
            <p:cNvSpPr/>
            <p:nvPr/>
          </p:nvSpPr>
          <p:spPr>
            <a:xfrm>
              <a:off x="7056554" y="3473929"/>
              <a:ext cx="2293709" cy="379334"/>
            </a:xfrm>
            <a:custGeom>
              <a:avLst/>
              <a:gdLst/>
              <a:ahLst/>
              <a:cxnLst/>
              <a:rect l="l" t="t" r="r" b="b"/>
              <a:pathLst>
                <a:path w="47152" h="7798" extrusionOk="0">
                  <a:moveTo>
                    <a:pt x="43312" y="1515"/>
                  </a:moveTo>
                  <a:cubicBezTo>
                    <a:pt x="43664" y="1533"/>
                    <a:pt x="43682" y="1687"/>
                    <a:pt x="43691" y="1741"/>
                  </a:cubicBezTo>
                  <a:cubicBezTo>
                    <a:pt x="43700" y="1858"/>
                    <a:pt x="43682" y="1993"/>
                    <a:pt x="43393" y="2029"/>
                  </a:cubicBezTo>
                  <a:cubicBezTo>
                    <a:pt x="43361" y="2033"/>
                    <a:pt x="43331" y="2035"/>
                    <a:pt x="43305" y="2035"/>
                  </a:cubicBezTo>
                  <a:cubicBezTo>
                    <a:pt x="43091" y="2035"/>
                    <a:pt x="43041" y="1916"/>
                    <a:pt x="43033" y="1804"/>
                  </a:cubicBezTo>
                  <a:cubicBezTo>
                    <a:pt x="43006" y="1623"/>
                    <a:pt x="43069" y="1542"/>
                    <a:pt x="43231" y="1515"/>
                  </a:cubicBezTo>
                  <a:close/>
                  <a:moveTo>
                    <a:pt x="42113" y="1308"/>
                  </a:moveTo>
                  <a:cubicBezTo>
                    <a:pt x="42366" y="1335"/>
                    <a:pt x="42501" y="1479"/>
                    <a:pt x="42537" y="1750"/>
                  </a:cubicBezTo>
                  <a:cubicBezTo>
                    <a:pt x="42546" y="1858"/>
                    <a:pt x="42528" y="1966"/>
                    <a:pt x="42474" y="2065"/>
                  </a:cubicBezTo>
                  <a:cubicBezTo>
                    <a:pt x="42420" y="2164"/>
                    <a:pt x="42348" y="2218"/>
                    <a:pt x="42239" y="2236"/>
                  </a:cubicBezTo>
                  <a:cubicBezTo>
                    <a:pt x="42209" y="2239"/>
                    <a:pt x="42181" y="2241"/>
                    <a:pt x="42154" y="2241"/>
                  </a:cubicBezTo>
                  <a:cubicBezTo>
                    <a:pt x="42019" y="2241"/>
                    <a:pt x="41924" y="2203"/>
                    <a:pt x="41879" y="2128"/>
                  </a:cubicBezTo>
                  <a:cubicBezTo>
                    <a:pt x="41861" y="2092"/>
                    <a:pt x="41843" y="2029"/>
                    <a:pt x="41825" y="1858"/>
                  </a:cubicBezTo>
                  <a:cubicBezTo>
                    <a:pt x="41762" y="1353"/>
                    <a:pt x="41969" y="1326"/>
                    <a:pt x="42041" y="1317"/>
                  </a:cubicBezTo>
                  <a:cubicBezTo>
                    <a:pt x="42059" y="1308"/>
                    <a:pt x="42086" y="1308"/>
                    <a:pt x="42113" y="1308"/>
                  </a:cubicBezTo>
                  <a:close/>
                  <a:moveTo>
                    <a:pt x="41221" y="1"/>
                  </a:moveTo>
                  <a:lnTo>
                    <a:pt x="39932" y="163"/>
                  </a:lnTo>
                  <a:lnTo>
                    <a:pt x="40256" y="2795"/>
                  </a:lnTo>
                  <a:lnTo>
                    <a:pt x="47152" y="1930"/>
                  </a:lnTo>
                  <a:lnTo>
                    <a:pt x="47080" y="1335"/>
                  </a:lnTo>
                  <a:lnTo>
                    <a:pt x="41275" y="425"/>
                  </a:lnTo>
                  <a:lnTo>
                    <a:pt x="41221" y="1"/>
                  </a:lnTo>
                  <a:close/>
                  <a:moveTo>
                    <a:pt x="1713" y="4941"/>
                  </a:moveTo>
                  <a:lnTo>
                    <a:pt x="0" y="5157"/>
                  </a:lnTo>
                  <a:lnTo>
                    <a:pt x="334" y="7798"/>
                  </a:lnTo>
                  <a:lnTo>
                    <a:pt x="2046" y="7582"/>
                  </a:lnTo>
                  <a:lnTo>
                    <a:pt x="1713" y="4941"/>
                  </a:lnTo>
                  <a:close/>
                </a:path>
              </a:pathLst>
            </a:custGeom>
            <a:solidFill>
              <a:srgbClr val="EEA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175"/>
            <p:cNvSpPr/>
            <p:nvPr/>
          </p:nvSpPr>
          <p:spPr>
            <a:xfrm>
              <a:off x="9084585" y="3533956"/>
              <a:ext cx="102106" cy="52683"/>
            </a:xfrm>
            <a:custGeom>
              <a:avLst/>
              <a:gdLst/>
              <a:ahLst/>
              <a:cxnLst/>
              <a:rect l="l" t="t" r="r" b="b"/>
              <a:pathLst>
                <a:path w="2099" h="1083" extrusionOk="0">
                  <a:moveTo>
                    <a:pt x="1621" y="200"/>
                  </a:moveTo>
                  <a:cubicBezTo>
                    <a:pt x="1351" y="200"/>
                    <a:pt x="1233" y="326"/>
                    <a:pt x="1261" y="579"/>
                  </a:cubicBezTo>
                  <a:cubicBezTo>
                    <a:pt x="1284" y="782"/>
                    <a:pt x="1402" y="883"/>
                    <a:pt x="1609" y="883"/>
                  </a:cubicBezTo>
                  <a:cubicBezTo>
                    <a:pt x="1641" y="883"/>
                    <a:pt x="1675" y="881"/>
                    <a:pt x="1711" y="876"/>
                  </a:cubicBezTo>
                  <a:cubicBezTo>
                    <a:pt x="1982" y="840"/>
                    <a:pt x="2099" y="714"/>
                    <a:pt x="2072" y="498"/>
                  </a:cubicBezTo>
                  <a:cubicBezTo>
                    <a:pt x="2054" y="317"/>
                    <a:pt x="1900" y="218"/>
                    <a:pt x="1621" y="200"/>
                  </a:cubicBezTo>
                  <a:close/>
                  <a:moveTo>
                    <a:pt x="397" y="1"/>
                  </a:moveTo>
                  <a:cubicBezTo>
                    <a:pt x="115" y="1"/>
                    <a:pt x="1" y="217"/>
                    <a:pt x="53" y="633"/>
                  </a:cubicBezTo>
                  <a:cubicBezTo>
                    <a:pt x="71" y="777"/>
                    <a:pt x="89" y="867"/>
                    <a:pt x="116" y="921"/>
                  </a:cubicBezTo>
                  <a:cubicBezTo>
                    <a:pt x="182" y="1032"/>
                    <a:pt x="290" y="1082"/>
                    <a:pt x="446" y="1082"/>
                  </a:cubicBezTo>
                  <a:cubicBezTo>
                    <a:pt x="481" y="1082"/>
                    <a:pt x="518" y="1079"/>
                    <a:pt x="557" y="1075"/>
                  </a:cubicBezTo>
                  <a:cubicBezTo>
                    <a:pt x="693" y="1066"/>
                    <a:pt x="783" y="993"/>
                    <a:pt x="846" y="867"/>
                  </a:cubicBezTo>
                  <a:cubicBezTo>
                    <a:pt x="909" y="750"/>
                    <a:pt x="936" y="633"/>
                    <a:pt x="918" y="507"/>
                  </a:cubicBezTo>
                  <a:cubicBezTo>
                    <a:pt x="882" y="200"/>
                    <a:pt x="720" y="29"/>
                    <a:pt x="431" y="2"/>
                  </a:cubicBezTo>
                  <a:cubicBezTo>
                    <a:pt x="419" y="1"/>
                    <a:pt x="408" y="1"/>
                    <a:pt x="397" y="1"/>
                  </a:cubicBezTo>
                  <a:close/>
                </a:path>
              </a:pathLst>
            </a:custGeom>
            <a:solidFill>
              <a:srgbClr val="EECA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175"/>
            <p:cNvSpPr/>
            <p:nvPr/>
          </p:nvSpPr>
          <p:spPr>
            <a:xfrm>
              <a:off x="7151702" y="3605512"/>
              <a:ext cx="1882416" cy="359584"/>
            </a:xfrm>
            <a:custGeom>
              <a:avLst/>
              <a:gdLst/>
              <a:ahLst/>
              <a:cxnLst/>
              <a:rect l="l" t="t" r="r" b="b"/>
              <a:pathLst>
                <a:path w="38697" h="7392" extrusionOk="0">
                  <a:moveTo>
                    <a:pt x="38372" y="0"/>
                  </a:moveTo>
                  <a:lnTo>
                    <a:pt x="25555" y="1614"/>
                  </a:lnTo>
                  <a:cubicBezTo>
                    <a:pt x="25645" y="2506"/>
                    <a:pt x="25104" y="3353"/>
                    <a:pt x="23932" y="4156"/>
                  </a:cubicBezTo>
                  <a:cubicBezTo>
                    <a:pt x="23752" y="4282"/>
                    <a:pt x="23563" y="4399"/>
                    <a:pt x="23373" y="4507"/>
                  </a:cubicBezTo>
                  <a:lnTo>
                    <a:pt x="38697" y="2587"/>
                  </a:lnTo>
                  <a:lnTo>
                    <a:pt x="38661" y="2317"/>
                  </a:lnTo>
                  <a:lnTo>
                    <a:pt x="38372" y="0"/>
                  </a:lnTo>
                  <a:close/>
                  <a:moveTo>
                    <a:pt x="12593" y="3236"/>
                  </a:moveTo>
                  <a:lnTo>
                    <a:pt x="0" y="4805"/>
                  </a:lnTo>
                  <a:lnTo>
                    <a:pt x="298" y="7121"/>
                  </a:lnTo>
                  <a:lnTo>
                    <a:pt x="325" y="7392"/>
                  </a:lnTo>
                  <a:lnTo>
                    <a:pt x="15423" y="5499"/>
                  </a:lnTo>
                  <a:cubicBezTo>
                    <a:pt x="15207" y="5445"/>
                    <a:pt x="14999" y="5381"/>
                    <a:pt x="14792" y="5300"/>
                  </a:cubicBezTo>
                  <a:cubicBezTo>
                    <a:pt x="13458" y="4814"/>
                    <a:pt x="12728" y="4129"/>
                    <a:pt x="12593" y="3236"/>
                  </a:cubicBezTo>
                  <a:close/>
                </a:path>
              </a:pathLst>
            </a:custGeom>
            <a:solidFill>
              <a:srgbClr val="D767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175"/>
            <p:cNvSpPr/>
            <p:nvPr/>
          </p:nvSpPr>
          <p:spPr>
            <a:xfrm>
              <a:off x="7764232" y="3683976"/>
              <a:ext cx="634963" cy="189034"/>
            </a:xfrm>
            <a:custGeom>
              <a:avLst/>
              <a:gdLst/>
              <a:ahLst/>
              <a:cxnLst/>
              <a:rect l="l" t="t" r="r" b="b"/>
              <a:pathLst>
                <a:path w="13053" h="3886" extrusionOk="0">
                  <a:moveTo>
                    <a:pt x="12963" y="1"/>
                  </a:moveTo>
                  <a:lnTo>
                    <a:pt x="1" y="1623"/>
                  </a:lnTo>
                  <a:cubicBezTo>
                    <a:pt x="136" y="2516"/>
                    <a:pt x="866" y="3201"/>
                    <a:pt x="2200" y="3687"/>
                  </a:cubicBezTo>
                  <a:cubicBezTo>
                    <a:pt x="2407" y="3768"/>
                    <a:pt x="2615" y="3832"/>
                    <a:pt x="2831" y="3886"/>
                  </a:cubicBezTo>
                  <a:lnTo>
                    <a:pt x="10781" y="2894"/>
                  </a:lnTo>
                  <a:cubicBezTo>
                    <a:pt x="10971" y="2786"/>
                    <a:pt x="11160" y="2669"/>
                    <a:pt x="11340" y="2543"/>
                  </a:cubicBezTo>
                  <a:cubicBezTo>
                    <a:pt x="12512" y="1740"/>
                    <a:pt x="13053" y="893"/>
                    <a:pt x="12963" y="1"/>
                  </a:cubicBezTo>
                  <a:close/>
                </a:path>
              </a:pathLst>
            </a:custGeom>
            <a:solidFill>
              <a:srgbClr val="C2BC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175"/>
            <p:cNvSpPr/>
            <p:nvPr/>
          </p:nvSpPr>
          <p:spPr>
            <a:xfrm>
              <a:off x="7758540" y="3565575"/>
              <a:ext cx="636277" cy="197401"/>
            </a:xfrm>
            <a:custGeom>
              <a:avLst/>
              <a:gdLst/>
              <a:ahLst/>
              <a:cxnLst/>
              <a:rect l="l" t="t" r="r" b="b"/>
              <a:pathLst>
                <a:path w="13080" h="4058" extrusionOk="0">
                  <a:moveTo>
                    <a:pt x="9997" y="1"/>
                  </a:moveTo>
                  <a:lnTo>
                    <a:pt x="2506" y="938"/>
                  </a:lnTo>
                  <a:cubicBezTo>
                    <a:pt x="2227" y="1092"/>
                    <a:pt x="1966" y="1245"/>
                    <a:pt x="1722" y="1407"/>
                  </a:cubicBezTo>
                  <a:cubicBezTo>
                    <a:pt x="532" y="2218"/>
                    <a:pt x="0" y="3093"/>
                    <a:pt x="118" y="4012"/>
                  </a:cubicBezTo>
                  <a:cubicBezTo>
                    <a:pt x="118" y="4030"/>
                    <a:pt x="118" y="4039"/>
                    <a:pt x="118" y="4057"/>
                  </a:cubicBezTo>
                  <a:lnTo>
                    <a:pt x="13080" y="2435"/>
                  </a:lnTo>
                  <a:cubicBezTo>
                    <a:pt x="13071" y="2417"/>
                    <a:pt x="13071" y="2408"/>
                    <a:pt x="13071" y="2390"/>
                  </a:cubicBezTo>
                  <a:cubicBezTo>
                    <a:pt x="12953" y="1470"/>
                    <a:pt x="12223" y="758"/>
                    <a:pt x="10871" y="262"/>
                  </a:cubicBezTo>
                  <a:cubicBezTo>
                    <a:pt x="10583" y="172"/>
                    <a:pt x="10294" y="82"/>
                    <a:pt x="9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175"/>
            <p:cNvSpPr/>
            <p:nvPr/>
          </p:nvSpPr>
          <p:spPr>
            <a:xfrm>
              <a:off x="7130639" y="3466487"/>
              <a:ext cx="1892096" cy="377145"/>
            </a:xfrm>
            <a:custGeom>
              <a:avLst/>
              <a:gdLst/>
              <a:ahLst/>
              <a:cxnLst/>
              <a:rect l="l" t="t" r="r" b="b"/>
              <a:pathLst>
                <a:path w="38896" h="7753" extrusionOk="0">
                  <a:moveTo>
                    <a:pt x="38526" y="1"/>
                  </a:moveTo>
                  <a:lnTo>
                    <a:pt x="22896" y="1957"/>
                  </a:lnTo>
                  <a:lnTo>
                    <a:pt x="22878" y="2110"/>
                  </a:lnTo>
                  <a:cubicBezTo>
                    <a:pt x="23175" y="2191"/>
                    <a:pt x="23464" y="2281"/>
                    <a:pt x="23752" y="2371"/>
                  </a:cubicBezTo>
                  <a:cubicBezTo>
                    <a:pt x="25068" y="2858"/>
                    <a:pt x="25789" y="3552"/>
                    <a:pt x="25907" y="4481"/>
                  </a:cubicBezTo>
                  <a:lnTo>
                    <a:pt x="25916" y="4553"/>
                  </a:lnTo>
                  <a:lnTo>
                    <a:pt x="38896" y="2930"/>
                  </a:lnTo>
                  <a:lnTo>
                    <a:pt x="38526" y="1"/>
                  </a:lnTo>
                  <a:close/>
                  <a:moveTo>
                    <a:pt x="15405" y="2903"/>
                  </a:moveTo>
                  <a:lnTo>
                    <a:pt x="1" y="4823"/>
                  </a:lnTo>
                  <a:lnTo>
                    <a:pt x="370" y="7753"/>
                  </a:lnTo>
                  <a:lnTo>
                    <a:pt x="13035" y="6166"/>
                  </a:lnTo>
                  <a:lnTo>
                    <a:pt x="13107" y="6121"/>
                  </a:lnTo>
                  <a:lnTo>
                    <a:pt x="13098" y="6040"/>
                  </a:lnTo>
                  <a:cubicBezTo>
                    <a:pt x="12990" y="5157"/>
                    <a:pt x="13521" y="4300"/>
                    <a:pt x="14675" y="3507"/>
                  </a:cubicBezTo>
                  <a:cubicBezTo>
                    <a:pt x="14910" y="3354"/>
                    <a:pt x="15171" y="3192"/>
                    <a:pt x="15450" y="3047"/>
                  </a:cubicBezTo>
                  <a:lnTo>
                    <a:pt x="15405" y="2903"/>
                  </a:lnTo>
                  <a:close/>
                </a:path>
              </a:pathLst>
            </a:custGeom>
            <a:solidFill>
              <a:srgbClr val="EE87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175"/>
            <p:cNvSpPr/>
            <p:nvPr/>
          </p:nvSpPr>
          <p:spPr>
            <a:xfrm>
              <a:off x="8992842" y="3474999"/>
              <a:ext cx="35997" cy="141362"/>
            </a:xfrm>
            <a:custGeom>
              <a:avLst/>
              <a:gdLst/>
              <a:ahLst/>
              <a:cxnLst/>
              <a:rect l="l" t="t" r="r" b="b"/>
              <a:pathLst>
                <a:path w="740" h="2906" extrusionOk="0">
                  <a:moveTo>
                    <a:pt x="218" y="0"/>
                  </a:moveTo>
                  <a:cubicBezTo>
                    <a:pt x="203" y="0"/>
                    <a:pt x="187" y="2"/>
                    <a:pt x="172" y="6"/>
                  </a:cubicBezTo>
                  <a:cubicBezTo>
                    <a:pt x="73" y="24"/>
                    <a:pt x="1" y="123"/>
                    <a:pt x="19" y="231"/>
                  </a:cubicBezTo>
                  <a:cubicBezTo>
                    <a:pt x="91" y="637"/>
                    <a:pt x="163" y="1052"/>
                    <a:pt x="217" y="1466"/>
                  </a:cubicBezTo>
                  <a:cubicBezTo>
                    <a:pt x="271" y="1881"/>
                    <a:pt x="334" y="2296"/>
                    <a:pt x="334" y="2710"/>
                  </a:cubicBezTo>
                  <a:cubicBezTo>
                    <a:pt x="334" y="2728"/>
                    <a:pt x="334" y="2746"/>
                    <a:pt x="334" y="2764"/>
                  </a:cubicBezTo>
                  <a:cubicBezTo>
                    <a:pt x="357" y="2848"/>
                    <a:pt x="437" y="2906"/>
                    <a:pt x="527" y="2906"/>
                  </a:cubicBezTo>
                  <a:cubicBezTo>
                    <a:pt x="543" y="2906"/>
                    <a:pt x="561" y="2904"/>
                    <a:pt x="578" y="2899"/>
                  </a:cubicBezTo>
                  <a:cubicBezTo>
                    <a:pt x="677" y="2872"/>
                    <a:pt x="740" y="2764"/>
                    <a:pt x="713" y="2665"/>
                  </a:cubicBezTo>
                  <a:cubicBezTo>
                    <a:pt x="614" y="2259"/>
                    <a:pt x="569" y="1845"/>
                    <a:pt x="523" y="1430"/>
                  </a:cubicBezTo>
                  <a:cubicBezTo>
                    <a:pt x="469" y="1016"/>
                    <a:pt x="433" y="601"/>
                    <a:pt x="406" y="177"/>
                  </a:cubicBezTo>
                  <a:cubicBezTo>
                    <a:pt x="406" y="168"/>
                    <a:pt x="406" y="168"/>
                    <a:pt x="397" y="159"/>
                  </a:cubicBezTo>
                  <a:cubicBezTo>
                    <a:pt x="382" y="67"/>
                    <a:pt x="307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175"/>
            <p:cNvSpPr/>
            <p:nvPr/>
          </p:nvSpPr>
          <p:spPr>
            <a:xfrm>
              <a:off x="8234282" y="3461525"/>
              <a:ext cx="850704" cy="234469"/>
            </a:xfrm>
            <a:custGeom>
              <a:avLst/>
              <a:gdLst/>
              <a:ahLst/>
              <a:cxnLst/>
              <a:rect l="l" t="t" r="r" b="b"/>
              <a:pathLst>
                <a:path w="17488" h="4820" extrusionOk="0">
                  <a:moveTo>
                    <a:pt x="15781" y="1"/>
                  </a:moveTo>
                  <a:cubicBezTo>
                    <a:pt x="15770" y="1"/>
                    <a:pt x="15759" y="2"/>
                    <a:pt x="15748" y="4"/>
                  </a:cubicBezTo>
                  <a:lnTo>
                    <a:pt x="190" y="1951"/>
                  </a:lnTo>
                  <a:cubicBezTo>
                    <a:pt x="118" y="1960"/>
                    <a:pt x="55" y="2005"/>
                    <a:pt x="28" y="2086"/>
                  </a:cubicBezTo>
                  <a:cubicBezTo>
                    <a:pt x="1" y="2185"/>
                    <a:pt x="55" y="2293"/>
                    <a:pt x="163" y="2329"/>
                  </a:cubicBezTo>
                  <a:cubicBezTo>
                    <a:pt x="334" y="2356"/>
                    <a:pt x="505" y="2401"/>
                    <a:pt x="668" y="2437"/>
                  </a:cubicBezTo>
                  <a:cubicBezTo>
                    <a:pt x="839" y="2473"/>
                    <a:pt x="1010" y="2509"/>
                    <a:pt x="1172" y="2564"/>
                  </a:cubicBezTo>
                  <a:cubicBezTo>
                    <a:pt x="1488" y="2672"/>
                    <a:pt x="1812" y="2807"/>
                    <a:pt x="2101" y="2987"/>
                  </a:cubicBezTo>
                  <a:cubicBezTo>
                    <a:pt x="2245" y="3077"/>
                    <a:pt x="2380" y="3176"/>
                    <a:pt x="2506" y="3294"/>
                  </a:cubicBezTo>
                  <a:cubicBezTo>
                    <a:pt x="2642" y="3393"/>
                    <a:pt x="2750" y="3528"/>
                    <a:pt x="2849" y="3663"/>
                  </a:cubicBezTo>
                  <a:cubicBezTo>
                    <a:pt x="3038" y="3934"/>
                    <a:pt x="3137" y="4267"/>
                    <a:pt x="3101" y="4592"/>
                  </a:cubicBezTo>
                  <a:cubicBezTo>
                    <a:pt x="3101" y="4628"/>
                    <a:pt x="3101" y="4655"/>
                    <a:pt x="3110" y="4682"/>
                  </a:cubicBezTo>
                  <a:cubicBezTo>
                    <a:pt x="3139" y="4767"/>
                    <a:pt x="3218" y="4819"/>
                    <a:pt x="3304" y="4819"/>
                  </a:cubicBezTo>
                  <a:cubicBezTo>
                    <a:pt x="3326" y="4819"/>
                    <a:pt x="3349" y="4816"/>
                    <a:pt x="3372" y="4808"/>
                  </a:cubicBezTo>
                  <a:cubicBezTo>
                    <a:pt x="3471" y="4772"/>
                    <a:pt x="3525" y="4655"/>
                    <a:pt x="3489" y="4547"/>
                  </a:cubicBezTo>
                  <a:cubicBezTo>
                    <a:pt x="3426" y="4366"/>
                    <a:pt x="3372" y="4186"/>
                    <a:pt x="3282" y="4024"/>
                  </a:cubicBezTo>
                  <a:cubicBezTo>
                    <a:pt x="3201" y="3853"/>
                    <a:pt x="3101" y="3699"/>
                    <a:pt x="2984" y="3555"/>
                  </a:cubicBezTo>
                  <a:cubicBezTo>
                    <a:pt x="2768" y="3276"/>
                    <a:pt x="2497" y="3032"/>
                    <a:pt x="2200" y="2834"/>
                  </a:cubicBezTo>
                  <a:cubicBezTo>
                    <a:pt x="1903" y="2645"/>
                    <a:pt x="1578" y="2482"/>
                    <a:pt x="1254" y="2338"/>
                  </a:cubicBezTo>
                  <a:cubicBezTo>
                    <a:pt x="1170" y="2301"/>
                    <a:pt x="1086" y="2267"/>
                    <a:pt x="1002" y="2233"/>
                  </a:cubicBezTo>
                  <a:lnTo>
                    <a:pt x="1002" y="2233"/>
                  </a:lnTo>
                  <a:lnTo>
                    <a:pt x="15600" y="406"/>
                  </a:lnTo>
                  <a:lnTo>
                    <a:pt x="15600" y="406"/>
                  </a:lnTo>
                  <a:lnTo>
                    <a:pt x="15613" y="508"/>
                  </a:lnTo>
                  <a:lnTo>
                    <a:pt x="15667" y="617"/>
                  </a:lnTo>
                  <a:cubicBezTo>
                    <a:pt x="15686" y="660"/>
                    <a:pt x="15726" y="687"/>
                    <a:pt x="15770" y="687"/>
                  </a:cubicBezTo>
                  <a:cubicBezTo>
                    <a:pt x="15790" y="687"/>
                    <a:pt x="15810" y="682"/>
                    <a:pt x="15829" y="671"/>
                  </a:cubicBezTo>
                  <a:cubicBezTo>
                    <a:pt x="16009" y="589"/>
                    <a:pt x="16199" y="553"/>
                    <a:pt x="16388" y="526"/>
                  </a:cubicBezTo>
                  <a:cubicBezTo>
                    <a:pt x="16483" y="517"/>
                    <a:pt x="16577" y="511"/>
                    <a:pt x="16673" y="511"/>
                  </a:cubicBezTo>
                  <a:cubicBezTo>
                    <a:pt x="16710" y="511"/>
                    <a:pt x="16747" y="512"/>
                    <a:pt x="16784" y="514"/>
                  </a:cubicBezTo>
                  <a:lnTo>
                    <a:pt x="16784" y="514"/>
                  </a:lnTo>
                  <a:cubicBezTo>
                    <a:pt x="16865" y="872"/>
                    <a:pt x="16927" y="1235"/>
                    <a:pt x="16983" y="1599"/>
                  </a:cubicBezTo>
                  <a:cubicBezTo>
                    <a:pt x="17037" y="2005"/>
                    <a:pt x="17109" y="2419"/>
                    <a:pt x="17064" y="2843"/>
                  </a:cubicBezTo>
                  <a:cubicBezTo>
                    <a:pt x="17055" y="2879"/>
                    <a:pt x="17064" y="2906"/>
                    <a:pt x="17073" y="2933"/>
                  </a:cubicBezTo>
                  <a:cubicBezTo>
                    <a:pt x="17100" y="3015"/>
                    <a:pt x="17175" y="3066"/>
                    <a:pt x="17252" y="3066"/>
                  </a:cubicBezTo>
                  <a:cubicBezTo>
                    <a:pt x="17277" y="3066"/>
                    <a:pt x="17301" y="3061"/>
                    <a:pt x="17325" y="3050"/>
                  </a:cubicBezTo>
                  <a:cubicBezTo>
                    <a:pt x="17433" y="3014"/>
                    <a:pt x="17488" y="2897"/>
                    <a:pt x="17442" y="2798"/>
                  </a:cubicBezTo>
                  <a:cubicBezTo>
                    <a:pt x="17298" y="2392"/>
                    <a:pt x="17262" y="1978"/>
                    <a:pt x="17217" y="1563"/>
                  </a:cubicBezTo>
                  <a:cubicBezTo>
                    <a:pt x="17172" y="1148"/>
                    <a:pt x="17145" y="734"/>
                    <a:pt x="17136" y="319"/>
                  </a:cubicBezTo>
                  <a:cubicBezTo>
                    <a:pt x="17136" y="220"/>
                    <a:pt x="17055" y="148"/>
                    <a:pt x="16965" y="148"/>
                  </a:cubicBezTo>
                  <a:lnTo>
                    <a:pt x="16920" y="148"/>
                  </a:lnTo>
                  <a:cubicBezTo>
                    <a:pt x="16739" y="229"/>
                    <a:pt x="16550" y="265"/>
                    <a:pt x="16361" y="292"/>
                  </a:cubicBezTo>
                  <a:cubicBezTo>
                    <a:pt x="16260" y="307"/>
                    <a:pt x="16158" y="316"/>
                    <a:pt x="16056" y="316"/>
                  </a:cubicBezTo>
                  <a:cubicBezTo>
                    <a:pt x="16031" y="316"/>
                    <a:pt x="16007" y="315"/>
                    <a:pt x="15983" y="314"/>
                  </a:cubicBezTo>
                  <a:lnTo>
                    <a:pt x="15983" y="314"/>
                  </a:lnTo>
                  <a:lnTo>
                    <a:pt x="15964" y="166"/>
                  </a:lnTo>
                  <a:cubicBezTo>
                    <a:pt x="15948" y="69"/>
                    <a:pt x="15874" y="1"/>
                    <a:pt x="1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175"/>
            <p:cNvSpPr/>
            <p:nvPr/>
          </p:nvSpPr>
          <p:spPr>
            <a:xfrm>
              <a:off x="9007776" y="3586979"/>
              <a:ext cx="90772" cy="141168"/>
            </a:xfrm>
            <a:custGeom>
              <a:avLst/>
              <a:gdLst/>
              <a:ahLst/>
              <a:cxnLst/>
              <a:rect l="l" t="t" r="r" b="b"/>
              <a:pathLst>
                <a:path w="1866" h="2902" extrusionOk="0">
                  <a:moveTo>
                    <a:pt x="1344" y="0"/>
                  </a:moveTo>
                  <a:cubicBezTo>
                    <a:pt x="1323" y="0"/>
                    <a:pt x="1301" y="4"/>
                    <a:pt x="1280" y="12"/>
                  </a:cubicBezTo>
                  <a:cubicBezTo>
                    <a:pt x="1172" y="48"/>
                    <a:pt x="1118" y="165"/>
                    <a:pt x="1163" y="264"/>
                  </a:cubicBezTo>
                  <a:cubicBezTo>
                    <a:pt x="1298" y="643"/>
                    <a:pt x="1334" y="1030"/>
                    <a:pt x="1379" y="1409"/>
                  </a:cubicBezTo>
                  <a:cubicBezTo>
                    <a:pt x="1397" y="1607"/>
                    <a:pt x="1415" y="1796"/>
                    <a:pt x="1424" y="1995"/>
                  </a:cubicBezTo>
                  <a:cubicBezTo>
                    <a:pt x="1438" y="2136"/>
                    <a:pt x="1446" y="2283"/>
                    <a:pt x="1450" y="2430"/>
                  </a:cubicBezTo>
                  <a:lnTo>
                    <a:pt x="1450" y="2430"/>
                  </a:lnTo>
                  <a:cubicBezTo>
                    <a:pt x="1414" y="2442"/>
                    <a:pt x="1379" y="2453"/>
                    <a:pt x="1343" y="2463"/>
                  </a:cubicBezTo>
                  <a:cubicBezTo>
                    <a:pt x="1244" y="2481"/>
                    <a:pt x="1154" y="2499"/>
                    <a:pt x="1055" y="2508"/>
                  </a:cubicBezTo>
                  <a:cubicBezTo>
                    <a:pt x="960" y="2517"/>
                    <a:pt x="865" y="2524"/>
                    <a:pt x="770" y="2524"/>
                  </a:cubicBezTo>
                  <a:cubicBezTo>
                    <a:pt x="738" y="2524"/>
                    <a:pt x="705" y="2523"/>
                    <a:pt x="673" y="2522"/>
                  </a:cubicBezTo>
                  <a:lnTo>
                    <a:pt x="673" y="2522"/>
                  </a:lnTo>
                  <a:cubicBezTo>
                    <a:pt x="626" y="2191"/>
                    <a:pt x="579" y="1854"/>
                    <a:pt x="532" y="1517"/>
                  </a:cubicBezTo>
                  <a:cubicBezTo>
                    <a:pt x="478" y="1138"/>
                    <a:pt x="433" y="751"/>
                    <a:pt x="406" y="363"/>
                  </a:cubicBezTo>
                  <a:cubicBezTo>
                    <a:pt x="406" y="354"/>
                    <a:pt x="406" y="345"/>
                    <a:pt x="406" y="345"/>
                  </a:cubicBezTo>
                  <a:cubicBezTo>
                    <a:pt x="390" y="248"/>
                    <a:pt x="308" y="180"/>
                    <a:pt x="214" y="180"/>
                  </a:cubicBezTo>
                  <a:cubicBezTo>
                    <a:pt x="203" y="180"/>
                    <a:pt x="192" y="181"/>
                    <a:pt x="180" y="183"/>
                  </a:cubicBezTo>
                  <a:cubicBezTo>
                    <a:pt x="72" y="201"/>
                    <a:pt x="0" y="300"/>
                    <a:pt x="27" y="408"/>
                  </a:cubicBezTo>
                  <a:cubicBezTo>
                    <a:pt x="90" y="796"/>
                    <a:pt x="144" y="1174"/>
                    <a:pt x="189" y="1562"/>
                  </a:cubicBezTo>
                  <a:cubicBezTo>
                    <a:pt x="234" y="1950"/>
                    <a:pt x="280" y="2337"/>
                    <a:pt x="316" y="2716"/>
                  </a:cubicBezTo>
                  <a:lnTo>
                    <a:pt x="316" y="2770"/>
                  </a:lnTo>
                  <a:cubicBezTo>
                    <a:pt x="316" y="2779"/>
                    <a:pt x="325" y="2797"/>
                    <a:pt x="334" y="2815"/>
                  </a:cubicBezTo>
                  <a:cubicBezTo>
                    <a:pt x="353" y="2868"/>
                    <a:pt x="407" y="2901"/>
                    <a:pt x="466" y="2901"/>
                  </a:cubicBezTo>
                  <a:cubicBezTo>
                    <a:pt x="488" y="2901"/>
                    <a:pt x="510" y="2897"/>
                    <a:pt x="532" y="2887"/>
                  </a:cubicBezTo>
                  <a:cubicBezTo>
                    <a:pt x="712" y="2806"/>
                    <a:pt x="902" y="2770"/>
                    <a:pt x="1091" y="2734"/>
                  </a:cubicBezTo>
                  <a:cubicBezTo>
                    <a:pt x="1181" y="2725"/>
                    <a:pt x="1280" y="2716"/>
                    <a:pt x="1370" y="2716"/>
                  </a:cubicBezTo>
                  <a:cubicBezTo>
                    <a:pt x="1469" y="2716"/>
                    <a:pt x="1569" y="2725"/>
                    <a:pt x="1668" y="2743"/>
                  </a:cubicBezTo>
                  <a:cubicBezTo>
                    <a:pt x="1677" y="2747"/>
                    <a:pt x="1688" y="2750"/>
                    <a:pt x="1700" y="2750"/>
                  </a:cubicBezTo>
                  <a:cubicBezTo>
                    <a:pt x="1713" y="2750"/>
                    <a:pt x="1726" y="2747"/>
                    <a:pt x="1740" y="2743"/>
                  </a:cubicBezTo>
                  <a:cubicBezTo>
                    <a:pt x="1812" y="2725"/>
                    <a:pt x="1866" y="2644"/>
                    <a:pt x="1839" y="2563"/>
                  </a:cubicBezTo>
                  <a:lnTo>
                    <a:pt x="1830" y="2526"/>
                  </a:lnTo>
                  <a:cubicBezTo>
                    <a:pt x="1785" y="2337"/>
                    <a:pt x="1749" y="2148"/>
                    <a:pt x="1713" y="1959"/>
                  </a:cubicBezTo>
                  <a:cubicBezTo>
                    <a:pt x="1677" y="1769"/>
                    <a:pt x="1641" y="1580"/>
                    <a:pt x="1614" y="1382"/>
                  </a:cubicBezTo>
                  <a:cubicBezTo>
                    <a:pt x="1560" y="1003"/>
                    <a:pt x="1505" y="616"/>
                    <a:pt x="1541" y="219"/>
                  </a:cubicBezTo>
                  <a:cubicBezTo>
                    <a:pt x="1551" y="192"/>
                    <a:pt x="1541" y="156"/>
                    <a:pt x="1532" y="129"/>
                  </a:cubicBezTo>
                  <a:cubicBezTo>
                    <a:pt x="1504" y="51"/>
                    <a:pt x="1425" y="0"/>
                    <a:pt x="1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175"/>
            <p:cNvSpPr/>
            <p:nvPr/>
          </p:nvSpPr>
          <p:spPr>
            <a:xfrm>
              <a:off x="9050291" y="3487988"/>
              <a:ext cx="305685" cy="86102"/>
            </a:xfrm>
            <a:custGeom>
              <a:avLst/>
              <a:gdLst/>
              <a:ahLst/>
              <a:cxnLst/>
              <a:rect l="l" t="t" r="r" b="b"/>
              <a:pathLst>
                <a:path w="6284" h="1770" extrusionOk="0">
                  <a:moveTo>
                    <a:pt x="208" y="0"/>
                  </a:moveTo>
                  <a:cubicBezTo>
                    <a:pt x="100" y="0"/>
                    <a:pt x="9" y="82"/>
                    <a:pt x="0" y="190"/>
                  </a:cubicBezTo>
                  <a:cubicBezTo>
                    <a:pt x="0" y="298"/>
                    <a:pt x="82" y="388"/>
                    <a:pt x="190" y="388"/>
                  </a:cubicBezTo>
                  <a:cubicBezTo>
                    <a:pt x="1172" y="442"/>
                    <a:pt x="2137" y="613"/>
                    <a:pt x="3101" y="767"/>
                  </a:cubicBezTo>
                  <a:cubicBezTo>
                    <a:pt x="3588" y="848"/>
                    <a:pt x="4066" y="938"/>
                    <a:pt x="4552" y="1019"/>
                  </a:cubicBezTo>
                  <a:cubicBezTo>
                    <a:pt x="4982" y="1100"/>
                    <a:pt x="5412" y="1189"/>
                    <a:pt x="5849" y="1278"/>
                  </a:cubicBezTo>
                  <a:lnTo>
                    <a:pt x="5849" y="1278"/>
                  </a:lnTo>
                  <a:lnTo>
                    <a:pt x="5887" y="1605"/>
                  </a:lnTo>
                  <a:cubicBezTo>
                    <a:pt x="5903" y="1695"/>
                    <a:pt x="5978" y="1770"/>
                    <a:pt x="6073" y="1770"/>
                  </a:cubicBezTo>
                  <a:cubicBezTo>
                    <a:pt x="6083" y="1770"/>
                    <a:pt x="6093" y="1769"/>
                    <a:pt x="6103" y="1767"/>
                  </a:cubicBezTo>
                  <a:cubicBezTo>
                    <a:pt x="6211" y="1758"/>
                    <a:pt x="6283" y="1659"/>
                    <a:pt x="6274" y="1551"/>
                  </a:cubicBezTo>
                  <a:lnTo>
                    <a:pt x="6211" y="1091"/>
                  </a:lnTo>
                  <a:lnTo>
                    <a:pt x="6211" y="1082"/>
                  </a:lnTo>
                  <a:cubicBezTo>
                    <a:pt x="6202" y="1001"/>
                    <a:pt x="6139" y="929"/>
                    <a:pt x="6049" y="920"/>
                  </a:cubicBezTo>
                  <a:cubicBezTo>
                    <a:pt x="5562" y="875"/>
                    <a:pt x="5075" y="812"/>
                    <a:pt x="4589" y="749"/>
                  </a:cubicBezTo>
                  <a:cubicBezTo>
                    <a:pt x="4111" y="685"/>
                    <a:pt x="3624" y="622"/>
                    <a:pt x="3137" y="550"/>
                  </a:cubicBezTo>
                  <a:cubicBezTo>
                    <a:pt x="2173" y="397"/>
                    <a:pt x="1199" y="262"/>
                    <a:pt x="244" y="9"/>
                  </a:cubicBezTo>
                  <a:cubicBezTo>
                    <a:pt x="235" y="0"/>
                    <a:pt x="217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175"/>
            <p:cNvSpPr/>
            <p:nvPr/>
          </p:nvSpPr>
          <p:spPr>
            <a:xfrm>
              <a:off x="9073980" y="3552587"/>
              <a:ext cx="283308" cy="148610"/>
            </a:xfrm>
            <a:custGeom>
              <a:avLst/>
              <a:gdLst/>
              <a:ahLst/>
              <a:cxnLst/>
              <a:rect l="l" t="t" r="r" b="b"/>
              <a:pathLst>
                <a:path w="5824" h="3055" extrusionOk="0">
                  <a:moveTo>
                    <a:pt x="5588" y="1"/>
                  </a:moveTo>
                  <a:cubicBezTo>
                    <a:pt x="5570" y="1"/>
                    <a:pt x="5553" y="3"/>
                    <a:pt x="5535" y="6"/>
                  </a:cubicBezTo>
                  <a:cubicBezTo>
                    <a:pt x="5418" y="34"/>
                    <a:pt x="5336" y="160"/>
                    <a:pt x="5373" y="277"/>
                  </a:cubicBezTo>
                  <a:lnTo>
                    <a:pt x="5406" y="415"/>
                  </a:lnTo>
                  <a:lnTo>
                    <a:pt x="5406" y="415"/>
                  </a:lnTo>
                  <a:cubicBezTo>
                    <a:pt x="5013" y="613"/>
                    <a:pt x="4620" y="805"/>
                    <a:pt x="4228" y="989"/>
                  </a:cubicBezTo>
                  <a:cubicBezTo>
                    <a:pt x="3786" y="1196"/>
                    <a:pt x="3335" y="1395"/>
                    <a:pt x="2885" y="1584"/>
                  </a:cubicBezTo>
                  <a:cubicBezTo>
                    <a:pt x="2434" y="1773"/>
                    <a:pt x="1983" y="1972"/>
                    <a:pt x="1524" y="2152"/>
                  </a:cubicBezTo>
                  <a:cubicBezTo>
                    <a:pt x="1073" y="2332"/>
                    <a:pt x="613" y="2512"/>
                    <a:pt x="153" y="2675"/>
                  </a:cubicBezTo>
                  <a:cubicBezTo>
                    <a:pt x="144" y="2684"/>
                    <a:pt x="135" y="2684"/>
                    <a:pt x="126" y="2684"/>
                  </a:cubicBezTo>
                  <a:cubicBezTo>
                    <a:pt x="36" y="2738"/>
                    <a:pt x="0" y="2855"/>
                    <a:pt x="45" y="2945"/>
                  </a:cubicBezTo>
                  <a:cubicBezTo>
                    <a:pt x="77" y="3016"/>
                    <a:pt x="146" y="3054"/>
                    <a:pt x="219" y="3054"/>
                  </a:cubicBezTo>
                  <a:cubicBezTo>
                    <a:pt x="248" y="3054"/>
                    <a:pt x="278" y="3048"/>
                    <a:pt x="307" y="3035"/>
                  </a:cubicBezTo>
                  <a:cubicBezTo>
                    <a:pt x="748" y="2810"/>
                    <a:pt x="1190" y="2602"/>
                    <a:pt x="1632" y="2395"/>
                  </a:cubicBezTo>
                  <a:cubicBezTo>
                    <a:pt x="2073" y="2188"/>
                    <a:pt x="2524" y="1990"/>
                    <a:pt x="2975" y="1791"/>
                  </a:cubicBezTo>
                  <a:cubicBezTo>
                    <a:pt x="3416" y="1593"/>
                    <a:pt x="3876" y="1404"/>
                    <a:pt x="4327" y="1214"/>
                  </a:cubicBezTo>
                  <a:cubicBezTo>
                    <a:pt x="4778" y="1034"/>
                    <a:pt x="5237" y="854"/>
                    <a:pt x="5706" y="701"/>
                  </a:cubicBezTo>
                  <a:cubicBezTo>
                    <a:pt x="5769" y="674"/>
                    <a:pt x="5823" y="610"/>
                    <a:pt x="5823" y="529"/>
                  </a:cubicBezTo>
                  <a:lnTo>
                    <a:pt x="5823" y="493"/>
                  </a:lnTo>
                  <a:lnTo>
                    <a:pt x="5814" y="223"/>
                  </a:lnTo>
                  <a:cubicBezTo>
                    <a:pt x="5814" y="205"/>
                    <a:pt x="5814" y="187"/>
                    <a:pt x="5805" y="169"/>
                  </a:cubicBezTo>
                  <a:cubicBezTo>
                    <a:pt x="5782" y="68"/>
                    <a:pt x="5692" y="1"/>
                    <a:pt x="5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175"/>
            <p:cNvSpPr/>
            <p:nvPr/>
          </p:nvSpPr>
          <p:spPr>
            <a:xfrm>
              <a:off x="7051300" y="3556236"/>
              <a:ext cx="1992937" cy="418201"/>
            </a:xfrm>
            <a:custGeom>
              <a:avLst/>
              <a:gdLst/>
              <a:ahLst/>
              <a:cxnLst/>
              <a:rect l="l" t="t" r="r" b="b"/>
              <a:pathLst>
                <a:path w="40969" h="8597" extrusionOk="0">
                  <a:moveTo>
                    <a:pt x="24542" y="1"/>
                  </a:moveTo>
                  <a:cubicBezTo>
                    <a:pt x="24531" y="1"/>
                    <a:pt x="24520" y="2"/>
                    <a:pt x="24509" y="4"/>
                  </a:cubicBezTo>
                  <a:lnTo>
                    <a:pt x="18812" y="761"/>
                  </a:lnTo>
                  <a:lnTo>
                    <a:pt x="15964" y="1130"/>
                  </a:lnTo>
                  <a:lnTo>
                    <a:pt x="13115" y="1491"/>
                  </a:lnTo>
                  <a:cubicBezTo>
                    <a:pt x="11213" y="1734"/>
                    <a:pt x="9311" y="1978"/>
                    <a:pt x="7409" y="2203"/>
                  </a:cubicBezTo>
                  <a:cubicBezTo>
                    <a:pt x="5508" y="2437"/>
                    <a:pt x="3606" y="2654"/>
                    <a:pt x="1695" y="2861"/>
                  </a:cubicBezTo>
                  <a:cubicBezTo>
                    <a:pt x="1586" y="2870"/>
                    <a:pt x="1514" y="2969"/>
                    <a:pt x="1532" y="3068"/>
                  </a:cubicBezTo>
                  <a:lnTo>
                    <a:pt x="1532" y="3077"/>
                  </a:lnTo>
                  <a:lnTo>
                    <a:pt x="1544" y="3172"/>
                  </a:lnTo>
                  <a:lnTo>
                    <a:pt x="1544" y="3172"/>
                  </a:lnTo>
                  <a:lnTo>
                    <a:pt x="171" y="3339"/>
                  </a:lnTo>
                  <a:cubicBezTo>
                    <a:pt x="72" y="3357"/>
                    <a:pt x="0" y="3438"/>
                    <a:pt x="9" y="3537"/>
                  </a:cubicBezTo>
                  <a:lnTo>
                    <a:pt x="9" y="3555"/>
                  </a:lnTo>
                  <a:cubicBezTo>
                    <a:pt x="36" y="4366"/>
                    <a:pt x="117" y="5169"/>
                    <a:pt x="216" y="5962"/>
                  </a:cubicBezTo>
                  <a:cubicBezTo>
                    <a:pt x="316" y="6764"/>
                    <a:pt x="433" y="7557"/>
                    <a:pt x="604" y="8350"/>
                  </a:cubicBezTo>
                  <a:lnTo>
                    <a:pt x="613" y="8368"/>
                  </a:lnTo>
                  <a:cubicBezTo>
                    <a:pt x="630" y="8461"/>
                    <a:pt x="710" y="8523"/>
                    <a:pt x="802" y="8523"/>
                  </a:cubicBezTo>
                  <a:cubicBezTo>
                    <a:pt x="808" y="8523"/>
                    <a:pt x="814" y="8522"/>
                    <a:pt x="820" y="8522"/>
                  </a:cubicBezTo>
                  <a:lnTo>
                    <a:pt x="2189" y="8348"/>
                  </a:lnTo>
                  <a:lnTo>
                    <a:pt x="2189" y="8348"/>
                  </a:lnTo>
                  <a:lnTo>
                    <a:pt x="2199" y="8423"/>
                  </a:lnTo>
                  <a:lnTo>
                    <a:pt x="2199" y="8432"/>
                  </a:lnTo>
                  <a:lnTo>
                    <a:pt x="2199" y="8441"/>
                  </a:lnTo>
                  <a:cubicBezTo>
                    <a:pt x="2216" y="8529"/>
                    <a:pt x="2297" y="8597"/>
                    <a:pt x="2385" y="8597"/>
                  </a:cubicBezTo>
                  <a:cubicBezTo>
                    <a:pt x="2395" y="8597"/>
                    <a:pt x="2405" y="8596"/>
                    <a:pt x="2416" y="8594"/>
                  </a:cubicBezTo>
                  <a:cubicBezTo>
                    <a:pt x="5598" y="8089"/>
                    <a:pt x="8798" y="7701"/>
                    <a:pt x="11998" y="7305"/>
                  </a:cubicBezTo>
                  <a:lnTo>
                    <a:pt x="21588" y="6124"/>
                  </a:lnTo>
                  <a:lnTo>
                    <a:pt x="31188" y="4943"/>
                  </a:lnTo>
                  <a:lnTo>
                    <a:pt x="40779" y="3789"/>
                  </a:lnTo>
                  <a:lnTo>
                    <a:pt x="40788" y="3789"/>
                  </a:lnTo>
                  <a:cubicBezTo>
                    <a:pt x="40887" y="3780"/>
                    <a:pt x="40968" y="3681"/>
                    <a:pt x="40950" y="3573"/>
                  </a:cubicBezTo>
                  <a:lnTo>
                    <a:pt x="40914" y="3303"/>
                  </a:lnTo>
                  <a:cubicBezTo>
                    <a:pt x="40906" y="3201"/>
                    <a:pt x="40817" y="3131"/>
                    <a:pt x="40716" y="3131"/>
                  </a:cubicBezTo>
                  <a:cubicBezTo>
                    <a:pt x="40710" y="3131"/>
                    <a:pt x="40704" y="3131"/>
                    <a:pt x="40698" y="3131"/>
                  </a:cubicBezTo>
                  <a:cubicBezTo>
                    <a:pt x="40599" y="3149"/>
                    <a:pt x="40518" y="3249"/>
                    <a:pt x="40536" y="3348"/>
                  </a:cubicBezTo>
                  <a:lnTo>
                    <a:pt x="40544" y="3427"/>
                  </a:lnTo>
                  <a:lnTo>
                    <a:pt x="40544" y="3427"/>
                  </a:lnTo>
                  <a:lnTo>
                    <a:pt x="31152" y="4655"/>
                  </a:lnTo>
                  <a:lnTo>
                    <a:pt x="21561" y="5872"/>
                  </a:lnTo>
                  <a:lnTo>
                    <a:pt x="11971" y="7098"/>
                  </a:lnTo>
                  <a:cubicBezTo>
                    <a:pt x="8834" y="7495"/>
                    <a:pt x="5706" y="7893"/>
                    <a:pt x="2562" y="8188"/>
                  </a:cubicBezTo>
                  <a:lnTo>
                    <a:pt x="2562" y="8188"/>
                  </a:lnTo>
                  <a:lnTo>
                    <a:pt x="2551" y="8107"/>
                  </a:lnTo>
                  <a:cubicBezTo>
                    <a:pt x="2534" y="8005"/>
                    <a:pt x="2453" y="7935"/>
                    <a:pt x="2353" y="7935"/>
                  </a:cubicBezTo>
                  <a:cubicBezTo>
                    <a:pt x="2347" y="7935"/>
                    <a:pt x="2341" y="7935"/>
                    <a:pt x="2335" y="7936"/>
                  </a:cubicBezTo>
                  <a:lnTo>
                    <a:pt x="984" y="8108"/>
                  </a:lnTo>
                  <a:lnTo>
                    <a:pt x="984" y="8108"/>
                  </a:lnTo>
                  <a:cubicBezTo>
                    <a:pt x="950" y="7364"/>
                    <a:pt x="866" y="6627"/>
                    <a:pt x="775" y="5899"/>
                  </a:cubicBezTo>
                  <a:cubicBezTo>
                    <a:pt x="684" y="5161"/>
                    <a:pt x="578" y="4430"/>
                    <a:pt x="428" y="3701"/>
                  </a:cubicBezTo>
                  <a:lnTo>
                    <a:pt x="428" y="3701"/>
                  </a:lnTo>
                  <a:lnTo>
                    <a:pt x="1785" y="3528"/>
                  </a:lnTo>
                  <a:cubicBezTo>
                    <a:pt x="1884" y="3519"/>
                    <a:pt x="1965" y="3420"/>
                    <a:pt x="1947" y="3312"/>
                  </a:cubicBezTo>
                  <a:lnTo>
                    <a:pt x="1935" y="3213"/>
                  </a:lnTo>
                  <a:lnTo>
                    <a:pt x="1935" y="3213"/>
                  </a:lnTo>
                  <a:cubicBezTo>
                    <a:pt x="3766" y="2952"/>
                    <a:pt x="5606" y="2700"/>
                    <a:pt x="7437" y="2464"/>
                  </a:cubicBezTo>
                  <a:cubicBezTo>
                    <a:pt x="9338" y="2221"/>
                    <a:pt x="11240" y="1987"/>
                    <a:pt x="13142" y="1752"/>
                  </a:cubicBezTo>
                  <a:lnTo>
                    <a:pt x="16000" y="1401"/>
                  </a:lnTo>
                  <a:lnTo>
                    <a:pt x="18848" y="1058"/>
                  </a:lnTo>
                  <a:lnTo>
                    <a:pt x="24554" y="382"/>
                  </a:lnTo>
                  <a:lnTo>
                    <a:pt x="24563" y="382"/>
                  </a:lnTo>
                  <a:cubicBezTo>
                    <a:pt x="24671" y="373"/>
                    <a:pt x="24743" y="274"/>
                    <a:pt x="24725" y="166"/>
                  </a:cubicBezTo>
                  <a:cubicBezTo>
                    <a:pt x="24717" y="69"/>
                    <a:pt x="24637" y="1"/>
                    <a:pt x="2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175"/>
            <p:cNvSpPr/>
            <p:nvPr/>
          </p:nvSpPr>
          <p:spPr>
            <a:xfrm>
              <a:off x="7753724" y="3601377"/>
              <a:ext cx="138152" cy="171960"/>
            </a:xfrm>
            <a:custGeom>
              <a:avLst/>
              <a:gdLst/>
              <a:ahLst/>
              <a:cxnLst/>
              <a:rect l="l" t="t" r="r" b="b"/>
              <a:pathLst>
                <a:path w="2840" h="3535" extrusionOk="0">
                  <a:moveTo>
                    <a:pt x="2624" y="1"/>
                  </a:moveTo>
                  <a:cubicBezTo>
                    <a:pt x="2587" y="1"/>
                    <a:pt x="2549" y="11"/>
                    <a:pt x="2515" y="31"/>
                  </a:cubicBezTo>
                  <a:lnTo>
                    <a:pt x="2065" y="329"/>
                  </a:lnTo>
                  <a:cubicBezTo>
                    <a:pt x="1920" y="428"/>
                    <a:pt x="1767" y="509"/>
                    <a:pt x="1623" y="626"/>
                  </a:cubicBezTo>
                  <a:cubicBezTo>
                    <a:pt x="1343" y="842"/>
                    <a:pt x="1064" y="1068"/>
                    <a:pt x="821" y="1338"/>
                  </a:cubicBezTo>
                  <a:cubicBezTo>
                    <a:pt x="577" y="1599"/>
                    <a:pt x="370" y="1897"/>
                    <a:pt x="217" y="2239"/>
                  </a:cubicBezTo>
                  <a:cubicBezTo>
                    <a:pt x="63" y="2582"/>
                    <a:pt x="0" y="2961"/>
                    <a:pt x="27" y="3339"/>
                  </a:cubicBezTo>
                  <a:lnTo>
                    <a:pt x="27" y="3348"/>
                  </a:lnTo>
                  <a:cubicBezTo>
                    <a:pt x="27" y="3357"/>
                    <a:pt x="27" y="3375"/>
                    <a:pt x="27" y="3384"/>
                  </a:cubicBezTo>
                  <a:cubicBezTo>
                    <a:pt x="51" y="3469"/>
                    <a:pt x="133" y="3534"/>
                    <a:pt x="224" y="3534"/>
                  </a:cubicBezTo>
                  <a:cubicBezTo>
                    <a:pt x="240" y="3534"/>
                    <a:pt x="255" y="3532"/>
                    <a:pt x="271" y="3528"/>
                  </a:cubicBezTo>
                  <a:cubicBezTo>
                    <a:pt x="370" y="3501"/>
                    <a:pt x="433" y="3393"/>
                    <a:pt x="415" y="3294"/>
                  </a:cubicBezTo>
                  <a:cubicBezTo>
                    <a:pt x="334" y="2979"/>
                    <a:pt x="361" y="2654"/>
                    <a:pt x="478" y="2348"/>
                  </a:cubicBezTo>
                  <a:cubicBezTo>
                    <a:pt x="595" y="2041"/>
                    <a:pt x="794" y="1762"/>
                    <a:pt x="1019" y="1518"/>
                  </a:cubicBezTo>
                  <a:cubicBezTo>
                    <a:pt x="1253" y="1275"/>
                    <a:pt x="1524" y="1059"/>
                    <a:pt x="1803" y="878"/>
                  </a:cubicBezTo>
                  <a:lnTo>
                    <a:pt x="1911" y="806"/>
                  </a:lnTo>
                  <a:lnTo>
                    <a:pt x="2019" y="743"/>
                  </a:lnTo>
                  <a:cubicBezTo>
                    <a:pt x="2092" y="698"/>
                    <a:pt x="2173" y="653"/>
                    <a:pt x="2245" y="617"/>
                  </a:cubicBezTo>
                  <a:cubicBezTo>
                    <a:pt x="2398" y="536"/>
                    <a:pt x="2542" y="455"/>
                    <a:pt x="2695" y="374"/>
                  </a:cubicBezTo>
                  <a:lnTo>
                    <a:pt x="2714" y="365"/>
                  </a:lnTo>
                  <a:cubicBezTo>
                    <a:pt x="2714" y="365"/>
                    <a:pt x="2723" y="365"/>
                    <a:pt x="2732" y="356"/>
                  </a:cubicBezTo>
                  <a:cubicBezTo>
                    <a:pt x="2822" y="301"/>
                    <a:pt x="2840" y="175"/>
                    <a:pt x="2786" y="85"/>
                  </a:cubicBezTo>
                  <a:cubicBezTo>
                    <a:pt x="2746" y="29"/>
                    <a:pt x="2686" y="1"/>
                    <a:pt x="2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175"/>
            <p:cNvSpPr/>
            <p:nvPr/>
          </p:nvSpPr>
          <p:spPr>
            <a:xfrm>
              <a:off x="8276797" y="3673322"/>
              <a:ext cx="127207" cy="161161"/>
            </a:xfrm>
            <a:custGeom>
              <a:avLst/>
              <a:gdLst/>
              <a:ahLst/>
              <a:cxnLst/>
              <a:rect l="l" t="t" r="r" b="b"/>
              <a:pathLst>
                <a:path w="2615" h="3313" extrusionOk="0">
                  <a:moveTo>
                    <a:pt x="2417" y="0"/>
                  </a:moveTo>
                  <a:cubicBezTo>
                    <a:pt x="2405" y="0"/>
                    <a:pt x="2393" y="1"/>
                    <a:pt x="2381" y="3"/>
                  </a:cubicBezTo>
                  <a:cubicBezTo>
                    <a:pt x="2272" y="30"/>
                    <a:pt x="2209" y="129"/>
                    <a:pt x="2227" y="238"/>
                  </a:cubicBezTo>
                  <a:cubicBezTo>
                    <a:pt x="2254" y="382"/>
                    <a:pt x="2272" y="526"/>
                    <a:pt x="2254" y="670"/>
                  </a:cubicBezTo>
                  <a:cubicBezTo>
                    <a:pt x="2245" y="815"/>
                    <a:pt x="2218" y="968"/>
                    <a:pt x="2155" y="1103"/>
                  </a:cubicBezTo>
                  <a:cubicBezTo>
                    <a:pt x="2056" y="1382"/>
                    <a:pt x="1876" y="1644"/>
                    <a:pt x="1668" y="1869"/>
                  </a:cubicBezTo>
                  <a:cubicBezTo>
                    <a:pt x="1461" y="2104"/>
                    <a:pt x="1218" y="2302"/>
                    <a:pt x="965" y="2473"/>
                  </a:cubicBezTo>
                  <a:cubicBezTo>
                    <a:pt x="830" y="2563"/>
                    <a:pt x="704" y="2653"/>
                    <a:pt x="569" y="2735"/>
                  </a:cubicBezTo>
                  <a:cubicBezTo>
                    <a:pt x="434" y="2807"/>
                    <a:pt x="298" y="2879"/>
                    <a:pt x="154" y="2942"/>
                  </a:cubicBezTo>
                  <a:cubicBezTo>
                    <a:pt x="145" y="2942"/>
                    <a:pt x="136" y="2951"/>
                    <a:pt x="127" y="2951"/>
                  </a:cubicBezTo>
                  <a:cubicBezTo>
                    <a:pt x="28" y="3005"/>
                    <a:pt x="1" y="3131"/>
                    <a:pt x="64" y="3221"/>
                  </a:cubicBezTo>
                  <a:cubicBezTo>
                    <a:pt x="99" y="3280"/>
                    <a:pt x="162" y="3312"/>
                    <a:pt x="226" y="3312"/>
                  </a:cubicBezTo>
                  <a:cubicBezTo>
                    <a:pt x="260" y="3312"/>
                    <a:pt x="294" y="3303"/>
                    <a:pt x="325" y="3284"/>
                  </a:cubicBezTo>
                  <a:lnTo>
                    <a:pt x="334" y="3284"/>
                  </a:lnTo>
                  <a:cubicBezTo>
                    <a:pt x="614" y="3104"/>
                    <a:pt x="875" y="2906"/>
                    <a:pt x="1128" y="2707"/>
                  </a:cubicBezTo>
                  <a:cubicBezTo>
                    <a:pt x="1389" y="2500"/>
                    <a:pt x="1632" y="2284"/>
                    <a:pt x="1849" y="2031"/>
                  </a:cubicBezTo>
                  <a:cubicBezTo>
                    <a:pt x="2065" y="1788"/>
                    <a:pt x="2263" y="1518"/>
                    <a:pt x="2399" y="1202"/>
                  </a:cubicBezTo>
                  <a:cubicBezTo>
                    <a:pt x="2543" y="896"/>
                    <a:pt x="2615" y="553"/>
                    <a:pt x="2615" y="193"/>
                  </a:cubicBezTo>
                  <a:cubicBezTo>
                    <a:pt x="2615" y="184"/>
                    <a:pt x="2615" y="166"/>
                    <a:pt x="2615" y="157"/>
                  </a:cubicBezTo>
                  <a:cubicBezTo>
                    <a:pt x="2591" y="61"/>
                    <a:pt x="2510" y="0"/>
                    <a:pt x="2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175"/>
            <p:cNvSpPr/>
            <p:nvPr/>
          </p:nvSpPr>
          <p:spPr>
            <a:xfrm>
              <a:off x="7126261" y="3708687"/>
              <a:ext cx="37311" cy="143746"/>
            </a:xfrm>
            <a:custGeom>
              <a:avLst/>
              <a:gdLst/>
              <a:ahLst/>
              <a:cxnLst/>
              <a:rect l="l" t="t" r="r" b="b"/>
              <a:pathLst>
                <a:path w="767" h="2955" extrusionOk="0">
                  <a:moveTo>
                    <a:pt x="226" y="1"/>
                  </a:moveTo>
                  <a:cubicBezTo>
                    <a:pt x="211" y="1"/>
                    <a:pt x="196" y="3"/>
                    <a:pt x="181" y="6"/>
                  </a:cubicBezTo>
                  <a:cubicBezTo>
                    <a:pt x="73" y="24"/>
                    <a:pt x="0" y="124"/>
                    <a:pt x="27" y="232"/>
                  </a:cubicBezTo>
                  <a:cubicBezTo>
                    <a:pt x="100" y="637"/>
                    <a:pt x="163" y="1052"/>
                    <a:pt x="217" y="1467"/>
                  </a:cubicBezTo>
                  <a:lnTo>
                    <a:pt x="307" y="2089"/>
                  </a:lnTo>
                  <a:cubicBezTo>
                    <a:pt x="325" y="2296"/>
                    <a:pt x="379" y="2494"/>
                    <a:pt x="334" y="2711"/>
                  </a:cubicBezTo>
                  <a:cubicBezTo>
                    <a:pt x="325" y="2756"/>
                    <a:pt x="334" y="2801"/>
                    <a:pt x="352" y="2837"/>
                  </a:cubicBezTo>
                  <a:cubicBezTo>
                    <a:pt x="384" y="2914"/>
                    <a:pt x="458" y="2955"/>
                    <a:pt x="534" y="2955"/>
                  </a:cubicBezTo>
                  <a:cubicBezTo>
                    <a:pt x="564" y="2955"/>
                    <a:pt x="594" y="2949"/>
                    <a:pt x="622" y="2936"/>
                  </a:cubicBezTo>
                  <a:cubicBezTo>
                    <a:pt x="722" y="2891"/>
                    <a:pt x="767" y="2765"/>
                    <a:pt x="722" y="2666"/>
                  </a:cubicBezTo>
                  <a:cubicBezTo>
                    <a:pt x="622" y="2467"/>
                    <a:pt x="622" y="2251"/>
                    <a:pt x="595" y="2053"/>
                  </a:cubicBezTo>
                  <a:lnTo>
                    <a:pt x="523" y="1431"/>
                  </a:lnTo>
                  <a:cubicBezTo>
                    <a:pt x="478" y="1016"/>
                    <a:pt x="433" y="601"/>
                    <a:pt x="406" y="178"/>
                  </a:cubicBezTo>
                  <a:cubicBezTo>
                    <a:pt x="406" y="178"/>
                    <a:pt x="406" y="169"/>
                    <a:pt x="406" y="160"/>
                  </a:cubicBezTo>
                  <a:cubicBezTo>
                    <a:pt x="391" y="67"/>
                    <a:pt x="316" y="1"/>
                    <a:pt x="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175"/>
            <p:cNvSpPr/>
            <p:nvPr/>
          </p:nvSpPr>
          <p:spPr>
            <a:xfrm>
              <a:off x="7753724" y="3752661"/>
              <a:ext cx="159215" cy="130125"/>
            </a:xfrm>
            <a:custGeom>
              <a:avLst/>
              <a:gdLst/>
              <a:ahLst/>
              <a:cxnLst/>
              <a:rect l="l" t="t" r="r" b="b"/>
              <a:pathLst>
                <a:path w="3273" h="2675" extrusionOk="0">
                  <a:moveTo>
                    <a:pt x="215" y="1"/>
                  </a:moveTo>
                  <a:cubicBezTo>
                    <a:pt x="203" y="1"/>
                    <a:pt x="192" y="2"/>
                    <a:pt x="181" y="4"/>
                  </a:cubicBezTo>
                  <a:cubicBezTo>
                    <a:pt x="72" y="31"/>
                    <a:pt x="0" y="130"/>
                    <a:pt x="27" y="238"/>
                  </a:cubicBezTo>
                  <a:cubicBezTo>
                    <a:pt x="99" y="581"/>
                    <a:pt x="253" y="905"/>
                    <a:pt x="460" y="1176"/>
                  </a:cubicBezTo>
                  <a:cubicBezTo>
                    <a:pt x="676" y="1446"/>
                    <a:pt x="938" y="1662"/>
                    <a:pt x="1208" y="1843"/>
                  </a:cubicBezTo>
                  <a:cubicBezTo>
                    <a:pt x="1488" y="2023"/>
                    <a:pt x="1776" y="2176"/>
                    <a:pt x="2083" y="2302"/>
                  </a:cubicBezTo>
                  <a:cubicBezTo>
                    <a:pt x="2371" y="2438"/>
                    <a:pt x="2677" y="2564"/>
                    <a:pt x="3002" y="2663"/>
                  </a:cubicBezTo>
                  <a:cubicBezTo>
                    <a:pt x="3011" y="2663"/>
                    <a:pt x="3020" y="2672"/>
                    <a:pt x="3029" y="2672"/>
                  </a:cubicBezTo>
                  <a:cubicBezTo>
                    <a:pt x="3039" y="2674"/>
                    <a:pt x="3049" y="2674"/>
                    <a:pt x="3059" y="2674"/>
                  </a:cubicBezTo>
                  <a:cubicBezTo>
                    <a:pt x="3155" y="2674"/>
                    <a:pt x="3238" y="2599"/>
                    <a:pt x="3254" y="2510"/>
                  </a:cubicBezTo>
                  <a:cubicBezTo>
                    <a:pt x="3272" y="2402"/>
                    <a:pt x="3191" y="2302"/>
                    <a:pt x="3092" y="2284"/>
                  </a:cubicBezTo>
                  <a:cubicBezTo>
                    <a:pt x="2939" y="2266"/>
                    <a:pt x="2786" y="2230"/>
                    <a:pt x="2641" y="2185"/>
                  </a:cubicBezTo>
                  <a:cubicBezTo>
                    <a:pt x="2488" y="2140"/>
                    <a:pt x="2335" y="2086"/>
                    <a:pt x="2191" y="2032"/>
                  </a:cubicBezTo>
                  <a:cubicBezTo>
                    <a:pt x="1902" y="1915"/>
                    <a:pt x="1623" y="1789"/>
                    <a:pt x="1361" y="1608"/>
                  </a:cubicBezTo>
                  <a:cubicBezTo>
                    <a:pt x="1118" y="1437"/>
                    <a:pt x="875" y="1239"/>
                    <a:pt x="712" y="986"/>
                  </a:cubicBezTo>
                  <a:cubicBezTo>
                    <a:pt x="622" y="869"/>
                    <a:pt x="559" y="734"/>
                    <a:pt x="505" y="599"/>
                  </a:cubicBezTo>
                  <a:cubicBezTo>
                    <a:pt x="451" y="464"/>
                    <a:pt x="424" y="319"/>
                    <a:pt x="415" y="175"/>
                  </a:cubicBezTo>
                  <a:lnTo>
                    <a:pt x="406" y="175"/>
                  </a:lnTo>
                  <a:cubicBezTo>
                    <a:pt x="406" y="166"/>
                    <a:pt x="406" y="166"/>
                    <a:pt x="406" y="157"/>
                  </a:cubicBezTo>
                  <a:cubicBezTo>
                    <a:pt x="390" y="61"/>
                    <a:pt x="303" y="1"/>
                    <a:pt x="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175"/>
            <p:cNvSpPr/>
            <p:nvPr/>
          </p:nvSpPr>
          <p:spPr>
            <a:xfrm>
              <a:off x="7140708" y="3828157"/>
              <a:ext cx="36046" cy="134163"/>
            </a:xfrm>
            <a:custGeom>
              <a:avLst/>
              <a:gdLst/>
              <a:ahLst/>
              <a:cxnLst/>
              <a:rect l="l" t="t" r="r" b="b"/>
              <a:pathLst>
                <a:path w="741" h="2758" extrusionOk="0">
                  <a:moveTo>
                    <a:pt x="230" y="0"/>
                  </a:moveTo>
                  <a:cubicBezTo>
                    <a:pt x="208" y="0"/>
                    <a:pt x="186" y="4"/>
                    <a:pt x="163" y="11"/>
                  </a:cubicBezTo>
                  <a:cubicBezTo>
                    <a:pt x="64" y="38"/>
                    <a:pt x="1" y="155"/>
                    <a:pt x="37" y="255"/>
                  </a:cubicBezTo>
                  <a:cubicBezTo>
                    <a:pt x="163" y="633"/>
                    <a:pt x="208" y="1021"/>
                    <a:pt x="253" y="1399"/>
                  </a:cubicBezTo>
                  <a:cubicBezTo>
                    <a:pt x="289" y="1787"/>
                    <a:pt x="325" y="2175"/>
                    <a:pt x="325" y="2562"/>
                  </a:cubicBezTo>
                  <a:cubicBezTo>
                    <a:pt x="325" y="2580"/>
                    <a:pt x="325" y="2598"/>
                    <a:pt x="334" y="2607"/>
                  </a:cubicBezTo>
                  <a:cubicBezTo>
                    <a:pt x="357" y="2698"/>
                    <a:pt x="431" y="2758"/>
                    <a:pt x="519" y="2758"/>
                  </a:cubicBezTo>
                  <a:cubicBezTo>
                    <a:pt x="535" y="2758"/>
                    <a:pt x="552" y="2756"/>
                    <a:pt x="569" y="2751"/>
                  </a:cubicBezTo>
                  <a:cubicBezTo>
                    <a:pt x="677" y="2724"/>
                    <a:pt x="740" y="2625"/>
                    <a:pt x="713" y="2517"/>
                  </a:cubicBezTo>
                  <a:cubicBezTo>
                    <a:pt x="623" y="2138"/>
                    <a:pt x="551" y="1760"/>
                    <a:pt x="497" y="1372"/>
                  </a:cubicBezTo>
                  <a:cubicBezTo>
                    <a:pt x="443" y="985"/>
                    <a:pt x="397" y="606"/>
                    <a:pt x="425" y="210"/>
                  </a:cubicBezTo>
                  <a:cubicBezTo>
                    <a:pt x="425" y="182"/>
                    <a:pt x="425" y="155"/>
                    <a:pt x="416" y="137"/>
                  </a:cubicBezTo>
                  <a:cubicBezTo>
                    <a:pt x="387" y="52"/>
                    <a:pt x="313" y="0"/>
                    <a:pt x="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14" name="Google Shape;5014;p175"/>
          <p:cNvGrpSpPr/>
          <p:nvPr/>
        </p:nvGrpSpPr>
        <p:grpSpPr>
          <a:xfrm rot="854098">
            <a:off x="7782856" y="510397"/>
            <a:ext cx="639528" cy="438002"/>
            <a:chOff x="5501450" y="2545600"/>
            <a:chExt cx="639525" cy="438000"/>
          </a:xfrm>
        </p:grpSpPr>
        <p:sp>
          <p:nvSpPr>
            <p:cNvPr id="5015" name="Google Shape;5015;p175"/>
            <p:cNvSpPr/>
            <p:nvPr/>
          </p:nvSpPr>
          <p:spPr>
            <a:xfrm>
              <a:off x="5501450" y="2545600"/>
              <a:ext cx="639525" cy="438000"/>
            </a:xfrm>
            <a:custGeom>
              <a:avLst/>
              <a:gdLst/>
              <a:ahLst/>
              <a:cxnLst/>
              <a:rect l="l" t="t" r="r" b="b"/>
              <a:pathLst>
                <a:path w="25581" h="17520" extrusionOk="0">
                  <a:moveTo>
                    <a:pt x="2054" y="916"/>
                  </a:moveTo>
                  <a:cubicBezTo>
                    <a:pt x="4249" y="1273"/>
                    <a:pt x="6534" y="1376"/>
                    <a:pt x="8837" y="1376"/>
                  </a:cubicBezTo>
                  <a:cubicBezTo>
                    <a:pt x="11993" y="1376"/>
                    <a:pt x="15185" y="1183"/>
                    <a:pt x="18229" y="1183"/>
                  </a:cubicBezTo>
                  <a:cubicBezTo>
                    <a:pt x="18767" y="1183"/>
                    <a:pt x="19366" y="1142"/>
                    <a:pt x="19969" y="1142"/>
                  </a:cubicBezTo>
                  <a:cubicBezTo>
                    <a:pt x="21476" y="1142"/>
                    <a:pt x="23008" y="1398"/>
                    <a:pt x="23668" y="3189"/>
                  </a:cubicBezTo>
                  <a:cubicBezTo>
                    <a:pt x="24139" y="4443"/>
                    <a:pt x="23998" y="6292"/>
                    <a:pt x="24045" y="7625"/>
                  </a:cubicBezTo>
                  <a:cubicBezTo>
                    <a:pt x="24154" y="10242"/>
                    <a:pt x="24076" y="12876"/>
                    <a:pt x="23904" y="15493"/>
                  </a:cubicBezTo>
                  <a:cubicBezTo>
                    <a:pt x="19549" y="16044"/>
                    <a:pt x="15184" y="16308"/>
                    <a:pt x="10802" y="16308"/>
                  </a:cubicBezTo>
                  <a:cubicBezTo>
                    <a:pt x="9570" y="16308"/>
                    <a:pt x="8336" y="16287"/>
                    <a:pt x="7101" y="16246"/>
                  </a:cubicBezTo>
                  <a:cubicBezTo>
                    <a:pt x="5141" y="16167"/>
                    <a:pt x="2398" y="16543"/>
                    <a:pt x="1505" y="14036"/>
                  </a:cubicBezTo>
                  <a:cubicBezTo>
                    <a:pt x="1066" y="12782"/>
                    <a:pt x="1270" y="10916"/>
                    <a:pt x="1207" y="9600"/>
                  </a:cubicBezTo>
                  <a:cubicBezTo>
                    <a:pt x="1160" y="8659"/>
                    <a:pt x="235" y="1700"/>
                    <a:pt x="2054" y="916"/>
                  </a:cubicBezTo>
                  <a:close/>
                  <a:moveTo>
                    <a:pt x="1928" y="0"/>
                  </a:moveTo>
                  <a:cubicBezTo>
                    <a:pt x="478" y="0"/>
                    <a:pt x="29" y="2119"/>
                    <a:pt x="16" y="3518"/>
                  </a:cubicBezTo>
                  <a:cubicBezTo>
                    <a:pt x="0" y="5869"/>
                    <a:pt x="204" y="8252"/>
                    <a:pt x="282" y="10603"/>
                  </a:cubicBezTo>
                  <a:cubicBezTo>
                    <a:pt x="345" y="12139"/>
                    <a:pt x="157" y="14098"/>
                    <a:pt x="1003" y="15462"/>
                  </a:cubicBezTo>
                  <a:cubicBezTo>
                    <a:pt x="2119" y="17247"/>
                    <a:pt x="4806" y="17520"/>
                    <a:pt x="7212" y="17520"/>
                  </a:cubicBezTo>
                  <a:cubicBezTo>
                    <a:pt x="8268" y="17520"/>
                    <a:pt x="9269" y="17467"/>
                    <a:pt x="10061" y="17467"/>
                  </a:cubicBezTo>
                  <a:cubicBezTo>
                    <a:pt x="10126" y="17467"/>
                    <a:pt x="10189" y="17468"/>
                    <a:pt x="10251" y="17468"/>
                  </a:cubicBezTo>
                  <a:cubicBezTo>
                    <a:pt x="10550" y="17471"/>
                    <a:pt x="10848" y="17473"/>
                    <a:pt x="11146" y="17473"/>
                  </a:cubicBezTo>
                  <a:cubicBezTo>
                    <a:pt x="15785" y="17473"/>
                    <a:pt x="20422" y="17132"/>
                    <a:pt x="25016" y="16528"/>
                  </a:cubicBezTo>
                  <a:cubicBezTo>
                    <a:pt x="25581" y="16449"/>
                    <a:pt x="25549" y="15791"/>
                    <a:pt x="25189" y="15509"/>
                  </a:cubicBezTo>
                  <a:cubicBezTo>
                    <a:pt x="25440" y="11857"/>
                    <a:pt x="25534" y="8126"/>
                    <a:pt x="25110" y="4490"/>
                  </a:cubicBezTo>
                  <a:cubicBezTo>
                    <a:pt x="24907" y="2766"/>
                    <a:pt x="24515" y="995"/>
                    <a:pt x="22728" y="305"/>
                  </a:cubicBezTo>
                  <a:cubicBezTo>
                    <a:pt x="22098" y="64"/>
                    <a:pt x="21403" y="15"/>
                    <a:pt x="20716" y="15"/>
                  </a:cubicBezTo>
                  <a:cubicBezTo>
                    <a:pt x="20240" y="15"/>
                    <a:pt x="19769" y="38"/>
                    <a:pt x="19327" y="38"/>
                  </a:cubicBezTo>
                  <a:cubicBezTo>
                    <a:pt x="17132" y="38"/>
                    <a:pt x="14954" y="70"/>
                    <a:pt x="12759" y="70"/>
                  </a:cubicBezTo>
                  <a:cubicBezTo>
                    <a:pt x="12545" y="72"/>
                    <a:pt x="12330" y="73"/>
                    <a:pt x="12115" y="73"/>
                  </a:cubicBezTo>
                  <a:cubicBezTo>
                    <a:pt x="10641" y="73"/>
                    <a:pt x="9140" y="30"/>
                    <a:pt x="7640" y="30"/>
                  </a:cubicBezTo>
                  <a:cubicBezTo>
                    <a:pt x="6052" y="30"/>
                    <a:pt x="4466" y="78"/>
                    <a:pt x="2916" y="274"/>
                  </a:cubicBezTo>
                  <a:cubicBezTo>
                    <a:pt x="2544" y="84"/>
                    <a:pt x="2216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175"/>
            <p:cNvSpPr/>
            <p:nvPr/>
          </p:nvSpPr>
          <p:spPr>
            <a:xfrm>
              <a:off x="5714775" y="2654925"/>
              <a:ext cx="280075" cy="257600"/>
            </a:xfrm>
            <a:custGeom>
              <a:avLst/>
              <a:gdLst/>
              <a:ahLst/>
              <a:cxnLst/>
              <a:rect l="l" t="t" r="r" b="b"/>
              <a:pathLst>
                <a:path w="11203" h="10304" extrusionOk="0">
                  <a:moveTo>
                    <a:pt x="652" y="289"/>
                  </a:moveTo>
                  <a:cubicBezTo>
                    <a:pt x="809" y="415"/>
                    <a:pt x="966" y="540"/>
                    <a:pt x="1138" y="650"/>
                  </a:cubicBezTo>
                  <a:cubicBezTo>
                    <a:pt x="1076" y="697"/>
                    <a:pt x="1044" y="775"/>
                    <a:pt x="1029" y="854"/>
                  </a:cubicBezTo>
                  <a:cubicBezTo>
                    <a:pt x="1029" y="1042"/>
                    <a:pt x="1044" y="1214"/>
                    <a:pt x="1044" y="1387"/>
                  </a:cubicBezTo>
                  <a:cubicBezTo>
                    <a:pt x="919" y="1449"/>
                    <a:pt x="825" y="1543"/>
                    <a:pt x="778" y="1669"/>
                  </a:cubicBezTo>
                  <a:cubicBezTo>
                    <a:pt x="746" y="1214"/>
                    <a:pt x="699" y="760"/>
                    <a:pt x="652" y="305"/>
                  </a:cubicBezTo>
                  <a:cubicBezTo>
                    <a:pt x="652" y="305"/>
                    <a:pt x="652" y="289"/>
                    <a:pt x="652" y="289"/>
                  </a:cubicBezTo>
                  <a:close/>
                  <a:moveTo>
                    <a:pt x="5778" y="4208"/>
                  </a:moveTo>
                  <a:lnTo>
                    <a:pt x="5778" y="4208"/>
                  </a:lnTo>
                  <a:cubicBezTo>
                    <a:pt x="6217" y="4333"/>
                    <a:pt x="6671" y="4443"/>
                    <a:pt x="7126" y="4521"/>
                  </a:cubicBezTo>
                  <a:cubicBezTo>
                    <a:pt x="7142" y="4537"/>
                    <a:pt x="7142" y="4537"/>
                    <a:pt x="7157" y="4553"/>
                  </a:cubicBezTo>
                  <a:cubicBezTo>
                    <a:pt x="6844" y="4725"/>
                    <a:pt x="6530" y="4913"/>
                    <a:pt x="6232" y="5101"/>
                  </a:cubicBezTo>
                  <a:cubicBezTo>
                    <a:pt x="6138" y="4804"/>
                    <a:pt x="5966" y="4490"/>
                    <a:pt x="5778" y="4208"/>
                  </a:cubicBezTo>
                  <a:close/>
                  <a:moveTo>
                    <a:pt x="840" y="2296"/>
                  </a:moveTo>
                  <a:lnTo>
                    <a:pt x="840" y="2296"/>
                  </a:lnTo>
                  <a:cubicBezTo>
                    <a:pt x="919" y="2672"/>
                    <a:pt x="1013" y="3032"/>
                    <a:pt x="1076" y="3393"/>
                  </a:cubicBezTo>
                  <a:cubicBezTo>
                    <a:pt x="1123" y="4694"/>
                    <a:pt x="1201" y="5995"/>
                    <a:pt x="1264" y="7280"/>
                  </a:cubicBezTo>
                  <a:cubicBezTo>
                    <a:pt x="1279" y="7500"/>
                    <a:pt x="1436" y="7641"/>
                    <a:pt x="1609" y="7688"/>
                  </a:cubicBezTo>
                  <a:cubicBezTo>
                    <a:pt x="1624" y="7923"/>
                    <a:pt x="1656" y="8142"/>
                    <a:pt x="1671" y="8377"/>
                  </a:cubicBezTo>
                  <a:cubicBezTo>
                    <a:pt x="1671" y="8503"/>
                    <a:pt x="1734" y="8612"/>
                    <a:pt x="1812" y="8706"/>
                  </a:cubicBezTo>
                  <a:cubicBezTo>
                    <a:pt x="1781" y="8753"/>
                    <a:pt x="1765" y="8801"/>
                    <a:pt x="1734" y="8848"/>
                  </a:cubicBezTo>
                  <a:cubicBezTo>
                    <a:pt x="1718" y="8910"/>
                    <a:pt x="1718" y="8957"/>
                    <a:pt x="1703" y="9004"/>
                  </a:cubicBezTo>
                  <a:cubicBezTo>
                    <a:pt x="1577" y="9130"/>
                    <a:pt x="1436" y="9239"/>
                    <a:pt x="1295" y="9365"/>
                  </a:cubicBezTo>
                  <a:cubicBezTo>
                    <a:pt x="1154" y="7014"/>
                    <a:pt x="1029" y="4647"/>
                    <a:pt x="840" y="2296"/>
                  </a:cubicBezTo>
                  <a:close/>
                  <a:moveTo>
                    <a:pt x="299" y="0"/>
                  </a:moveTo>
                  <a:cubicBezTo>
                    <a:pt x="146" y="0"/>
                    <a:pt x="0" y="102"/>
                    <a:pt x="10" y="305"/>
                  </a:cubicBezTo>
                  <a:cubicBezTo>
                    <a:pt x="88" y="3440"/>
                    <a:pt x="355" y="6575"/>
                    <a:pt x="574" y="9710"/>
                  </a:cubicBezTo>
                  <a:cubicBezTo>
                    <a:pt x="590" y="9866"/>
                    <a:pt x="684" y="9976"/>
                    <a:pt x="793" y="10023"/>
                  </a:cubicBezTo>
                  <a:cubicBezTo>
                    <a:pt x="841" y="10176"/>
                    <a:pt x="985" y="10303"/>
                    <a:pt x="1148" y="10303"/>
                  </a:cubicBezTo>
                  <a:cubicBezTo>
                    <a:pt x="1201" y="10303"/>
                    <a:pt x="1256" y="10289"/>
                    <a:pt x="1311" y="10258"/>
                  </a:cubicBezTo>
                  <a:cubicBezTo>
                    <a:pt x="1718" y="10070"/>
                    <a:pt x="2110" y="9851"/>
                    <a:pt x="2486" y="9647"/>
                  </a:cubicBezTo>
                  <a:cubicBezTo>
                    <a:pt x="2627" y="9631"/>
                    <a:pt x="2753" y="9569"/>
                    <a:pt x="2847" y="9475"/>
                  </a:cubicBezTo>
                  <a:cubicBezTo>
                    <a:pt x="2894" y="9427"/>
                    <a:pt x="2941" y="9396"/>
                    <a:pt x="2988" y="9349"/>
                  </a:cubicBezTo>
                  <a:cubicBezTo>
                    <a:pt x="5417" y="7938"/>
                    <a:pt x="7721" y="6199"/>
                    <a:pt x="10151" y="4819"/>
                  </a:cubicBezTo>
                  <a:cubicBezTo>
                    <a:pt x="10229" y="4757"/>
                    <a:pt x="10292" y="4694"/>
                    <a:pt x="10323" y="4615"/>
                  </a:cubicBezTo>
                  <a:cubicBezTo>
                    <a:pt x="10383" y="4639"/>
                    <a:pt x="10441" y="4649"/>
                    <a:pt x="10497" y="4649"/>
                  </a:cubicBezTo>
                  <a:cubicBezTo>
                    <a:pt x="10925" y="4649"/>
                    <a:pt x="11203" y="4024"/>
                    <a:pt x="10731" y="3816"/>
                  </a:cubicBezTo>
                  <a:cubicBezTo>
                    <a:pt x="9101" y="3032"/>
                    <a:pt x="7439" y="2296"/>
                    <a:pt x="5762" y="1606"/>
                  </a:cubicBezTo>
                  <a:cubicBezTo>
                    <a:pt x="4238" y="987"/>
                    <a:pt x="2525" y="34"/>
                    <a:pt x="860" y="34"/>
                  </a:cubicBezTo>
                  <a:cubicBezTo>
                    <a:pt x="796" y="34"/>
                    <a:pt x="732" y="36"/>
                    <a:pt x="668" y="39"/>
                  </a:cubicBezTo>
                  <a:cubicBezTo>
                    <a:pt x="621" y="39"/>
                    <a:pt x="590" y="70"/>
                    <a:pt x="558" y="117"/>
                  </a:cubicBezTo>
                  <a:cubicBezTo>
                    <a:pt x="492" y="39"/>
                    <a:pt x="394" y="0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4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4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4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5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4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1" name="Google Shape;5021;p176"/>
          <p:cNvGrpSpPr/>
          <p:nvPr/>
        </p:nvGrpSpPr>
        <p:grpSpPr>
          <a:xfrm rot="774224">
            <a:off x="6477530" y="1539326"/>
            <a:ext cx="1218442" cy="585343"/>
            <a:chOff x="4345425" y="2175475"/>
            <a:chExt cx="800750" cy="176025"/>
          </a:xfrm>
        </p:grpSpPr>
        <p:sp>
          <p:nvSpPr>
            <p:cNvPr id="5022" name="Google Shape;5022;p17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17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24" name="Google Shape;5024;p176"/>
          <p:cNvGrpSpPr/>
          <p:nvPr/>
        </p:nvGrpSpPr>
        <p:grpSpPr>
          <a:xfrm rot="774224">
            <a:off x="3962780" y="1539326"/>
            <a:ext cx="1218442" cy="585343"/>
            <a:chOff x="4345425" y="2175475"/>
            <a:chExt cx="800750" cy="176025"/>
          </a:xfrm>
        </p:grpSpPr>
        <p:sp>
          <p:nvSpPr>
            <p:cNvPr id="5025" name="Google Shape;5025;p17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17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27" name="Google Shape;5027;p176"/>
          <p:cNvGrpSpPr/>
          <p:nvPr/>
        </p:nvGrpSpPr>
        <p:grpSpPr>
          <a:xfrm rot="774224">
            <a:off x="1448030" y="1539326"/>
            <a:ext cx="1218442" cy="585343"/>
            <a:chOff x="4345425" y="2175475"/>
            <a:chExt cx="800750" cy="176025"/>
          </a:xfrm>
        </p:grpSpPr>
        <p:sp>
          <p:nvSpPr>
            <p:cNvPr id="5028" name="Google Shape;5028;p17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17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30" name="Google Shape;5030;p176"/>
          <p:cNvGrpSpPr/>
          <p:nvPr/>
        </p:nvGrpSpPr>
        <p:grpSpPr>
          <a:xfrm rot="767412">
            <a:off x="6098584" y="3015371"/>
            <a:ext cx="1604888" cy="616487"/>
            <a:chOff x="4345425" y="2175475"/>
            <a:chExt cx="800750" cy="176025"/>
          </a:xfrm>
        </p:grpSpPr>
        <p:sp>
          <p:nvSpPr>
            <p:cNvPr id="5031" name="Google Shape;5031;p17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17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33" name="Google Shape;5033;p176"/>
          <p:cNvGrpSpPr/>
          <p:nvPr/>
        </p:nvGrpSpPr>
        <p:grpSpPr>
          <a:xfrm rot="774224">
            <a:off x="1448029" y="3087363"/>
            <a:ext cx="1218442" cy="585343"/>
            <a:chOff x="4345425" y="2175475"/>
            <a:chExt cx="800750" cy="176025"/>
          </a:xfrm>
        </p:grpSpPr>
        <p:sp>
          <p:nvSpPr>
            <p:cNvPr id="5034" name="Google Shape;5034;p17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17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36" name="Google Shape;5036;p176"/>
          <p:cNvGrpSpPr/>
          <p:nvPr/>
        </p:nvGrpSpPr>
        <p:grpSpPr>
          <a:xfrm flipH="1">
            <a:off x="825191" y="964287"/>
            <a:ext cx="7472679" cy="176025"/>
            <a:chOff x="4345425" y="2175475"/>
            <a:chExt cx="800750" cy="176025"/>
          </a:xfrm>
        </p:grpSpPr>
        <p:sp>
          <p:nvSpPr>
            <p:cNvPr id="5037" name="Google Shape;5037;p17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17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39" name="Google Shape;5039;p176"/>
          <p:cNvSpPr txBox="1">
            <a:spLocks noGrp="1"/>
          </p:cNvSpPr>
          <p:nvPr>
            <p:ph type="subTitle" idx="1"/>
          </p:nvPr>
        </p:nvSpPr>
        <p:spPr>
          <a:xfrm>
            <a:off x="804150" y="3011140"/>
            <a:ext cx="2506200" cy="3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Division</a:t>
            </a:r>
            <a:endParaRPr sz="2600"/>
          </a:p>
        </p:txBody>
      </p:sp>
      <p:sp>
        <p:nvSpPr>
          <p:cNvPr id="5040" name="Google Shape;5040;p176"/>
          <p:cNvSpPr txBox="1">
            <a:spLocks noGrp="1"/>
          </p:cNvSpPr>
          <p:nvPr>
            <p:ph type="subTitle" idx="2"/>
          </p:nvPr>
        </p:nvSpPr>
        <p:spPr>
          <a:xfrm>
            <a:off x="5444800" y="2944150"/>
            <a:ext cx="3089400" cy="3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Exponential</a:t>
            </a:r>
            <a:endParaRPr sz="2600"/>
          </a:p>
        </p:txBody>
      </p:sp>
      <p:sp>
        <p:nvSpPr>
          <p:cNvPr id="5041" name="Google Shape;5041;p176"/>
          <p:cNvSpPr txBox="1">
            <a:spLocks noGrp="1"/>
          </p:cNvSpPr>
          <p:nvPr>
            <p:ph type="subTitle" idx="3"/>
          </p:nvPr>
        </p:nvSpPr>
        <p:spPr>
          <a:xfrm>
            <a:off x="804150" y="1497640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Addition</a:t>
            </a:r>
            <a:endParaRPr sz="2600"/>
          </a:p>
        </p:txBody>
      </p:sp>
      <p:sp>
        <p:nvSpPr>
          <p:cNvPr id="5042" name="Google Shape;5042;p176"/>
          <p:cNvSpPr txBox="1">
            <a:spLocks noGrp="1"/>
          </p:cNvSpPr>
          <p:nvPr>
            <p:ph type="subTitle" idx="4"/>
          </p:nvPr>
        </p:nvSpPr>
        <p:spPr>
          <a:xfrm>
            <a:off x="5833650" y="1497640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Multiplication</a:t>
            </a:r>
            <a:endParaRPr sz="2600"/>
          </a:p>
        </p:txBody>
      </p:sp>
      <p:sp>
        <p:nvSpPr>
          <p:cNvPr id="5043" name="Google Shape;5043;p176"/>
          <p:cNvSpPr txBox="1">
            <a:spLocks noGrp="1"/>
          </p:cNvSpPr>
          <p:nvPr>
            <p:ph type="subTitle" idx="6"/>
          </p:nvPr>
        </p:nvSpPr>
        <p:spPr>
          <a:xfrm>
            <a:off x="3318900" y="1497640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Subtraction</a:t>
            </a:r>
            <a:endParaRPr sz="2600"/>
          </a:p>
        </p:txBody>
      </p:sp>
      <p:sp>
        <p:nvSpPr>
          <p:cNvPr id="5044" name="Google Shape;5044;p17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Beginner Operators</a:t>
            </a:r>
            <a:endParaRPr/>
          </a:p>
        </p:txBody>
      </p:sp>
      <p:sp>
        <p:nvSpPr>
          <p:cNvPr id="5045" name="Google Shape;5045;p176"/>
          <p:cNvSpPr txBox="1">
            <a:spLocks noGrp="1"/>
          </p:cNvSpPr>
          <p:nvPr>
            <p:ph type="subTitle" idx="7"/>
          </p:nvPr>
        </p:nvSpPr>
        <p:spPr>
          <a:xfrm>
            <a:off x="804150" y="1904451"/>
            <a:ext cx="2506200" cy="7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Plus Symbol</a:t>
            </a:r>
            <a:endParaRPr sz="2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“ + ”</a:t>
            </a:r>
            <a:endParaRPr sz="2300"/>
          </a:p>
        </p:txBody>
      </p:sp>
      <p:sp>
        <p:nvSpPr>
          <p:cNvPr id="5046" name="Google Shape;5046;p176"/>
          <p:cNvSpPr txBox="1">
            <a:spLocks noGrp="1"/>
          </p:cNvSpPr>
          <p:nvPr>
            <p:ph type="subTitle" idx="8"/>
          </p:nvPr>
        </p:nvSpPr>
        <p:spPr>
          <a:xfrm>
            <a:off x="5833650" y="1904450"/>
            <a:ext cx="2506200" cy="6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Asterisk Symbol</a:t>
            </a:r>
            <a:endParaRPr sz="2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“ * ”</a:t>
            </a:r>
            <a:endParaRPr sz="2300"/>
          </a:p>
        </p:txBody>
      </p:sp>
      <p:sp>
        <p:nvSpPr>
          <p:cNvPr id="5047" name="Google Shape;5047;p176"/>
          <p:cNvSpPr txBox="1">
            <a:spLocks noGrp="1"/>
          </p:cNvSpPr>
          <p:nvPr>
            <p:ph type="subTitle" idx="9"/>
          </p:nvPr>
        </p:nvSpPr>
        <p:spPr>
          <a:xfrm>
            <a:off x="804150" y="3456740"/>
            <a:ext cx="250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Forward Slash </a:t>
            </a:r>
            <a:endParaRPr sz="2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“ / ”</a:t>
            </a:r>
            <a:endParaRPr sz="2300"/>
          </a:p>
        </p:txBody>
      </p:sp>
      <p:sp>
        <p:nvSpPr>
          <p:cNvPr id="5048" name="Google Shape;5048;p176"/>
          <p:cNvSpPr txBox="1">
            <a:spLocks noGrp="1"/>
          </p:cNvSpPr>
          <p:nvPr>
            <p:ph type="subTitle" idx="13"/>
          </p:nvPr>
        </p:nvSpPr>
        <p:spPr>
          <a:xfrm>
            <a:off x="5647450" y="3456750"/>
            <a:ext cx="2905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2 Asterisk Symbol </a:t>
            </a:r>
            <a:br>
              <a:rPr lang="en" sz="2300"/>
            </a:br>
            <a:r>
              <a:rPr lang="en" sz="2300"/>
              <a:t>“ ** ”</a:t>
            </a:r>
            <a:endParaRPr sz="2300"/>
          </a:p>
        </p:txBody>
      </p:sp>
      <p:sp>
        <p:nvSpPr>
          <p:cNvPr id="5049" name="Google Shape;5049;p176"/>
          <p:cNvSpPr txBox="1">
            <a:spLocks noGrp="1"/>
          </p:cNvSpPr>
          <p:nvPr>
            <p:ph type="subTitle" idx="14"/>
          </p:nvPr>
        </p:nvSpPr>
        <p:spPr>
          <a:xfrm>
            <a:off x="3318900" y="1904451"/>
            <a:ext cx="2506200" cy="8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Minus Symbol</a:t>
            </a:r>
            <a:endParaRPr sz="2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“ - ”</a:t>
            </a:r>
            <a:endParaRPr sz="2300"/>
          </a:p>
        </p:txBody>
      </p:sp>
      <p:grpSp>
        <p:nvGrpSpPr>
          <p:cNvPr id="5050" name="Google Shape;5050;p176"/>
          <p:cNvGrpSpPr/>
          <p:nvPr/>
        </p:nvGrpSpPr>
        <p:grpSpPr>
          <a:xfrm>
            <a:off x="3699215" y="4620928"/>
            <a:ext cx="1745583" cy="230173"/>
            <a:chOff x="1394800" y="3522000"/>
            <a:chExt cx="1048650" cy="138275"/>
          </a:xfrm>
        </p:grpSpPr>
        <p:sp>
          <p:nvSpPr>
            <p:cNvPr id="5051" name="Google Shape;5051;p176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176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176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176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176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176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176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176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176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4" name="Google Shape;5064;p177"/>
          <p:cNvPicPr preferRelativeResize="0"/>
          <p:nvPr/>
        </p:nvPicPr>
        <p:blipFill rotWithShape="1">
          <a:blip r:embed="rId3">
            <a:alphaModFix/>
          </a:blip>
          <a:srcRect l="6236" r="16864"/>
          <a:stretch/>
        </p:blipFill>
        <p:spPr>
          <a:xfrm>
            <a:off x="417587" y="1082500"/>
            <a:ext cx="8066325" cy="31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5065" name="Google Shape;5065;p177"/>
          <p:cNvSpPr txBox="1">
            <a:spLocks noGrp="1"/>
          </p:cNvSpPr>
          <p:nvPr>
            <p:ph type="title" idx="4"/>
          </p:nvPr>
        </p:nvSpPr>
        <p:spPr>
          <a:xfrm>
            <a:off x="720000" y="1034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 Example</a:t>
            </a:r>
            <a:endParaRPr/>
          </a:p>
        </p:txBody>
      </p:sp>
      <p:grpSp>
        <p:nvGrpSpPr>
          <p:cNvPr id="5066" name="Google Shape;5066;p177"/>
          <p:cNvGrpSpPr/>
          <p:nvPr/>
        </p:nvGrpSpPr>
        <p:grpSpPr>
          <a:xfrm>
            <a:off x="2198703" y="510675"/>
            <a:ext cx="4688712" cy="176025"/>
            <a:chOff x="4345425" y="2175475"/>
            <a:chExt cx="800750" cy="176025"/>
          </a:xfrm>
        </p:grpSpPr>
        <p:sp>
          <p:nvSpPr>
            <p:cNvPr id="5067" name="Google Shape;5067;p177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177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69" name="Google Shape;5069;p177"/>
          <p:cNvGrpSpPr/>
          <p:nvPr/>
        </p:nvGrpSpPr>
        <p:grpSpPr>
          <a:xfrm>
            <a:off x="-675780" y="504110"/>
            <a:ext cx="2433812" cy="320922"/>
            <a:chOff x="1394800" y="3522000"/>
            <a:chExt cx="1048650" cy="138275"/>
          </a:xfrm>
        </p:grpSpPr>
        <p:sp>
          <p:nvSpPr>
            <p:cNvPr id="5070" name="Google Shape;5070;p177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177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177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177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177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177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177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177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177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79" name="Google Shape;5079;p177"/>
          <p:cNvGrpSpPr/>
          <p:nvPr/>
        </p:nvGrpSpPr>
        <p:grpSpPr>
          <a:xfrm rot="-2482112">
            <a:off x="7947212" y="4481609"/>
            <a:ext cx="953582" cy="396167"/>
            <a:chOff x="-605225" y="2384875"/>
            <a:chExt cx="787975" cy="303650"/>
          </a:xfrm>
        </p:grpSpPr>
        <p:sp>
          <p:nvSpPr>
            <p:cNvPr id="5080" name="Google Shape;5080;p177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177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177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177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177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177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177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177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8" name="Google Shape;5088;p177"/>
          <p:cNvGrpSpPr/>
          <p:nvPr/>
        </p:nvGrpSpPr>
        <p:grpSpPr>
          <a:xfrm rot="1514788">
            <a:off x="6437695" y="4034101"/>
            <a:ext cx="1376274" cy="908487"/>
            <a:chOff x="5248525" y="821375"/>
            <a:chExt cx="1082824" cy="694544"/>
          </a:xfrm>
        </p:grpSpPr>
        <p:sp>
          <p:nvSpPr>
            <p:cNvPr id="5089" name="Google Shape;5089;p177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177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177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177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177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177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95" name="Google Shape;5095;p177"/>
          <p:cNvGrpSpPr/>
          <p:nvPr/>
        </p:nvGrpSpPr>
        <p:grpSpPr>
          <a:xfrm rot="5427294">
            <a:off x="4255254" y="434217"/>
            <a:ext cx="391007" cy="1284152"/>
            <a:chOff x="1276425" y="1928068"/>
            <a:chExt cx="378577" cy="1391130"/>
          </a:xfrm>
        </p:grpSpPr>
        <p:sp>
          <p:nvSpPr>
            <p:cNvPr id="5096" name="Google Shape;5096;p177"/>
            <p:cNvSpPr/>
            <p:nvPr/>
          </p:nvSpPr>
          <p:spPr>
            <a:xfrm>
              <a:off x="1282125" y="1942105"/>
              <a:ext cx="360053" cy="1366551"/>
            </a:xfrm>
            <a:custGeom>
              <a:avLst/>
              <a:gdLst/>
              <a:ahLst/>
              <a:cxnLst/>
              <a:rect l="l" t="t" r="r" b="b"/>
              <a:pathLst>
                <a:path w="6317" h="21906" extrusionOk="0">
                  <a:moveTo>
                    <a:pt x="6015" y="1"/>
                  </a:moveTo>
                  <a:cubicBezTo>
                    <a:pt x="4303" y="188"/>
                    <a:pt x="2548" y="354"/>
                    <a:pt x="830" y="354"/>
                  </a:cubicBezTo>
                  <a:cubicBezTo>
                    <a:pt x="712" y="354"/>
                    <a:pt x="594" y="353"/>
                    <a:pt x="477" y="352"/>
                  </a:cubicBezTo>
                  <a:lnTo>
                    <a:pt x="477" y="352"/>
                  </a:lnTo>
                  <a:cubicBezTo>
                    <a:pt x="602" y="7394"/>
                    <a:pt x="0" y="14437"/>
                    <a:pt x="151" y="21505"/>
                  </a:cubicBezTo>
                  <a:cubicBezTo>
                    <a:pt x="1078" y="21505"/>
                    <a:pt x="2005" y="21580"/>
                    <a:pt x="2908" y="21655"/>
                  </a:cubicBezTo>
                  <a:cubicBezTo>
                    <a:pt x="3810" y="21730"/>
                    <a:pt x="4762" y="21730"/>
                    <a:pt x="5639" y="21906"/>
                  </a:cubicBezTo>
                  <a:cubicBezTo>
                    <a:pt x="5840" y="18297"/>
                    <a:pt x="6015" y="14713"/>
                    <a:pt x="6066" y="11104"/>
                  </a:cubicBezTo>
                  <a:cubicBezTo>
                    <a:pt x="6091" y="9174"/>
                    <a:pt x="6091" y="7269"/>
                    <a:pt x="6091" y="5364"/>
                  </a:cubicBezTo>
                  <a:cubicBezTo>
                    <a:pt x="6091" y="4663"/>
                    <a:pt x="6066" y="3961"/>
                    <a:pt x="6066" y="3259"/>
                  </a:cubicBezTo>
                  <a:cubicBezTo>
                    <a:pt x="6066" y="2983"/>
                    <a:pt x="6316" y="452"/>
                    <a:pt x="6316" y="1"/>
                  </a:cubicBezTo>
                  <a:lnTo>
                    <a:pt x="6316" y="1"/>
                  </a:lnTo>
                  <a:cubicBezTo>
                    <a:pt x="6296" y="42"/>
                    <a:pt x="6259" y="83"/>
                    <a:pt x="6218" y="83"/>
                  </a:cubicBezTo>
                  <a:cubicBezTo>
                    <a:pt x="6209" y="83"/>
                    <a:pt x="6200" y="81"/>
                    <a:pt x="6191" y="76"/>
                  </a:cubicBezTo>
                  <a:cubicBezTo>
                    <a:pt x="6141" y="76"/>
                    <a:pt x="6116" y="76"/>
                    <a:pt x="6066" y="51"/>
                  </a:cubicBezTo>
                  <a:cubicBezTo>
                    <a:pt x="6040" y="51"/>
                    <a:pt x="6015" y="26"/>
                    <a:pt x="6015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177"/>
            <p:cNvSpPr/>
            <p:nvPr/>
          </p:nvSpPr>
          <p:spPr>
            <a:xfrm>
              <a:off x="1276425" y="1928068"/>
              <a:ext cx="378577" cy="1391130"/>
            </a:xfrm>
            <a:custGeom>
              <a:avLst/>
              <a:gdLst/>
              <a:ahLst/>
              <a:cxnLst/>
              <a:rect l="l" t="t" r="r" b="b"/>
              <a:pathLst>
                <a:path w="6642" h="22300" extrusionOk="0">
                  <a:moveTo>
                    <a:pt x="6248" y="58"/>
                  </a:moveTo>
                  <a:lnTo>
                    <a:pt x="6248" y="58"/>
                  </a:lnTo>
                  <a:cubicBezTo>
                    <a:pt x="6262" y="64"/>
                    <a:pt x="6270" y="73"/>
                    <a:pt x="6268" y="73"/>
                  </a:cubicBezTo>
                  <a:cubicBezTo>
                    <a:pt x="6266" y="73"/>
                    <a:pt x="6260" y="69"/>
                    <a:pt x="6248" y="58"/>
                  </a:cubicBezTo>
                  <a:close/>
                  <a:moveTo>
                    <a:pt x="6046" y="462"/>
                  </a:moveTo>
                  <a:cubicBezTo>
                    <a:pt x="6073" y="478"/>
                    <a:pt x="6105" y="493"/>
                    <a:pt x="6140" y="502"/>
                  </a:cubicBezTo>
                  <a:lnTo>
                    <a:pt x="6090" y="502"/>
                  </a:lnTo>
                  <a:lnTo>
                    <a:pt x="6173" y="518"/>
                  </a:lnTo>
                  <a:lnTo>
                    <a:pt x="6173" y="518"/>
                  </a:lnTo>
                  <a:cubicBezTo>
                    <a:pt x="6120" y="1295"/>
                    <a:pt x="6032" y="2124"/>
                    <a:pt x="5965" y="2933"/>
                  </a:cubicBezTo>
                  <a:lnTo>
                    <a:pt x="5940" y="3284"/>
                  </a:lnTo>
                  <a:lnTo>
                    <a:pt x="5940" y="3484"/>
                  </a:lnTo>
                  <a:lnTo>
                    <a:pt x="5940" y="3659"/>
                  </a:lnTo>
                  <a:lnTo>
                    <a:pt x="5940" y="4336"/>
                  </a:lnTo>
                  <a:lnTo>
                    <a:pt x="5940" y="5715"/>
                  </a:lnTo>
                  <a:cubicBezTo>
                    <a:pt x="5940" y="7519"/>
                    <a:pt x="5890" y="9349"/>
                    <a:pt x="5915" y="11178"/>
                  </a:cubicBezTo>
                  <a:lnTo>
                    <a:pt x="5739" y="16542"/>
                  </a:lnTo>
                  <a:lnTo>
                    <a:pt x="5614" y="21955"/>
                  </a:lnTo>
                  <a:cubicBezTo>
                    <a:pt x="5589" y="21930"/>
                    <a:pt x="5614" y="21905"/>
                    <a:pt x="5589" y="21905"/>
                  </a:cubicBezTo>
                  <a:lnTo>
                    <a:pt x="5439" y="21855"/>
                  </a:lnTo>
                  <a:lnTo>
                    <a:pt x="5088" y="21805"/>
                  </a:lnTo>
                  <a:cubicBezTo>
                    <a:pt x="4837" y="21780"/>
                    <a:pt x="4612" y="21755"/>
                    <a:pt x="4386" y="21755"/>
                  </a:cubicBezTo>
                  <a:lnTo>
                    <a:pt x="3008" y="21655"/>
                  </a:lnTo>
                  <a:lnTo>
                    <a:pt x="471" y="21516"/>
                  </a:lnTo>
                  <a:lnTo>
                    <a:pt x="471" y="21516"/>
                  </a:lnTo>
                  <a:cubicBezTo>
                    <a:pt x="428" y="19833"/>
                    <a:pt x="452" y="18149"/>
                    <a:pt x="476" y="16441"/>
                  </a:cubicBezTo>
                  <a:cubicBezTo>
                    <a:pt x="551" y="14687"/>
                    <a:pt x="426" y="12933"/>
                    <a:pt x="526" y="11153"/>
                  </a:cubicBezTo>
                  <a:lnTo>
                    <a:pt x="752" y="5865"/>
                  </a:lnTo>
                  <a:cubicBezTo>
                    <a:pt x="800" y="4185"/>
                    <a:pt x="825" y="2483"/>
                    <a:pt x="805" y="802"/>
                  </a:cubicBezTo>
                  <a:lnTo>
                    <a:pt x="805" y="802"/>
                  </a:lnTo>
                  <a:cubicBezTo>
                    <a:pt x="2552" y="790"/>
                    <a:pt x="4299" y="649"/>
                    <a:pt x="6046" y="462"/>
                  </a:cubicBezTo>
                  <a:close/>
                  <a:moveTo>
                    <a:pt x="6090" y="0"/>
                  </a:moveTo>
                  <a:cubicBezTo>
                    <a:pt x="4261" y="201"/>
                    <a:pt x="2406" y="376"/>
                    <a:pt x="577" y="376"/>
                  </a:cubicBezTo>
                  <a:cubicBezTo>
                    <a:pt x="451" y="376"/>
                    <a:pt x="376" y="451"/>
                    <a:pt x="376" y="577"/>
                  </a:cubicBezTo>
                  <a:cubicBezTo>
                    <a:pt x="401" y="2331"/>
                    <a:pt x="376" y="4111"/>
                    <a:pt x="351" y="5865"/>
                  </a:cubicBezTo>
                  <a:cubicBezTo>
                    <a:pt x="351" y="7619"/>
                    <a:pt x="301" y="9399"/>
                    <a:pt x="276" y="11153"/>
                  </a:cubicBezTo>
                  <a:cubicBezTo>
                    <a:pt x="251" y="12908"/>
                    <a:pt x="25" y="14662"/>
                    <a:pt x="50" y="16441"/>
                  </a:cubicBezTo>
                  <a:cubicBezTo>
                    <a:pt x="0" y="18196"/>
                    <a:pt x="0" y="19975"/>
                    <a:pt x="25" y="21730"/>
                  </a:cubicBezTo>
                  <a:cubicBezTo>
                    <a:pt x="25" y="21855"/>
                    <a:pt x="125" y="21955"/>
                    <a:pt x="251" y="21955"/>
                  </a:cubicBezTo>
                  <a:lnTo>
                    <a:pt x="2983" y="22106"/>
                  </a:lnTo>
                  <a:lnTo>
                    <a:pt x="4361" y="22181"/>
                  </a:lnTo>
                  <a:cubicBezTo>
                    <a:pt x="4587" y="22181"/>
                    <a:pt x="4812" y="22206"/>
                    <a:pt x="5038" y="22231"/>
                  </a:cubicBezTo>
                  <a:lnTo>
                    <a:pt x="5363" y="22256"/>
                  </a:lnTo>
                  <a:lnTo>
                    <a:pt x="5539" y="22281"/>
                  </a:lnTo>
                  <a:cubicBezTo>
                    <a:pt x="5589" y="22294"/>
                    <a:pt x="5645" y="22300"/>
                    <a:pt x="5702" y="22300"/>
                  </a:cubicBezTo>
                  <a:cubicBezTo>
                    <a:pt x="5758" y="22300"/>
                    <a:pt x="5815" y="22294"/>
                    <a:pt x="5865" y="22281"/>
                  </a:cubicBezTo>
                  <a:cubicBezTo>
                    <a:pt x="6065" y="18622"/>
                    <a:pt x="6266" y="14888"/>
                    <a:pt x="6416" y="11178"/>
                  </a:cubicBezTo>
                  <a:cubicBezTo>
                    <a:pt x="6441" y="9349"/>
                    <a:pt x="6416" y="7519"/>
                    <a:pt x="6441" y="5690"/>
                  </a:cubicBezTo>
                  <a:lnTo>
                    <a:pt x="6416" y="4336"/>
                  </a:lnTo>
                  <a:lnTo>
                    <a:pt x="6416" y="3634"/>
                  </a:lnTo>
                  <a:lnTo>
                    <a:pt x="6416" y="3484"/>
                  </a:lnTo>
                  <a:lnTo>
                    <a:pt x="6416" y="3334"/>
                  </a:lnTo>
                  <a:lnTo>
                    <a:pt x="6441" y="2983"/>
                  </a:lnTo>
                  <a:cubicBezTo>
                    <a:pt x="6514" y="2081"/>
                    <a:pt x="6611" y="1227"/>
                    <a:pt x="6639" y="306"/>
                  </a:cubicBezTo>
                  <a:lnTo>
                    <a:pt x="6639" y="306"/>
                  </a:lnTo>
                  <a:cubicBezTo>
                    <a:pt x="6640" y="304"/>
                    <a:pt x="6641" y="303"/>
                    <a:pt x="6642" y="301"/>
                  </a:cubicBezTo>
                  <a:lnTo>
                    <a:pt x="6640" y="301"/>
                  </a:lnTo>
                  <a:lnTo>
                    <a:pt x="6640" y="301"/>
                  </a:lnTo>
                  <a:cubicBezTo>
                    <a:pt x="6640" y="276"/>
                    <a:pt x="6641" y="251"/>
                    <a:pt x="6642" y="226"/>
                  </a:cubicBezTo>
                  <a:lnTo>
                    <a:pt x="6191" y="176"/>
                  </a:lnTo>
                  <a:cubicBezTo>
                    <a:pt x="6216" y="75"/>
                    <a:pt x="6266" y="75"/>
                    <a:pt x="6316" y="75"/>
                  </a:cubicBezTo>
                  <a:lnTo>
                    <a:pt x="6341" y="75"/>
                  </a:lnTo>
                  <a:lnTo>
                    <a:pt x="6241" y="50"/>
                  </a:lnTo>
                  <a:cubicBezTo>
                    <a:pt x="6216" y="25"/>
                    <a:pt x="6140" y="0"/>
                    <a:pt x="609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2" name="Google Shape;5102;p178"/>
          <p:cNvPicPr preferRelativeResize="0"/>
          <p:nvPr/>
        </p:nvPicPr>
        <p:blipFill rotWithShape="1">
          <a:blip r:embed="rId3">
            <a:alphaModFix/>
          </a:blip>
          <a:srcRect l="5820" r="4909"/>
          <a:stretch/>
        </p:blipFill>
        <p:spPr>
          <a:xfrm>
            <a:off x="133337" y="1409025"/>
            <a:ext cx="8877326" cy="29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5103" name="Google Shape;5103;p178"/>
          <p:cNvSpPr txBox="1">
            <a:spLocks noGrp="1"/>
          </p:cNvSpPr>
          <p:nvPr>
            <p:ph type="title" idx="4"/>
          </p:nvPr>
        </p:nvSpPr>
        <p:spPr>
          <a:xfrm>
            <a:off x="720000" y="1034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 Example: Answer</a:t>
            </a:r>
            <a:endParaRPr/>
          </a:p>
        </p:txBody>
      </p:sp>
      <p:grpSp>
        <p:nvGrpSpPr>
          <p:cNvPr id="5104" name="Google Shape;5104;p178"/>
          <p:cNvGrpSpPr/>
          <p:nvPr/>
        </p:nvGrpSpPr>
        <p:grpSpPr>
          <a:xfrm>
            <a:off x="2198703" y="510675"/>
            <a:ext cx="4688712" cy="176025"/>
            <a:chOff x="4345425" y="2175475"/>
            <a:chExt cx="800750" cy="176025"/>
          </a:xfrm>
        </p:grpSpPr>
        <p:sp>
          <p:nvSpPr>
            <p:cNvPr id="5105" name="Google Shape;5105;p178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178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07" name="Google Shape;5107;p178"/>
          <p:cNvGrpSpPr/>
          <p:nvPr/>
        </p:nvGrpSpPr>
        <p:grpSpPr>
          <a:xfrm>
            <a:off x="-675780" y="504110"/>
            <a:ext cx="2433812" cy="320922"/>
            <a:chOff x="1394800" y="3522000"/>
            <a:chExt cx="1048650" cy="138275"/>
          </a:xfrm>
        </p:grpSpPr>
        <p:sp>
          <p:nvSpPr>
            <p:cNvPr id="5108" name="Google Shape;5108;p178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178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178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178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178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178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178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178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178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7" name="Google Shape;5117;p178"/>
          <p:cNvGrpSpPr/>
          <p:nvPr/>
        </p:nvGrpSpPr>
        <p:grpSpPr>
          <a:xfrm rot="-2482112">
            <a:off x="7947212" y="4481609"/>
            <a:ext cx="953582" cy="396167"/>
            <a:chOff x="-605225" y="2384875"/>
            <a:chExt cx="787975" cy="303650"/>
          </a:xfrm>
        </p:grpSpPr>
        <p:sp>
          <p:nvSpPr>
            <p:cNvPr id="5118" name="Google Shape;5118;p178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178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178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178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178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178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178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178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26" name="Google Shape;5126;p178"/>
          <p:cNvGrpSpPr/>
          <p:nvPr/>
        </p:nvGrpSpPr>
        <p:grpSpPr>
          <a:xfrm rot="1514788">
            <a:off x="6437695" y="4034101"/>
            <a:ext cx="1376274" cy="908487"/>
            <a:chOff x="5248525" y="821375"/>
            <a:chExt cx="1082824" cy="694544"/>
          </a:xfrm>
        </p:grpSpPr>
        <p:sp>
          <p:nvSpPr>
            <p:cNvPr id="5127" name="Google Shape;5127;p178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178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178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178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178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178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3" name="Google Shape;5133;p178"/>
          <p:cNvGrpSpPr/>
          <p:nvPr/>
        </p:nvGrpSpPr>
        <p:grpSpPr>
          <a:xfrm rot="5427294">
            <a:off x="4376504" y="795017"/>
            <a:ext cx="391007" cy="1284152"/>
            <a:chOff x="1276425" y="1928068"/>
            <a:chExt cx="378577" cy="1391130"/>
          </a:xfrm>
        </p:grpSpPr>
        <p:sp>
          <p:nvSpPr>
            <p:cNvPr id="5134" name="Google Shape;5134;p178"/>
            <p:cNvSpPr/>
            <p:nvPr/>
          </p:nvSpPr>
          <p:spPr>
            <a:xfrm>
              <a:off x="1282125" y="1942105"/>
              <a:ext cx="360053" cy="1366551"/>
            </a:xfrm>
            <a:custGeom>
              <a:avLst/>
              <a:gdLst/>
              <a:ahLst/>
              <a:cxnLst/>
              <a:rect l="l" t="t" r="r" b="b"/>
              <a:pathLst>
                <a:path w="6317" h="21906" extrusionOk="0">
                  <a:moveTo>
                    <a:pt x="6015" y="1"/>
                  </a:moveTo>
                  <a:cubicBezTo>
                    <a:pt x="4303" y="188"/>
                    <a:pt x="2548" y="354"/>
                    <a:pt x="830" y="354"/>
                  </a:cubicBezTo>
                  <a:cubicBezTo>
                    <a:pt x="712" y="354"/>
                    <a:pt x="594" y="353"/>
                    <a:pt x="477" y="352"/>
                  </a:cubicBezTo>
                  <a:lnTo>
                    <a:pt x="477" y="352"/>
                  </a:lnTo>
                  <a:cubicBezTo>
                    <a:pt x="602" y="7394"/>
                    <a:pt x="0" y="14437"/>
                    <a:pt x="151" y="21505"/>
                  </a:cubicBezTo>
                  <a:cubicBezTo>
                    <a:pt x="1078" y="21505"/>
                    <a:pt x="2005" y="21580"/>
                    <a:pt x="2908" y="21655"/>
                  </a:cubicBezTo>
                  <a:cubicBezTo>
                    <a:pt x="3810" y="21730"/>
                    <a:pt x="4762" y="21730"/>
                    <a:pt x="5639" y="21906"/>
                  </a:cubicBezTo>
                  <a:cubicBezTo>
                    <a:pt x="5840" y="18297"/>
                    <a:pt x="6015" y="14713"/>
                    <a:pt x="6066" y="11104"/>
                  </a:cubicBezTo>
                  <a:cubicBezTo>
                    <a:pt x="6091" y="9174"/>
                    <a:pt x="6091" y="7269"/>
                    <a:pt x="6091" y="5364"/>
                  </a:cubicBezTo>
                  <a:cubicBezTo>
                    <a:pt x="6091" y="4663"/>
                    <a:pt x="6066" y="3961"/>
                    <a:pt x="6066" y="3259"/>
                  </a:cubicBezTo>
                  <a:cubicBezTo>
                    <a:pt x="6066" y="2983"/>
                    <a:pt x="6316" y="452"/>
                    <a:pt x="6316" y="1"/>
                  </a:cubicBezTo>
                  <a:lnTo>
                    <a:pt x="6316" y="1"/>
                  </a:lnTo>
                  <a:cubicBezTo>
                    <a:pt x="6296" y="42"/>
                    <a:pt x="6259" y="83"/>
                    <a:pt x="6218" y="83"/>
                  </a:cubicBezTo>
                  <a:cubicBezTo>
                    <a:pt x="6209" y="83"/>
                    <a:pt x="6200" y="81"/>
                    <a:pt x="6191" y="76"/>
                  </a:cubicBezTo>
                  <a:cubicBezTo>
                    <a:pt x="6141" y="76"/>
                    <a:pt x="6116" y="76"/>
                    <a:pt x="6066" y="51"/>
                  </a:cubicBezTo>
                  <a:cubicBezTo>
                    <a:pt x="6040" y="51"/>
                    <a:pt x="6015" y="26"/>
                    <a:pt x="6015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178"/>
            <p:cNvSpPr/>
            <p:nvPr/>
          </p:nvSpPr>
          <p:spPr>
            <a:xfrm>
              <a:off x="1276425" y="1928068"/>
              <a:ext cx="378577" cy="1391130"/>
            </a:xfrm>
            <a:custGeom>
              <a:avLst/>
              <a:gdLst/>
              <a:ahLst/>
              <a:cxnLst/>
              <a:rect l="l" t="t" r="r" b="b"/>
              <a:pathLst>
                <a:path w="6642" h="22300" extrusionOk="0">
                  <a:moveTo>
                    <a:pt x="6248" y="58"/>
                  </a:moveTo>
                  <a:lnTo>
                    <a:pt x="6248" y="58"/>
                  </a:lnTo>
                  <a:cubicBezTo>
                    <a:pt x="6262" y="64"/>
                    <a:pt x="6270" y="73"/>
                    <a:pt x="6268" y="73"/>
                  </a:cubicBezTo>
                  <a:cubicBezTo>
                    <a:pt x="6266" y="73"/>
                    <a:pt x="6260" y="69"/>
                    <a:pt x="6248" y="58"/>
                  </a:cubicBezTo>
                  <a:close/>
                  <a:moveTo>
                    <a:pt x="6046" y="462"/>
                  </a:moveTo>
                  <a:cubicBezTo>
                    <a:pt x="6073" y="478"/>
                    <a:pt x="6105" y="493"/>
                    <a:pt x="6140" y="502"/>
                  </a:cubicBezTo>
                  <a:lnTo>
                    <a:pt x="6090" y="502"/>
                  </a:lnTo>
                  <a:lnTo>
                    <a:pt x="6173" y="518"/>
                  </a:lnTo>
                  <a:lnTo>
                    <a:pt x="6173" y="518"/>
                  </a:lnTo>
                  <a:cubicBezTo>
                    <a:pt x="6120" y="1295"/>
                    <a:pt x="6032" y="2124"/>
                    <a:pt x="5965" y="2933"/>
                  </a:cubicBezTo>
                  <a:lnTo>
                    <a:pt x="5940" y="3284"/>
                  </a:lnTo>
                  <a:lnTo>
                    <a:pt x="5940" y="3484"/>
                  </a:lnTo>
                  <a:lnTo>
                    <a:pt x="5940" y="3659"/>
                  </a:lnTo>
                  <a:lnTo>
                    <a:pt x="5940" y="4336"/>
                  </a:lnTo>
                  <a:lnTo>
                    <a:pt x="5940" y="5715"/>
                  </a:lnTo>
                  <a:cubicBezTo>
                    <a:pt x="5940" y="7519"/>
                    <a:pt x="5890" y="9349"/>
                    <a:pt x="5915" y="11178"/>
                  </a:cubicBezTo>
                  <a:lnTo>
                    <a:pt x="5739" y="16542"/>
                  </a:lnTo>
                  <a:lnTo>
                    <a:pt x="5614" y="21955"/>
                  </a:lnTo>
                  <a:cubicBezTo>
                    <a:pt x="5589" y="21930"/>
                    <a:pt x="5614" y="21905"/>
                    <a:pt x="5589" y="21905"/>
                  </a:cubicBezTo>
                  <a:lnTo>
                    <a:pt x="5439" y="21855"/>
                  </a:lnTo>
                  <a:lnTo>
                    <a:pt x="5088" y="21805"/>
                  </a:lnTo>
                  <a:cubicBezTo>
                    <a:pt x="4837" y="21780"/>
                    <a:pt x="4612" y="21755"/>
                    <a:pt x="4386" y="21755"/>
                  </a:cubicBezTo>
                  <a:lnTo>
                    <a:pt x="3008" y="21655"/>
                  </a:lnTo>
                  <a:lnTo>
                    <a:pt x="471" y="21516"/>
                  </a:lnTo>
                  <a:lnTo>
                    <a:pt x="471" y="21516"/>
                  </a:lnTo>
                  <a:cubicBezTo>
                    <a:pt x="428" y="19833"/>
                    <a:pt x="452" y="18149"/>
                    <a:pt x="476" y="16441"/>
                  </a:cubicBezTo>
                  <a:cubicBezTo>
                    <a:pt x="551" y="14687"/>
                    <a:pt x="426" y="12933"/>
                    <a:pt x="526" y="11153"/>
                  </a:cubicBezTo>
                  <a:lnTo>
                    <a:pt x="752" y="5865"/>
                  </a:lnTo>
                  <a:cubicBezTo>
                    <a:pt x="800" y="4185"/>
                    <a:pt x="825" y="2483"/>
                    <a:pt x="805" y="802"/>
                  </a:cubicBezTo>
                  <a:lnTo>
                    <a:pt x="805" y="802"/>
                  </a:lnTo>
                  <a:cubicBezTo>
                    <a:pt x="2552" y="790"/>
                    <a:pt x="4299" y="649"/>
                    <a:pt x="6046" y="462"/>
                  </a:cubicBezTo>
                  <a:close/>
                  <a:moveTo>
                    <a:pt x="6090" y="0"/>
                  </a:moveTo>
                  <a:cubicBezTo>
                    <a:pt x="4261" y="201"/>
                    <a:pt x="2406" y="376"/>
                    <a:pt x="577" y="376"/>
                  </a:cubicBezTo>
                  <a:cubicBezTo>
                    <a:pt x="451" y="376"/>
                    <a:pt x="376" y="451"/>
                    <a:pt x="376" y="577"/>
                  </a:cubicBezTo>
                  <a:cubicBezTo>
                    <a:pt x="401" y="2331"/>
                    <a:pt x="376" y="4111"/>
                    <a:pt x="351" y="5865"/>
                  </a:cubicBezTo>
                  <a:cubicBezTo>
                    <a:pt x="351" y="7619"/>
                    <a:pt x="301" y="9399"/>
                    <a:pt x="276" y="11153"/>
                  </a:cubicBezTo>
                  <a:cubicBezTo>
                    <a:pt x="251" y="12908"/>
                    <a:pt x="25" y="14662"/>
                    <a:pt x="50" y="16441"/>
                  </a:cubicBezTo>
                  <a:cubicBezTo>
                    <a:pt x="0" y="18196"/>
                    <a:pt x="0" y="19975"/>
                    <a:pt x="25" y="21730"/>
                  </a:cubicBezTo>
                  <a:cubicBezTo>
                    <a:pt x="25" y="21855"/>
                    <a:pt x="125" y="21955"/>
                    <a:pt x="251" y="21955"/>
                  </a:cubicBezTo>
                  <a:lnTo>
                    <a:pt x="2983" y="22106"/>
                  </a:lnTo>
                  <a:lnTo>
                    <a:pt x="4361" y="22181"/>
                  </a:lnTo>
                  <a:cubicBezTo>
                    <a:pt x="4587" y="22181"/>
                    <a:pt x="4812" y="22206"/>
                    <a:pt x="5038" y="22231"/>
                  </a:cubicBezTo>
                  <a:lnTo>
                    <a:pt x="5363" y="22256"/>
                  </a:lnTo>
                  <a:lnTo>
                    <a:pt x="5539" y="22281"/>
                  </a:lnTo>
                  <a:cubicBezTo>
                    <a:pt x="5589" y="22294"/>
                    <a:pt x="5645" y="22300"/>
                    <a:pt x="5702" y="22300"/>
                  </a:cubicBezTo>
                  <a:cubicBezTo>
                    <a:pt x="5758" y="22300"/>
                    <a:pt x="5815" y="22294"/>
                    <a:pt x="5865" y="22281"/>
                  </a:cubicBezTo>
                  <a:cubicBezTo>
                    <a:pt x="6065" y="18622"/>
                    <a:pt x="6266" y="14888"/>
                    <a:pt x="6416" y="11178"/>
                  </a:cubicBezTo>
                  <a:cubicBezTo>
                    <a:pt x="6441" y="9349"/>
                    <a:pt x="6416" y="7519"/>
                    <a:pt x="6441" y="5690"/>
                  </a:cubicBezTo>
                  <a:lnTo>
                    <a:pt x="6416" y="4336"/>
                  </a:lnTo>
                  <a:lnTo>
                    <a:pt x="6416" y="3634"/>
                  </a:lnTo>
                  <a:lnTo>
                    <a:pt x="6416" y="3484"/>
                  </a:lnTo>
                  <a:lnTo>
                    <a:pt x="6416" y="3334"/>
                  </a:lnTo>
                  <a:lnTo>
                    <a:pt x="6441" y="2983"/>
                  </a:lnTo>
                  <a:cubicBezTo>
                    <a:pt x="6514" y="2081"/>
                    <a:pt x="6611" y="1227"/>
                    <a:pt x="6639" y="306"/>
                  </a:cubicBezTo>
                  <a:lnTo>
                    <a:pt x="6639" y="306"/>
                  </a:lnTo>
                  <a:cubicBezTo>
                    <a:pt x="6640" y="304"/>
                    <a:pt x="6641" y="303"/>
                    <a:pt x="6642" y="301"/>
                  </a:cubicBezTo>
                  <a:lnTo>
                    <a:pt x="6640" y="301"/>
                  </a:lnTo>
                  <a:lnTo>
                    <a:pt x="6640" y="301"/>
                  </a:lnTo>
                  <a:cubicBezTo>
                    <a:pt x="6640" y="276"/>
                    <a:pt x="6641" y="251"/>
                    <a:pt x="6642" y="226"/>
                  </a:cubicBezTo>
                  <a:lnTo>
                    <a:pt x="6191" y="176"/>
                  </a:lnTo>
                  <a:cubicBezTo>
                    <a:pt x="6216" y="75"/>
                    <a:pt x="6266" y="75"/>
                    <a:pt x="6316" y="75"/>
                  </a:cubicBezTo>
                  <a:lnTo>
                    <a:pt x="6341" y="75"/>
                  </a:lnTo>
                  <a:lnTo>
                    <a:pt x="6241" y="50"/>
                  </a:lnTo>
                  <a:cubicBezTo>
                    <a:pt x="6216" y="25"/>
                    <a:pt x="6140" y="0"/>
                    <a:pt x="609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0" name="Google Shape;5140;p179"/>
          <p:cNvPicPr preferRelativeResize="0"/>
          <p:nvPr/>
        </p:nvPicPr>
        <p:blipFill rotWithShape="1">
          <a:blip r:embed="rId3">
            <a:alphaModFix/>
          </a:blip>
          <a:srcRect l="6454" r="11119"/>
          <a:stretch/>
        </p:blipFill>
        <p:spPr>
          <a:xfrm>
            <a:off x="278575" y="1278375"/>
            <a:ext cx="8423949" cy="306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141" name="Google Shape;5141;p179"/>
          <p:cNvSpPr txBox="1">
            <a:spLocks noGrp="1"/>
          </p:cNvSpPr>
          <p:nvPr>
            <p:ph type="title" idx="4"/>
          </p:nvPr>
        </p:nvSpPr>
        <p:spPr>
          <a:xfrm>
            <a:off x="720000" y="1034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Subtraction Example:</a:t>
            </a:r>
            <a:endParaRPr/>
          </a:p>
        </p:txBody>
      </p:sp>
      <p:grpSp>
        <p:nvGrpSpPr>
          <p:cNvPr id="5142" name="Google Shape;5142;p179"/>
          <p:cNvGrpSpPr/>
          <p:nvPr/>
        </p:nvGrpSpPr>
        <p:grpSpPr>
          <a:xfrm>
            <a:off x="2198703" y="510675"/>
            <a:ext cx="4688712" cy="176025"/>
            <a:chOff x="4345425" y="2175475"/>
            <a:chExt cx="800750" cy="176025"/>
          </a:xfrm>
        </p:grpSpPr>
        <p:sp>
          <p:nvSpPr>
            <p:cNvPr id="5143" name="Google Shape;5143;p179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179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45" name="Google Shape;5145;p179"/>
          <p:cNvGrpSpPr/>
          <p:nvPr/>
        </p:nvGrpSpPr>
        <p:grpSpPr>
          <a:xfrm>
            <a:off x="-675780" y="504110"/>
            <a:ext cx="2433812" cy="320922"/>
            <a:chOff x="1394800" y="3522000"/>
            <a:chExt cx="1048650" cy="138275"/>
          </a:xfrm>
        </p:grpSpPr>
        <p:sp>
          <p:nvSpPr>
            <p:cNvPr id="5146" name="Google Shape;5146;p179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179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179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179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179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151;p179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152;p179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179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179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5" name="Google Shape;5155;p179"/>
          <p:cNvGrpSpPr/>
          <p:nvPr/>
        </p:nvGrpSpPr>
        <p:grpSpPr>
          <a:xfrm rot="-2482112">
            <a:off x="7947212" y="4481609"/>
            <a:ext cx="953582" cy="396167"/>
            <a:chOff x="-605225" y="2384875"/>
            <a:chExt cx="787975" cy="303650"/>
          </a:xfrm>
        </p:grpSpPr>
        <p:sp>
          <p:nvSpPr>
            <p:cNvPr id="5156" name="Google Shape;5156;p179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179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179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179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179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179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179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179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64" name="Google Shape;5164;p179"/>
          <p:cNvGrpSpPr/>
          <p:nvPr/>
        </p:nvGrpSpPr>
        <p:grpSpPr>
          <a:xfrm rot="1514788">
            <a:off x="6437695" y="4034101"/>
            <a:ext cx="1376274" cy="908487"/>
            <a:chOff x="5248525" y="821375"/>
            <a:chExt cx="1082824" cy="694544"/>
          </a:xfrm>
        </p:grpSpPr>
        <p:sp>
          <p:nvSpPr>
            <p:cNvPr id="5165" name="Google Shape;5165;p179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179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179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179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179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179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5" name="Google Shape;5175;p180"/>
          <p:cNvSpPr txBox="1">
            <a:spLocks noGrp="1"/>
          </p:cNvSpPr>
          <p:nvPr>
            <p:ph type="title" idx="4"/>
          </p:nvPr>
        </p:nvSpPr>
        <p:spPr>
          <a:xfrm>
            <a:off x="720000" y="1034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Subtraction Example: Answer</a:t>
            </a:r>
            <a:endParaRPr/>
          </a:p>
        </p:txBody>
      </p:sp>
      <p:grpSp>
        <p:nvGrpSpPr>
          <p:cNvPr id="5176" name="Google Shape;5176;p180"/>
          <p:cNvGrpSpPr/>
          <p:nvPr/>
        </p:nvGrpSpPr>
        <p:grpSpPr>
          <a:xfrm>
            <a:off x="2198703" y="510675"/>
            <a:ext cx="4688712" cy="176025"/>
            <a:chOff x="4345425" y="2175475"/>
            <a:chExt cx="800750" cy="176025"/>
          </a:xfrm>
        </p:grpSpPr>
        <p:sp>
          <p:nvSpPr>
            <p:cNvPr id="5177" name="Google Shape;5177;p180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180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9" name="Google Shape;5179;p180"/>
          <p:cNvGrpSpPr/>
          <p:nvPr/>
        </p:nvGrpSpPr>
        <p:grpSpPr>
          <a:xfrm>
            <a:off x="-675780" y="504110"/>
            <a:ext cx="2433812" cy="320922"/>
            <a:chOff x="1394800" y="3522000"/>
            <a:chExt cx="1048650" cy="138275"/>
          </a:xfrm>
        </p:grpSpPr>
        <p:sp>
          <p:nvSpPr>
            <p:cNvPr id="5180" name="Google Shape;5180;p180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180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180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180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180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180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180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180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180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89" name="Google Shape;5189;p180"/>
          <p:cNvGrpSpPr/>
          <p:nvPr/>
        </p:nvGrpSpPr>
        <p:grpSpPr>
          <a:xfrm rot="-2482112">
            <a:off x="7947212" y="4481609"/>
            <a:ext cx="953582" cy="396167"/>
            <a:chOff x="-605225" y="2384875"/>
            <a:chExt cx="787975" cy="303650"/>
          </a:xfrm>
        </p:grpSpPr>
        <p:sp>
          <p:nvSpPr>
            <p:cNvPr id="5190" name="Google Shape;5190;p180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180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180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180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180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180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180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180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98" name="Google Shape;5198;p180"/>
          <p:cNvGrpSpPr/>
          <p:nvPr/>
        </p:nvGrpSpPr>
        <p:grpSpPr>
          <a:xfrm>
            <a:off x="7192493" y="2185116"/>
            <a:ext cx="400080" cy="1094468"/>
            <a:chOff x="3443472" y="1907731"/>
            <a:chExt cx="454327" cy="1325503"/>
          </a:xfrm>
        </p:grpSpPr>
        <p:sp>
          <p:nvSpPr>
            <p:cNvPr id="5199" name="Google Shape;5199;p180"/>
            <p:cNvSpPr/>
            <p:nvPr/>
          </p:nvSpPr>
          <p:spPr>
            <a:xfrm>
              <a:off x="3456297" y="1920208"/>
              <a:ext cx="427196" cy="1302484"/>
            </a:xfrm>
            <a:custGeom>
              <a:avLst/>
              <a:gdLst/>
              <a:ahLst/>
              <a:cxnLst/>
              <a:rect l="l" t="t" r="r" b="b"/>
              <a:pathLst>
                <a:path w="7495" h="20879" extrusionOk="0">
                  <a:moveTo>
                    <a:pt x="1630" y="1"/>
                  </a:moveTo>
                  <a:cubicBezTo>
                    <a:pt x="1605" y="6768"/>
                    <a:pt x="828" y="13610"/>
                    <a:pt x="1" y="20352"/>
                  </a:cubicBezTo>
                  <a:cubicBezTo>
                    <a:pt x="1605" y="20427"/>
                    <a:pt x="3234" y="20628"/>
                    <a:pt x="4813" y="20878"/>
                  </a:cubicBezTo>
                  <a:cubicBezTo>
                    <a:pt x="5665" y="14187"/>
                    <a:pt x="6267" y="7470"/>
                    <a:pt x="7495" y="803"/>
                  </a:cubicBezTo>
                  <a:lnTo>
                    <a:pt x="7495" y="803"/>
                  </a:lnTo>
                  <a:cubicBezTo>
                    <a:pt x="7478" y="803"/>
                    <a:pt x="7461" y="814"/>
                    <a:pt x="7445" y="814"/>
                  </a:cubicBezTo>
                  <a:cubicBezTo>
                    <a:pt x="7436" y="814"/>
                    <a:pt x="7428" y="811"/>
                    <a:pt x="7419" y="803"/>
                  </a:cubicBezTo>
                  <a:cubicBezTo>
                    <a:pt x="6517" y="678"/>
                    <a:pt x="5665" y="402"/>
                    <a:pt x="4763" y="277"/>
                  </a:cubicBezTo>
                  <a:cubicBezTo>
                    <a:pt x="3735" y="126"/>
                    <a:pt x="2708" y="76"/>
                    <a:pt x="1680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180"/>
            <p:cNvSpPr/>
            <p:nvPr/>
          </p:nvSpPr>
          <p:spPr>
            <a:xfrm>
              <a:off x="3443472" y="1907731"/>
              <a:ext cx="454327" cy="1325503"/>
            </a:xfrm>
            <a:custGeom>
              <a:avLst/>
              <a:gdLst/>
              <a:ahLst/>
              <a:cxnLst/>
              <a:rect l="l" t="t" r="r" b="b"/>
              <a:pathLst>
                <a:path w="7971" h="21248" extrusionOk="0">
                  <a:moveTo>
                    <a:pt x="2077" y="442"/>
                  </a:moveTo>
                  <a:lnTo>
                    <a:pt x="3334" y="527"/>
                  </a:lnTo>
                  <a:cubicBezTo>
                    <a:pt x="3810" y="552"/>
                    <a:pt x="4311" y="602"/>
                    <a:pt x="4787" y="677"/>
                  </a:cubicBezTo>
                  <a:cubicBezTo>
                    <a:pt x="5264" y="727"/>
                    <a:pt x="5740" y="828"/>
                    <a:pt x="6216" y="953"/>
                  </a:cubicBezTo>
                  <a:lnTo>
                    <a:pt x="6943" y="1103"/>
                  </a:lnTo>
                  <a:lnTo>
                    <a:pt x="7319" y="1178"/>
                  </a:lnTo>
                  <a:lnTo>
                    <a:pt x="7452" y="1212"/>
                  </a:lnTo>
                  <a:lnTo>
                    <a:pt x="7452" y="1212"/>
                  </a:lnTo>
                  <a:cubicBezTo>
                    <a:pt x="7167" y="2790"/>
                    <a:pt x="6906" y="4389"/>
                    <a:pt x="6667" y="5965"/>
                  </a:cubicBezTo>
                  <a:cubicBezTo>
                    <a:pt x="6416" y="7645"/>
                    <a:pt x="6191" y="9324"/>
                    <a:pt x="5990" y="11003"/>
                  </a:cubicBezTo>
                  <a:lnTo>
                    <a:pt x="5414" y="16016"/>
                  </a:lnTo>
                  <a:lnTo>
                    <a:pt x="5138" y="18547"/>
                  </a:lnTo>
                  <a:lnTo>
                    <a:pt x="4988" y="19800"/>
                  </a:lnTo>
                  <a:cubicBezTo>
                    <a:pt x="4938" y="20151"/>
                    <a:pt x="4938" y="20527"/>
                    <a:pt x="4913" y="20903"/>
                  </a:cubicBezTo>
                  <a:cubicBezTo>
                    <a:pt x="4862" y="20878"/>
                    <a:pt x="4812" y="20828"/>
                    <a:pt x="4762" y="20828"/>
                  </a:cubicBezTo>
                  <a:lnTo>
                    <a:pt x="4461" y="20778"/>
                  </a:lnTo>
                  <a:lnTo>
                    <a:pt x="3860" y="20702"/>
                  </a:lnTo>
                  <a:lnTo>
                    <a:pt x="2657" y="20527"/>
                  </a:lnTo>
                  <a:cubicBezTo>
                    <a:pt x="1930" y="20436"/>
                    <a:pt x="1203" y="20386"/>
                    <a:pt x="458" y="20341"/>
                  </a:cubicBezTo>
                  <a:lnTo>
                    <a:pt x="458" y="20341"/>
                  </a:lnTo>
                  <a:cubicBezTo>
                    <a:pt x="670" y="18717"/>
                    <a:pt x="861" y="17115"/>
                    <a:pt x="1028" y="15489"/>
                  </a:cubicBezTo>
                  <a:cubicBezTo>
                    <a:pt x="1128" y="14662"/>
                    <a:pt x="1228" y="13810"/>
                    <a:pt x="1279" y="12958"/>
                  </a:cubicBezTo>
                  <a:cubicBezTo>
                    <a:pt x="1304" y="12106"/>
                    <a:pt x="1379" y="11254"/>
                    <a:pt x="1479" y="10402"/>
                  </a:cubicBezTo>
                  <a:cubicBezTo>
                    <a:pt x="1629" y="8722"/>
                    <a:pt x="1780" y="7018"/>
                    <a:pt x="1905" y="5314"/>
                  </a:cubicBezTo>
                  <a:cubicBezTo>
                    <a:pt x="2001" y="3690"/>
                    <a:pt x="2051" y="2066"/>
                    <a:pt x="2077" y="442"/>
                  </a:cubicBezTo>
                  <a:close/>
                  <a:moveTo>
                    <a:pt x="1855" y="0"/>
                  </a:moveTo>
                  <a:cubicBezTo>
                    <a:pt x="1755" y="0"/>
                    <a:pt x="1654" y="76"/>
                    <a:pt x="1654" y="201"/>
                  </a:cubicBezTo>
                  <a:cubicBezTo>
                    <a:pt x="1654" y="1905"/>
                    <a:pt x="1579" y="3610"/>
                    <a:pt x="1504" y="5289"/>
                  </a:cubicBezTo>
                  <a:cubicBezTo>
                    <a:pt x="1429" y="6993"/>
                    <a:pt x="1354" y="8697"/>
                    <a:pt x="1203" y="10376"/>
                  </a:cubicBezTo>
                  <a:cubicBezTo>
                    <a:pt x="1128" y="11229"/>
                    <a:pt x="1053" y="12081"/>
                    <a:pt x="903" y="12908"/>
                  </a:cubicBezTo>
                  <a:cubicBezTo>
                    <a:pt x="777" y="13760"/>
                    <a:pt x="702" y="14612"/>
                    <a:pt x="602" y="15439"/>
                  </a:cubicBezTo>
                  <a:cubicBezTo>
                    <a:pt x="426" y="17143"/>
                    <a:pt x="226" y="18823"/>
                    <a:pt x="0" y="20502"/>
                  </a:cubicBezTo>
                  <a:lnTo>
                    <a:pt x="0" y="20527"/>
                  </a:lnTo>
                  <a:cubicBezTo>
                    <a:pt x="0" y="20652"/>
                    <a:pt x="101" y="20752"/>
                    <a:pt x="201" y="20752"/>
                  </a:cubicBezTo>
                  <a:cubicBezTo>
                    <a:pt x="1003" y="20803"/>
                    <a:pt x="1805" y="20878"/>
                    <a:pt x="2607" y="20953"/>
                  </a:cubicBezTo>
                  <a:lnTo>
                    <a:pt x="3810" y="21103"/>
                  </a:lnTo>
                  <a:lnTo>
                    <a:pt x="4411" y="21179"/>
                  </a:lnTo>
                  <a:lnTo>
                    <a:pt x="4712" y="21229"/>
                  </a:lnTo>
                  <a:cubicBezTo>
                    <a:pt x="4787" y="21241"/>
                    <a:pt x="4862" y="21247"/>
                    <a:pt x="4938" y="21247"/>
                  </a:cubicBezTo>
                  <a:cubicBezTo>
                    <a:pt x="5013" y="21247"/>
                    <a:pt x="5088" y="21241"/>
                    <a:pt x="5163" y="21229"/>
                  </a:cubicBezTo>
                  <a:cubicBezTo>
                    <a:pt x="5238" y="20778"/>
                    <a:pt x="5339" y="20301"/>
                    <a:pt x="5389" y="19850"/>
                  </a:cubicBezTo>
                  <a:lnTo>
                    <a:pt x="5564" y="18597"/>
                  </a:lnTo>
                  <a:lnTo>
                    <a:pt x="5865" y="16066"/>
                  </a:lnTo>
                  <a:lnTo>
                    <a:pt x="6492" y="11053"/>
                  </a:lnTo>
                  <a:cubicBezTo>
                    <a:pt x="6717" y="9374"/>
                    <a:pt x="6918" y="7720"/>
                    <a:pt x="7143" y="6041"/>
                  </a:cubicBezTo>
                  <a:cubicBezTo>
                    <a:pt x="7394" y="4386"/>
                    <a:pt x="7644" y="2707"/>
                    <a:pt x="7945" y="1053"/>
                  </a:cubicBezTo>
                  <a:cubicBezTo>
                    <a:pt x="7970" y="1028"/>
                    <a:pt x="7970" y="1028"/>
                    <a:pt x="7970" y="1003"/>
                  </a:cubicBezTo>
                  <a:cubicBezTo>
                    <a:pt x="7945" y="878"/>
                    <a:pt x="7845" y="777"/>
                    <a:pt x="7720" y="777"/>
                  </a:cubicBezTo>
                  <a:lnTo>
                    <a:pt x="7594" y="777"/>
                  </a:lnTo>
                  <a:lnTo>
                    <a:pt x="7394" y="752"/>
                  </a:lnTo>
                  <a:lnTo>
                    <a:pt x="7043" y="677"/>
                  </a:lnTo>
                  <a:lnTo>
                    <a:pt x="6316" y="502"/>
                  </a:lnTo>
                  <a:cubicBezTo>
                    <a:pt x="5840" y="401"/>
                    <a:pt x="5339" y="301"/>
                    <a:pt x="4837" y="226"/>
                  </a:cubicBezTo>
                  <a:cubicBezTo>
                    <a:pt x="4361" y="176"/>
                    <a:pt x="3860" y="126"/>
                    <a:pt x="3359" y="76"/>
                  </a:cubicBezTo>
                  <a:lnTo>
                    <a:pt x="1855" y="0"/>
                  </a:ln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01" name="Google Shape;5201;p180"/>
          <p:cNvGrpSpPr/>
          <p:nvPr/>
        </p:nvGrpSpPr>
        <p:grpSpPr>
          <a:xfrm rot="27294">
            <a:off x="1605442" y="1663342"/>
            <a:ext cx="391007" cy="1284152"/>
            <a:chOff x="1276425" y="1928068"/>
            <a:chExt cx="378577" cy="1391130"/>
          </a:xfrm>
        </p:grpSpPr>
        <p:sp>
          <p:nvSpPr>
            <p:cNvPr id="5202" name="Google Shape;5202;p180"/>
            <p:cNvSpPr/>
            <p:nvPr/>
          </p:nvSpPr>
          <p:spPr>
            <a:xfrm>
              <a:off x="1282125" y="1942105"/>
              <a:ext cx="360053" cy="1366551"/>
            </a:xfrm>
            <a:custGeom>
              <a:avLst/>
              <a:gdLst/>
              <a:ahLst/>
              <a:cxnLst/>
              <a:rect l="l" t="t" r="r" b="b"/>
              <a:pathLst>
                <a:path w="6317" h="21906" extrusionOk="0">
                  <a:moveTo>
                    <a:pt x="6015" y="1"/>
                  </a:moveTo>
                  <a:cubicBezTo>
                    <a:pt x="4303" y="188"/>
                    <a:pt x="2548" y="354"/>
                    <a:pt x="830" y="354"/>
                  </a:cubicBezTo>
                  <a:cubicBezTo>
                    <a:pt x="712" y="354"/>
                    <a:pt x="594" y="353"/>
                    <a:pt x="477" y="352"/>
                  </a:cubicBezTo>
                  <a:lnTo>
                    <a:pt x="477" y="352"/>
                  </a:lnTo>
                  <a:cubicBezTo>
                    <a:pt x="602" y="7394"/>
                    <a:pt x="0" y="14437"/>
                    <a:pt x="151" y="21505"/>
                  </a:cubicBezTo>
                  <a:cubicBezTo>
                    <a:pt x="1078" y="21505"/>
                    <a:pt x="2005" y="21580"/>
                    <a:pt x="2908" y="21655"/>
                  </a:cubicBezTo>
                  <a:cubicBezTo>
                    <a:pt x="3810" y="21730"/>
                    <a:pt x="4762" y="21730"/>
                    <a:pt x="5639" y="21906"/>
                  </a:cubicBezTo>
                  <a:cubicBezTo>
                    <a:pt x="5840" y="18297"/>
                    <a:pt x="6015" y="14713"/>
                    <a:pt x="6066" y="11104"/>
                  </a:cubicBezTo>
                  <a:cubicBezTo>
                    <a:pt x="6091" y="9174"/>
                    <a:pt x="6091" y="7269"/>
                    <a:pt x="6091" y="5364"/>
                  </a:cubicBezTo>
                  <a:cubicBezTo>
                    <a:pt x="6091" y="4663"/>
                    <a:pt x="6066" y="3961"/>
                    <a:pt x="6066" y="3259"/>
                  </a:cubicBezTo>
                  <a:cubicBezTo>
                    <a:pt x="6066" y="2983"/>
                    <a:pt x="6316" y="452"/>
                    <a:pt x="6316" y="1"/>
                  </a:cubicBezTo>
                  <a:lnTo>
                    <a:pt x="6316" y="1"/>
                  </a:lnTo>
                  <a:cubicBezTo>
                    <a:pt x="6296" y="42"/>
                    <a:pt x="6259" y="83"/>
                    <a:pt x="6218" y="83"/>
                  </a:cubicBezTo>
                  <a:cubicBezTo>
                    <a:pt x="6209" y="83"/>
                    <a:pt x="6200" y="81"/>
                    <a:pt x="6191" y="76"/>
                  </a:cubicBezTo>
                  <a:cubicBezTo>
                    <a:pt x="6141" y="76"/>
                    <a:pt x="6116" y="76"/>
                    <a:pt x="6066" y="51"/>
                  </a:cubicBezTo>
                  <a:cubicBezTo>
                    <a:pt x="6040" y="51"/>
                    <a:pt x="6015" y="26"/>
                    <a:pt x="6015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180"/>
            <p:cNvSpPr/>
            <p:nvPr/>
          </p:nvSpPr>
          <p:spPr>
            <a:xfrm>
              <a:off x="1276425" y="1928068"/>
              <a:ext cx="378577" cy="1391130"/>
            </a:xfrm>
            <a:custGeom>
              <a:avLst/>
              <a:gdLst/>
              <a:ahLst/>
              <a:cxnLst/>
              <a:rect l="l" t="t" r="r" b="b"/>
              <a:pathLst>
                <a:path w="6642" h="22300" extrusionOk="0">
                  <a:moveTo>
                    <a:pt x="6248" y="58"/>
                  </a:moveTo>
                  <a:lnTo>
                    <a:pt x="6248" y="58"/>
                  </a:lnTo>
                  <a:cubicBezTo>
                    <a:pt x="6262" y="64"/>
                    <a:pt x="6270" y="73"/>
                    <a:pt x="6268" y="73"/>
                  </a:cubicBezTo>
                  <a:cubicBezTo>
                    <a:pt x="6266" y="73"/>
                    <a:pt x="6260" y="69"/>
                    <a:pt x="6248" y="58"/>
                  </a:cubicBezTo>
                  <a:close/>
                  <a:moveTo>
                    <a:pt x="6046" y="462"/>
                  </a:moveTo>
                  <a:cubicBezTo>
                    <a:pt x="6073" y="478"/>
                    <a:pt x="6105" y="493"/>
                    <a:pt x="6140" y="502"/>
                  </a:cubicBezTo>
                  <a:lnTo>
                    <a:pt x="6090" y="502"/>
                  </a:lnTo>
                  <a:lnTo>
                    <a:pt x="6173" y="518"/>
                  </a:lnTo>
                  <a:lnTo>
                    <a:pt x="6173" y="518"/>
                  </a:lnTo>
                  <a:cubicBezTo>
                    <a:pt x="6120" y="1295"/>
                    <a:pt x="6032" y="2124"/>
                    <a:pt x="5965" y="2933"/>
                  </a:cubicBezTo>
                  <a:lnTo>
                    <a:pt x="5940" y="3284"/>
                  </a:lnTo>
                  <a:lnTo>
                    <a:pt x="5940" y="3484"/>
                  </a:lnTo>
                  <a:lnTo>
                    <a:pt x="5940" y="3659"/>
                  </a:lnTo>
                  <a:lnTo>
                    <a:pt x="5940" y="4336"/>
                  </a:lnTo>
                  <a:lnTo>
                    <a:pt x="5940" y="5715"/>
                  </a:lnTo>
                  <a:cubicBezTo>
                    <a:pt x="5940" y="7519"/>
                    <a:pt x="5890" y="9349"/>
                    <a:pt x="5915" y="11178"/>
                  </a:cubicBezTo>
                  <a:lnTo>
                    <a:pt x="5739" y="16542"/>
                  </a:lnTo>
                  <a:lnTo>
                    <a:pt x="5614" y="21955"/>
                  </a:lnTo>
                  <a:cubicBezTo>
                    <a:pt x="5589" y="21930"/>
                    <a:pt x="5614" y="21905"/>
                    <a:pt x="5589" y="21905"/>
                  </a:cubicBezTo>
                  <a:lnTo>
                    <a:pt x="5439" y="21855"/>
                  </a:lnTo>
                  <a:lnTo>
                    <a:pt x="5088" y="21805"/>
                  </a:lnTo>
                  <a:cubicBezTo>
                    <a:pt x="4837" y="21780"/>
                    <a:pt x="4612" y="21755"/>
                    <a:pt x="4386" y="21755"/>
                  </a:cubicBezTo>
                  <a:lnTo>
                    <a:pt x="3008" y="21655"/>
                  </a:lnTo>
                  <a:lnTo>
                    <a:pt x="471" y="21516"/>
                  </a:lnTo>
                  <a:lnTo>
                    <a:pt x="471" y="21516"/>
                  </a:lnTo>
                  <a:cubicBezTo>
                    <a:pt x="428" y="19833"/>
                    <a:pt x="452" y="18149"/>
                    <a:pt x="476" y="16441"/>
                  </a:cubicBezTo>
                  <a:cubicBezTo>
                    <a:pt x="551" y="14687"/>
                    <a:pt x="426" y="12933"/>
                    <a:pt x="526" y="11153"/>
                  </a:cubicBezTo>
                  <a:lnTo>
                    <a:pt x="752" y="5865"/>
                  </a:lnTo>
                  <a:cubicBezTo>
                    <a:pt x="800" y="4185"/>
                    <a:pt x="825" y="2483"/>
                    <a:pt x="805" y="802"/>
                  </a:cubicBezTo>
                  <a:lnTo>
                    <a:pt x="805" y="802"/>
                  </a:lnTo>
                  <a:cubicBezTo>
                    <a:pt x="2552" y="790"/>
                    <a:pt x="4299" y="649"/>
                    <a:pt x="6046" y="462"/>
                  </a:cubicBezTo>
                  <a:close/>
                  <a:moveTo>
                    <a:pt x="6090" y="0"/>
                  </a:moveTo>
                  <a:cubicBezTo>
                    <a:pt x="4261" y="201"/>
                    <a:pt x="2406" y="376"/>
                    <a:pt x="577" y="376"/>
                  </a:cubicBezTo>
                  <a:cubicBezTo>
                    <a:pt x="451" y="376"/>
                    <a:pt x="376" y="451"/>
                    <a:pt x="376" y="577"/>
                  </a:cubicBezTo>
                  <a:cubicBezTo>
                    <a:pt x="401" y="2331"/>
                    <a:pt x="376" y="4111"/>
                    <a:pt x="351" y="5865"/>
                  </a:cubicBezTo>
                  <a:cubicBezTo>
                    <a:pt x="351" y="7619"/>
                    <a:pt x="301" y="9399"/>
                    <a:pt x="276" y="11153"/>
                  </a:cubicBezTo>
                  <a:cubicBezTo>
                    <a:pt x="251" y="12908"/>
                    <a:pt x="25" y="14662"/>
                    <a:pt x="50" y="16441"/>
                  </a:cubicBezTo>
                  <a:cubicBezTo>
                    <a:pt x="0" y="18196"/>
                    <a:pt x="0" y="19975"/>
                    <a:pt x="25" y="21730"/>
                  </a:cubicBezTo>
                  <a:cubicBezTo>
                    <a:pt x="25" y="21855"/>
                    <a:pt x="125" y="21955"/>
                    <a:pt x="251" y="21955"/>
                  </a:cubicBezTo>
                  <a:lnTo>
                    <a:pt x="2983" y="22106"/>
                  </a:lnTo>
                  <a:lnTo>
                    <a:pt x="4361" y="22181"/>
                  </a:lnTo>
                  <a:cubicBezTo>
                    <a:pt x="4587" y="22181"/>
                    <a:pt x="4812" y="22206"/>
                    <a:pt x="5038" y="22231"/>
                  </a:cubicBezTo>
                  <a:lnTo>
                    <a:pt x="5363" y="22256"/>
                  </a:lnTo>
                  <a:lnTo>
                    <a:pt x="5539" y="22281"/>
                  </a:lnTo>
                  <a:cubicBezTo>
                    <a:pt x="5589" y="22294"/>
                    <a:pt x="5645" y="22300"/>
                    <a:pt x="5702" y="22300"/>
                  </a:cubicBezTo>
                  <a:cubicBezTo>
                    <a:pt x="5758" y="22300"/>
                    <a:pt x="5815" y="22294"/>
                    <a:pt x="5865" y="22281"/>
                  </a:cubicBezTo>
                  <a:cubicBezTo>
                    <a:pt x="6065" y="18622"/>
                    <a:pt x="6266" y="14888"/>
                    <a:pt x="6416" y="11178"/>
                  </a:cubicBezTo>
                  <a:cubicBezTo>
                    <a:pt x="6441" y="9349"/>
                    <a:pt x="6416" y="7519"/>
                    <a:pt x="6441" y="5690"/>
                  </a:cubicBezTo>
                  <a:lnTo>
                    <a:pt x="6416" y="4336"/>
                  </a:lnTo>
                  <a:lnTo>
                    <a:pt x="6416" y="3634"/>
                  </a:lnTo>
                  <a:lnTo>
                    <a:pt x="6416" y="3484"/>
                  </a:lnTo>
                  <a:lnTo>
                    <a:pt x="6416" y="3334"/>
                  </a:lnTo>
                  <a:lnTo>
                    <a:pt x="6441" y="2983"/>
                  </a:lnTo>
                  <a:cubicBezTo>
                    <a:pt x="6514" y="2081"/>
                    <a:pt x="6611" y="1227"/>
                    <a:pt x="6639" y="306"/>
                  </a:cubicBezTo>
                  <a:lnTo>
                    <a:pt x="6639" y="306"/>
                  </a:lnTo>
                  <a:cubicBezTo>
                    <a:pt x="6640" y="304"/>
                    <a:pt x="6641" y="303"/>
                    <a:pt x="6642" y="301"/>
                  </a:cubicBezTo>
                  <a:lnTo>
                    <a:pt x="6640" y="301"/>
                  </a:lnTo>
                  <a:lnTo>
                    <a:pt x="6640" y="301"/>
                  </a:lnTo>
                  <a:cubicBezTo>
                    <a:pt x="6640" y="276"/>
                    <a:pt x="6641" y="251"/>
                    <a:pt x="6642" y="226"/>
                  </a:cubicBezTo>
                  <a:lnTo>
                    <a:pt x="6191" y="176"/>
                  </a:lnTo>
                  <a:cubicBezTo>
                    <a:pt x="6216" y="75"/>
                    <a:pt x="6266" y="75"/>
                    <a:pt x="6316" y="75"/>
                  </a:cubicBezTo>
                  <a:lnTo>
                    <a:pt x="6341" y="75"/>
                  </a:lnTo>
                  <a:lnTo>
                    <a:pt x="6241" y="50"/>
                  </a:lnTo>
                  <a:cubicBezTo>
                    <a:pt x="6216" y="25"/>
                    <a:pt x="6140" y="0"/>
                    <a:pt x="609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204" name="Google Shape;5204;p180"/>
          <p:cNvPicPr preferRelativeResize="0"/>
          <p:nvPr/>
        </p:nvPicPr>
        <p:blipFill rotWithShape="1">
          <a:blip r:embed="rId3">
            <a:alphaModFix/>
          </a:blip>
          <a:srcRect l="6733"/>
          <a:stretch/>
        </p:blipFill>
        <p:spPr>
          <a:xfrm>
            <a:off x="251113" y="1353950"/>
            <a:ext cx="8583899" cy="275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05" name="Google Shape;5205;p180"/>
          <p:cNvGrpSpPr/>
          <p:nvPr/>
        </p:nvGrpSpPr>
        <p:grpSpPr>
          <a:xfrm rot="1514788">
            <a:off x="6612895" y="3901376"/>
            <a:ext cx="1376274" cy="908487"/>
            <a:chOff x="5248525" y="821375"/>
            <a:chExt cx="1082824" cy="694544"/>
          </a:xfrm>
        </p:grpSpPr>
        <p:sp>
          <p:nvSpPr>
            <p:cNvPr id="5206" name="Google Shape;5206;p180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180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180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180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180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180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5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6" name="Google Shape;5216;p181"/>
          <p:cNvSpPr txBox="1">
            <a:spLocks noGrp="1"/>
          </p:cNvSpPr>
          <p:nvPr>
            <p:ph type="title" idx="4"/>
          </p:nvPr>
        </p:nvSpPr>
        <p:spPr>
          <a:xfrm>
            <a:off x="720000" y="1034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Multiplication Example:</a:t>
            </a:r>
            <a:endParaRPr/>
          </a:p>
        </p:txBody>
      </p:sp>
      <p:grpSp>
        <p:nvGrpSpPr>
          <p:cNvPr id="5217" name="Google Shape;5217;p181"/>
          <p:cNvGrpSpPr/>
          <p:nvPr/>
        </p:nvGrpSpPr>
        <p:grpSpPr>
          <a:xfrm>
            <a:off x="2198703" y="510675"/>
            <a:ext cx="4688712" cy="176025"/>
            <a:chOff x="4345425" y="2175475"/>
            <a:chExt cx="800750" cy="176025"/>
          </a:xfrm>
        </p:grpSpPr>
        <p:sp>
          <p:nvSpPr>
            <p:cNvPr id="5218" name="Google Shape;5218;p18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18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20" name="Google Shape;5220;p181"/>
          <p:cNvGrpSpPr/>
          <p:nvPr/>
        </p:nvGrpSpPr>
        <p:grpSpPr>
          <a:xfrm>
            <a:off x="-675780" y="504110"/>
            <a:ext cx="2433812" cy="320922"/>
            <a:chOff x="1394800" y="3522000"/>
            <a:chExt cx="1048650" cy="138275"/>
          </a:xfrm>
        </p:grpSpPr>
        <p:sp>
          <p:nvSpPr>
            <p:cNvPr id="5221" name="Google Shape;5221;p181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181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181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181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181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181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181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181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181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30" name="Google Shape;5230;p181"/>
          <p:cNvGrpSpPr/>
          <p:nvPr/>
        </p:nvGrpSpPr>
        <p:grpSpPr>
          <a:xfrm rot="-2482112">
            <a:off x="7947212" y="4481609"/>
            <a:ext cx="953582" cy="396167"/>
            <a:chOff x="-605225" y="2384875"/>
            <a:chExt cx="787975" cy="303650"/>
          </a:xfrm>
        </p:grpSpPr>
        <p:sp>
          <p:nvSpPr>
            <p:cNvPr id="5231" name="Google Shape;5231;p181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181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181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181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181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181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181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181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39" name="Google Shape;5239;p181"/>
          <p:cNvGrpSpPr/>
          <p:nvPr/>
        </p:nvGrpSpPr>
        <p:grpSpPr>
          <a:xfrm rot="1514788">
            <a:off x="6437695" y="4034101"/>
            <a:ext cx="1376274" cy="908487"/>
            <a:chOff x="5248525" y="821375"/>
            <a:chExt cx="1082824" cy="694544"/>
          </a:xfrm>
        </p:grpSpPr>
        <p:sp>
          <p:nvSpPr>
            <p:cNvPr id="5240" name="Google Shape;5240;p181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181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181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181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181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181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6" name="Google Shape;5246;p181"/>
          <p:cNvGrpSpPr/>
          <p:nvPr/>
        </p:nvGrpSpPr>
        <p:grpSpPr>
          <a:xfrm>
            <a:off x="7192493" y="2185116"/>
            <a:ext cx="400080" cy="1094468"/>
            <a:chOff x="3443472" y="1907731"/>
            <a:chExt cx="454327" cy="1325503"/>
          </a:xfrm>
        </p:grpSpPr>
        <p:sp>
          <p:nvSpPr>
            <p:cNvPr id="5247" name="Google Shape;5247;p181"/>
            <p:cNvSpPr/>
            <p:nvPr/>
          </p:nvSpPr>
          <p:spPr>
            <a:xfrm>
              <a:off x="3456297" y="1920208"/>
              <a:ext cx="427196" cy="1302484"/>
            </a:xfrm>
            <a:custGeom>
              <a:avLst/>
              <a:gdLst/>
              <a:ahLst/>
              <a:cxnLst/>
              <a:rect l="l" t="t" r="r" b="b"/>
              <a:pathLst>
                <a:path w="7495" h="20879" extrusionOk="0">
                  <a:moveTo>
                    <a:pt x="1630" y="1"/>
                  </a:moveTo>
                  <a:cubicBezTo>
                    <a:pt x="1605" y="6768"/>
                    <a:pt x="828" y="13610"/>
                    <a:pt x="1" y="20352"/>
                  </a:cubicBezTo>
                  <a:cubicBezTo>
                    <a:pt x="1605" y="20427"/>
                    <a:pt x="3234" y="20628"/>
                    <a:pt x="4813" y="20878"/>
                  </a:cubicBezTo>
                  <a:cubicBezTo>
                    <a:pt x="5665" y="14187"/>
                    <a:pt x="6267" y="7470"/>
                    <a:pt x="7495" y="803"/>
                  </a:cubicBezTo>
                  <a:lnTo>
                    <a:pt x="7495" y="803"/>
                  </a:lnTo>
                  <a:cubicBezTo>
                    <a:pt x="7478" y="803"/>
                    <a:pt x="7461" y="814"/>
                    <a:pt x="7445" y="814"/>
                  </a:cubicBezTo>
                  <a:cubicBezTo>
                    <a:pt x="7436" y="814"/>
                    <a:pt x="7428" y="811"/>
                    <a:pt x="7419" y="803"/>
                  </a:cubicBezTo>
                  <a:cubicBezTo>
                    <a:pt x="6517" y="678"/>
                    <a:pt x="5665" y="402"/>
                    <a:pt x="4763" y="277"/>
                  </a:cubicBezTo>
                  <a:cubicBezTo>
                    <a:pt x="3735" y="126"/>
                    <a:pt x="2708" y="76"/>
                    <a:pt x="1680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181"/>
            <p:cNvSpPr/>
            <p:nvPr/>
          </p:nvSpPr>
          <p:spPr>
            <a:xfrm>
              <a:off x="3443472" y="1907731"/>
              <a:ext cx="454327" cy="1325503"/>
            </a:xfrm>
            <a:custGeom>
              <a:avLst/>
              <a:gdLst/>
              <a:ahLst/>
              <a:cxnLst/>
              <a:rect l="l" t="t" r="r" b="b"/>
              <a:pathLst>
                <a:path w="7971" h="21248" extrusionOk="0">
                  <a:moveTo>
                    <a:pt x="2077" y="442"/>
                  </a:moveTo>
                  <a:lnTo>
                    <a:pt x="3334" y="527"/>
                  </a:lnTo>
                  <a:cubicBezTo>
                    <a:pt x="3810" y="552"/>
                    <a:pt x="4311" y="602"/>
                    <a:pt x="4787" y="677"/>
                  </a:cubicBezTo>
                  <a:cubicBezTo>
                    <a:pt x="5264" y="727"/>
                    <a:pt x="5740" y="828"/>
                    <a:pt x="6216" y="953"/>
                  </a:cubicBezTo>
                  <a:lnTo>
                    <a:pt x="6943" y="1103"/>
                  </a:lnTo>
                  <a:lnTo>
                    <a:pt x="7319" y="1178"/>
                  </a:lnTo>
                  <a:lnTo>
                    <a:pt x="7452" y="1212"/>
                  </a:lnTo>
                  <a:lnTo>
                    <a:pt x="7452" y="1212"/>
                  </a:lnTo>
                  <a:cubicBezTo>
                    <a:pt x="7167" y="2790"/>
                    <a:pt x="6906" y="4389"/>
                    <a:pt x="6667" y="5965"/>
                  </a:cubicBezTo>
                  <a:cubicBezTo>
                    <a:pt x="6416" y="7645"/>
                    <a:pt x="6191" y="9324"/>
                    <a:pt x="5990" y="11003"/>
                  </a:cubicBezTo>
                  <a:lnTo>
                    <a:pt x="5414" y="16016"/>
                  </a:lnTo>
                  <a:lnTo>
                    <a:pt x="5138" y="18547"/>
                  </a:lnTo>
                  <a:lnTo>
                    <a:pt x="4988" y="19800"/>
                  </a:lnTo>
                  <a:cubicBezTo>
                    <a:pt x="4938" y="20151"/>
                    <a:pt x="4938" y="20527"/>
                    <a:pt x="4913" y="20903"/>
                  </a:cubicBezTo>
                  <a:cubicBezTo>
                    <a:pt x="4862" y="20878"/>
                    <a:pt x="4812" y="20828"/>
                    <a:pt x="4762" y="20828"/>
                  </a:cubicBezTo>
                  <a:lnTo>
                    <a:pt x="4461" y="20778"/>
                  </a:lnTo>
                  <a:lnTo>
                    <a:pt x="3860" y="20702"/>
                  </a:lnTo>
                  <a:lnTo>
                    <a:pt x="2657" y="20527"/>
                  </a:lnTo>
                  <a:cubicBezTo>
                    <a:pt x="1930" y="20436"/>
                    <a:pt x="1203" y="20386"/>
                    <a:pt x="458" y="20341"/>
                  </a:cubicBezTo>
                  <a:lnTo>
                    <a:pt x="458" y="20341"/>
                  </a:lnTo>
                  <a:cubicBezTo>
                    <a:pt x="670" y="18717"/>
                    <a:pt x="861" y="17115"/>
                    <a:pt x="1028" y="15489"/>
                  </a:cubicBezTo>
                  <a:cubicBezTo>
                    <a:pt x="1128" y="14662"/>
                    <a:pt x="1228" y="13810"/>
                    <a:pt x="1279" y="12958"/>
                  </a:cubicBezTo>
                  <a:cubicBezTo>
                    <a:pt x="1304" y="12106"/>
                    <a:pt x="1379" y="11254"/>
                    <a:pt x="1479" y="10402"/>
                  </a:cubicBezTo>
                  <a:cubicBezTo>
                    <a:pt x="1629" y="8722"/>
                    <a:pt x="1780" y="7018"/>
                    <a:pt x="1905" y="5314"/>
                  </a:cubicBezTo>
                  <a:cubicBezTo>
                    <a:pt x="2001" y="3690"/>
                    <a:pt x="2051" y="2066"/>
                    <a:pt x="2077" y="442"/>
                  </a:cubicBezTo>
                  <a:close/>
                  <a:moveTo>
                    <a:pt x="1855" y="0"/>
                  </a:moveTo>
                  <a:cubicBezTo>
                    <a:pt x="1755" y="0"/>
                    <a:pt x="1654" y="76"/>
                    <a:pt x="1654" y="201"/>
                  </a:cubicBezTo>
                  <a:cubicBezTo>
                    <a:pt x="1654" y="1905"/>
                    <a:pt x="1579" y="3610"/>
                    <a:pt x="1504" y="5289"/>
                  </a:cubicBezTo>
                  <a:cubicBezTo>
                    <a:pt x="1429" y="6993"/>
                    <a:pt x="1354" y="8697"/>
                    <a:pt x="1203" y="10376"/>
                  </a:cubicBezTo>
                  <a:cubicBezTo>
                    <a:pt x="1128" y="11229"/>
                    <a:pt x="1053" y="12081"/>
                    <a:pt x="903" y="12908"/>
                  </a:cubicBezTo>
                  <a:cubicBezTo>
                    <a:pt x="777" y="13760"/>
                    <a:pt x="702" y="14612"/>
                    <a:pt x="602" y="15439"/>
                  </a:cubicBezTo>
                  <a:cubicBezTo>
                    <a:pt x="426" y="17143"/>
                    <a:pt x="226" y="18823"/>
                    <a:pt x="0" y="20502"/>
                  </a:cubicBezTo>
                  <a:lnTo>
                    <a:pt x="0" y="20527"/>
                  </a:lnTo>
                  <a:cubicBezTo>
                    <a:pt x="0" y="20652"/>
                    <a:pt x="101" y="20752"/>
                    <a:pt x="201" y="20752"/>
                  </a:cubicBezTo>
                  <a:cubicBezTo>
                    <a:pt x="1003" y="20803"/>
                    <a:pt x="1805" y="20878"/>
                    <a:pt x="2607" y="20953"/>
                  </a:cubicBezTo>
                  <a:lnTo>
                    <a:pt x="3810" y="21103"/>
                  </a:lnTo>
                  <a:lnTo>
                    <a:pt x="4411" y="21179"/>
                  </a:lnTo>
                  <a:lnTo>
                    <a:pt x="4712" y="21229"/>
                  </a:lnTo>
                  <a:cubicBezTo>
                    <a:pt x="4787" y="21241"/>
                    <a:pt x="4862" y="21247"/>
                    <a:pt x="4938" y="21247"/>
                  </a:cubicBezTo>
                  <a:cubicBezTo>
                    <a:pt x="5013" y="21247"/>
                    <a:pt x="5088" y="21241"/>
                    <a:pt x="5163" y="21229"/>
                  </a:cubicBezTo>
                  <a:cubicBezTo>
                    <a:pt x="5238" y="20778"/>
                    <a:pt x="5339" y="20301"/>
                    <a:pt x="5389" y="19850"/>
                  </a:cubicBezTo>
                  <a:lnTo>
                    <a:pt x="5564" y="18597"/>
                  </a:lnTo>
                  <a:lnTo>
                    <a:pt x="5865" y="16066"/>
                  </a:lnTo>
                  <a:lnTo>
                    <a:pt x="6492" y="11053"/>
                  </a:lnTo>
                  <a:cubicBezTo>
                    <a:pt x="6717" y="9374"/>
                    <a:pt x="6918" y="7720"/>
                    <a:pt x="7143" y="6041"/>
                  </a:cubicBezTo>
                  <a:cubicBezTo>
                    <a:pt x="7394" y="4386"/>
                    <a:pt x="7644" y="2707"/>
                    <a:pt x="7945" y="1053"/>
                  </a:cubicBezTo>
                  <a:cubicBezTo>
                    <a:pt x="7970" y="1028"/>
                    <a:pt x="7970" y="1028"/>
                    <a:pt x="7970" y="1003"/>
                  </a:cubicBezTo>
                  <a:cubicBezTo>
                    <a:pt x="7945" y="878"/>
                    <a:pt x="7845" y="777"/>
                    <a:pt x="7720" y="777"/>
                  </a:cubicBezTo>
                  <a:lnTo>
                    <a:pt x="7594" y="777"/>
                  </a:lnTo>
                  <a:lnTo>
                    <a:pt x="7394" y="752"/>
                  </a:lnTo>
                  <a:lnTo>
                    <a:pt x="7043" y="677"/>
                  </a:lnTo>
                  <a:lnTo>
                    <a:pt x="6316" y="502"/>
                  </a:lnTo>
                  <a:cubicBezTo>
                    <a:pt x="5840" y="401"/>
                    <a:pt x="5339" y="301"/>
                    <a:pt x="4837" y="226"/>
                  </a:cubicBezTo>
                  <a:cubicBezTo>
                    <a:pt x="4361" y="176"/>
                    <a:pt x="3860" y="126"/>
                    <a:pt x="3359" y="76"/>
                  </a:cubicBezTo>
                  <a:lnTo>
                    <a:pt x="1855" y="0"/>
                  </a:ln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9" name="Google Shape;5249;p181"/>
          <p:cNvGrpSpPr/>
          <p:nvPr/>
        </p:nvGrpSpPr>
        <p:grpSpPr>
          <a:xfrm rot="27294">
            <a:off x="1605442" y="1663342"/>
            <a:ext cx="391007" cy="1284152"/>
            <a:chOff x="1276425" y="1928068"/>
            <a:chExt cx="378577" cy="1391130"/>
          </a:xfrm>
        </p:grpSpPr>
        <p:sp>
          <p:nvSpPr>
            <p:cNvPr id="5250" name="Google Shape;5250;p181"/>
            <p:cNvSpPr/>
            <p:nvPr/>
          </p:nvSpPr>
          <p:spPr>
            <a:xfrm>
              <a:off x="1282125" y="1942105"/>
              <a:ext cx="360053" cy="1366551"/>
            </a:xfrm>
            <a:custGeom>
              <a:avLst/>
              <a:gdLst/>
              <a:ahLst/>
              <a:cxnLst/>
              <a:rect l="l" t="t" r="r" b="b"/>
              <a:pathLst>
                <a:path w="6317" h="21906" extrusionOk="0">
                  <a:moveTo>
                    <a:pt x="6015" y="1"/>
                  </a:moveTo>
                  <a:cubicBezTo>
                    <a:pt x="4303" y="188"/>
                    <a:pt x="2548" y="354"/>
                    <a:pt x="830" y="354"/>
                  </a:cubicBezTo>
                  <a:cubicBezTo>
                    <a:pt x="712" y="354"/>
                    <a:pt x="594" y="353"/>
                    <a:pt x="477" y="352"/>
                  </a:cubicBezTo>
                  <a:lnTo>
                    <a:pt x="477" y="352"/>
                  </a:lnTo>
                  <a:cubicBezTo>
                    <a:pt x="602" y="7394"/>
                    <a:pt x="0" y="14437"/>
                    <a:pt x="151" y="21505"/>
                  </a:cubicBezTo>
                  <a:cubicBezTo>
                    <a:pt x="1078" y="21505"/>
                    <a:pt x="2005" y="21580"/>
                    <a:pt x="2908" y="21655"/>
                  </a:cubicBezTo>
                  <a:cubicBezTo>
                    <a:pt x="3810" y="21730"/>
                    <a:pt x="4762" y="21730"/>
                    <a:pt x="5639" y="21906"/>
                  </a:cubicBezTo>
                  <a:cubicBezTo>
                    <a:pt x="5840" y="18297"/>
                    <a:pt x="6015" y="14713"/>
                    <a:pt x="6066" y="11104"/>
                  </a:cubicBezTo>
                  <a:cubicBezTo>
                    <a:pt x="6091" y="9174"/>
                    <a:pt x="6091" y="7269"/>
                    <a:pt x="6091" y="5364"/>
                  </a:cubicBezTo>
                  <a:cubicBezTo>
                    <a:pt x="6091" y="4663"/>
                    <a:pt x="6066" y="3961"/>
                    <a:pt x="6066" y="3259"/>
                  </a:cubicBezTo>
                  <a:cubicBezTo>
                    <a:pt x="6066" y="2983"/>
                    <a:pt x="6316" y="452"/>
                    <a:pt x="6316" y="1"/>
                  </a:cubicBezTo>
                  <a:lnTo>
                    <a:pt x="6316" y="1"/>
                  </a:lnTo>
                  <a:cubicBezTo>
                    <a:pt x="6296" y="42"/>
                    <a:pt x="6259" y="83"/>
                    <a:pt x="6218" y="83"/>
                  </a:cubicBezTo>
                  <a:cubicBezTo>
                    <a:pt x="6209" y="83"/>
                    <a:pt x="6200" y="81"/>
                    <a:pt x="6191" y="76"/>
                  </a:cubicBezTo>
                  <a:cubicBezTo>
                    <a:pt x="6141" y="76"/>
                    <a:pt x="6116" y="76"/>
                    <a:pt x="6066" y="51"/>
                  </a:cubicBezTo>
                  <a:cubicBezTo>
                    <a:pt x="6040" y="51"/>
                    <a:pt x="6015" y="26"/>
                    <a:pt x="6015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181"/>
            <p:cNvSpPr/>
            <p:nvPr/>
          </p:nvSpPr>
          <p:spPr>
            <a:xfrm>
              <a:off x="1276425" y="1928068"/>
              <a:ext cx="378577" cy="1391130"/>
            </a:xfrm>
            <a:custGeom>
              <a:avLst/>
              <a:gdLst/>
              <a:ahLst/>
              <a:cxnLst/>
              <a:rect l="l" t="t" r="r" b="b"/>
              <a:pathLst>
                <a:path w="6642" h="22300" extrusionOk="0">
                  <a:moveTo>
                    <a:pt x="6248" y="58"/>
                  </a:moveTo>
                  <a:lnTo>
                    <a:pt x="6248" y="58"/>
                  </a:lnTo>
                  <a:cubicBezTo>
                    <a:pt x="6262" y="64"/>
                    <a:pt x="6270" y="73"/>
                    <a:pt x="6268" y="73"/>
                  </a:cubicBezTo>
                  <a:cubicBezTo>
                    <a:pt x="6266" y="73"/>
                    <a:pt x="6260" y="69"/>
                    <a:pt x="6248" y="58"/>
                  </a:cubicBezTo>
                  <a:close/>
                  <a:moveTo>
                    <a:pt x="6046" y="462"/>
                  </a:moveTo>
                  <a:cubicBezTo>
                    <a:pt x="6073" y="478"/>
                    <a:pt x="6105" y="493"/>
                    <a:pt x="6140" y="502"/>
                  </a:cubicBezTo>
                  <a:lnTo>
                    <a:pt x="6090" y="502"/>
                  </a:lnTo>
                  <a:lnTo>
                    <a:pt x="6173" y="518"/>
                  </a:lnTo>
                  <a:lnTo>
                    <a:pt x="6173" y="518"/>
                  </a:lnTo>
                  <a:cubicBezTo>
                    <a:pt x="6120" y="1295"/>
                    <a:pt x="6032" y="2124"/>
                    <a:pt x="5965" y="2933"/>
                  </a:cubicBezTo>
                  <a:lnTo>
                    <a:pt x="5940" y="3284"/>
                  </a:lnTo>
                  <a:lnTo>
                    <a:pt x="5940" y="3484"/>
                  </a:lnTo>
                  <a:lnTo>
                    <a:pt x="5940" y="3659"/>
                  </a:lnTo>
                  <a:lnTo>
                    <a:pt x="5940" y="4336"/>
                  </a:lnTo>
                  <a:lnTo>
                    <a:pt x="5940" y="5715"/>
                  </a:lnTo>
                  <a:cubicBezTo>
                    <a:pt x="5940" y="7519"/>
                    <a:pt x="5890" y="9349"/>
                    <a:pt x="5915" y="11178"/>
                  </a:cubicBezTo>
                  <a:lnTo>
                    <a:pt x="5739" y="16542"/>
                  </a:lnTo>
                  <a:lnTo>
                    <a:pt x="5614" y="21955"/>
                  </a:lnTo>
                  <a:cubicBezTo>
                    <a:pt x="5589" y="21930"/>
                    <a:pt x="5614" y="21905"/>
                    <a:pt x="5589" y="21905"/>
                  </a:cubicBezTo>
                  <a:lnTo>
                    <a:pt x="5439" y="21855"/>
                  </a:lnTo>
                  <a:lnTo>
                    <a:pt x="5088" y="21805"/>
                  </a:lnTo>
                  <a:cubicBezTo>
                    <a:pt x="4837" y="21780"/>
                    <a:pt x="4612" y="21755"/>
                    <a:pt x="4386" y="21755"/>
                  </a:cubicBezTo>
                  <a:lnTo>
                    <a:pt x="3008" y="21655"/>
                  </a:lnTo>
                  <a:lnTo>
                    <a:pt x="471" y="21516"/>
                  </a:lnTo>
                  <a:lnTo>
                    <a:pt x="471" y="21516"/>
                  </a:lnTo>
                  <a:cubicBezTo>
                    <a:pt x="428" y="19833"/>
                    <a:pt x="452" y="18149"/>
                    <a:pt x="476" y="16441"/>
                  </a:cubicBezTo>
                  <a:cubicBezTo>
                    <a:pt x="551" y="14687"/>
                    <a:pt x="426" y="12933"/>
                    <a:pt x="526" y="11153"/>
                  </a:cubicBezTo>
                  <a:lnTo>
                    <a:pt x="752" y="5865"/>
                  </a:lnTo>
                  <a:cubicBezTo>
                    <a:pt x="800" y="4185"/>
                    <a:pt x="825" y="2483"/>
                    <a:pt x="805" y="802"/>
                  </a:cubicBezTo>
                  <a:lnTo>
                    <a:pt x="805" y="802"/>
                  </a:lnTo>
                  <a:cubicBezTo>
                    <a:pt x="2552" y="790"/>
                    <a:pt x="4299" y="649"/>
                    <a:pt x="6046" y="462"/>
                  </a:cubicBezTo>
                  <a:close/>
                  <a:moveTo>
                    <a:pt x="6090" y="0"/>
                  </a:moveTo>
                  <a:cubicBezTo>
                    <a:pt x="4261" y="201"/>
                    <a:pt x="2406" y="376"/>
                    <a:pt x="577" y="376"/>
                  </a:cubicBezTo>
                  <a:cubicBezTo>
                    <a:pt x="451" y="376"/>
                    <a:pt x="376" y="451"/>
                    <a:pt x="376" y="577"/>
                  </a:cubicBezTo>
                  <a:cubicBezTo>
                    <a:pt x="401" y="2331"/>
                    <a:pt x="376" y="4111"/>
                    <a:pt x="351" y="5865"/>
                  </a:cubicBezTo>
                  <a:cubicBezTo>
                    <a:pt x="351" y="7619"/>
                    <a:pt x="301" y="9399"/>
                    <a:pt x="276" y="11153"/>
                  </a:cubicBezTo>
                  <a:cubicBezTo>
                    <a:pt x="251" y="12908"/>
                    <a:pt x="25" y="14662"/>
                    <a:pt x="50" y="16441"/>
                  </a:cubicBezTo>
                  <a:cubicBezTo>
                    <a:pt x="0" y="18196"/>
                    <a:pt x="0" y="19975"/>
                    <a:pt x="25" y="21730"/>
                  </a:cubicBezTo>
                  <a:cubicBezTo>
                    <a:pt x="25" y="21855"/>
                    <a:pt x="125" y="21955"/>
                    <a:pt x="251" y="21955"/>
                  </a:cubicBezTo>
                  <a:lnTo>
                    <a:pt x="2983" y="22106"/>
                  </a:lnTo>
                  <a:lnTo>
                    <a:pt x="4361" y="22181"/>
                  </a:lnTo>
                  <a:cubicBezTo>
                    <a:pt x="4587" y="22181"/>
                    <a:pt x="4812" y="22206"/>
                    <a:pt x="5038" y="22231"/>
                  </a:cubicBezTo>
                  <a:lnTo>
                    <a:pt x="5363" y="22256"/>
                  </a:lnTo>
                  <a:lnTo>
                    <a:pt x="5539" y="22281"/>
                  </a:lnTo>
                  <a:cubicBezTo>
                    <a:pt x="5589" y="22294"/>
                    <a:pt x="5645" y="22300"/>
                    <a:pt x="5702" y="22300"/>
                  </a:cubicBezTo>
                  <a:cubicBezTo>
                    <a:pt x="5758" y="22300"/>
                    <a:pt x="5815" y="22294"/>
                    <a:pt x="5865" y="22281"/>
                  </a:cubicBezTo>
                  <a:cubicBezTo>
                    <a:pt x="6065" y="18622"/>
                    <a:pt x="6266" y="14888"/>
                    <a:pt x="6416" y="11178"/>
                  </a:cubicBezTo>
                  <a:cubicBezTo>
                    <a:pt x="6441" y="9349"/>
                    <a:pt x="6416" y="7519"/>
                    <a:pt x="6441" y="5690"/>
                  </a:cubicBezTo>
                  <a:lnTo>
                    <a:pt x="6416" y="4336"/>
                  </a:lnTo>
                  <a:lnTo>
                    <a:pt x="6416" y="3634"/>
                  </a:lnTo>
                  <a:lnTo>
                    <a:pt x="6416" y="3484"/>
                  </a:lnTo>
                  <a:lnTo>
                    <a:pt x="6416" y="3334"/>
                  </a:lnTo>
                  <a:lnTo>
                    <a:pt x="6441" y="2983"/>
                  </a:lnTo>
                  <a:cubicBezTo>
                    <a:pt x="6514" y="2081"/>
                    <a:pt x="6611" y="1227"/>
                    <a:pt x="6639" y="306"/>
                  </a:cubicBezTo>
                  <a:lnTo>
                    <a:pt x="6639" y="306"/>
                  </a:lnTo>
                  <a:cubicBezTo>
                    <a:pt x="6640" y="304"/>
                    <a:pt x="6641" y="303"/>
                    <a:pt x="6642" y="301"/>
                  </a:cubicBezTo>
                  <a:lnTo>
                    <a:pt x="6640" y="301"/>
                  </a:lnTo>
                  <a:lnTo>
                    <a:pt x="6640" y="301"/>
                  </a:lnTo>
                  <a:cubicBezTo>
                    <a:pt x="6640" y="276"/>
                    <a:pt x="6641" y="251"/>
                    <a:pt x="6642" y="226"/>
                  </a:cubicBezTo>
                  <a:lnTo>
                    <a:pt x="6191" y="176"/>
                  </a:lnTo>
                  <a:cubicBezTo>
                    <a:pt x="6216" y="75"/>
                    <a:pt x="6266" y="75"/>
                    <a:pt x="6316" y="75"/>
                  </a:cubicBezTo>
                  <a:lnTo>
                    <a:pt x="6341" y="75"/>
                  </a:lnTo>
                  <a:lnTo>
                    <a:pt x="6241" y="50"/>
                  </a:lnTo>
                  <a:cubicBezTo>
                    <a:pt x="6216" y="25"/>
                    <a:pt x="6140" y="0"/>
                    <a:pt x="609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252" name="Google Shape;5252;p181"/>
          <p:cNvPicPr preferRelativeResize="0"/>
          <p:nvPr/>
        </p:nvPicPr>
        <p:blipFill rotWithShape="1">
          <a:blip r:embed="rId3">
            <a:alphaModFix/>
          </a:blip>
          <a:srcRect l="5927" r="15770"/>
          <a:stretch/>
        </p:blipFill>
        <p:spPr>
          <a:xfrm>
            <a:off x="404338" y="1248225"/>
            <a:ext cx="8335324" cy="272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5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7" name="Google Shape;5257;p182"/>
          <p:cNvSpPr txBox="1">
            <a:spLocks noGrp="1"/>
          </p:cNvSpPr>
          <p:nvPr>
            <p:ph type="title" idx="4"/>
          </p:nvPr>
        </p:nvSpPr>
        <p:spPr>
          <a:xfrm>
            <a:off x="720000" y="1034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Multiplication Example: Answer</a:t>
            </a:r>
            <a:endParaRPr/>
          </a:p>
        </p:txBody>
      </p:sp>
      <p:grpSp>
        <p:nvGrpSpPr>
          <p:cNvPr id="5258" name="Google Shape;5258;p182"/>
          <p:cNvGrpSpPr/>
          <p:nvPr/>
        </p:nvGrpSpPr>
        <p:grpSpPr>
          <a:xfrm>
            <a:off x="2198703" y="510675"/>
            <a:ext cx="4688712" cy="176025"/>
            <a:chOff x="4345425" y="2175475"/>
            <a:chExt cx="800750" cy="176025"/>
          </a:xfrm>
        </p:grpSpPr>
        <p:sp>
          <p:nvSpPr>
            <p:cNvPr id="5259" name="Google Shape;5259;p182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182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61" name="Google Shape;5261;p182"/>
          <p:cNvGrpSpPr/>
          <p:nvPr/>
        </p:nvGrpSpPr>
        <p:grpSpPr>
          <a:xfrm>
            <a:off x="-675780" y="504110"/>
            <a:ext cx="2433812" cy="320922"/>
            <a:chOff x="1394800" y="3522000"/>
            <a:chExt cx="1048650" cy="138275"/>
          </a:xfrm>
        </p:grpSpPr>
        <p:sp>
          <p:nvSpPr>
            <p:cNvPr id="5262" name="Google Shape;5262;p182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182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182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182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182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182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182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182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182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1" name="Google Shape;5271;p182"/>
          <p:cNvGrpSpPr/>
          <p:nvPr/>
        </p:nvGrpSpPr>
        <p:grpSpPr>
          <a:xfrm rot="-2482112">
            <a:off x="7947212" y="4481609"/>
            <a:ext cx="953582" cy="396167"/>
            <a:chOff x="-605225" y="2384875"/>
            <a:chExt cx="787975" cy="303650"/>
          </a:xfrm>
        </p:grpSpPr>
        <p:sp>
          <p:nvSpPr>
            <p:cNvPr id="5272" name="Google Shape;5272;p182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182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182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182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182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182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182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182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0" name="Google Shape;5280;p182"/>
          <p:cNvGrpSpPr/>
          <p:nvPr/>
        </p:nvGrpSpPr>
        <p:grpSpPr>
          <a:xfrm rot="1514788">
            <a:off x="6437695" y="4034101"/>
            <a:ext cx="1376274" cy="908487"/>
            <a:chOff x="5248525" y="821375"/>
            <a:chExt cx="1082824" cy="694544"/>
          </a:xfrm>
        </p:grpSpPr>
        <p:sp>
          <p:nvSpPr>
            <p:cNvPr id="5281" name="Google Shape;5281;p182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182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182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182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182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182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7" name="Google Shape;5287;p182"/>
          <p:cNvGrpSpPr/>
          <p:nvPr/>
        </p:nvGrpSpPr>
        <p:grpSpPr>
          <a:xfrm>
            <a:off x="7192493" y="2185116"/>
            <a:ext cx="400080" cy="1094468"/>
            <a:chOff x="3443472" y="1907731"/>
            <a:chExt cx="454327" cy="1325503"/>
          </a:xfrm>
        </p:grpSpPr>
        <p:sp>
          <p:nvSpPr>
            <p:cNvPr id="5288" name="Google Shape;5288;p182"/>
            <p:cNvSpPr/>
            <p:nvPr/>
          </p:nvSpPr>
          <p:spPr>
            <a:xfrm>
              <a:off x="3456297" y="1920208"/>
              <a:ext cx="427196" cy="1302484"/>
            </a:xfrm>
            <a:custGeom>
              <a:avLst/>
              <a:gdLst/>
              <a:ahLst/>
              <a:cxnLst/>
              <a:rect l="l" t="t" r="r" b="b"/>
              <a:pathLst>
                <a:path w="7495" h="20879" extrusionOk="0">
                  <a:moveTo>
                    <a:pt x="1630" y="1"/>
                  </a:moveTo>
                  <a:cubicBezTo>
                    <a:pt x="1605" y="6768"/>
                    <a:pt x="828" y="13610"/>
                    <a:pt x="1" y="20352"/>
                  </a:cubicBezTo>
                  <a:cubicBezTo>
                    <a:pt x="1605" y="20427"/>
                    <a:pt x="3234" y="20628"/>
                    <a:pt x="4813" y="20878"/>
                  </a:cubicBezTo>
                  <a:cubicBezTo>
                    <a:pt x="5665" y="14187"/>
                    <a:pt x="6267" y="7470"/>
                    <a:pt x="7495" y="803"/>
                  </a:cubicBezTo>
                  <a:lnTo>
                    <a:pt x="7495" y="803"/>
                  </a:lnTo>
                  <a:cubicBezTo>
                    <a:pt x="7478" y="803"/>
                    <a:pt x="7461" y="814"/>
                    <a:pt x="7445" y="814"/>
                  </a:cubicBezTo>
                  <a:cubicBezTo>
                    <a:pt x="7436" y="814"/>
                    <a:pt x="7428" y="811"/>
                    <a:pt x="7419" y="803"/>
                  </a:cubicBezTo>
                  <a:cubicBezTo>
                    <a:pt x="6517" y="678"/>
                    <a:pt x="5665" y="402"/>
                    <a:pt x="4763" y="277"/>
                  </a:cubicBezTo>
                  <a:cubicBezTo>
                    <a:pt x="3735" y="126"/>
                    <a:pt x="2708" y="76"/>
                    <a:pt x="1680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182"/>
            <p:cNvSpPr/>
            <p:nvPr/>
          </p:nvSpPr>
          <p:spPr>
            <a:xfrm>
              <a:off x="3443472" y="1907731"/>
              <a:ext cx="454327" cy="1325503"/>
            </a:xfrm>
            <a:custGeom>
              <a:avLst/>
              <a:gdLst/>
              <a:ahLst/>
              <a:cxnLst/>
              <a:rect l="l" t="t" r="r" b="b"/>
              <a:pathLst>
                <a:path w="7971" h="21248" extrusionOk="0">
                  <a:moveTo>
                    <a:pt x="2077" y="442"/>
                  </a:moveTo>
                  <a:lnTo>
                    <a:pt x="3334" y="527"/>
                  </a:lnTo>
                  <a:cubicBezTo>
                    <a:pt x="3810" y="552"/>
                    <a:pt x="4311" y="602"/>
                    <a:pt x="4787" y="677"/>
                  </a:cubicBezTo>
                  <a:cubicBezTo>
                    <a:pt x="5264" y="727"/>
                    <a:pt x="5740" y="828"/>
                    <a:pt x="6216" y="953"/>
                  </a:cubicBezTo>
                  <a:lnTo>
                    <a:pt x="6943" y="1103"/>
                  </a:lnTo>
                  <a:lnTo>
                    <a:pt x="7319" y="1178"/>
                  </a:lnTo>
                  <a:lnTo>
                    <a:pt x="7452" y="1212"/>
                  </a:lnTo>
                  <a:lnTo>
                    <a:pt x="7452" y="1212"/>
                  </a:lnTo>
                  <a:cubicBezTo>
                    <a:pt x="7167" y="2790"/>
                    <a:pt x="6906" y="4389"/>
                    <a:pt x="6667" y="5965"/>
                  </a:cubicBezTo>
                  <a:cubicBezTo>
                    <a:pt x="6416" y="7645"/>
                    <a:pt x="6191" y="9324"/>
                    <a:pt x="5990" y="11003"/>
                  </a:cubicBezTo>
                  <a:lnTo>
                    <a:pt x="5414" y="16016"/>
                  </a:lnTo>
                  <a:lnTo>
                    <a:pt x="5138" y="18547"/>
                  </a:lnTo>
                  <a:lnTo>
                    <a:pt x="4988" y="19800"/>
                  </a:lnTo>
                  <a:cubicBezTo>
                    <a:pt x="4938" y="20151"/>
                    <a:pt x="4938" y="20527"/>
                    <a:pt x="4913" y="20903"/>
                  </a:cubicBezTo>
                  <a:cubicBezTo>
                    <a:pt x="4862" y="20878"/>
                    <a:pt x="4812" y="20828"/>
                    <a:pt x="4762" y="20828"/>
                  </a:cubicBezTo>
                  <a:lnTo>
                    <a:pt x="4461" y="20778"/>
                  </a:lnTo>
                  <a:lnTo>
                    <a:pt x="3860" y="20702"/>
                  </a:lnTo>
                  <a:lnTo>
                    <a:pt x="2657" y="20527"/>
                  </a:lnTo>
                  <a:cubicBezTo>
                    <a:pt x="1930" y="20436"/>
                    <a:pt x="1203" y="20386"/>
                    <a:pt x="458" y="20341"/>
                  </a:cubicBezTo>
                  <a:lnTo>
                    <a:pt x="458" y="20341"/>
                  </a:lnTo>
                  <a:cubicBezTo>
                    <a:pt x="670" y="18717"/>
                    <a:pt x="861" y="17115"/>
                    <a:pt x="1028" y="15489"/>
                  </a:cubicBezTo>
                  <a:cubicBezTo>
                    <a:pt x="1128" y="14662"/>
                    <a:pt x="1228" y="13810"/>
                    <a:pt x="1279" y="12958"/>
                  </a:cubicBezTo>
                  <a:cubicBezTo>
                    <a:pt x="1304" y="12106"/>
                    <a:pt x="1379" y="11254"/>
                    <a:pt x="1479" y="10402"/>
                  </a:cubicBezTo>
                  <a:cubicBezTo>
                    <a:pt x="1629" y="8722"/>
                    <a:pt x="1780" y="7018"/>
                    <a:pt x="1905" y="5314"/>
                  </a:cubicBezTo>
                  <a:cubicBezTo>
                    <a:pt x="2001" y="3690"/>
                    <a:pt x="2051" y="2066"/>
                    <a:pt x="2077" y="442"/>
                  </a:cubicBezTo>
                  <a:close/>
                  <a:moveTo>
                    <a:pt x="1855" y="0"/>
                  </a:moveTo>
                  <a:cubicBezTo>
                    <a:pt x="1755" y="0"/>
                    <a:pt x="1654" y="76"/>
                    <a:pt x="1654" y="201"/>
                  </a:cubicBezTo>
                  <a:cubicBezTo>
                    <a:pt x="1654" y="1905"/>
                    <a:pt x="1579" y="3610"/>
                    <a:pt x="1504" y="5289"/>
                  </a:cubicBezTo>
                  <a:cubicBezTo>
                    <a:pt x="1429" y="6993"/>
                    <a:pt x="1354" y="8697"/>
                    <a:pt x="1203" y="10376"/>
                  </a:cubicBezTo>
                  <a:cubicBezTo>
                    <a:pt x="1128" y="11229"/>
                    <a:pt x="1053" y="12081"/>
                    <a:pt x="903" y="12908"/>
                  </a:cubicBezTo>
                  <a:cubicBezTo>
                    <a:pt x="777" y="13760"/>
                    <a:pt x="702" y="14612"/>
                    <a:pt x="602" y="15439"/>
                  </a:cubicBezTo>
                  <a:cubicBezTo>
                    <a:pt x="426" y="17143"/>
                    <a:pt x="226" y="18823"/>
                    <a:pt x="0" y="20502"/>
                  </a:cubicBezTo>
                  <a:lnTo>
                    <a:pt x="0" y="20527"/>
                  </a:lnTo>
                  <a:cubicBezTo>
                    <a:pt x="0" y="20652"/>
                    <a:pt x="101" y="20752"/>
                    <a:pt x="201" y="20752"/>
                  </a:cubicBezTo>
                  <a:cubicBezTo>
                    <a:pt x="1003" y="20803"/>
                    <a:pt x="1805" y="20878"/>
                    <a:pt x="2607" y="20953"/>
                  </a:cubicBezTo>
                  <a:lnTo>
                    <a:pt x="3810" y="21103"/>
                  </a:lnTo>
                  <a:lnTo>
                    <a:pt x="4411" y="21179"/>
                  </a:lnTo>
                  <a:lnTo>
                    <a:pt x="4712" y="21229"/>
                  </a:lnTo>
                  <a:cubicBezTo>
                    <a:pt x="4787" y="21241"/>
                    <a:pt x="4862" y="21247"/>
                    <a:pt x="4938" y="21247"/>
                  </a:cubicBezTo>
                  <a:cubicBezTo>
                    <a:pt x="5013" y="21247"/>
                    <a:pt x="5088" y="21241"/>
                    <a:pt x="5163" y="21229"/>
                  </a:cubicBezTo>
                  <a:cubicBezTo>
                    <a:pt x="5238" y="20778"/>
                    <a:pt x="5339" y="20301"/>
                    <a:pt x="5389" y="19850"/>
                  </a:cubicBezTo>
                  <a:lnTo>
                    <a:pt x="5564" y="18597"/>
                  </a:lnTo>
                  <a:lnTo>
                    <a:pt x="5865" y="16066"/>
                  </a:lnTo>
                  <a:lnTo>
                    <a:pt x="6492" y="11053"/>
                  </a:lnTo>
                  <a:cubicBezTo>
                    <a:pt x="6717" y="9374"/>
                    <a:pt x="6918" y="7720"/>
                    <a:pt x="7143" y="6041"/>
                  </a:cubicBezTo>
                  <a:cubicBezTo>
                    <a:pt x="7394" y="4386"/>
                    <a:pt x="7644" y="2707"/>
                    <a:pt x="7945" y="1053"/>
                  </a:cubicBezTo>
                  <a:cubicBezTo>
                    <a:pt x="7970" y="1028"/>
                    <a:pt x="7970" y="1028"/>
                    <a:pt x="7970" y="1003"/>
                  </a:cubicBezTo>
                  <a:cubicBezTo>
                    <a:pt x="7945" y="878"/>
                    <a:pt x="7845" y="777"/>
                    <a:pt x="7720" y="777"/>
                  </a:cubicBezTo>
                  <a:lnTo>
                    <a:pt x="7594" y="777"/>
                  </a:lnTo>
                  <a:lnTo>
                    <a:pt x="7394" y="752"/>
                  </a:lnTo>
                  <a:lnTo>
                    <a:pt x="7043" y="677"/>
                  </a:lnTo>
                  <a:lnTo>
                    <a:pt x="6316" y="502"/>
                  </a:lnTo>
                  <a:cubicBezTo>
                    <a:pt x="5840" y="401"/>
                    <a:pt x="5339" y="301"/>
                    <a:pt x="4837" y="226"/>
                  </a:cubicBezTo>
                  <a:cubicBezTo>
                    <a:pt x="4361" y="176"/>
                    <a:pt x="3860" y="126"/>
                    <a:pt x="3359" y="76"/>
                  </a:cubicBezTo>
                  <a:lnTo>
                    <a:pt x="1855" y="0"/>
                  </a:ln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90" name="Google Shape;5290;p182"/>
          <p:cNvGrpSpPr/>
          <p:nvPr/>
        </p:nvGrpSpPr>
        <p:grpSpPr>
          <a:xfrm rot="27294">
            <a:off x="1605442" y="1663342"/>
            <a:ext cx="391007" cy="1284152"/>
            <a:chOff x="1276425" y="1928068"/>
            <a:chExt cx="378577" cy="1391130"/>
          </a:xfrm>
        </p:grpSpPr>
        <p:sp>
          <p:nvSpPr>
            <p:cNvPr id="5291" name="Google Shape;5291;p182"/>
            <p:cNvSpPr/>
            <p:nvPr/>
          </p:nvSpPr>
          <p:spPr>
            <a:xfrm>
              <a:off x="1282125" y="1942105"/>
              <a:ext cx="360053" cy="1366551"/>
            </a:xfrm>
            <a:custGeom>
              <a:avLst/>
              <a:gdLst/>
              <a:ahLst/>
              <a:cxnLst/>
              <a:rect l="l" t="t" r="r" b="b"/>
              <a:pathLst>
                <a:path w="6317" h="21906" extrusionOk="0">
                  <a:moveTo>
                    <a:pt x="6015" y="1"/>
                  </a:moveTo>
                  <a:cubicBezTo>
                    <a:pt x="4303" y="188"/>
                    <a:pt x="2548" y="354"/>
                    <a:pt x="830" y="354"/>
                  </a:cubicBezTo>
                  <a:cubicBezTo>
                    <a:pt x="712" y="354"/>
                    <a:pt x="594" y="353"/>
                    <a:pt x="477" y="352"/>
                  </a:cubicBezTo>
                  <a:lnTo>
                    <a:pt x="477" y="352"/>
                  </a:lnTo>
                  <a:cubicBezTo>
                    <a:pt x="602" y="7394"/>
                    <a:pt x="0" y="14437"/>
                    <a:pt x="151" y="21505"/>
                  </a:cubicBezTo>
                  <a:cubicBezTo>
                    <a:pt x="1078" y="21505"/>
                    <a:pt x="2005" y="21580"/>
                    <a:pt x="2908" y="21655"/>
                  </a:cubicBezTo>
                  <a:cubicBezTo>
                    <a:pt x="3810" y="21730"/>
                    <a:pt x="4762" y="21730"/>
                    <a:pt x="5639" y="21906"/>
                  </a:cubicBezTo>
                  <a:cubicBezTo>
                    <a:pt x="5840" y="18297"/>
                    <a:pt x="6015" y="14713"/>
                    <a:pt x="6066" y="11104"/>
                  </a:cubicBezTo>
                  <a:cubicBezTo>
                    <a:pt x="6091" y="9174"/>
                    <a:pt x="6091" y="7269"/>
                    <a:pt x="6091" y="5364"/>
                  </a:cubicBezTo>
                  <a:cubicBezTo>
                    <a:pt x="6091" y="4663"/>
                    <a:pt x="6066" y="3961"/>
                    <a:pt x="6066" y="3259"/>
                  </a:cubicBezTo>
                  <a:cubicBezTo>
                    <a:pt x="6066" y="2983"/>
                    <a:pt x="6316" y="452"/>
                    <a:pt x="6316" y="1"/>
                  </a:cubicBezTo>
                  <a:lnTo>
                    <a:pt x="6316" y="1"/>
                  </a:lnTo>
                  <a:cubicBezTo>
                    <a:pt x="6296" y="42"/>
                    <a:pt x="6259" y="83"/>
                    <a:pt x="6218" y="83"/>
                  </a:cubicBezTo>
                  <a:cubicBezTo>
                    <a:pt x="6209" y="83"/>
                    <a:pt x="6200" y="81"/>
                    <a:pt x="6191" y="76"/>
                  </a:cubicBezTo>
                  <a:cubicBezTo>
                    <a:pt x="6141" y="76"/>
                    <a:pt x="6116" y="76"/>
                    <a:pt x="6066" y="51"/>
                  </a:cubicBezTo>
                  <a:cubicBezTo>
                    <a:pt x="6040" y="51"/>
                    <a:pt x="6015" y="26"/>
                    <a:pt x="6015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182"/>
            <p:cNvSpPr/>
            <p:nvPr/>
          </p:nvSpPr>
          <p:spPr>
            <a:xfrm>
              <a:off x="1276425" y="1928068"/>
              <a:ext cx="378577" cy="1391130"/>
            </a:xfrm>
            <a:custGeom>
              <a:avLst/>
              <a:gdLst/>
              <a:ahLst/>
              <a:cxnLst/>
              <a:rect l="l" t="t" r="r" b="b"/>
              <a:pathLst>
                <a:path w="6642" h="22300" extrusionOk="0">
                  <a:moveTo>
                    <a:pt x="6248" y="58"/>
                  </a:moveTo>
                  <a:lnTo>
                    <a:pt x="6248" y="58"/>
                  </a:lnTo>
                  <a:cubicBezTo>
                    <a:pt x="6262" y="64"/>
                    <a:pt x="6270" y="73"/>
                    <a:pt x="6268" y="73"/>
                  </a:cubicBezTo>
                  <a:cubicBezTo>
                    <a:pt x="6266" y="73"/>
                    <a:pt x="6260" y="69"/>
                    <a:pt x="6248" y="58"/>
                  </a:cubicBezTo>
                  <a:close/>
                  <a:moveTo>
                    <a:pt x="6046" y="462"/>
                  </a:moveTo>
                  <a:cubicBezTo>
                    <a:pt x="6073" y="478"/>
                    <a:pt x="6105" y="493"/>
                    <a:pt x="6140" y="502"/>
                  </a:cubicBezTo>
                  <a:lnTo>
                    <a:pt x="6090" y="502"/>
                  </a:lnTo>
                  <a:lnTo>
                    <a:pt x="6173" y="518"/>
                  </a:lnTo>
                  <a:lnTo>
                    <a:pt x="6173" y="518"/>
                  </a:lnTo>
                  <a:cubicBezTo>
                    <a:pt x="6120" y="1295"/>
                    <a:pt x="6032" y="2124"/>
                    <a:pt x="5965" y="2933"/>
                  </a:cubicBezTo>
                  <a:lnTo>
                    <a:pt x="5940" y="3284"/>
                  </a:lnTo>
                  <a:lnTo>
                    <a:pt x="5940" y="3484"/>
                  </a:lnTo>
                  <a:lnTo>
                    <a:pt x="5940" y="3659"/>
                  </a:lnTo>
                  <a:lnTo>
                    <a:pt x="5940" y="4336"/>
                  </a:lnTo>
                  <a:lnTo>
                    <a:pt x="5940" y="5715"/>
                  </a:lnTo>
                  <a:cubicBezTo>
                    <a:pt x="5940" y="7519"/>
                    <a:pt x="5890" y="9349"/>
                    <a:pt x="5915" y="11178"/>
                  </a:cubicBezTo>
                  <a:lnTo>
                    <a:pt x="5739" y="16542"/>
                  </a:lnTo>
                  <a:lnTo>
                    <a:pt x="5614" y="21955"/>
                  </a:lnTo>
                  <a:cubicBezTo>
                    <a:pt x="5589" y="21930"/>
                    <a:pt x="5614" y="21905"/>
                    <a:pt x="5589" y="21905"/>
                  </a:cubicBezTo>
                  <a:lnTo>
                    <a:pt x="5439" y="21855"/>
                  </a:lnTo>
                  <a:lnTo>
                    <a:pt x="5088" y="21805"/>
                  </a:lnTo>
                  <a:cubicBezTo>
                    <a:pt x="4837" y="21780"/>
                    <a:pt x="4612" y="21755"/>
                    <a:pt x="4386" y="21755"/>
                  </a:cubicBezTo>
                  <a:lnTo>
                    <a:pt x="3008" y="21655"/>
                  </a:lnTo>
                  <a:lnTo>
                    <a:pt x="471" y="21516"/>
                  </a:lnTo>
                  <a:lnTo>
                    <a:pt x="471" y="21516"/>
                  </a:lnTo>
                  <a:cubicBezTo>
                    <a:pt x="428" y="19833"/>
                    <a:pt x="452" y="18149"/>
                    <a:pt x="476" y="16441"/>
                  </a:cubicBezTo>
                  <a:cubicBezTo>
                    <a:pt x="551" y="14687"/>
                    <a:pt x="426" y="12933"/>
                    <a:pt x="526" y="11153"/>
                  </a:cubicBezTo>
                  <a:lnTo>
                    <a:pt x="752" y="5865"/>
                  </a:lnTo>
                  <a:cubicBezTo>
                    <a:pt x="800" y="4185"/>
                    <a:pt x="825" y="2483"/>
                    <a:pt x="805" y="802"/>
                  </a:cubicBezTo>
                  <a:lnTo>
                    <a:pt x="805" y="802"/>
                  </a:lnTo>
                  <a:cubicBezTo>
                    <a:pt x="2552" y="790"/>
                    <a:pt x="4299" y="649"/>
                    <a:pt x="6046" y="462"/>
                  </a:cubicBezTo>
                  <a:close/>
                  <a:moveTo>
                    <a:pt x="6090" y="0"/>
                  </a:moveTo>
                  <a:cubicBezTo>
                    <a:pt x="4261" y="201"/>
                    <a:pt x="2406" y="376"/>
                    <a:pt x="577" y="376"/>
                  </a:cubicBezTo>
                  <a:cubicBezTo>
                    <a:pt x="451" y="376"/>
                    <a:pt x="376" y="451"/>
                    <a:pt x="376" y="577"/>
                  </a:cubicBezTo>
                  <a:cubicBezTo>
                    <a:pt x="401" y="2331"/>
                    <a:pt x="376" y="4111"/>
                    <a:pt x="351" y="5865"/>
                  </a:cubicBezTo>
                  <a:cubicBezTo>
                    <a:pt x="351" y="7619"/>
                    <a:pt x="301" y="9399"/>
                    <a:pt x="276" y="11153"/>
                  </a:cubicBezTo>
                  <a:cubicBezTo>
                    <a:pt x="251" y="12908"/>
                    <a:pt x="25" y="14662"/>
                    <a:pt x="50" y="16441"/>
                  </a:cubicBezTo>
                  <a:cubicBezTo>
                    <a:pt x="0" y="18196"/>
                    <a:pt x="0" y="19975"/>
                    <a:pt x="25" y="21730"/>
                  </a:cubicBezTo>
                  <a:cubicBezTo>
                    <a:pt x="25" y="21855"/>
                    <a:pt x="125" y="21955"/>
                    <a:pt x="251" y="21955"/>
                  </a:cubicBezTo>
                  <a:lnTo>
                    <a:pt x="2983" y="22106"/>
                  </a:lnTo>
                  <a:lnTo>
                    <a:pt x="4361" y="22181"/>
                  </a:lnTo>
                  <a:cubicBezTo>
                    <a:pt x="4587" y="22181"/>
                    <a:pt x="4812" y="22206"/>
                    <a:pt x="5038" y="22231"/>
                  </a:cubicBezTo>
                  <a:lnTo>
                    <a:pt x="5363" y="22256"/>
                  </a:lnTo>
                  <a:lnTo>
                    <a:pt x="5539" y="22281"/>
                  </a:lnTo>
                  <a:cubicBezTo>
                    <a:pt x="5589" y="22294"/>
                    <a:pt x="5645" y="22300"/>
                    <a:pt x="5702" y="22300"/>
                  </a:cubicBezTo>
                  <a:cubicBezTo>
                    <a:pt x="5758" y="22300"/>
                    <a:pt x="5815" y="22294"/>
                    <a:pt x="5865" y="22281"/>
                  </a:cubicBezTo>
                  <a:cubicBezTo>
                    <a:pt x="6065" y="18622"/>
                    <a:pt x="6266" y="14888"/>
                    <a:pt x="6416" y="11178"/>
                  </a:cubicBezTo>
                  <a:cubicBezTo>
                    <a:pt x="6441" y="9349"/>
                    <a:pt x="6416" y="7519"/>
                    <a:pt x="6441" y="5690"/>
                  </a:cubicBezTo>
                  <a:lnTo>
                    <a:pt x="6416" y="4336"/>
                  </a:lnTo>
                  <a:lnTo>
                    <a:pt x="6416" y="3634"/>
                  </a:lnTo>
                  <a:lnTo>
                    <a:pt x="6416" y="3484"/>
                  </a:lnTo>
                  <a:lnTo>
                    <a:pt x="6416" y="3334"/>
                  </a:lnTo>
                  <a:lnTo>
                    <a:pt x="6441" y="2983"/>
                  </a:lnTo>
                  <a:cubicBezTo>
                    <a:pt x="6514" y="2081"/>
                    <a:pt x="6611" y="1227"/>
                    <a:pt x="6639" y="306"/>
                  </a:cubicBezTo>
                  <a:lnTo>
                    <a:pt x="6639" y="306"/>
                  </a:lnTo>
                  <a:cubicBezTo>
                    <a:pt x="6640" y="304"/>
                    <a:pt x="6641" y="303"/>
                    <a:pt x="6642" y="301"/>
                  </a:cubicBezTo>
                  <a:lnTo>
                    <a:pt x="6640" y="301"/>
                  </a:lnTo>
                  <a:lnTo>
                    <a:pt x="6640" y="301"/>
                  </a:lnTo>
                  <a:cubicBezTo>
                    <a:pt x="6640" y="276"/>
                    <a:pt x="6641" y="251"/>
                    <a:pt x="6642" y="226"/>
                  </a:cubicBezTo>
                  <a:lnTo>
                    <a:pt x="6191" y="176"/>
                  </a:lnTo>
                  <a:cubicBezTo>
                    <a:pt x="6216" y="75"/>
                    <a:pt x="6266" y="75"/>
                    <a:pt x="6316" y="75"/>
                  </a:cubicBezTo>
                  <a:lnTo>
                    <a:pt x="6341" y="75"/>
                  </a:lnTo>
                  <a:lnTo>
                    <a:pt x="6241" y="50"/>
                  </a:lnTo>
                  <a:cubicBezTo>
                    <a:pt x="6216" y="25"/>
                    <a:pt x="6140" y="0"/>
                    <a:pt x="609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293" name="Google Shape;5293;p182"/>
          <p:cNvPicPr preferRelativeResize="0"/>
          <p:nvPr/>
        </p:nvPicPr>
        <p:blipFill rotWithShape="1">
          <a:blip r:embed="rId3">
            <a:alphaModFix/>
          </a:blip>
          <a:srcRect l="5354" r="3578"/>
          <a:stretch/>
        </p:blipFill>
        <p:spPr>
          <a:xfrm>
            <a:off x="139125" y="1441350"/>
            <a:ext cx="8773624" cy="24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5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8" name="Google Shape;5298;p183"/>
          <p:cNvPicPr preferRelativeResize="0"/>
          <p:nvPr/>
        </p:nvPicPr>
        <p:blipFill rotWithShape="1">
          <a:blip r:embed="rId3">
            <a:alphaModFix/>
          </a:blip>
          <a:srcRect l="7052" r="20161"/>
          <a:stretch/>
        </p:blipFill>
        <p:spPr>
          <a:xfrm>
            <a:off x="344425" y="1003225"/>
            <a:ext cx="8395149" cy="3366125"/>
          </a:xfrm>
          <a:prstGeom prst="rect">
            <a:avLst/>
          </a:prstGeom>
          <a:noFill/>
          <a:ln>
            <a:noFill/>
          </a:ln>
        </p:spPr>
      </p:pic>
      <p:sp>
        <p:nvSpPr>
          <p:cNvPr id="5299" name="Google Shape;5299;p183"/>
          <p:cNvSpPr txBox="1">
            <a:spLocks noGrp="1"/>
          </p:cNvSpPr>
          <p:nvPr>
            <p:ph type="title" idx="4"/>
          </p:nvPr>
        </p:nvSpPr>
        <p:spPr>
          <a:xfrm>
            <a:off x="720000" y="1034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Division Example: </a:t>
            </a:r>
            <a:endParaRPr/>
          </a:p>
        </p:txBody>
      </p:sp>
      <p:grpSp>
        <p:nvGrpSpPr>
          <p:cNvPr id="5300" name="Google Shape;5300;p183"/>
          <p:cNvGrpSpPr/>
          <p:nvPr/>
        </p:nvGrpSpPr>
        <p:grpSpPr>
          <a:xfrm>
            <a:off x="2198703" y="510675"/>
            <a:ext cx="4688712" cy="176025"/>
            <a:chOff x="4345425" y="2175475"/>
            <a:chExt cx="800750" cy="176025"/>
          </a:xfrm>
        </p:grpSpPr>
        <p:sp>
          <p:nvSpPr>
            <p:cNvPr id="5301" name="Google Shape;5301;p18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18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03" name="Google Shape;5303;p183"/>
          <p:cNvGrpSpPr/>
          <p:nvPr/>
        </p:nvGrpSpPr>
        <p:grpSpPr>
          <a:xfrm>
            <a:off x="-675780" y="504110"/>
            <a:ext cx="2433812" cy="320922"/>
            <a:chOff x="1394800" y="3522000"/>
            <a:chExt cx="1048650" cy="138275"/>
          </a:xfrm>
        </p:grpSpPr>
        <p:sp>
          <p:nvSpPr>
            <p:cNvPr id="5304" name="Google Shape;5304;p183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183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183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183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183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183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183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183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183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3" name="Google Shape;5313;p183"/>
          <p:cNvGrpSpPr/>
          <p:nvPr/>
        </p:nvGrpSpPr>
        <p:grpSpPr>
          <a:xfrm rot="-2482112">
            <a:off x="141562" y="4344434"/>
            <a:ext cx="953582" cy="396167"/>
            <a:chOff x="-605225" y="2384875"/>
            <a:chExt cx="787975" cy="303650"/>
          </a:xfrm>
        </p:grpSpPr>
        <p:sp>
          <p:nvSpPr>
            <p:cNvPr id="5314" name="Google Shape;5314;p183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183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183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183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183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183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183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183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2" name="Google Shape;5322;p183"/>
          <p:cNvGrpSpPr/>
          <p:nvPr/>
        </p:nvGrpSpPr>
        <p:grpSpPr>
          <a:xfrm rot="1514788">
            <a:off x="6437695" y="4034101"/>
            <a:ext cx="1376274" cy="908487"/>
            <a:chOff x="5248525" y="821375"/>
            <a:chExt cx="1082824" cy="694544"/>
          </a:xfrm>
        </p:grpSpPr>
        <p:sp>
          <p:nvSpPr>
            <p:cNvPr id="5323" name="Google Shape;5323;p183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183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183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183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183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183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3" name="Google Shape;5333;p184"/>
          <p:cNvPicPr preferRelativeResize="0"/>
          <p:nvPr/>
        </p:nvPicPr>
        <p:blipFill rotWithShape="1">
          <a:blip r:embed="rId3">
            <a:alphaModFix/>
          </a:blip>
          <a:srcRect l="7638"/>
          <a:stretch/>
        </p:blipFill>
        <p:spPr>
          <a:xfrm>
            <a:off x="212425" y="1712175"/>
            <a:ext cx="8318637" cy="2628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4" name="Google Shape;5334;p184"/>
          <p:cNvSpPr txBox="1">
            <a:spLocks noGrp="1"/>
          </p:cNvSpPr>
          <p:nvPr>
            <p:ph type="title" idx="4"/>
          </p:nvPr>
        </p:nvSpPr>
        <p:spPr>
          <a:xfrm>
            <a:off x="720000" y="17205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Division Example: Answer </a:t>
            </a:r>
            <a:endParaRPr/>
          </a:p>
        </p:txBody>
      </p:sp>
      <p:grpSp>
        <p:nvGrpSpPr>
          <p:cNvPr id="5335" name="Google Shape;5335;p184"/>
          <p:cNvGrpSpPr/>
          <p:nvPr/>
        </p:nvGrpSpPr>
        <p:grpSpPr>
          <a:xfrm>
            <a:off x="2198703" y="579250"/>
            <a:ext cx="4688712" cy="176025"/>
            <a:chOff x="4345425" y="2175475"/>
            <a:chExt cx="800750" cy="176025"/>
          </a:xfrm>
        </p:grpSpPr>
        <p:sp>
          <p:nvSpPr>
            <p:cNvPr id="5336" name="Google Shape;5336;p18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18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38" name="Google Shape;5338;p184"/>
          <p:cNvGrpSpPr/>
          <p:nvPr/>
        </p:nvGrpSpPr>
        <p:grpSpPr>
          <a:xfrm>
            <a:off x="-675780" y="365810"/>
            <a:ext cx="2433812" cy="320922"/>
            <a:chOff x="1394800" y="3522000"/>
            <a:chExt cx="1048650" cy="138275"/>
          </a:xfrm>
        </p:grpSpPr>
        <p:sp>
          <p:nvSpPr>
            <p:cNvPr id="5339" name="Google Shape;5339;p184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184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184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184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184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184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184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184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184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8" name="Google Shape;5348;p184"/>
          <p:cNvGrpSpPr/>
          <p:nvPr/>
        </p:nvGrpSpPr>
        <p:grpSpPr>
          <a:xfrm rot="-2482112">
            <a:off x="7947212" y="4481609"/>
            <a:ext cx="953582" cy="396167"/>
            <a:chOff x="-605225" y="2384875"/>
            <a:chExt cx="787975" cy="303650"/>
          </a:xfrm>
        </p:grpSpPr>
        <p:sp>
          <p:nvSpPr>
            <p:cNvPr id="5349" name="Google Shape;5349;p184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184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184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184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184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184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184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184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7" name="Google Shape;5357;p184"/>
          <p:cNvGrpSpPr/>
          <p:nvPr/>
        </p:nvGrpSpPr>
        <p:grpSpPr>
          <a:xfrm rot="1514788">
            <a:off x="6437695" y="4034101"/>
            <a:ext cx="1376274" cy="908487"/>
            <a:chOff x="5248525" y="821375"/>
            <a:chExt cx="1082824" cy="694544"/>
          </a:xfrm>
        </p:grpSpPr>
        <p:sp>
          <p:nvSpPr>
            <p:cNvPr id="5358" name="Google Shape;5358;p184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184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184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184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184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184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64" name="Google Shape;5364;p184"/>
          <p:cNvSpPr txBox="1">
            <a:spLocks noGrp="1"/>
          </p:cNvSpPr>
          <p:nvPr>
            <p:ph type="subTitle" idx="1"/>
          </p:nvPr>
        </p:nvSpPr>
        <p:spPr>
          <a:xfrm>
            <a:off x="157175" y="959063"/>
            <a:ext cx="8429100" cy="5493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Note: Normal Division</a:t>
            </a:r>
            <a:r>
              <a:rPr lang="en" sz="2300" b="1"/>
              <a:t> ALWAYS</a:t>
            </a:r>
            <a:r>
              <a:rPr lang="en" sz="2300"/>
              <a:t> gives a Float as an Answer</a:t>
            </a:r>
            <a:endParaRPr sz="2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9" name="Google Shape;5369;p185"/>
          <p:cNvSpPr txBox="1">
            <a:spLocks noGrp="1"/>
          </p:cNvSpPr>
          <p:nvPr>
            <p:ph type="title" idx="4"/>
          </p:nvPr>
        </p:nvSpPr>
        <p:spPr>
          <a:xfrm>
            <a:off x="720000" y="1034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Exponential Example:</a:t>
            </a:r>
            <a:endParaRPr/>
          </a:p>
        </p:txBody>
      </p:sp>
      <p:grpSp>
        <p:nvGrpSpPr>
          <p:cNvPr id="5370" name="Google Shape;5370;p185"/>
          <p:cNvGrpSpPr/>
          <p:nvPr/>
        </p:nvGrpSpPr>
        <p:grpSpPr>
          <a:xfrm>
            <a:off x="2198703" y="510675"/>
            <a:ext cx="4688712" cy="176025"/>
            <a:chOff x="4345425" y="2175475"/>
            <a:chExt cx="800750" cy="176025"/>
          </a:xfrm>
        </p:grpSpPr>
        <p:sp>
          <p:nvSpPr>
            <p:cNvPr id="5371" name="Google Shape;5371;p185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185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3" name="Google Shape;5373;p185"/>
          <p:cNvGrpSpPr/>
          <p:nvPr/>
        </p:nvGrpSpPr>
        <p:grpSpPr>
          <a:xfrm>
            <a:off x="-675780" y="504110"/>
            <a:ext cx="2433812" cy="320922"/>
            <a:chOff x="1394800" y="3522000"/>
            <a:chExt cx="1048650" cy="138275"/>
          </a:xfrm>
        </p:grpSpPr>
        <p:sp>
          <p:nvSpPr>
            <p:cNvPr id="5374" name="Google Shape;5374;p185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185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185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185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185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185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185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185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185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83" name="Google Shape;5383;p185"/>
          <p:cNvGrpSpPr/>
          <p:nvPr/>
        </p:nvGrpSpPr>
        <p:grpSpPr>
          <a:xfrm rot="-2482112">
            <a:off x="7947212" y="4481609"/>
            <a:ext cx="953582" cy="396167"/>
            <a:chOff x="-605225" y="2384875"/>
            <a:chExt cx="787975" cy="303650"/>
          </a:xfrm>
        </p:grpSpPr>
        <p:sp>
          <p:nvSpPr>
            <p:cNvPr id="5384" name="Google Shape;5384;p185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185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185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185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185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185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185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185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92" name="Google Shape;5392;p185"/>
          <p:cNvGrpSpPr/>
          <p:nvPr/>
        </p:nvGrpSpPr>
        <p:grpSpPr>
          <a:xfrm rot="1514788">
            <a:off x="6437695" y="4034101"/>
            <a:ext cx="1376274" cy="908487"/>
            <a:chOff x="5248525" y="821375"/>
            <a:chExt cx="1082824" cy="694544"/>
          </a:xfrm>
        </p:grpSpPr>
        <p:sp>
          <p:nvSpPr>
            <p:cNvPr id="5393" name="Google Shape;5393;p185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185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185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185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185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185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99" name="Google Shape;5399;p185"/>
          <p:cNvGrpSpPr/>
          <p:nvPr/>
        </p:nvGrpSpPr>
        <p:grpSpPr>
          <a:xfrm>
            <a:off x="7192493" y="2185116"/>
            <a:ext cx="400080" cy="1094468"/>
            <a:chOff x="3443472" y="1907731"/>
            <a:chExt cx="454327" cy="1325503"/>
          </a:xfrm>
        </p:grpSpPr>
        <p:sp>
          <p:nvSpPr>
            <p:cNvPr id="5400" name="Google Shape;5400;p185"/>
            <p:cNvSpPr/>
            <p:nvPr/>
          </p:nvSpPr>
          <p:spPr>
            <a:xfrm>
              <a:off x="3456297" y="1920208"/>
              <a:ext cx="427196" cy="1302484"/>
            </a:xfrm>
            <a:custGeom>
              <a:avLst/>
              <a:gdLst/>
              <a:ahLst/>
              <a:cxnLst/>
              <a:rect l="l" t="t" r="r" b="b"/>
              <a:pathLst>
                <a:path w="7495" h="20879" extrusionOk="0">
                  <a:moveTo>
                    <a:pt x="1630" y="1"/>
                  </a:moveTo>
                  <a:cubicBezTo>
                    <a:pt x="1605" y="6768"/>
                    <a:pt x="828" y="13610"/>
                    <a:pt x="1" y="20352"/>
                  </a:cubicBezTo>
                  <a:cubicBezTo>
                    <a:pt x="1605" y="20427"/>
                    <a:pt x="3234" y="20628"/>
                    <a:pt x="4813" y="20878"/>
                  </a:cubicBezTo>
                  <a:cubicBezTo>
                    <a:pt x="5665" y="14187"/>
                    <a:pt x="6267" y="7470"/>
                    <a:pt x="7495" y="803"/>
                  </a:cubicBezTo>
                  <a:lnTo>
                    <a:pt x="7495" y="803"/>
                  </a:lnTo>
                  <a:cubicBezTo>
                    <a:pt x="7478" y="803"/>
                    <a:pt x="7461" y="814"/>
                    <a:pt x="7445" y="814"/>
                  </a:cubicBezTo>
                  <a:cubicBezTo>
                    <a:pt x="7436" y="814"/>
                    <a:pt x="7428" y="811"/>
                    <a:pt x="7419" y="803"/>
                  </a:cubicBezTo>
                  <a:cubicBezTo>
                    <a:pt x="6517" y="678"/>
                    <a:pt x="5665" y="402"/>
                    <a:pt x="4763" y="277"/>
                  </a:cubicBezTo>
                  <a:cubicBezTo>
                    <a:pt x="3735" y="126"/>
                    <a:pt x="2708" y="76"/>
                    <a:pt x="1680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185"/>
            <p:cNvSpPr/>
            <p:nvPr/>
          </p:nvSpPr>
          <p:spPr>
            <a:xfrm>
              <a:off x="3443472" y="1907731"/>
              <a:ext cx="454327" cy="1325503"/>
            </a:xfrm>
            <a:custGeom>
              <a:avLst/>
              <a:gdLst/>
              <a:ahLst/>
              <a:cxnLst/>
              <a:rect l="l" t="t" r="r" b="b"/>
              <a:pathLst>
                <a:path w="7971" h="21248" extrusionOk="0">
                  <a:moveTo>
                    <a:pt x="2077" y="442"/>
                  </a:moveTo>
                  <a:lnTo>
                    <a:pt x="3334" y="527"/>
                  </a:lnTo>
                  <a:cubicBezTo>
                    <a:pt x="3810" y="552"/>
                    <a:pt x="4311" y="602"/>
                    <a:pt x="4787" y="677"/>
                  </a:cubicBezTo>
                  <a:cubicBezTo>
                    <a:pt x="5264" y="727"/>
                    <a:pt x="5740" y="828"/>
                    <a:pt x="6216" y="953"/>
                  </a:cubicBezTo>
                  <a:lnTo>
                    <a:pt x="6943" y="1103"/>
                  </a:lnTo>
                  <a:lnTo>
                    <a:pt x="7319" y="1178"/>
                  </a:lnTo>
                  <a:lnTo>
                    <a:pt x="7452" y="1212"/>
                  </a:lnTo>
                  <a:lnTo>
                    <a:pt x="7452" y="1212"/>
                  </a:lnTo>
                  <a:cubicBezTo>
                    <a:pt x="7167" y="2790"/>
                    <a:pt x="6906" y="4389"/>
                    <a:pt x="6667" y="5965"/>
                  </a:cubicBezTo>
                  <a:cubicBezTo>
                    <a:pt x="6416" y="7645"/>
                    <a:pt x="6191" y="9324"/>
                    <a:pt x="5990" y="11003"/>
                  </a:cubicBezTo>
                  <a:lnTo>
                    <a:pt x="5414" y="16016"/>
                  </a:lnTo>
                  <a:lnTo>
                    <a:pt x="5138" y="18547"/>
                  </a:lnTo>
                  <a:lnTo>
                    <a:pt x="4988" y="19800"/>
                  </a:lnTo>
                  <a:cubicBezTo>
                    <a:pt x="4938" y="20151"/>
                    <a:pt x="4938" y="20527"/>
                    <a:pt x="4913" y="20903"/>
                  </a:cubicBezTo>
                  <a:cubicBezTo>
                    <a:pt x="4862" y="20878"/>
                    <a:pt x="4812" y="20828"/>
                    <a:pt x="4762" y="20828"/>
                  </a:cubicBezTo>
                  <a:lnTo>
                    <a:pt x="4461" y="20778"/>
                  </a:lnTo>
                  <a:lnTo>
                    <a:pt x="3860" y="20702"/>
                  </a:lnTo>
                  <a:lnTo>
                    <a:pt x="2657" y="20527"/>
                  </a:lnTo>
                  <a:cubicBezTo>
                    <a:pt x="1930" y="20436"/>
                    <a:pt x="1203" y="20386"/>
                    <a:pt x="458" y="20341"/>
                  </a:cubicBezTo>
                  <a:lnTo>
                    <a:pt x="458" y="20341"/>
                  </a:lnTo>
                  <a:cubicBezTo>
                    <a:pt x="670" y="18717"/>
                    <a:pt x="861" y="17115"/>
                    <a:pt x="1028" y="15489"/>
                  </a:cubicBezTo>
                  <a:cubicBezTo>
                    <a:pt x="1128" y="14662"/>
                    <a:pt x="1228" y="13810"/>
                    <a:pt x="1279" y="12958"/>
                  </a:cubicBezTo>
                  <a:cubicBezTo>
                    <a:pt x="1304" y="12106"/>
                    <a:pt x="1379" y="11254"/>
                    <a:pt x="1479" y="10402"/>
                  </a:cubicBezTo>
                  <a:cubicBezTo>
                    <a:pt x="1629" y="8722"/>
                    <a:pt x="1780" y="7018"/>
                    <a:pt x="1905" y="5314"/>
                  </a:cubicBezTo>
                  <a:cubicBezTo>
                    <a:pt x="2001" y="3690"/>
                    <a:pt x="2051" y="2066"/>
                    <a:pt x="2077" y="442"/>
                  </a:cubicBezTo>
                  <a:close/>
                  <a:moveTo>
                    <a:pt x="1855" y="0"/>
                  </a:moveTo>
                  <a:cubicBezTo>
                    <a:pt x="1755" y="0"/>
                    <a:pt x="1654" y="76"/>
                    <a:pt x="1654" y="201"/>
                  </a:cubicBezTo>
                  <a:cubicBezTo>
                    <a:pt x="1654" y="1905"/>
                    <a:pt x="1579" y="3610"/>
                    <a:pt x="1504" y="5289"/>
                  </a:cubicBezTo>
                  <a:cubicBezTo>
                    <a:pt x="1429" y="6993"/>
                    <a:pt x="1354" y="8697"/>
                    <a:pt x="1203" y="10376"/>
                  </a:cubicBezTo>
                  <a:cubicBezTo>
                    <a:pt x="1128" y="11229"/>
                    <a:pt x="1053" y="12081"/>
                    <a:pt x="903" y="12908"/>
                  </a:cubicBezTo>
                  <a:cubicBezTo>
                    <a:pt x="777" y="13760"/>
                    <a:pt x="702" y="14612"/>
                    <a:pt x="602" y="15439"/>
                  </a:cubicBezTo>
                  <a:cubicBezTo>
                    <a:pt x="426" y="17143"/>
                    <a:pt x="226" y="18823"/>
                    <a:pt x="0" y="20502"/>
                  </a:cubicBezTo>
                  <a:lnTo>
                    <a:pt x="0" y="20527"/>
                  </a:lnTo>
                  <a:cubicBezTo>
                    <a:pt x="0" y="20652"/>
                    <a:pt x="101" y="20752"/>
                    <a:pt x="201" y="20752"/>
                  </a:cubicBezTo>
                  <a:cubicBezTo>
                    <a:pt x="1003" y="20803"/>
                    <a:pt x="1805" y="20878"/>
                    <a:pt x="2607" y="20953"/>
                  </a:cubicBezTo>
                  <a:lnTo>
                    <a:pt x="3810" y="21103"/>
                  </a:lnTo>
                  <a:lnTo>
                    <a:pt x="4411" y="21179"/>
                  </a:lnTo>
                  <a:lnTo>
                    <a:pt x="4712" y="21229"/>
                  </a:lnTo>
                  <a:cubicBezTo>
                    <a:pt x="4787" y="21241"/>
                    <a:pt x="4862" y="21247"/>
                    <a:pt x="4938" y="21247"/>
                  </a:cubicBezTo>
                  <a:cubicBezTo>
                    <a:pt x="5013" y="21247"/>
                    <a:pt x="5088" y="21241"/>
                    <a:pt x="5163" y="21229"/>
                  </a:cubicBezTo>
                  <a:cubicBezTo>
                    <a:pt x="5238" y="20778"/>
                    <a:pt x="5339" y="20301"/>
                    <a:pt x="5389" y="19850"/>
                  </a:cubicBezTo>
                  <a:lnTo>
                    <a:pt x="5564" y="18597"/>
                  </a:lnTo>
                  <a:lnTo>
                    <a:pt x="5865" y="16066"/>
                  </a:lnTo>
                  <a:lnTo>
                    <a:pt x="6492" y="11053"/>
                  </a:lnTo>
                  <a:cubicBezTo>
                    <a:pt x="6717" y="9374"/>
                    <a:pt x="6918" y="7720"/>
                    <a:pt x="7143" y="6041"/>
                  </a:cubicBezTo>
                  <a:cubicBezTo>
                    <a:pt x="7394" y="4386"/>
                    <a:pt x="7644" y="2707"/>
                    <a:pt x="7945" y="1053"/>
                  </a:cubicBezTo>
                  <a:cubicBezTo>
                    <a:pt x="7970" y="1028"/>
                    <a:pt x="7970" y="1028"/>
                    <a:pt x="7970" y="1003"/>
                  </a:cubicBezTo>
                  <a:cubicBezTo>
                    <a:pt x="7945" y="878"/>
                    <a:pt x="7845" y="777"/>
                    <a:pt x="7720" y="777"/>
                  </a:cubicBezTo>
                  <a:lnTo>
                    <a:pt x="7594" y="777"/>
                  </a:lnTo>
                  <a:lnTo>
                    <a:pt x="7394" y="752"/>
                  </a:lnTo>
                  <a:lnTo>
                    <a:pt x="7043" y="677"/>
                  </a:lnTo>
                  <a:lnTo>
                    <a:pt x="6316" y="502"/>
                  </a:lnTo>
                  <a:cubicBezTo>
                    <a:pt x="5840" y="401"/>
                    <a:pt x="5339" y="301"/>
                    <a:pt x="4837" y="226"/>
                  </a:cubicBezTo>
                  <a:cubicBezTo>
                    <a:pt x="4361" y="176"/>
                    <a:pt x="3860" y="126"/>
                    <a:pt x="3359" y="76"/>
                  </a:cubicBezTo>
                  <a:lnTo>
                    <a:pt x="1855" y="0"/>
                  </a:ln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2" name="Google Shape;5402;p185"/>
          <p:cNvGrpSpPr/>
          <p:nvPr/>
        </p:nvGrpSpPr>
        <p:grpSpPr>
          <a:xfrm rot="27294">
            <a:off x="1605442" y="1663342"/>
            <a:ext cx="391007" cy="1284152"/>
            <a:chOff x="1276425" y="1928068"/>
            <a:chExt cx="378577" cy="1391130"/>
          </a:xfrm>
        </p:grpSpPr>
        <p:sp>
          <p:nvSpPr>
            <p:cNvPr id="5403" name="Google Shape;5403;p185"/>
            <p:cNvSpPr/>
            <p:nvPr/>
          </p:nvSpPr>
          <p:spPr>
            <a:xfrm>
              <a:off x="1282125" y="1942105"/>
              <a:ext cx="360053" cy="1366551"/>
            </a:xfrm>
            <a:custGeom>
              <a:avLst/>
              <a:gdLst/>
              <a:ahLst/>
              <a:cxnLst/>
              <a:rect l="l" t="t" r="r" b="b"/>
              <a:pathLst>
                <a:path w="6317" h="21906" extrusionOk="0">
                  <a:moveTo>
                    <a:pt x="6015" y="1"/>
                  </a:moveTo>
                  <a:cubicBezTo>
                    <a:pt x="4303" y="188"/>
                    <a:pt x="2548" y="354"/>
                    <a:pt x="830" y="354"/>
                  </a:cubicBezTo>
                  <a:cubicBezTo>
                    <a:pt x="712" y="354"/>
                    <a:pt x="594" y="353"/>
                    <a:pt x="477" y="352"/>
                  </a:cubicBezTo>
                  <a:lnTo>
                    <a:pt x="477" y="352"/>
                  </a:lnTo>
                  <a:cubicBezTo>
                    <a:pt x="602" y="7394"/>
                    <a:pt x="0" y="14437"/>
                    <a:pt x="151" y="21505"/>
                  </a:cubicBezTo>
                  <a:cubicBezTo>
                    <a:pt x="1078" y="21505"/>
                    <a:pt x="2005" y="21580"/>
                    <a:pt x="2908" y="21655"/>
                  </a:cubicBezTo>
                  <a:cubicBezTo>
                    <a:pt x="3810" y="21730"/>
                    <a:pt x="4762" y="21730"/>
                    <a:pt x="5639" y="21906"/>
                  </a:cubicBezTo>
                  <a:cubicBezTo>
                    <a:pt x="5840" y="18297"/>
                    <a:pt x="6015" y="14713"/>
                    <a:pt x="6066" y="11104"/>
                  </a:cubicBezTo>
                  <a:cubicBezTo>
                    <a:pt x="6091" y="9174"/>
                    <a:pt x="6091" y="7269"/>
                    <a:pt x="6091" y="5364"/>
                  </a:cubicBezTo>
                  <a:cubicBezTo>
                    <a:pt x="6091" y="4663"/>
                    <a:pt x="6066" y="3961"/>
                    <a:pt x="6066" y="3259"/>
                  </a:cubicBezTo>
                  <a:cubicBezTo>
                    <a:pt x="6066" y="2983"/>
                    <a:pt x="6316" y="452"/>
                    <a:pt x="6316" y="1"/>
                  </a:cubicBezTo>
                  <a:lnTo>
                    <a:pt x="6316" y="1"/>
                  </a:lnTo>
                  <a:cubicBezTo>
                    <a:pt x="6296" y="42"/>
                    <a:pt x="6259" y="83"/>
                    <a:pt x="6218" y="83"/>
                  </a:cubicBezTo>
                  <a:cubicBezTo>
                    <a:pt x="6209" y="83"/>
                    <a:pt x="6200" y="81"/>
                    <a:pt x="6191" y="76"/>
                  </a:cubicBezTo>
                  <a:cubicBezTo>
                    <a:pt x="6141" y="76"/>
                    <a:pt x="6116" y="76"/>
                    <a:pt x="6066" y="51"/>
                  </a:cubicBezTo>
                  <a:cubicBezTo>
                    <a:pt x="6040" y="51"/>
                    <a:pt x="6015" y="26"/>
                    <a:pt x="6015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185"/>
            <p:cNvSpPr/>
            <p:nvPr/>
          </p:nvSpPr>
          <p:spPr>
            <a:xfrm>
              <a:off x="1276425" y="1928068"/>
              <a:ext cx="378577" cy="1391130"/>
            </a:xfrm>
            <a:custGeom>
              <a:avLst/>
              <a:gdLst/>
              <a:ahLst/>
              <a:cxnLst/>
              <a:rect l="l" t="t" r="r" b="b"/>
              <a:pathLst>
                <a:path w="6642" h="22300" extrusionOk="0">
                  <a:moveTo>
                    <a:pt x="6248" y="58"/>
                  </a:moveTo>
                  <a:lnTo>
                    <a:pt x="6248" y="58"/>
                  </a:lnTo>
                  <a:cubicBezTo>
                    <a:pt x="6262" y="64"/>
                    <a:pt x="6270" y="73"/>
                    <a:pt x="6268" y="73"/>
                  </a:cubicBezTo>
                  <a:cubicBezTo>
                    <a:pt x="6266" y="73"/>
                    <a:pt x="6260" y="69"/>
                    <a:pt x="6248" y="58"/>
                  </a:cubicBezTo>
                  <a:close/>
                  <a:moveTo>
                    <a:pt x="6046" y="462"/>
                  </a:moveTo>
                  <a:cubicBezTo>
                    <a:pt x="6073" y="478"/>
                    <a:pt x="6105" y="493"/>
                    <a:pt x="6140" y="502"/>
                  </a:cubicBezTo>
                  <a:lnTo>
                    <a:pt x="6090" y="502"/>
                  </a:lnTo>
                  <a:lnTo>
                    <a:pt x="6173" y="518"/>
                  </a:lnTo>
                  <a:lnTo>
                    <a:pt x="6173" y="518"/>
                  </a:lnTo>
                  <a:cubicBezTo>
                    <a:pt x="6120" y="1295"/>
                    <a:pt x="6032" y="2124"/>
                    <a:pt x="5965" y="2933"/>
                  </a:cubicBezTo>
                  <a:lnTo>
                    <a:pt x="5940" y="3284"/>
                  </a:lnTo>
                  <a:lnTo>
                    <a:pt x="5940" y="3484"/>
                  </a:lnTo>
                  <a:lnTo>
                    <a:pt x="5940" y="3659"/>
                  </a:lnTo>
                  <a:lnTo>
                    <a:pt x="5940" y="4336"/>
                  </a:lnTo>
                  <a:lnTo>
                    <a:pt x="5940" y="5715"/>
                  </a:lnTo>
                  <a:cubicBezTo>
                    <a:pt x="5940" y="7519"/>
                    <a:pt x="5890" y="9349"/>
                    <a:pt x="5915" y="11178"/>
                  </a:cubicBezTo>
                  <a:lnTo>
                    <a:pt x="5739" y="16542"/>
                  </a:lnTo>
                  <a:lnTo>
                    <a:pt x="5614" y="21955"/>
                  </a:lnTo>
                  <a:cubicBezTo>
                    <a:pt x="5589" y="21930"/>
                    <a:pt x="5614" y="21905"/>
                    <a:pt x="5589" y="21905"/>
                  </a:cubicBezTo>
                  <a:lnTo>
                    <a:pt x="5439" y="21855"/>
                  </a:lnTo>
                  <a:lnTo>
                    <a:pt x="5088" y="21805"/>
                  </a:lnTo>
                  <a:cubicBezTo>
                    <a:pt x="4837" y="21780"/>
                    <a:pt x="4612" y="21755"/>
                    <a:pt x="4386" y="21755"/>
                  </a:cubicBezTo>
                  <a:lnTo>
                    <a:pt x="3008" y="21655"/>
                  </a:lnTo>
                  <a:lnTo>
                    <a:pt x="471" y="21516"/>
                  </a:lnTo>
                  <a:lnTo>
                    <a:pt x="471" y="21516"/>
                  </a:lnTo>
                  <a:cubicBezTo>
                    <a:pt x="428" y="19833"/>
                    <a:pt x="452" y="18149"/>
                    <a:pt x="476" y="16441"/>
                  </a:cubicBezTo>
                  <a:cubicBezTo>
                    <a:pt x="551" y="14687"/>
                    <a:pt x="426" y="12933"/>
                    <a:pt x="526" y="11153"/>
                  </a:cubicBezTo>
                  <a:lnTo>
                    <a:pt x="752" y="5865"/>
                  </a:lnTo>
                  <a:cubicBezTo>
                    <a:pt x="800" y="4185"/>
                    <a:pt x="825" y="2483"/>
                    <a:pt x="805" y="802"/>
                  </a:cubicBezTo>
                  <a:lnTo>
                    <a:pt x="805" y="802"/>
                  </a:lnTo>
                  <a:cubicBezTo>
                    <a:pt x="2552" y="790"/>
                    <a:pt x="4299" y="649"/>
                    <a:pt x="6046" y="462"/>
                  </a:cubicBezTo>
                  <a:close/>
                  <a:moveTo>
                    <a:pt x="6090" y="0"/>
                  </a:moveTo>
                  <a:cubicBezTo>
                    <a:pt x="4261" y="201"/>
                    <a:pt x="2406" y="376"/>
                    <a:pt x="577" y="376"/>
                  </a:cubicBezTo>
                  <a:cubicBezTo>
                    <a:pt x="451" y="376"/>
                    <a:pt x="376" y="451"/>
                    <a:pt x="376" y="577"/>
                  </a:cubicBezTo>
                  <a:cubicBezTo>
                    <a:pt x="401" y="2331"/>
                    <a:pt x="376" y="4111"/>
                    <a:pt x="351" y="5865"/>
                  </a:cubicBezTo>
                  <a:cubicBezTo>
                    <a:pt x="351" y="7619"/>
                    <a:pt x="301" y="9399"/>
                    <a:pt x="276" y="11153"/>
                  </a:cubicBezTo>
                  <a:cubicBezTo>
                    <a:pt x="251" y="12908"/>
                    <a:pt x="25" y="14662"/>
                    <a:pt x="50" y="16441"/>
                  </a:cubicBezTo>
                  <a:cubicBezTo>
                    <a:pt x="0" y="18196"/>
                    <a:pt x="0" y="19975"/>
                    <a:pt x="25" y="21730"/>
                  </a:cubicBezTo>
                  <a:cubicBezTo>
                    <a:pt x="25" y="21855"/>
                    <a:pt x="125" y="21955"/>
                    <a:pt x="251" y="21955"/>
                  </a:cubicBezTo>
                  <a:lnTo>
                    <a:pt x="2983" y="22106"/>
                  </a:lnTo>
                  <a:lnTo>
                    <a:pt x="4361" y="22181"/>
                  </a:lnTo>
                  <a:cubicBezTo>
                    <a:pt x="4587" y="22181"/>
                    <a:pt x="4812" y="22206"/>
                    <a:pt x="5038" y="22231"/>
                  </a:cubicBezTo>
                  <a:lnTo>
                    <a:pt x="5363" y="22256"/>
                  </a:lnTo>
                  <a:lnTo>
                    <a:pt x="5539" y="22281"/>
                  </a:lnTo>
                  <a:cubicBezTo>
                    <a:pt x="5589" y="22294"/>
                    <a:pt x="5645" y="22300"/>
                    <a:pt x="5702" y="22300"/>
                  </a:cubicBezTo>
                  <a:cubicBezTo>
                    <a:pt x="5758" y="22300"/>
                    <a:pt x="5815" y="22294"/>
                    <a:pt x="5865" y="22281"/>
                  </a:cubicBezTo>
                  <a:cubicBezTo>
                    <a:pt x="6065" y="18622"/>
                    <a:pt x="6266" y="14888"/>
                    <a:pt x="6416" y="11178"/>
                  </a:cubicBezTo>
                  <a:cubicBezTo>
                    <a:pt x="6441" y="9349"/>
                    <a:pt x="6416" y="7519"/>
                    <a:pt x="6441" y="5690"/>
                  </a:cubicBezTo>
                  <a:lnTo>
                    <a:pt x="6416" y="4336"/>
                  </a:lnTo>
                  <a:lnTo>
                    <a:pt x="6416" y="3634"/>
                  </a:lnTo>
                  <a:lnTo>
                    <a:pt x="6416" y="3484"/>
                  </a:lnTo>
                  <a:lnTo>
                    <a:pt x="6416" y="3334"/>
                  </a:lnTo>
                  <a:lnTo>
                    <a:pt x="6441" y="2983"/>
                  </a:lnTo>
                  <a:cubicBezTo>
                    <a:pt x="6514" y="2081"/>
                    <a:pt x="6611" y="1227"/>
                    <a:pt x="6639" y="306"/>
                  </a:cubicBezTo>
                  <a:lnTo>
                    <a:pt x="6639" y="306"/>
                  </a:lnTo>
                  <a:cubicBezTo>
                    <a:pt x="6640" y="304"/>
                    <a:pt x="6641" y="303"/>
                    <a:pt x="6642" y="301"/>
                  </a:cubicBezTo>
                  <a:lnTo>
                    <a:pt x="6640" y="301"/>
                  </a:lnTo>
                  <a:lnTo>
                    <a:pt x="6640" y="301"/>
                  </a:lnTo>
                  <a:cubicBezTo>
                    <a:pt x="6640" y="276"/>
                    <a:pt x="6641" y="251"/>
                    <a:pt x="6642" y="226"/>
                  </a:cubicBezTo>
                  <a:lnTo>
                    <a:pt x="6191" y="176"/>
                  </a:lnTo>
                  <a:cubicBezTo>
                    <a:pt x="6216" y="75"/>
                    <a:pt x="6266" y="75"/>
                    <a:pt x="6316" y="75"/>
                  </a:cubicBezTo>
                  <a:lnTo>
                    <a:pt x="6341" y="75"/>
                  </a:lnTo>
                  <a:lnTo>
                    <a:pt x="6241" y="50"/>
                  </a:lnTo>
                  <a:cubicBezTo>
                    <a:pt x="6216" y="25"/>
                    <a:pt x="6140" y="0"/>
                    <a:pt x="609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405" name="Google Shape;5405;p185"/>
          <p:cNvPicPr preferRelativeResize="0"/>
          <p:nvPr/>
        </p:nvPicPr>
        <p:blipFill rotWithShape="1">
          <a:blip r:embed="rId3">
            <a:alphaModFix/>
          </a:blip>
          <a:srcRect l="7056" r="15818"/>
          <a:stretch/>
        </p:blipFill>
        <p:spPr>
          <a:xfrm>
            <a:off x="68525" y="1055204"/>
            <a:ext cx="8770799" cy="331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5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0" name="Google Shape;5410;p186"/>
          <p:cNvPicPr preferRelativeResize="0"/>
          <p:nvPr/>
        </p:nvPicPr>
        <p:blipFill rotWithShape="1">
          <a:blip r:embed="rId3">
            <a:alphaModFix/>
          </a:blip>
          <a:srcRect l="7054"/>
          <a:stretch/>
        </p:blipFill>
        <p:spPr>
          <a:xfrm>
            <a:off x="73988" y="1272700"/>
            <a:ext cx="8996024" cy="28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1" name="Google Shape;5411;p186"/>
          <p:cNvSpPr txBox="1">
            <a:spLocks noGrp="1"/>
          </p:cNvSpPr>
          <p:nvPr>
            <p:ph type="title" idx="4"/>
          </p:nvPr>
        </p:nvSpPr>
        <p:spPr>
          <a:xfrm>
            <a:off x="720000" y="1034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Exponential Example: Answer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12" name="Google Shape;5412;p186"/>
          <p:cNvGrpSpPr/>
          <p:nvPr/>
        </p:nvGrpSpPr>
        <p:grpSpPr>
          <a:xfrm>
            <a:off x="2198703" y="510675"/>
            <a:ext cx="4688712" cy="176025"/>
            <a:chOff x="4345425" y="2175475"/>
            <a:chExt cx="800750" cy="176025"/>
          </a:xfrm>
        </p:grpSpPr>
        <p:sp>
          <p:nvSpPr>
            <p:cNvPr id="5413" name="Google Shape;5413;p18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18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5" name="Google Shape;5415;p186"/>
          <p:cNvGrpSpPr/>
          <p:nvPr/>
        </p:nvGrpSpPr>
        <p:grpSpPr>
          <a:xfrm>
            <a:off x="-675780" y="504110"/>
            <a:ext cx="2433812" cy="320922"/>
            <a:chOff x="1394800" y="3522000"/>
            <a:chExt cx="1048650" cy="138275"/>
          </a:xfrm>
        </p:grpSpPr>
        <p:sp>
          <p:nvSpPr>
            <p:cNvPr id="5416" name="Google Shape;5416;p186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186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186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186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186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186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186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186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186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5" name="Google Shape;5425;p186"/>
          <p:cNvGrpSpPr/>
          <p:nvPr/>
        </p:nvGrpSpPr>
        <p:grpSpPr>
          <a:xfrm rot="-2482112">
            <a:off x="7947212" y="4481609"/>
            <a:ext cx="953582" cy="396167"/>
            <a:chOff x="-605225" y="2384875"/>
            <a:chExt cx="787975" cy="303650"/>
          </a:xfrm>
        </p:grpSpPr>
        <p:sp>
          <p:nvSpPr>
            <p:cNvPr id="5426" name="Google Shape;5426;p186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186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186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186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186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186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186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186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4" name="Google Shape;5434;p186"/>
          <p:cNvGrpSpPr/>
          <p:nvPr/>
        </p:nvGrpSpPr>
        <p:grpSpPr>
          <a:xfrm rot="1514788">
            <a:off x="6437695" y="4034101"/>
            <a:ext cx="1376274" cy="908487"/>
            <a:chOff x="5248525" y="821375"/>
            <a:chExt cx="1082824" cy="694544"/>
          </a:xfrm>
        </p:grpSpPr>
        <p:sp>
          <p:nvSpPr>
            <p:cNvPr id="5435" name="Google Shape;5435;p186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186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186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186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186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186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5" name="Google Shape;5445;p187"/>
          <p:cNvSpPr txBox="1">
            <a:spLocks noGrp="1"/>
          </p:cNvSpPr>
          <p:nvPr>
            <p:ph type="subTitle" idx="1"/>
          </p:nvPr>
        </p:nvSpPr>
        <p:spPr>
          <a:xfrm>
            <a:off x="2189225" y="1519650"/>
            <a:ext cx="5160600" cy="31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/>
              <a:t>Write a program that print out the answers to these math questions.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Muli"/>
              <a:buChar char="●"/>
            </a:pPr>
            <a:r>
              <a:rPr lang="en" sz="2300" dirty="0"/>
              <a:t>20 Plus 3</a:t>
            </a:r>
            <a:endParaRPr sz="23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30 Minus 5</a:t>
            </a:r>
            <a:endParaRPr sz="23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10 Times 4</a:t>
            </a:r>
            <a:endParaRPr sz="23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9 Divided by 3</a:t>
            </a:r>
            <a:endParaRPr sz="23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3 to the 4th Power</a:t>
            </a:r>
            <a:endParaRPr sz="2300" dirty="0"/>
          </a:p>
        </p:txBody>
      </p:sp>
      <p:sp>
        <p:nvSpPr>
          <p:cNvPr id="5446" name="Google Shape;5446;p187"/>
          <p:cNvSpPr txBox="1">
            <a:spLocks noGrp="1"/>
          </p:cNvSpPr>
          <p:nvPr>
            <p:ph type="title"/>
          </p:nvPr>
        </p:nvSpPr>
        <p:spPr>
          <a:xfrm>
            <a:off x="2443600" y="417550"/>
            <a:ext cx="3988500" cy="10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&amp; Review</a:t>
            </a:r>
            <a:endParaRPr/>
          </a:p>
        </p:txBody>
      </p:sp>
      <p:grpSp>
        <p:nvGrpSpPr>
          <p:cNvPr id="5447" name="Google Shape;5447;p187"/>
          <p:cNvGrpSpPr/>
          <p:nvPr/>
        </p:nvGrpSpPr>
        <p:grpSpPr>
          <a:xfrm>
            <a:off x="1449146" y="1519649"/>
            <a:ext cx="580423" cy="681083"/>
            <a:chOff x="645175" y="3632150"/>
            <a:chExt cx="394550" cy="462975"/>
          </a:xfrm>
        </p:grpSpPr>
        <p:sp>
          <p:nvSpPr>
            <p:cNvPr id="5448" name="Google Shape;5448;p187"/>
            <p:cNvSpPr/>
            <p:nvPr/>
          </p:nvSpPr>
          <p:spPr>
            <a:xfrm>
              <a:off x="699725" y="3704850"/>
              <a:ext cx="320175" cy="366225"/>
            </a:xfrm>
            <a:custGeom>
              <a:avLst/>
              <a:gdLst/>
              <a:ahLst/>
              <a:cxnLst/>
              <a:rect l="l" t="t" r="r" b="b"/>
              <a:pathLst>
                <a:path w="12807" h="14649" extrusionOk="0">
                  <a:moveTo>
                    <a:pt x="967" y="1"/>
                  </a:moveTo>
                  <a:cubicBezTo>
                    <a:pt x="714" y="1"/>
                    <a:pt x="444" y="127"/>
                    <a:pt x="390" y="378"/>
                  </a:cubicBezTo>
                  <a:cubicBezTo>
                    <a:pt x="276" y="926"/>
                    <a:pt x="161" y="1451"/>
                    <a:pt x="70" y="1999"/>
                  </a:cubicBezTo>
                  <a:cubicBezTo>
                    <a:pt x="1" y="2332"/>
                    <a:pt x="253" y="2497"/>
                    <a:pt x="523" y="2497"/>
                  </a:cubicBezTo>
                  <a:cubicBezTo>
                    <a:pt x="696" y="2497"/>
                    <a:pt x="876" y="2429"/>
                    <a:pt x="983" y="2295"/>
                  </a:cubicBezTo>
                  <a:cubicBezTo>
                    <a:pt x="1052" y="2204"/>
                    <a:pt x="1143" y="2113"/>
                    <a:pt x="1211" y="2044"/>
                  </a:cubicBezTo>
                  <a:lnTo>
                    <a:pt x="1211" y="2044"/>
                  </a:lnTo>
                  <a:lnTo>
                    <a:pt x="960" y="2957"/>
                  </a:lnTo>
                  <a:cubicBezTo>
                    <a:pt x="884" y="3273"/>
                    <a:pt x="1117" y="3400"/>
                    <a:pt x="1378" y="3400"/>
                  </a:cubicBezTo>
                  <a:cubicBezTo>
                    <a:pt x="1588" y="3400"/>
                    <a:pt x="1817" y="3318"/>
                    <a:pt x="1919" y="3186"/>
                  </a:cubicBezTo>
                  <a:lnTo>
                    <a:pt x="2832" y="2044"/>
                  </a:lnTo>
                  <a:lnTo>
                    <a:pt x="2832" y="2044"/>
                  </a:lnTo>
                  <a:cubicBezTo>
                    <a:pt x="2832" y="2090"/>
                    <a:pt x="2809" y="2159"/>
                    <a:pt x="2809" y="2227"/>
                  </a:cubicBezTo>
                  <a:cubicBezTo>
                    <a:pt x="2604" y="2775"/>
                    <a:pt x="2444" y="3345"/>
                    <a:pt x="2353" y="3962"/>
                  </a:cubicBezTo>
                  <a:cubicBezTo>
                    <a:pt x="2330" y="4236"/>
                    <a:pt x="2490" y="4373"/>
                    <a:pt x="2695" y="4395"/>
                  </a:cubicBezTo>
                  <a:cubicBezTo>
                    <a:pt x="2581" y="4829"/>
                    <a:pt x="2444" y="5286"/>
                    <a:pt x="2307" y="5719"/>
                  </a:cubicBezTo>
                  <a:cubicBezTo>
                    <a:pt x="2200" y="6051"/>
                    <a:pt x="2438" y="6211"/>
                    <a:pt x="2714" y="6211"/>
                  </a:cubicBezTo>
                  <a:cubicBezTo>
                    <a:pt x="2970" y="6211"/>
                    <a:pt x="3257" y="6074"/>
                    <a:pt x="3334" y="5811"/>
                  </a:cubicBezTo>
                  <a:cubicBezTo>
                    <a:pt x="3425" y="5605"/>
                    <a:pt x="3494" y="5377"/>
                    <a:pt x="3585" y="5171"/>
                  </a:cubicBezTo>
                  <a:lnTo>
                    <a:pt x="3585" y="5171"/>
                  </a:lnTo>
                  <a:cubicBezTo>
                    <a:pt x="3562" y="5263"/>
                    <a:pt x="3540" y="5331"/>
                    <a:pt x="3540" y="5423"/>
                  </a:cubicBezTo>
                  <a:cubicBezTo>
                    <a:pt x="3494" y="5582"/>
                    <a:pt x="3471" y="5719"/>
                    <a:pt x="3471" y="5879"/>
                  </a:cubicBezTo>
                  <a:cubicBezTo>
                    <a:pt x="3429" y="6219"/>
                    <a:pt x="3662" y="6361"/>
                    <a:pt x="3916" y="6361"/>
                  </a:cubicBezTo>
                  <a:cubicBezTo>
                    <a:pt x="3935" y="6361"/>
                    <a:pt x="3954" y="6360"/>
                    <a:pt x="3973" y="6358"/>
                  </a:cubicBezTo>
                  <a:lnTo>
                    <a:pt x="3973" y="6358"/>
                  </a:lnTo>
                  <a:cubicBezTo>
                    <a:pt x="3836" y="6838"/>
                    <a:pt x="3677" y="7340"/>
                    <a:pt x="3540" y="7819"/>
                  </a:cubicBezTo>
                  <a:cubicBezTo>
                    <a:pt x="3433" y="8178"/>
                    <a:pt x="3699" y="8367"/>
                    <a:pt x="3984" y="8367"/>
                  </a:cubicBezTo>
                  <a:cubicBezTo>
                    <a:pt x="4189" y="8367"/>
                    <a:pt x="4403" y="8270"/>
                    <a:pt x="4498" y="8070"/>
                  </a:cubicBezTo>
                  <a:cubicBezTo>
                    <a:pt x="4795" y="7477"/>
                    <a:pt x="5115" y="6929"/>
                    <a:pt x="5480" y="6404"/>
                  </a:cubicBezTo>
                  <a:lnTo>
                    <a:pt x="5480" y="6404"/>
                  </a:lnTo>
                  <a:cubicBezTo>
                    <a:pt x="5343" y="6975"/>
                    <a:pt x="5183" y="7545"/>
                    <a:pt x="4978" y="8116"/>
                  </a:cubicBezTo>
                  <a:cubicBezTo>
                    <a:pt x="4772" y="8527"/>
                    <a:pt x="4590" y="8960"/>
                    <a:pt x="4475" y="9417"/>
                  </a:cubicBezTo>
                  <a:cubicBezTo>
                    <a:pt x="4383" y="9772"/>
                    <a:pt x="4647" y="9960"/>
                    <a:pt x="4931" y="9960"/>
                  </a:cubicBezTo>
                  <a:cubicBezTo>
                    <a:pt x="5140" y="9960"/>
                    <a:pt x="5360" y="9858"/>
                    <a:pt x="5457" y="9645"/>
                  </a:cubicBezTo>
                  <a:cubicBezTo>
                    <a:pt x="5457" y="9600"/>
                    <a:pt x="5480" y="9577"/>
                    <a:pt x="5503" y="9531"/>
                  </a:cubicBezTo>
                  <a:cubicBezTo>
                    <a:pt x="5503" y="9531"/>
                    <a:pt x="5503" y="9531"/>
                    <a:pt x="5503" y="9508"/>
                  </a:cubicBezTo>
                  <a:cubicBezTo>
                    <a:pt x="5548" y="9440"/>
                    <a:pt x="5571" y="9348"/>
                    <a:pt x="5617" y="9257"/>
                  </a:cubicBezTo>
                  <a:lnTo>
                    <a:pt x="5617" y="9257"/>
                  </a:lnTo>
                  <a:cubicBezTo>
                    <a:pt x="5571" y="9554"/>
                    <a:pt x="5503" y="9851"/>
                    <a:pt x="5480" y="10170"/>
                  </a:cubicBezTo>
                  <a:cubicBezTo>
                    <a:pt x="5457" y="10307"/>
                    <a:pt x="5503" y="10398"/>
                    <a:pt x="5548" y="10467"/>
                  </a:cubicBezTo>
                  <a:cubicBezTo>
                    <a:pt x="5160" y="10923"/>
                    <a:pt x="4795" y="11380"/>
                    <a:pt x="4407" y="11836"/>
                  </a:cubicBezTo>
                  <a:cubicBezTo>
                    <a:pt x="4079" y="12243"/>
                    <a:pt x="4382" y="12574"/>
                    <a:pt x="4745" y="12574"/>
                  </a:cubicBezTo>
                  <a:cubicBezTo>
                    <a:pt x="4912" y="12574"/>
                    <a:pt x="5092" y="12504"/>
                    <a:pt x="5229" y="12339"/>
                  </a:cubicBezTo>
                  <a:cubicBezTo>
                    <a:pt x="5457" y="12087"/>
                    <a:pt x="5685" y="11814"/>
                    <a:pt x="5913" y="11563"/>
                  </a:cubicBezTo>
                  <a:cubicBezTo>
                    <a:pt x="5959" y="11608"/>
                    <a:pt x="6028" y="11631"/>
                    <a:pt x="6096" y="11654"/>
                  </a:cubicBezTo>
                  <a:cubicBezTo>
                    <a:pt x="5868" y="11973"/>
                    <a:pt x="5662" y="12316"/>
                    <a:pt x="5480" y="12658"/>
                  </a:cubicBezTo>
                  <a:cubicBezTo>
                    <a:pt x="5366" y="12886"/>
                    <a:pt x="5457" y="13183"/>
                    <a:pt x="5708" y="13274"/>
                  </a:cubicBezTo>
                  <a:cubicBezTo>
                    <a:pt x="5766" y="13297"/>
                    <a:pt x="5824" y="13307"/>
                    <a:pt x="5880" y="13307"/>
                  </a:cubicBezTo>
                  <a:cubicBezTo>
                    <a:pt x="6108" y="13307"/>
                    <a:pt x="6310" y="13138"/>
                    <a:pt x="6438" y="12955"/>
                  </a:cubicBezTo>
                  <a:cubicBezTo>
                    <a:pt x="6507" y="12841"/>
                    <a:pt x="6575" y="12727"/>
                    <a:pt x="6644" y="12612"/>
                  </a:cubicBezTo>
                  <a:lnTo>
                    <a:pt x="6644" y="12612"/>
                  </a:lnTo>
                  <a:cubicBezTo>
                    <a:pt x="6528" y="12976"/>
                    <a:pt x="6781" y="13228"/>
                    <a:pt x="7075" y="13228"/>
                  </a:cubicBezTo>
                  <a:cubicBezTo>
                    <a:pt x="7243" y="13228"/>
                    <a:pt x="7424" y="13146"/>
                    <a:pt x="7557" y="12955"/>
                  </a:cubicBezTo>
                  <a:cubicBezTo>
                    <a:pt x="7876" y="12476"/>
                    <a:pt x="8196" y="11973"/>
                    <a:pt x="8493" y="11448"/>
                  </a:cubicBezTo>
                  <a:cubicBezTo>
                    <a:pt x="8789" y="11015"/>
                    <a:pt x="9132" y="10581"/>
                    <a:pt x="9474" y="10147"/>
                  </a:cubicBezTo>
                  <a:lnTo>
                    <a:pt x="9474" y="10147"/>
                  </a:lnTo>
                  <a:cubicBezTo>
                    <a:pt x="8607" y="11334"/>
                    <a:pt x="7854" y="12590"/>
                    <a:pt x="7237" y="13936"/>
                  </a:cubicBezTo>
                  <a:cubicBezTo>
                    <a:pt x="7057" y="14341"/>
                    <a:pt x="7330" y="14608"/>
                    <a:pt x="7642" y="14608"/>
                  </a:cubicBezTo>
                  <a:cubicBezTo>
                    <a:pt x="7805" y="14608"/>
                    <a:pt x="7979" y="14535"/>
                    <a:pt x="8105" y="14370"/>
                  </a:cubicBezTo>
                  <a:cubicBezTo>
                    <a:pt x="8264" y="14187"/>
                    <a:pt x="8379" y="14005"/>
                    <a:pt x="8516" y="13822"/>
                  </a:cubicBezTo>
                  <a:lnTo>
                    <a:pt x="8516" y="13822"/>
                  </a:lnTo>
                  <a:cubicBezTo>
                    <a:pt x="8516" y="13868"/>
                    <a:pt x="8493" y="13891"/>
                    <a:pt x="8470" y="13936"/>
                  </a:cubicBezTo>
                  <a:cubicBezTo>
                    <a:pt x="8322" y="14364"/>
                    <a:pt x="8604" y="14649"/>
                    <a:pt x="8920" y="14649"/>
                  </a:cubicBezTo>
                  <a:cubicBezTo>
                    <a:pt x="9093" y="14649"/>
                    <a:pt x="9277" y="14564"/>
                    <a:pt x="9406" y="14370"/>
                  </a:cubicBezTo>
                  <a:cubicBezTo>
                    <a:pt x="9657" y="14005"/>
                    <a:pt x="9908" y="13617"/>
                    <a:pt x="10136" y="13252"/>
                  </a:cubicBezTo>
                  <a:lnTo>
                    <a:pt x="10136" y="13252"/>
                  </a:lnTo>
                  <a:cubicBezTo>
                    <a:pt x="10113" y="13503"/>
                    <a:pt x="10113" y="13731"/>
                    <a:pt x="10113" y="13982"/>
                  </a:cubicBezTo>
                  <a:cubicBezTo>
                    <a:pt x="10142" y="14295"/>
                    <a:pt x="10400" y="14492"/>
                    <a:pt x="10657" y="14492"/>
                  </a:cubicBezTo>
                  <a:cubicBezTo>
                    <a:pt x="10813" y="14492"/>
                    <a:pt x="10969" y="14420"/>
                    <a:pt x="11072" y="14256"/>
                  </a:cubicBezTo>
                  <a:cubicBezTo>
                    <a:pt x="11072" y="14233"/>
                    <a:pt x="11072" y="14233"/>
                    <a:pt x="11072" y="14233"/>
                  </a:cubicBezTo>
                  <a:cubicBezTo>
                    <a:pt x="11118" y="14324"/>
                    <a:pt x="11186" y="14416"/>
                    <a:pt x="11277" y="14461"/>
                  </a:cubicBezTo>
                  <a:cubicBezTo>
                    <a:pt x="11355" y="14518"/>
                    <a:pt x="11446" y="14544"/>
                    <a:pt x="11537" y="14544"/>
                  </a:cubicBezTo>
                  <a:cubicBezTo>
                    <a:pt x="11740" y="14544"/>
                    <a:pt x="11945" y="14415"/>
                    <a:pt x="12008" y="14210"/>
                  </a:cubicBezTo>
                  <a:cubicBezTo>
                    <a:pt x="12396" y="12978"/>
                    <a:pt x="12647" y="11745"/>
                    <a:pt x="12761" y="10467"/>
                  </a:cubicBezTo>
                  <a:cubicBezTo>
                    <a:pt x="12761" y="10284"/>
                    <a:pt x="12693" y="10147"/>
                    <a:pt x="12601" y="10056"/>
                  </a:cubicBezTo>
                  <a:cubicBezTo>
                    <a:pt x="12715" y="9440"/>
                    <a:pt x="12784" y="8778"/>
                    <a:pt x="12807" y="8116"/>
                  </a:cubicBezTo>
                  <a:cubicBezTo>
                    <a:pt x="12807" y="7979"/>
                    <a:pt x="12761" y="7865"/>
                    <a:pt x="12693" y="7796"/>
                  </a:cubicBezTo>
                  <a:cubicBezTo>
                    <a:pt x="12739" y="7487"/>
                    <a:pt x="12513" y="7262"/>
                    <a:pt x="12249" y="7262"/>
                  </a:cubicBezTo>
                  <a:cubicBezTo>
                    <a:pt x="12123" y="7262"/>
                    <a:pt x="11989" y="7313"/>
                    <a:pt x="11871" y="7431"/>
                  </a:cubicBezTo>
                  <a:cubicBezTo>
                    <a:pt x="11734" y="7568"/>
                    <a:pt x="11597" y="7705"/>
                    <a:pt x="11460" y="7819"/>
                  </a:cubicBezTo>
                  <a:cubicBezTo>
                    <a:pt x="11476" y="7566"/>
                    <a:pt x="11239" y="7379"/>
                    <a:pt x="10994" y="7379"/>
                  </a:cubicBezTo>
                  <a:cubicBezTo>
                    <a:pt x="10885" y="7379"/>
                    <a:pt x="10775" y="7416"/>
                    <a:pt x="10684" y="7500"/>
                  </a:cubicBezTo>
                  <a:cubicBezTo>
                    <a:pt x="10296" y="7842"/>
                    <a:pt x="9931" y="8207"/>
                    <a:pt x="9588" y="8572"/>
                  </a:cubicBezTo>
                  <a:cubicBezTo>
                    <a:pt x="9506" y="8490"/>
                    <a:pt x="9399" y="8444"/>
                    <a:pt x="9283" y="8444"/>
                  </a:cubicBezTo>
                  <a:cubicBezTo>
                    <a:pt x="9175" y="8444"/>
                    <a:pt x="9060" y="8484"/>
                    <a:pt x="8949" y="8572"/>
                  </a:cubicBezTo>
                  <a:cubicBezTo>
                    <a:pt x="8858" y="8641"/>
                    <a:pt x="8767" y="8709"/>
                    <a:pt x="8675" y="8778"/>
                  </a:cubicBezTo>
                  <a:cubicBezTo>
                    <a:pt x="8652" y="8687"/>
                    <a:pt x="8607" y="8595"/>
                    <a:pt x="8516" y="8527"/>
                  </a:cubicBezTo>
                  <a:cubicBezTo>
                    <a:pt x="8516" y="8504"/>
                    <a:pt x="8516" y="8504"/>
                    <a:pt x="8493" y="8504"/>
                  </a:cubicBezTo>
                  <a:cubicBezTo>
                    <a:pt x="8584" y="8344"/>
                    <a:pt x="8675" y="8184"/>
                    <a:pt x="8767" y="8025"/>
                  </a:cubicBezTo>
                  <a:cubicBezTo>
                    <a:pt x="8926" y="7751"/>
                    <a:pt x="8789" y="7545"/>
                    <a:pt x="8561" y="7454"/>
                  </a:cubicBezTo>
                  <a:cubicBezTo>
                    <a:pt x="8652" y="7271"/>
                    <a:pt x="8744" y="7066"/>
                    <a:pt x="8858" y="6883"/>
                  </a:cubicBezTo>
                  <a:cubicBezTo>
                    <a:pt x="9024" y="6535"/>
                    <a:pt x="8709" y="6388"/>
                    <a:pt x="8398" y="6388"/>
                  </a:cubicBezTo>
                  <a:cubicBezTo>
                    <a:pt x="8240" y="6388"/>
                    <a:pt x="8083" y="6426"/>
                    <a:pt x="7991" y="6495"/>
                  </a:cubicBezTo>
                  <a:cubicBezTo>
                    <a:pt x="7717" y="6701"/>
                    <a:pt x="7466" y="6929"/>
                    <a:pt x="7237" y="7157"/>
                  </a:cubicBezTo>
                  <a:cubicBezTo>
                    <a:pt x="7306" y="6952"/>
                    <a:pt x="7397" y="6746"/>
                    <a:pt x="7488" y="6518"/>
                  </a:cubicBezTo>
                  <a:cubicBezTo>
                    <a:pt x="7640" y="6170"/>
                    <a:pt x="7339" y="6013"/>
                    <a:pt x="7033" y="6013"/>
                  </a:cubicBezTo>
                  <a:cubicBezTo>
                    <a:pt x="6878" y="6013"/>
                    <a:pt x="6721" y="6053"/>
                    <a:pt x="6621" y="6130"/>
                  </a:cubicBezTo>
                  <a:cubicBezTo>
                    <a:pt x="6598" y="6153"/>
                    <a:pt x="6598" y="6153"/>
                    <a:pt x="6575" y="6176"/>
                  </a:cubicBezTo>
                  <a:cubicBezTo>
                    <a:pt x="6667" y="5674"/>
                    <a:pt x="6758" y="5194"/>
                    <a:pt x="6804" y="4692"/>
                  </a:cubicBezTo>
                  <a:cubicBezTo>
                    <a:pt x="6846" y="4352"/>
                    <a:pt x="6607" y="4179"/>
                    <a:pt x="6343" y="4179"/>
                  </a:cubicBezTo>
                  <a:cubicBezTo>
                    <a:pt x="6182" y="4179"/>
                    <a:pt x="6012" y="4243"/>
                    <a:pt x="5891" y="4373"/>
                  </a:cubicBezTo>
                  <a:cubicBezTo>
                    <a:pt x="5754" y="4532"/>
                    <a:pt x="5640" y="4669"/>
                    <a:pt x="5503" y="4829"/>
                  </a:cubicBezTo>
                  <a:cubicBezTo>
                    <a:pt x="5640" y="4395"/>
                    <a:pt x="5754" y="3962"/>
                    <a:pt x="5891" y="3528"/>
                  </a:cubicBezTo>
                  <a:cubicBezTo>
                    <a:pt x="5991" y="3211"/>
                    <a:pt x="5701" y="3004"/>
                    <a:pt x="5414" y="3004"/>
                  </a:cubicBezTo>
                  <a:cubicBezTo>
                    <a:pt x="5307" y="3004"/>
                    <a:pt x="5201" y="3033"/>
                    <a:pt x="5115" y="3094"/>
                  </a:cubicBezTo>
                  <a:cubicBezTo>
                    <a:pt x="5046" y="3140"/>
                    <a:pt x="4978" y="3208"/>
                    <a:pt x="4909" y="3254"/>
                  </a:cubicBezTo>
                  <a:cubicBezTo>
                    <a:pt x="4978" y="2866"/>
                    <a:pt x="5023" y="2455"/>
                    <a:pt x="5092" y="2067"/>
                  </a:cubicBezTo>
                  <a:cubicBezTo>
                    <a:pt x="5128" y="1780"/>
                    <a:pt x="4825" y="1620"/>
                    <a:pt x="4550" y="1620"/>
                  </a:cubicBezTo>
                  <a:cubicBezTo>
                    <a:pt x="4475" y="1620"/>
                    <a:pt x="4402" y="1632"/>
                    <a:pt x="4338" y="1656"/>
                  </a:cubicBezTo>
                  <a:cubicBezTo>
                    <a:pt x="4361" y="1474"/>
                    <a:pt x="4407" y="1268"/>
                    <a:pt x="4430" y="1086"/>
                  </a:cubicBezTo>
                  <a:cubicBezTo>
                    <a:pt x="4473" y="806"/>
                    <a:pt x="4170" y="627"/>
                    <a:pt x="3906" y="627"/>
                  </a:cubicBezTo>
                  <a:cubicBezTo>
                    <a:pt x="3890" y="627"/>
                    <a:pt x="3875" y="628"/>
                    <a:pt x="3859" y="629"/>
                  </a:cubicBezTo>
                  <a:cubicBezTo>
                    <a:pt x="3859" y="606"/>
                    <a:pt x="3836" y="561"/>
                    <a:pt x="3836" y="538"/>
                  </a:cubicBezTo>
                  <a:cubicBezTo>
                    <a:pt x="3803" y="294"/>
                    <a:pt x="3630" y="201"/>
                    <a:pt x="3435" y="201"/>
                  </a:cubicBezTo>
                  <a:cubicBezTo>
                    <a:pt x="3227" y="201"/>
                    <a:pt x="2995" y="306"/>
                    <a:pt x="2878" y="447"/>
                  </a:cubicBezTo>
                  <a:lnTo>
                    <a:pt x="2604" y="789"/>
                  </a:lnTo>
                  <a:cubicBezTo>
                    <a:pt x="2690" y="496"/>
                    <a:pt x="2399" y="320"/>
                    <a:pt x="2133" y="320"/>
                  </a:cubicBezTo>
                  <a:cubicBezTo>
                    <a:pt x="2047" y="320"/>
                    <a:pt x="1963" y="339"/>
                    <a:pt x="1896" y="378"/>
                  </a:cubicBezTo>
                  <a:cubicBezTo>
                    <a:pt x="1714" y="469"/>
                    <a:pt x="1554" y="584"/>
                    <a:pt x="1394" y="698"/>
                  </a:cubicBezTo>
                  <a:lnTo>
                    <a:pt x="1440" y="447"/>
                  </a:lnTo>
                  <a:cubicBezTo>
                    <a:pt x="1499" y="149"/>
                    <a:pt x="1243" y="1"/>
                    <a:pt x="967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187"/>
            <p:cNvSpPr/>
            <p:nvPr/>
          </p:nvSpPr>
          <p:spPr>
            <a:xfrm>
              <a:off x="645175" y="3632150"/>
              <a:ext cx="394550" cy="462975"/>
            </a:xfrm>
            <a:custGeom>
              <a:avLst/>
              <a:gdLst/>
              <a:ahLst/>
              <a:cxnLst/>
              <a:rect l="l" t="t" r="r" b="b"/>
              <a:pathLst>
                <a:path w="15782" h="18519" extrusionOk="0">
                  <a:moveTo>
                    <a:pt x="7182" y="1688"/>
                  </a:moveTo>
                  <a:cubicBezTo>
                    <a:pt x="8027" y="5067"/>
                    <a:pt x="9214" y="8331"/>
                    <a:pt x="10720" y="11503"/>
                  </a:cubicBezTo>
                  <a:cubicBezTo>
                    <a:pt x="10775" y="11612"/>
                    <a:pt x="10914" y="11677"/>
                    <a:pt x="11038" y="11677"/>
                  </a:cubicBezTo>
                  <a:cubicBezTo>
                    <a:pt x="11071" y="11677"/>
                    <a:pt x="11103" y="11673"/>
                    <a:pt x="11131" y="11663"/>
                  </a:cubicBezTo>
                  <a:cubicBezTo>
                    <a:pt x="12409" y="11275"/>
                    <a:pt x="13665" y="10910"/>
                    <a:pt x="14920" y="10545"/>
                  </a:cubicBezTo>
                  <a:lnTo>
                    <a:pt x="14920" y="10545"/>
                  </a:lnTo>
                  <a:cubicBezTo>
                    <a:pt x="14578" y="12941"/>
                    <a:pt x="14098" y="15315"/>
                    <a:pt x="13459" y="17666"/>
                  </a:cubicBezTo>
                  <a:cubicBezTo>
                    <a:pt x="10789" y="16776"/>
                    <a:pt x="8118" y="15886"/>
                    <a:pt x="5425" y="14995"/>
                  </a:cubicBezTo>
                  <a:cubicBezTo>
                    <a:pt x="6475" y="14242"/>
                    <a:pt x="7525" y="13558"/>
                    <a:pt x="8620" y="12873"/>
                  </a:cubicBezTo>
                  <a:cubicBezTo>
                    <a:pt x="8780" y="12781"/>
                    <a:pt x="8712" y="12530"/>
                    <a:pt x="8552" y="12485"/>
                  </a:cubicBezTo>
                  <a:cubicBezTo>
                    <a:pt x="8529" y="12439"/>
                    <a:pt x="8529" y="12416"/>
                    <a:pt x="8506" y="12393"/>
                  </a:cubicBezTo>
                  <a:cubicBezTo>
                    <a:pt x="6132" y="9403"/>
                    <a:pt x="3759" y="6413"/>
                    <a:pt x="1385" y="3423"/>
                  </a:cubicBezTo>
                  <a:lnTo>
                    <a:pt x="1385" y="3423"/>
                  </a:lnTo>
                  <a:cubicBezTo>
                    <a:pt x="2092" y="3492"/>
                    <a:pt x="2800" y="3583"/>
                    <a:pt x="3508" y="3651"/>
                  </a:cubicBezTo>
                  <a:cubicBezTo>
                    <a:pt x="3950" y="3702"/>
                    <a:pt x="4721" y="3931"/>
                    <a:pt x="5321" y="3931"/>
                  </a:cubicBezTo>
                  <a:cubicBezTo>
                    <a:pt x="5527" y="3931"/>
                    <a:pt x="5713" y="3904"/>
                    <a:pt x="5859" y="3834"/>
                  </a:cubicBezTo>
                  <a:cubicBezTo>
                    <a:pt x="6498" y="3537"/>
                    <a:pt x="6886" y="2556"/>
                    <a:pt x="7182" y="1688"/>
                  </a:cubicBezTo>
                  <a:close/>
                  <a:moveTo>
                    <a:pt x="7247" y="0"/>
                  </a:moveTo>
                  <a:cubicBezTo>
                    <a:pt x="7113" y="0"/>
                    <a:pt x="6983" y="59"/>
                    <a:pt x="6931" y="182"/>
                  </a:cubicBezTo>
                  <a:cubicBezTo>
                    <a:pt x="6703" y="730"/>
                    <a:pt x="6475" y="1278"/>
                    <a:pt x="6224" y="1825"/>
                  </a:cubicBezTo>
                  <a:cubicBezTo>
                    <a:pt x="5829" y="2767"/>
                    <a:pt x="5772" y="3036"/>
                    <a:pt x="4718" y="3036"/>
                  </a:cubicBezTo>
                  <a:cubicBezTo>
                    <a:pt x="4674" y="3036"/>
                    <a:pt x="4628" y="3036"/>
                    <a:pt x="4580" y="3035"/>
                  </a:cubicBezTo>
                  <a:cubicBezTo>
                    <a:pt x="3279" y="3012"/>
                    <a:pt x="1910" y="2738"/>
                    <a:pt x="632" y="2579"/>
                  </a:cubicBezTo>
                  <a:cubicBezTo>
                    <a:pt x="621" y="2578"/>
                    <a:pt x="611" y="2577"/>
                    <a:pt x="601" y="2577"/>
                  </a:cubicBezTo>
                  <a:cubicBezTo>
                    <a:pt x="312" y="2577"/>
                    <a:pt x="0" y="2885"/>
                    <a:pt x="221" y="3149"/>
                  </a:cubicBezTo>
                  <a:cubicBezTo>
                    <a:pt x="2754" y="6345"/>
                    <a:pt x="5311" y="9563"/>
                    <a:pt x="7844" y="12759"/>
                  </a:cubicBezTo>
                  <a:cubicBezTo>
                    <a:pt x="6635" y="13329"/>
                    <a:pt x="5516" y="14014"/>
                    <a:pt x="4443" y="14813"/>
                  </a:cubicBezTo>
                  <a:cubicBezTo>
                    <a:pt x="4169" y="15018"/>
                    <a:pt x="4238" y="15384"/>
                    <a:pt x="4558" y="15475"/>
                  </a:cubicBezTo>
                  <a:cubicBezTo>
                    <a:pt x="7570" y="16502"/>
                    <a:pt x="10606" y="17483"/>
                    <a:pt x="13642" y="18511"/>
                  </a:cubicBezTo>
                  <a:cubicBezTo>
                    <a:pt x="13666" y="18516"/>
                    <a:pt x="13690" y="18518"/>
                    <a:pt x="13714" y="18518"/>
                  </a:cubicBezTo>
                  <a:cubicBezTo>
                    <a:pt x="13893" y="18518"/>
                    <a:pt x="14058" y="18375"/>
                    <a:pt x="14098" y="18214"/>
                  </a:cubicBezTo>
                  <a:cubicBezTo>
                    <a:pt x="14829" y="15543"/>
                    <a:pt x="15377" y="12850"/>
                    <a:pt x="15742" y="10111"/>
                  </a:cubicBezTo>
                  <a:cubicBezTo>
                    <a:pt x="15781" y="9874"/>
                    <a:pt x="15616" y="9636"/>
                    <a:pt x="15392" y="9636"/>
                  </a:cubicBezTo>
                  <a:cubicBezTo>
                    <a:pt x="15358" y="9636"/>
                    <a:pt x="15322" y="9642"/>
                    <a:pt x="15285" y="9654"/>
                  </a:cubicBezTo>
                  <a:cubicBezTo>
                    <a:pt x="14258" y="9951"/>
                    <a:pt x="13071" y="10522"/>
                    <a:pt x="12021" y="10613"/>
                  </a:cubicBezTo>
                  <a:cubicBezTo>
                    <a:pt x="11854" y="10728"/>
                    <a:pt x="11701" y="10786"/>
                    <a:pt x="11558" y="10786"/>
                  </a:cubicBezTo>
                  <a:cubicBezTo>
                    <a:pt x="11389" y="10786"/>
                    <a:pt x="11234" y="10705"/>
                    <a:pt x="11086" y="10545"/>
                  </a:cubicBezTo>
                  <a:cubicBezTo>
                    <a:pt x="10926" y="10202"/>
                    <a:pt x="10766" y="9860"/>
                    <a:pt x="10629" y="9517"/>
                  </a:cubicBezTo>
                  <a:cubicBezTo>
                    <a:pt x="10332" y="8878"/>
                    <a:pt x="10058" y="8216"/>
                    <a:pt x="9807" y="7554"/>
                  </a:cubicBezTo>
                  <a:cubicBezTo>
                    <a:pt x="8894" y="5181"/>
                    <a:pt x="8164" y="2738"/>
                    <a:pt x="7616" y="250"/>
                  </a:cubicBezTo>
                  <a:cubicBezTo>
                    <a:pt x="7578" y="87"/>
                    <a:pt x="7410" y="0"/>
                    <a:pt x="7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50" name="Google Shape;5450;p187"/>
          <p:cNvGrpSpPr/>
          <p:nvPr/>
        </p:nvGrpSpPr>
        <p:grpSpPr>
          <a:xfrm rot="1017362" flipH="1">
            <a:off x="7464989" y="1367146"/>
            <a:ext cx="771546" cy="905351"/>
            <a:chOff x="645175" y="3632150"/>
            <a:chExt cx="394550" cy="462975"/>
          </a:xfrm>
        </p:grpSpPr>
        <p:sp>
          <p:nvSpPr>
            <p:cNvPr id="5451" name="Google Shape;5451;p187"/>
            <p:cNvSpPr/>
            <p:nvPr/>
          </p:nvSpPr>
          <p:spPr>
            <a:xfrm>
              <a:off x="699725" y="3704850"/>
              <a:ext cx="320175" cy="366225"/>
            </a:xfrm>
            <a:custGeom>
              <a:avLst/>
              <a:gdLst/>
              <a:ahLst/>
              <a:cxnLst/>
              <a:rect l="l" t="t" r="r" b="b"/>
              <a:pathLst>
                <a:path w="12807" h="14649" extrusionOk="0">
                  <a:moveTo>
                    <a:pt x="967" y="1"/>
                  </a:moveTo>
                  <a:cubicBezTo>
                    <a:pt x="714" y="1"/>
                    <a:pt x="444" y="127"/>
                    <a:pt x="390" y="378"/>
                  </a:cubicBezTo>
                  <a:cubicBezTo>
                    <a:pt x="276" y="926"/>
                    <a:pt x="161" y="1451"/>
                    <a:pt x="70" y="1999"/>
                  </a:cubicBezTo>
                  <a:cubicBezTo>
                    <a:pt x="1" y="2332"/>
                    <a:pt x="253" y="2497"/>
                    <a:pt x="523" y="2497"/>
                  </a:cubicBezTo>
                  <a:cubicBezTo>
                    <a:pt x="696" y="2497"/>
                    <a:pt x="876" y="2429"/>
                    <a:pt x="983" y="2295"/>
                  </a:cubicBezTo>
                  <a:cubicBezTo>
                    <a:pt x="1052" y="2204"/>
                    <a:pt x="1143" y="2113"/>
                    <a:pt x="1211" y="2044"/>
                  </a:cubicBezTo>
                  <a:lnTo>
                    <a:pt x="1211" y="2044"/>
                  </a:lnTo>
                  <a:lnTo>
                    <a:pt x="960" y="2957"/>
                  </a:lnTo>
                  <a:cubicBezTo>
                    <a:pt x="884" y="3273"/>
                    <a:pt x="1117" y="3400"/>
                    <a:pt x="1378" y="3400"/>
                  </a:cubicBezTo>
                  <a:cubicBezTo>
                    <a:pt x="1588" y="3400"/>
                    <a:pt x="1817" y="3318"/>
                    <a:pt x="1919" y="3186"/>
                  </a:cubicBezTo>
                  <a:lnTo>
                    <a:pt x="2832" y="2044"/>
                  </a:lnTo>
                  <a:lnTo>
                    <a:pt x="2832" y="2044"/>
                  </a:lnTo>
                  <a:cubicBezTo>
                    <a:pt x="2832" y="2090"/>
                    <a:pt x="2809" y="2159"/>
                    <a:pt x="2809" y="2227"/>
                  </a:cubicBezTo>
                  <a:cubicBezTo>
                    <a:pt x="2604" y="2775"/>
                    <a:pt x="2444" y="3345"/>
                    <a:pt x="2353" y="3962"/>
                  </a:cubicBezTo>
                  <a:cubicBezTo>
                    <a:pt x="2330" y="4236"/>
                    <a:pt x="2490" y="4373"/>
                    <a:pt x="2695" y="4395"/>
                  </a:cubicBezTo>
                  <a:cubicBezTo>
                    <a:pt x="2581" y="4829"/>
                    <a:pt x="2444" y="5286"/>
                    <a:pt x="2307" y="5719"/>
                  </a:cubicBezTo>
                  <a:cubicBezTo>
                    <a:pt x="2200" y="6051"/>
                    <a:pt x="2438" y="6211"/>
                    <a:pt x="2714" y="6211"/>
                  </a:cubicBezTo>
                  <a:cubicBezTo>
                    <a:pt x="2970" y="6211"/>
                    <a:pt x="3257" y="6074"/>
                    <a:pt x="3334" y="5811"/>
                  </a:cubicBezTo>
                  <a:cubicBezTo>
                    <a:pt x="3425" y="5605"/>
                    <a:pt x="3494" y="5377"/>
                    <a:pt x="3585" y="5171"/>
                  </a:cubicBezTo>
                  <a:lnTo>
                    <a:pt x="3585" y="5171"/>
                  </a:lnTo>
                  <a:cubicBezTo>
                    <a:pt x="3562" y="5263"/>
                    <a:pt x="3540" y="5331"/>
                    <a:pt x="3540" y="5423"/>
                  </a:cubicBezTo>
                  <a:cubicBezTo>
                    <a:pt x="3494" y="5582"/>
                    <a:pt x="3471" y="5719"/>
                    <a:pt x="3471" y="5879"/>
                  </a:cubicBezTo>
                  <a:cubicBezTo>
                    <a:pt x="3429" y="6219"/>
                    <a:pt x="3662" y="6361"/>
                    <a:pt x="3916" y="6361"/>
                  </a:cubicBezTo>
                  <a:cubicBezTo>
                    <a:pt x="3935" y="6361"/>
                    <a:pt x="3954" y="6360"/>
                    <a:pt x="3973" y="6358"/>
                  </a:cubicBezTo>
                  <a:lnTo>
                    <a:pt x="3973" y="6358"/>
                  </a:lnTo>
                  <a:cubicBezTo>
                    <a:pt x="3836" y="6838"/>
                    <a:pt x="3677" y="7340"/>
                    <a:pt x="3540" y="7819"/>
                  </a:cubicBezTo>
                  <a:cubicBezTo>
                    <a:pt x="3433" y="8178"/>
                    <a:pt x="3699" y="8367"/>
                    <a:pt x="3984" y="8367"/>
                  </a:cubicBezTo>
                  <a:cubicBezTo>
                    <a:pt x="4189" y="8367"/>
                    <a:pt x="4403" y="8270"/>
                    <a:pt x="4498" y="8070"/>
                  </a:cubicBezTo>
                  <a:cubicBezTo>
                    <a:pt x="4795" y="7477"/>
                    <a:pt x="5115" y="6929"/>
                    <a:pt x="5480" y="6404"/>
                  </a:cubicBezTo>
                  <a:lnTo>
                    <a:pt x="5480" y="6404"/>
                  </a:lnTo>
                  <a:cubicBezTo>
                    <a:pt x="5343" y="6975"/>
                    <a:pt x="5183" y="7545"/>
                    <a:pt x="4978" y="8116"/>
                  </a:cubicBezTo>
                  <a:cubicBezTo>
                    <a:pt x="4772" y="8527"/>
                    <a:pt x="4590" y="8960"/>
                    <a:pt x="4475" y="9417"/>
                  </a:cubicBezTo>
                  <a:cubicBezTo>
                    <a:pt x="4383" y="9772"/>
                    <a:pt x="4647" y="9960"/>
                    <a:pt x="4931" y="9960"/>
                  </a:cubicBezTo>
                  <a:cubicBezTo>
                    <a:pt x="5140" y="9960"/>
                    <a:pt x="5360" y="9858"/>
                    <a:pt x="5457" y="9645"/>
                  </a:cubicBezTo>
                  <a:cubicBezTo>
                    <a:pt x="5457" y="9600"/>
                    <a:pt x="5480" y="9577"/>
                    <a:pt x="5503" y="9531"/>
                  </a:cubicBezTo>
                  <a:cubicBezTo>
                    <a:pt x="5503" y="9531"/>
                    <a:pt x="5503" y="9531"/>
                    <a:pt x="5503" y="9508"/>
                  </a:cubicBezTo>
                  <a:cubicBezTo>
                    <a:pt x="5548" y="9440"/>
                    <a:pt x="5571" y="9348"/>
                    <a:pt x="5617" y="9257"/>
                  </a:cubicBezTo>
                  <a:lnTo>
                    <a:pt x="5617" y="9257"/>
                  </a:lnTo>
                  <a:cubicBezTo>
                    <a:pt x="5571" y="9554"/>
                    <a:pt x="5503" y="9851"/>
                    <a:pt x="5480" y="10170"/>
                  </a:cubicBezTo>
                  <a:cubicBezTo>
                    <a:pt x="5457" y="10307"/>
                    <a:pt x="5503" y="10398"/>
                    <a:pt x="5548" y="10467"/>
                  </a:cubicBezTo>
                  <a:cubicBezTo>
                    <a:pt x="5160" y="10923"/>
                    <a:pt x="4795" y="11380"/>
                    <a:pt x="4407" y="11836"/>
                  </a:cubicBezTo>
                  <a:cubicBezTo>
                    <a:pt x="4079" y="12243"/>
                    <a:pt x="4382" y="12574"/>
                    <a:pt x="4745" y="12574"/>
                  </a:cubicBezTo>
                  <a:cubicBezTo>
                    <a:pt x="4912" y="12574"/>
                    <a:pt x="5092" y="12504"/>
                    <a:pt x="5229" y="12339"/>
                  </a:cubicBezTo>
                  <a:cubicBezTo>
                    <a:pt x="5457" y="12087"/>
                    <a:pt x="5685" y="11814"/>
                    <a:pt x="5913" y="11563"/>
                  </a:cubicBezTo>
                  <a:cubicBezTo>
                    <a:pt x="5959" y="11608"/>
                    <a:pt x="6028" y="11631"/>
                    <a:pt x="6096" y="11654"/>
                  </a:cubicBezTo>
                  <a:cubicBezTo>
                    <a:pt x="5868" y="11973"/>
                    <a:pt x="5662" y="12316"/>
                    <a:pt x="5480" y="12658"/>
                  </a:cubicBezTo>
                  <a:cubicBezTo>
                    <a:pt x="5366" y="12886"/>
                    <a:pt x="5457" y="13183"/>
                    <a:pt x="5708" y="13274"/>
                  </a:cubicBezTo>
                  <a:cubicBezTo>
                    <a:pt x="5766" y="13297"/>
                    <a:pt x="5824" y="13307"/>
                    <a:pt x="5880" y="13307"/>
                  </a:cubicBezTo>
                  <a:cubicBezTo>
                    <a:pt x="6108" y="13307"/>
                    <a:pt x="6310" y="13138"/>
                    <a:pt x="6438" y="12955"/>
                  </a:cubicBezTo>
                  <a:cubicBezTo>
                    <a:pt x="6507" y="12841"/>
                    <a:pt x="6575" y="12727"/>
                    <a:pt x="6644" y="12612"/>
                  </a:cubicBezTo>
                  <a:lnTo>
                    <a:pt x="6644" y="12612"/>
                  </a:lnTo>
                  <a:cubicBezTo>
                    <a:pt x="6528" y="12976"/>
                    <a:pt x="6781" y="13228"/>
                    <a:pt x="7075" y="13228"/>
                  </a:cubicBezTo>
                  <a:cubicBezTo>
                    <a:pt x="7243" y="13228"/>
                    <a:pt x="7424" y="13146"/>
                    <a:pt x="7557" y="12955"/>
                  </a:cubicBezTo>
                  <a:cubicBezTo>
                    <a:pt x="7876" y="12476"/>
                    <a:pt x="8196" y="11973"/>
                    <a:pt x="8493" y="11448"/>
                  </a:cubicBezTo>
                  <a:cubicBezTo>
                    <a:pt x="8789" y="11015"/>
                    <a:pt x="9132" y="10581"/>
                    <a:pt x="9474" y="10147"/>
                  </a:cubicBezTo>
                  <a:lnTo>
                    <a:pt x="9474" y="10147"/>
                  </a:lnTo>
                  <a:cubicBezTo>
                    <a:pt x="8607" y="11334"/>
                    <a:pt x="7854" y="12590"/>
                    <a:pt x="7237" y="13936"/>
                  </a:cubicBezTo>
                  <a:cubicBezTo>
                    <a:pt x="7057" y="14341"/>
                    <a:pt x="7330" y="14608"/>
                    <a:pt x="7642" y="14608"/>
                  </a:cubicBezTo>
                  <a:cubicBezTo>
                    <a:pt x="7805" y="14608"/>
                    <a:pt x="7979" y="14535"/>
                    <a:pt x="8105" y="14370"/>
                  </a:cubicBezTo>
                  <a:cubicBezTo>
                    <a:pt x="8264" y="14187"/>
                    <a:pt x="8379" y="14005"/>
                    <a:pt x="8516" y="13822"/>
                  </a:cubicBezTo>
                  <a:lnTo>
                    <a:pt x="8516" y="13822"/>
                  </a:lnTo>
                  <a:cubicBezTo>
                    <a:pt x="8516" y="13868"/>
                    <a:pt x="8493" y="13891"/>
                    <a:pt x="8470" y="13936"/>
                  </a:cubicBezTo>
                  <a:cubicBezTo>
                    <a:pt x="8322" y="14364"/>
                    <a:pt x="8604" y="14649"/>
                    <a:pt x="8920" y="14649"/>
                  </a:cubicBezTo>
                  <a:cubicBezTo>
                    <a:pt x="9093" y="14649"/>
                    <a:pt x="9277" y="14564"/>
                    <a:pt x="9406" y="14370"/>
                  </a:cubicBezTo>
                  <a:cubicBezTo>
                    <a:pt x="9657" y="14005"/>
                    <a:pt x="9908" y="13617"/>
                    <a:pt x="10136" y="13252"/>
                  </a:cubicBezTo>
                  <a:lnTo>
                    <a:pt x="10136" y="13252"/>
                  </a:lnTo>
                  <a:cubicBezTo>
                    <a:pt x="10113" y="13503"/>
                    <a:pt x="10113" y="13731"/>
                    <a:pt x="10113" y="13982"/>
                  </a:cubicBezTo>
                  <a:cubicBezTo>
                    <a:pt x="10142" y="14295"/>
                    <a:pt x="10400" y="14492"/>
                    <a:pt x="10657" y="14492"/>
                  </a:cubicBezTo>
                  <a:cubicBezTo>
                    <a:pt x="10813" y="14492"/>
                    <a:pt x="10969" y="14420"/>
                    <a:pt x="11072" y="14256"/>
                  </a:cubicBezTo>
                  <a:cubicBezTo>
                    <a:pt x="11072" y="14233"/>
                    <a:pt x="11072" y="14233"/>
                    <a:pt x="11072" y="14233"/>
                  </a:cubicBezTo>
                  <a:cubicBezTo>
                    <a:pt x="11118" y="14324"/>
                    <a:pt x="11186" y="14416"/>
                    <a:pt x="11277" y="14461"/>
                  </a:cubicBezTo>
                  <a:cubicBezTo>
                    <a:pt x="11355" y="14518"/>
                    <a:pt x="11446" y="14544"/>
                    <a:pt x="11537" y="14544"/>
                  </a:cubicBezTo>
                  <a:cubicBezTo>
                    <a:pt x="11740" y="14544"/>
                    <a:pt x="11945" y="14415"/>
                    <a:pt x="12008" y="14210"/>
                  </a:cubicBezTo>
                  <a:cubicBezTo>
                    <a:pt x="12396" y="12978"/>
                    <a:pt x="12647" y="11745"/>
                    <a:pt x="12761" y="10467"/>
                  </a:cubicBezTo>
                  <a:cubicBezTo>
                    <a:pt x="12761" y="10284"/>
                    <a:pt x="12693" y="10147"/>
                    <a:pt x="12601" y="10056"/>
                  </a:cubicBezTo>
                  <a:cubicBezTo>
                    <a:pt x="12715" y="9440"/>
                    <a:pt x="12784" y="8778"/>
                    <a:pt x="12807" y="8116"/>
                  </a:cubicBezTo>
                  <a:cubicBezTo>
                    <a:pt x="12807" y="7979"/>
                    <a:pt x="12761" y="7865"/>
                    <a:pt x="12693" y="7796"/>
                  </a:cubicBezTo>
                  <a:cubicBezTo>
                    <a:pt x="12739" y="7487"/>
                    <a:pt x="12513" y="7262"/>
                    <a:pt x="12249" y="7262"/>
                  </a:cubicBezTo>
                  <a:cubicBezTo>
                    <a:pt x="12123" y="7262"/>
                    <a:pt x="11989" y="7313"/>
                    <a:pt x="11871" y="7431"/>
                  </a:cubicBezTo>
                  <a:cubicBezTo>
                    <a:pt x="11734" y="7568"/>
                    <a:pt x="11597" y="7705"/>
                    <a:pt x="11460" y="7819"/>
                  </a:cubicBezTo>
                  <a:cubicBezTo>
                    <a:pt x="11476" y="7566"/>
                    <a:pt x="11239" y="7379"/>
                    <a:pt x="10994" y="7379"/>
                  </a:cubicBezTo>
                  <a:cubicBezTo>
                    <a:pt x="10885" y="7379"/>
                    <a:pt x="10775" y="7416"/>
                    <a:pt x="10684" y="7500"/>
                  </a:cubicBezTo>
                  <a:cubicBezTo>
                    <a:pt x="10296" y="7842"/>
                    <a:pt x="9931" y="8207"/>
                    <a:pt x="9588" y="8572"/>
                  </a:cubicBezTo>
                  <a:cubicBezTo>
                    <a:pt x="9506" y="8490"/>
                    <a:pt x="9399" y="8444"/>
                    <a:pt x="9283" y="8444"/>
                  </a:cubicBezTo>
                  <a:cubicBezTo>
                    <a:pt x="9175" y="8444"/>
                    <a:pt x="9060" y="8484"/>
                    <a:pt x="8949" y="8572"/>
                  </a:cubicBezTo>
                  <a:cubicBezTo>
                    <a:pt x="8858" y="8641"/>
                    <a:pt x="8767" y="8709"/>
                    <a:pt x="8675" y="8778"/>
                  </a:cubicBezTo>
                  <a:cubicBezTo>
                    <a:pt x="8652" y="8687"/>
                    <a:pt x="8607" y="8595"/>
                    <a:pt x="8516" y="8527"/>
                  </a:cubicBezTo>
                  <a:cubicBezTo>
                    <a:pt x="8516" y="8504"/>
                    <a:pt x="8516" y="8504"/>
                    <a:pt x="8493" y="8504"/>
                  </a:cubicBezTo>
                  <a:cubicBezTo>
                    <a:pt x="8584" y="8344"/>
                    <a:pt x="8675" y="8184"/>
                    <a:pt x="8767" y="8025"/>
                  </a:cubicBezTo>
                  <a:cubicBezTo>
                    <a:pt x="8926" y="7751"/>
                    <a:pt x="8789" y="7545"/>
                    <a:pt x="8561" y="7454"/>
                  </a:cubicBezTo>
                  <a:cubicBezTo>
                    <a:pt x="8652" y="7271"/>
                    <a:pt x="8744" y="7066"/>
                    <a:pt x="8858" y="6883"/>
                  </a:cubicBezTo>
                  <a:cubicBezTo>
                    <a:pt x="9024" y="6535"/>
                    <a:pt x="8709" y="6388"/>
                    <a:pt x="8398" y="6388"/>
                  </a:cubicBezTo>
                  <a:cubicBezTo>
                    <a:pt x="8240" y="6388"/>
                    <a:pt x="8083" y="6426"/>
                    <a:pt x="7991" y="6495"/>
                  </a:cubicBezTo>
                  <a:cubicBezTo>
                    <a:pt x="7717" y="6701"/>
                    <a:pt x="7466" y="6929"/>
                    <a:pt x="7237" y="7157"/>
                  </a:cubicBezTo>
                  <a:cubicBezTo>
                    <a:pt x="7306" y="6952"/>
                    <a:pt x="7397" y="6746"/>
                    <a:pt x="7488" y="6518"/>
                  </a:cubicBezTo>
                  <a:cubicBezTo>
                    <a:pt x="7640" y="6170"/>
                    <a:pt x="7339" y="6013"/>
                    <a:pt x="7033" y="6013"/>
                  </a:cubicBezTo>
                  <a:cubicBezTo>
                    <a:pt x="6878" y="6013"/>
                    <a:pt x="6721" y="6053"/>
                    <a:pt x="6621" y="6130"/>
                  </a:cubicBezTo>
                  <a:cubicBezTo>
                    <a:pt x="6598" y="6153"/>
                    <a:pt x="6598" y="6153"/>
                    <a:pt x="6575" y="6176"/>
                  </a:cubicBezTo>
                  <a:cubicBezTo>
                    <a:pt x="6667" y="5674"/>
                    <a:pt x="6758" y="5194"/>
                    <a:pt x="6804" y="4692"/>
                  </a:cubicBezTo>
                  <a:cubicBezTo>
                    <a:pt x="6846" y="4352"/>
                    <a:pt x="6607" y="4179"/>
                    <a:pt x="6343" y="4179"/>
                  </a:cubicBezTo>
                  <a:cubicBezTo>
                    <a:pt x="6182" y="4179"/>
                    <a:pt x="6012" y="4243"/>
                    <a:pt x="5891" y="4373"/>
                  </a:cubicBezTo>
                  <a:cubicBezTo>
                    <a:pt x="5754" y="4532"/>
                    <a:pt x="5640" y="4669"/>
                    <a:pt x="5503" y="4829"/>
                  </a:cubicBezTo>
                  <a:cubicBezTo>
                    <a:pt x="5640" y="4395"/>
                    <a:pt x="5754" y="3962"/>
                    <a:pt x="5891" y="3528"/>
                  </a:cubicBezTo>
                  <a:cubicBezTo>
                    <a:pt x="5991" y="3211"/>
                    <a:pt x="5701" y="3004"/>
                    <a:pt x="5414" y="3004"/>
                  </a:cubicBezTo>
                  <a:cubicBezTo>
                    <a:pt x="5307" y="3004"/>
                    <a:pt x="5201" y="3033"/>
                    <a:pt x="5115" y="3094"/>
                  </a:cubicBezTo>
                  <a:cubicBezTo>
                    <a:pt x="5046" y="3140"/>
                    <a:pt x="4978" y="3208"/>
                    <a:pt x="4909" y="3254"/>
                  </a:cubicBezTo>
                  <a:cubicBezTo>
                    <a:pt x="4978" y="2866"/>
                    <a:pt x="5023" y="2455"/>
                    <a:pt x="5092" y="2067"/>
                  </a:cubicBezTo>
                  <a:cubicBezTo>
                    <a:pt x="5128" y="1780"/>
                    <a:pt x="4825" y="1620"/>
                    <a:pt x="4550" y="1620"/>
                  </a:cubicBezTo>
                  <a:cubicBezTo>
                    <a:pt x="4475" y="1620"/>
                    <a:pt x="4402" y="1632"/>
                    <a:pt x="4338" y="1656"/>
                  </a:cubicBezTo>
                  <a:cubicBezTo>
                    <a:pt x="4361" y="1474"/>
                    <a:pt x="4407" y="1268"/>
                    <a:pt x="4430" y="1086"/>
                  </a:cubicBezTo>
                  <a:cubicBezTo>
                    <a:pt x="4473" y="806"/>
                    <a:pt x="4170" y="627"/>
                    <a:pt x="3906" y="627"/>
                  </a:cubicBezTo>
                  <a:cubicBezTo>
                    <a:pt x="3890" y="627"/>
                    <a:pt x="3875" y="628"/>
                    <a:pt x="3859" y="629"/>
                  </a:cubicBezTo>
                  <a:cubicBezTo>
                    <a:pt x="3859" y="606"/>
                    <a:pt x="3836" y="561"/>
                    <a:pt x="3836" y="538"/>
                  </a:cubicBezTo>
                  <a:cubicBezTo>
                    <a:pt x="3803" y="294"/>
                    <a:pt x="3630" y="201"/>
                    <a:pt x="3435" y="201"/>
                  </a:cubicBezTo>
                  <a:cubicBezTo>
                    <a:pt x="3227" y="201"/>
                    <a:pt x="2995" y="306"/>
                    <a:pt x="2878" y="447"/>
                  </a:cubicBezTo>
                  <a:lnTo>
                    <a:pt x="2604" y="789"/>
                  </a:lnTo>
                  <a:cubicBezTo>
                    <a:pt x="2690" y="496"/>
                    <a:pt x="2399" y="320"/>
                    <a:pt x="2133" y="320"/>
                  </a:cubicBezTo>
                  <a:cubicBezTo>
                    <a:pt x="2047" y="320"/>
                    <a:pt x="1963" y="339"/>
                    <a:pt x="1896" y="378"/>
                  </a:cubicBezTo>
                  <a:cubicBezTo>
                    <a:pt x="1714" y="469"/>
                    <a:pt x="1554" y="584"/>
                    <a:pt x="1394" y="698"/>
                  </a:cubicBezTo>
                  <a:lnTo>
                    <a:pt x="1440" y="447"/>
                  </a:lnTo>
                  <a:cubicBezTo>
                    <a:pt x="1499" y="149"/>
                    <a:pt x="1243" y="1"/>
                    <a:pt x="967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187"/>
            <p:cNvSpPr/>
            <p:nvPr/>
          </p:nvSpPr>
          <p:spPr>
            <a:xfrm>
              <a:off x="645175" y="3632150"/>
              <a:ext cx="394550" cy="462975"/>
            </a:xfrm>
            <a:custGeom>
              <a:avLst/>
              <a:gdLst/>
              <a:ahLst/>
              <a:cxnLst/>
              <a:rect l="l" t="t" r="r" b="b"/>
              <a:pathLst>
                <a:path w="15782" h="18519" extrusionOk="0">
                  <a:moveTo>
                    <a:pt x="7182" y="1688"/>
                  </a:moveTo>
                  <a:cubicBezTo>
                    <a:pt x="8027" y="5067"/>
                    <a:pt x="9214" y="8331"/>
                    <a:pt x="10720" y="11503"/>
                  </a:cubicBezTo>
                  <a:cubicBezTo>
                    <a:pt x="10775" y="11612"/>
                    <a:pt x="10914" y="11677"/>
                    <a:pt x="11038" y="11677"/>
                  </a:cubicBezTo>
                  <a:cubicBezTo>
                    <a:pt x="11071" y="11677"/>
                    <a:pt x="11103" y="11673"/>
                    <a:pt x="11131" y="11663"/>
                  </a:cubicBezTo>
                  <a:cubicBezTo>
                    <a:pt x="12409" y="11275"/>
                    <a:pt x="13665" y="10910"/>
                    <a:pt x="14920" y="10545"/>
                  </a:cubicBezTo>
                  <a:lnTo>
                    <a:pt x="14920" y="10545"/>
                  </a:lnTo>
                  <a:cubicBezTo>
                    <a:pt x="14578" y="12941"/>
                    <a:pt x="14098" y="15315"/>
                    <a:pt x="13459" y="17666"/>
                  </a:cubicBezTo>
                  <a:cubicBezTo>
                    <a:pt x="10789" y="16776"/>
                    <a:pt x="8118" y="15886"/>
                    <a:pt x="5425" y="14995"/>
                  </a:cubicBezTo>
                  <a:cubicBezTo>
                    <a:pt x="6475" y="14242"/>
                    <a:pt x="7525" y="13558"/>
                    <a:pt x="8620" y="12873"/>
                  </a:cubicBezTo>
                  <a:cubicBezTo>
                    <a:pt x="8780" y="12781"/>
                    <a:pt x="8712" y="12530"/>
                    <a:pt x="8552" y="12485"/>
                  </a:cubicBezTo>
                  <a:cubicBezTo>
                    <a:pt x="8529" y="12439"/>
                    <a:pt x="8529" y="12416"/>
                    <a:pt x="8506" y="12393"/>
                  </a:cubicBezTo>
                  <a:cubicBezTo>
                    <a:pt x="6132" y="9403"/>
                    <a:pt x="3759" y="6413"/>
                    <a:pt x="1385" y="3423"/>
                  </a:cubicBezTo>
                  <a:lnTo>
                    <a:pt x="1385" y="3423"/>
                  </a:lnTo>
                  <a:cubicBezTo>
                    <a:pt x="2092" y="3492"/>
                    <a:pt x="2800" y="3583"/>
                    <a:pt x="3508" y="3651"/>
                  </a:cubicBezTo>
                  <a:cubicBezTo>
                    <a:pt x="3950" y="3702"/>
                    <a:pt x="4721" y="3931"/>
                    <a:pt x="5321" y="3931"/>
                  </a:cubicBezTo>
                  <a:cubicBezTo>
                    <a:pt x="5527" y="3931"/>
                    <a:pt x="5713" y="3904"/>
                    <a:pt x="5859" y="3834"/>
                  </a:cubicBezTo>
                  <a:cubicBezTo>
                    <a:pt x="6498" y="3537"/>
                    <a:pt x="6886" y="2556"/>
                    <a:pt x="7182" y="1688"/>
                  </a:cubicBezTo>
                  <a:close/>
                  <a:moveTo>
                    <a:pt x="7247" y="0"/>
                  </a:moveTo>
                  <a:cubicBezTo>
                    <a:pt x="7113" y="0"/>
                    <a:pt x="6983" y="59"/>
                    <a:pt x="6931" y="182"/>
                  </a:cubicBezTo>
                  <a:cubicBezTo>
                    <a:pt x="6703" y="730"/>
                    <a:pt x="6475" y="1278"/>
                    <a:pt x="6224" y="1825"/>
                  </a:cubicBezTo>
                  <a:cubicBezTo>
                    <a:pt x="5829" y="2767"/>
                    <a:pt x="5772" y="3036"/>
                    <a:pt x="4718" y="3036"/>
                  </a:cubicBezTo>
                  <a:cubicBezTo>
                    <a:pt x="4674" y="3036"/>
                    <a:pt x="4628" y="3036"/>
                    <a:pt x="4580" y="3035"/>
                  </a:cubicBezTo>
                  <a:cubicBezTo>
                    <a:pt x="3279" y="3012"/>
                    <a:pt x="1910" y="2738"/>
                    <a:pt x="632" y="2579"/>
                  </a:cubicBezTo>
                  <a:cubicBezTo>
                    <a:pt x="621" y="2578"/>
                    <a:pt x="611" y="2577"/>
                    <a:pt x="601" y="2577"/>
                  </a:cubicBezTo>
                  <a:cubicBezTo>
                    <a:pt x="312" y="2577"/>
                    <a:pt x="0" y="2885"/>
                    <a:pt x="221" y="3149"/>
                  </a:cubicBezTo>
                  <a:cubicBezTo>
                    <a:pt x="2754" y="6345"/>
                    <a:pt x="5311" y="9563"/>
                    <a:pt x="7844" y="12759"/>
                  </a:cubicBezTo>
                  <a:cubicBezTo>
                    <a:pt x="6635" y="13329"/>
                    <a:pt x="5516" y="14014"/>
                    <a:pt x="4443" y="14813"/>
                  </a:cubicBezTo>
                  <a:cubicBezTo>
                    <a:pt x="4169" y="15018"/>
                    <a:pt x="4238" y="15384"/>
                    <a:pt x="4558" y="15475"/>
                  </a:cubicBezTo>
                  <a:cubicBezTo>
                    <a:pt x="7570" y="16502"/>
                    <a:pt x="10606" y="17483"/>
                    <a:pt x="13642" y="18511"/>
                  </a:cubicBezTo>
                  <a:cubicBezTo>
                    <a:pt x="13666" y="18516"/>
                    <a:pt x="13690" y="18518"/>
                    <a:pt x="13714" y="18518"/>
                  </a:cubicBezTo>
                  <a:cubicBezTo>
                    <a:pt x="13893" y="18518"/>
                    <a:pt x="14058" y="18375"/>
                    <a:pt x="14098" y="18214"/>
                  </a:cubicBezTo>
                  <a:cubicBezTo>
                    <a:pt x="14829" y="15543"/>
                    <a:pt x="15377" y="12850"/>
                    <a:pt x="15742" y="10111"/>
                  </a:cubicBezTo>
                  <a:cubicBezTo>
                    <a:pt x="15781" y="9874"/>
                    <a:pt x="15616" y="9636"/>
                    <a:pt x="15392" y="9636"/>
                  </a:cubicBezTo>
                  <a:cubicBezTo>
                    <a:pt x="15358" y="9636"/>
                    <a:pt x="15322" y="9642"/>
                    <a:pt x="15285" y="9654"/>
                  </a:cubicBezTo>
                  <a:cubicBezTo>
                    <a:pt x="14258" y="9951"/>
                    <a:pt x="13071" y="10522"/>
                    <a:pt x="12021" y="10613"/>
                  </a:cubicBezTo>
                  <a:cubicBezTo>
                    <a:pt x="11854" y="10728"/>
                    <a:pt x="11701" y="10786"/>
                    <a:pt x="11558" y="10786"/>
                  </a:cubicBezTo>
                  <a:cubicBezTo>
                    <a:pt x="11389" y="10786"/>
                    <a:pt x="11234" y="10705"/>
                    <a:pt x="11086" y="10545"/>
                  </a:cubicBezTo>
                  <a:cubicBezTo>
                    <a:pt x="10926" y="10202"/>
                    <a:pt x="10766" y="9860"/>
                    <a:pt x="10629" y="9517"/>
                  </a:cubicBezTo>
                  <a:cubicBezTo>
                    <a:pt x="10332" y="8878"/>
                    <a:pt x="10058" y="8216"/>
                    <a:pt x="9807" y="7554"/>
                  </a:cubicBezTo>
                  <a:cubicBezTo>
                    <a:pt x="8894" y="5181"/>
                    <a:pt x="8164" y="2738"/>
                    <a:pt x="7616" y="250"/>
                  </a:cubicBezTo>
                  <a:cubicBezTo>
                    <a:pt x="7578" y="87"/>
                    <a:pt x="7410" y="0"/>
                    <a:pt x="7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53" name="Google Shape;5453;p187"/>
          <p:cNvGrpSpPr/>
          <p:nvPr/>
        </p:nvGrpSpPr>
        <p:grpSpPr>
          <a:xfrm rot="10800000">
            <a:off x="6655378" y="3365162"/>
            <a:ext cx="806657" cy="421744"/>
            <a:chOff x="1822875" y="1377000"/>
            <a:chExt cx="548075" cy="286550"/>
          </a:xfrm>
        </p:grpSpPr>
        <p:sp>
          <p:nvSpPr>
            <p:cNvPr id="5454" name="Google Shape;5454;p187"/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187"/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187"/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187"/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187"/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187"/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187"/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187"/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187"/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63" name="Google Shape;5463;p187"/>
          <p:cNvGrpSpPr/>
          <p:nvPr/>
        </p:nvGrpSpPr>
        <p:grpSpPr>
          <a:xfrm>
            <a:off x="2534331" y="847400"/>
            <a:ext cx="3761683" cy="176025"/>
            <a:chOff x="4345425" y="2175475"/>
            <a:chExt cx="800750" cy="176025"/>
          </a:xfrm>
        </p:grpSpPr>
        <p:sp>
          <p:nvSpPr>
            <p:cNvPr id="5464" name="Google Shape;5464;p187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187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0" name="Google Shape;5470;p188"/>
          <p:cNvSpPr txBox="1">
            <a:spLocks noGrp="1"/>
          </p:cNvSpPr>
          <p:nvPr>
            <p:ph type="title" idx="4"/>
          </p:nvPr>
        </p:nvSpPr>
        <p:spPr>
          <a:xfrm>
            <a:off x="720000" y="1034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1: Answer</a:t>
            </a:r>
            <a:endParaRPr/>
          </a:p>
        </p:txBody>
      </p:sp>
      <p:grpSp>
        <p:nvGrpSpPr>
          <p:cNvPr id="5471" name="Google Shape;5471;p188"/>
          <p:cNvGrpSpPr/>
          <p:nvPr/>
        </p:nvGrpSpPr>
        <p:grpSpPr>
          <a:xfrm>
            <a:off x="2198703" y="510675"/>
            <a:ext cx="4688712" cy="176025"/>
            <a:chOff x="4345425" y="2175475"/>
            <a:chExt cx="800750" cy="176025"/>
          </a:xfrm>
        </p:grpSpPr>
        <p:sp>
          <p:nvSpPr>
            <p:cNvPr id="5472" name="Google Shape;5472;p188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188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74" name="Google Shape;5474;p188"/>
          <p:cNvGrpSpPr/>
          <p:nvPr/>
        </p:nvGrpSpPr>
        <p:grpSpPr>
          <a:xfrm>
            <a:off x="-675780" y="504110"/>
            <a:ext cx="2433812" cy="320922"/>
            <a:chOff x="1394800" y="3522000"/>
            <a:chExt cx="1048650" cy="138275"/>
          </a:xfrm>
        </p:grpSpPr>
        <p:sp>
          <p:nvSpPr>
            <p:cNvPr id="5475" name="Google Shape;5475;p188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188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188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188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188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188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1" name="Google Shape;5481;p188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2" name="Google Shape;5482;p188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3" name="Google Shape;5483;p188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4" name="Google Shape;5484;p188"/>
          <p:cNvGrpSpPr/>
          <p:nvPr/>
        </p:nvGrpSpPr>
        <p:grpSpPr>
          <a:xfrm rot="-2482112">
            <a:off x="7947212" y="4481609"/>
            <a:ext cx="953582" cy="396167"/>
            <a:chOff x="-605225" y="2384875"/>
            <a:chExt cx="787975" cy="303650"/>
          </a:xfrm>
        </p:grpSpPr>
        <p:sp>
          <p:nvSpPr>
            <p:cNvPr id="5485" name="Google Shape;5485;p188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6" name="Google Shape;5486;p188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7" name="Google Shape;5487;p188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8" name="Google Shape;5488;p188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9" name="Google Shape;5489;p188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0" name="Google Shape;5490;p188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1" name="Google Shape;5491;p188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5492;p188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93" name="Google Shape;5493;p188"/>
          <p:cNvGrpSpPr/>
          <p:nvPr/>
        </p:nvGrpSpPr>
        <p:grpSpPr>
          <a:xfrm rot="1514788">
            <a:off x="6437695" y="4034101"/>
            <a:ext cx="1376274" cy="908487"/>
            <a:chOff x="5248525" y="821375"/>
            <a:chExt cx="1082824" cy="694544"/>
          </a:xfrm>
        </p:grpSpPr>
        <p:sp>
          <p:nvSpPr>
            <p:cNvPr id="5494" name="Google Shape;5494;p188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5" name="Google Shape;5495;p188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6" name="Google Shape;5496;p188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188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188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188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00" name="Google Shape;5500;p188"/>
          <p:cNvGrpSpPr/>
          <p:nvPr/>
        </p:nvGrpSpPr>
        <p:grpSpPr>
          <a:xfrm>
            <a:off x="6316368" y="2366691"/>
            <a:ext cx="400080" cy="1094468"/>
            <a:chOff x="3443472" y="1907731"/>
            <a:chExt cx="454327" cy="1325503"/>
          </a:xfrm>
        </p:grpSpPr>
        <p:sp>
          <p:nvSpPr>
            <p:cNvPr id="5501" name="Google Shape;5501;p188"/>
            <p:cNvSpPr/>
            <p:nvPr/>
          </p:nvSpPr>
          <p:spPr>
            <a:xfrm>
              <a:off x="3456297" y="1920208"/>
              <a:ext cx="427196" cy="1302484"/>
            </a:xfrm>
            <a:custGeom>
              <a:avLst/>
              <a:gdLst/>
              <a:ahLst/>
              <a:cxnLst/>
              <a:rect l="l" t="t" r="r" b="b"/>
              <a:pathLst>
                <a:path w="7495" h="20879" extrusionOk="0">
                  <a:moveTo>
                    <a:pt x="1630" y="1"/>
                  </a:moveTo>
                  <a:cubicBezTo>
                    <a:pt x="1605" y="6768"/>
                    <a:pt x="828" y="13610"/>
                    <a:pt x="1" y="20352"/>
                  </a:cubicBezTo>
                  <a:cubicBezTo>
                    <a:pt x="1605" y="20427"/>
                    <a:pt x="3234" y="20628"/>
                    <a:pt x="4813" y="20878"/>
                  </a:cubicBezTo>
                  <a:cubicBezTo>
                    <a:pt x="5665" y="14187"/>
                    <a:pt x="6267" y="7470"/>
                    <a:pt x="7495" y="803"/>
                  </a:cubicBezTo>
                  <a:lnTo>
                    <a:pt x="7495" y="803"/>
                  </a:lnTo>
                  <a:cubicBezTo>
                    <a:pt x="7478" y="803"/>
                    <a:pt x="7461" y="814"/>
                    <a:pt x="7445" y="814"/>
                  </a:cubicBezTo>
                  <a:cubicBezTo>
                    <a:pt x="7436" y="814"/>
                    <a:pt x="7428" y="811"/>
                    <a:pt x="7419" y="803"/>
                  </a:cubicBezTo>
                  <a:cubicBezTo>
                    <a:pt x="6517" y="678"/>
                    <a:pt x="5665" y="402"/>
                    <a:pt x="4763" y="277"/>
                  </a:cubicBezTo>
                  <a:cubicBezTo>
                    <a:pt x="3735" y="126"/>
                    <a:pt x="2708" y="76"/>
                    <a:pt x="1680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188"/>
            <p:cNvSpPr/>
            <p:nvPr/>
          </p:nvSpPr>
          <p:spPr>
            <a:xfrm>
              <a:off x="3443472" y="1907731"/>
              <a:ext cx="454327" cy="1325503"/>
            </a:xfrm>
            <a:custGeom>
              <a:avLst/>
              <a:gdLst/>
              <a:ahLst/>
              <a:cxnLst/>
              <a:rect l="l" t="t" r="r" b="b"/>
              <a:pathLst>
                <a:path w="7971" h="21248" extrusionOk="0">
                  <a:moveTo>
                    <a:pt x="2077" y="442"/>
                  </a:moveTo>
                  <a:lnTo>
                    <a:pt x="3334" y="527"/>
                  </a:lnTo>
                  <a:cubicBezTo>
                    <a:pt x="3810" y="552"/>
                    <a:pt x="4311" y="602"/>
                    <a:pt x="4787" y="677"/>
                  </a:cubicBezTo>
                  <a:cubicBezTo>
                    <a:pt x="5264" y="727"/>
                    <a:pt x="5740" y="828"/>
                    <a:pt x="6216" y="953"/>
                  </a:cubicBezTo>
                  <a:lnTo>
                    <a:pt x="6943" y="1103"/>
                  </a:lnTo>
                  <a:lnTo>
                    <a:pt x="7319" y="1178"/>
                  </a:lnTo>
                  <a:lnTo>
                    <a:pt x="7452" y="1212"/>
                  </a:lnTo>
                  <a:lnTo>
                    <a:pt x="7452" y="1212"/>
                  </a:lnTo>
                  <a:cubicBezTo>
                    <a:pt x="7167" y="2790"/>
                    <a:pt x="6906" y="4389"/>
                    <a:pt x="6667" y="5965"/>
                  </a:cubicBezTo>
                  <a:cubicBezTo>
                    <a:pt x="6416" y="7645"/>
                    <a:pt x="6191" y="9324"/>
                    <a:pt x="5990" y="11003"/>
                  </a:cubicBezTo>
                  <a:lnTo>
                    <a:pt x="5414" y="16016"/>
                  </a:lnTo>
                  <a:lnTo>
                    <a:pt x="5138" y="18547"/>
                  </a:lnTo>
                  <a:lnTo>
                    <a:pt x="4988" y="19800"/>
                  </a:lnTo>
                  <a:cubicBezTo>
                    <a:pt x="4938" y="20151"/>
                    <a:pt x="4938" y="20527"/>
                    <a:pt x="4913" y="20903"/>
                  </a:cubicBezTo>
                  <a:cubicBezTo>
                    <a:pt x="4862" y="20878"/>
                    <a:pt x="4812" y="20828"/>
                    <a:pt x="4762" y="20828"/>
                  </a:cubicBezTo>
                  <a:lnTo>
                    <a:pt x="4461" y="20778"/>
                  </a:lnTo>
                  <a:lnTo>
                    <a:pt x="3860" y="20702"/>
                  </a:lnTo>
                  <a:lnTo>
                    <a:pt x="2657" y="20527"/>
                  </a:lnTo>
                  <a:cubicBezTo>
                    <a:pt x="1930" y="20436"/>
                    <a:pt x="1203" y="20386"/>
                    <a:pt x="458" y="20341"/>
                  </a:cubicBezTo>
                  <a:lnTo>
                    <a:pt x="458" y="20341"/>
                  </a:lnTo>
                  <a:cubicBezTo>
                    <a:pt x="670" y="18717"/>
                    <a:pt x="861" y="17115"/>
                    <a:pt x="1028" y="15489"/>
                  </a:cubicBezTo>
                  <a:cubicBezTo>
                    <a:pt x="1128" y="14662"/>
                    <a:pt x="1228" y="13810"/>
                    <a:pt x="1279" y="12958"/>
                  </a:cubicBezTo>
                  <a:cubicBezTo>
                    <a:pt x="1304" y="12106"/>
                    <a:pt x="1379" y="11254"/>
                    <a:pt x="1479" y="10402"/>
                  </a:cubicBezTo>
                  <a:cubicBezTo>
                    <a:pt x="1629" y="8722"/>
                    <a:pt x="1780" y="7018"/>
                    <a:pt x="1905" y="5314"/>
                  </a:cubicBezTo>
                  <a:cubicBezTo>
                    <a:pt x="2001" y="3690"/>
                    <a:pt x="2051" y="2066"/>
                    <a:pt x="2077" y="442"/>
                  </a:cubicBezTo>
                  <a:close/>
                  <a:moveTo>
                    <a:pt x="1855" y="0"/>
                  </a:moveTo>
                  <a:cubicBezTo>
                    <a:pt x="1755" y="0"/>
                    <a:pt x="1654" y="76"/>
                    <a:pt x="1654" y="201"/>
                  </a:cubicBezTo>
                  <a:cubicBezTo>
                    <a:pt x="1654" y="1905"/>
                    <a:pt x="1579" y="3610"/>
                    <a:pt x="1504" y="5289"/>
                  </a:cubicBezTo>
                  <a:cubicBezTo>
                    <a:pt x="1429" y="6993"/>
                    <a:pt x="1354" y="8697"/>
                    <a:pt x="1203" y="10376"/>
                  </a:cubicBezTo>
                  <a:cubicBezTo>
                    <a:pt x="1128" y="11229"/>
                    <a:pt x="1053" y="12081"/>
                    <a:pt x="903" y="12908"/>
                  </a:cubicBezTo>
                  <a:cubicBezTo>
                    <a:pt x="777" y="13760"/>
                    <a:pt x="702" y="14612"/>
                    <a:pt x="602" y="15439"/>
                  </a:cubicBezTo>
                  <a:cubicBezTo>
                    <a:pt x="426" y="17143"/>
                    <a:pt x="226" y="18823"/>
                    <a:pt x="0" y="20502"/>
                  </a:cubicBezTo>
                  <a:lnTo>
                    <a:pt x="0" y="20527"/>
                  </a:lnTo>
                  <a:cubicBezTo>
                    <a:pt x="0" y="20652"/>
                    <a:pt x="101" y="20752"/>
                    <a:pt x="201" y="20752"/>
                  </a:cubicBezTo>
                  <a:cubicBezTo>
                    <a:pt x="1003" y="20803"/>
                    <a:pt x="1805" y="20878"/>
                    <a:pt x="2607" y="20953"/>
                  </a:cubicBezTo>
                  <a:lnTo>
                    <a:pt x="3810" y="21103"/>
                  </a:lnTo>
                  <a:lnTo>
                    <a:pt x="4411" y="21179"/>
                  </a:lnTo>
                  <a:lnTo>
                    <a:pt x="4712" y="21229"/>
                  </a:lnTo>
                  <a:cubicBezTo>
                    <a:pt x="4787" y="21241"/>
                    <a:pt x="4862" y="21247"/>
                    <a:pt x="4938" y="21247"/>
                  </a:cubicBezTo>
                  <a:cubicBezTo>
                    <a:pt x="5013" y="21247"/>
                    <a:pt x="5088" y="21241"/>
                    <a:pt x="5163" y="21229"/>
                  </a:cubicBezTo>
                  <a:cubicBezTo>
                    <a:pt x="5238" y="20778"/>
                    <a:pt x="5339" y="20301"/>
                    <a:pt x="5389" y="19850"/>
                  </a:cubicBezTo>
                  <a:lnTo>
                    <a:pt x="5564" y="18597"/>
                  </a:lnTo>
                  <a:lnTo>
                    <a:pt x="5865" y="16066"/>
                  </a:lnTo>
                  <a:lnTo>
                    <a:pt x="6492" y="11053"/>
                  </a:lnTo>
                  <a:cubicBezTo>
                    <a:pt x="6717" y="9374"/>
                    <a:pt x="6918" y="7720"/>
                    <a:pt x="7143" y="6041"/>
                  </a:cubicBezTo>
                  <a:cubicBezTo>
                    <a:pt x="7394" y="4386"/>
                    <a:pt x="7644" y="2707"/>
                    <a:pt x="7945" y="1053"/>
                  </a:cubicBezTo>
                  <a:cubicBezTo>
                    <a:pt x="7970" y="1028"/>
                    <a:pt x="7970" y="1028"/>
                    <a:pt x="7970" y="1003"/>
                  </a:cubicBezTo>
                  <a:cubicBezTo>
                    <a:pt x="7945" y="878"/>
                    <a:pt x="7845" y="777"/>
                    <a:pt x="7720" y="777"/>
                  </a:cubicBezTo>
                  <a:lnTo>
                    <a:pt x="7594" y="777"/>
                  </a:lnTo>
                  <a:lnTo>
                    <a:pt x="7394" y="752"/>
                  </a:lnTo>
                  <a:lnTo>
                    <a:pt x="7043" y="677"/>
                  </a:lnTo>
                  <a:lnTo>
                    <a:pt x="6316" y="502"/>
                  </a:lnTo>
                  <a:cubicBezTo>
                    <a:pt x="5840" y="401"/>
                    <a:pt x="5339" y="301"/>
                    <a:pt x="4837" y="226"/>
                  </a:cubicBezTo>
                  <a:cubicBezTo>
                    <a:pt x="4361" y="176"/>
                    <a:pt x="3860" y="126"/>
                    <a:pt x="3359" y="76"/>
                  </a:cubicBezTo>
                  <a:lnTo>
                    <a:pt x="1855" y="0"/>
                  </a:ln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03" name="Google Shape;5503;p188"/>
          <p:cNvGrpSpPr/>
          <p:nvPr/>
        </p:nvGrpSpPr>
        <p:grpSpPr>
          <a:xfrm rot="27294">
            <a:off x="2428392" y="2175442"/>
            <a:ext cx="391007" cy="1284152"/>
            <a:chOff x="1276425" y="1928068"/>
            <a:chExt cx="378577" cy="1391130"/>
          </a:xfrm>
        </p:grpSpPr>
        <p:sp>
          <p:nvSpPr>
            <p:cNvPr id="5504" name="Google Shape;5504;p188"/>
            <p:cNvSpPr/>
            <p:nvPr/>
          </p:nvSpPr>
          <p:spPr>
            <a:xfrm>
              <a:off x="1282125" y="1942105"/>
              <a:ext cx="360053" cy="1366551"/>
            </a:xfrm>
            <a:custGeom>
              <a:avLst/>
              <a:gdLst/>
              <a:ahLst/>
              <a:cxnLst/>
              <a:rect l="l" t="t" r="r" b="b"/>
              <a:pathLst>
                <a:path w="6317" h="21906" extrusionOk="0">
                  <a:moveTo>
                    <a:pt x="6015" y="1"/>
                  </a:moveTo>
                  <a:cubicBezTo>
                    <a:pt x="4303" y="188"/>
                    <a:pt x="2548" y="354"/>
                    <a:pt x="830" y="354"/>
                  </a:cubicBezTo>
                  <a:cubicBezTo>
                    <a:pt x="712" y="354"/>
                    <a:pt x="594" y="353"/>
                    <a:pt x="477" y="352"/>
                  </a:cubicBezTo>
                  <a:lnTo>
                    <a:pt x="477" y="352"/>
                  </a:lnTo>
                  <a:cubicBezTo>
                    <a:pt x="602" y="7394"/>
                    <a:pt x="0" y="14437"/>
                    <a:pt x="151" y="21505"/>
                  </a:cubicBezTo>
                  <a:cubicBezTo>
                    <a:pt x="1078" y="21505"/>
                    <a:pt x="2005" y="21580"/>
                    <a:pt x="2908" y="21655"/>
                  </a:cubicBezTo>
                  <a:cubicBezTo>
                    <a:pt x="3810" y="21730"/>
                    <a:pt x="4762" y="21730"/>
                    <a:pt x="5639" y="21906"/>
                  </a:cubicBezTo>
                  <a:cubicBezTo>
                    <a:pt x="5840" y="18297"/>
                    <a:pt x="6015" y="14713"/>
                    <a:pt x="6066" y="11104"/>
                  </a:cubicBezTo>
                  <a:cubicBezTo>
                    <a:pt x="6091" y="9174"/>
                    <a:pt x="6091" y="7269"/>
                    <a:pt x="6091" y="5364"/>
                  </a:cubicBezTo>
                  <a:cubicBezTo>
                    <a:pt x="6091" y="4663"/>
                    <a:pt x="6066" y="3961"/>
                    <a:pt x="6066" y="3259"/>
                  </a:cubicBezTo>
                  <a:cubicBezTo>
                    <a:pt x="6066" y="2983"/>
                    <a:pt x="6316" y="452"/>
                    <a:pt x="6316" y="1"/>
                  </a:cubicBezTo>
                  <a:lnTo>
                    <a:pt x="6316" y="1"/>
                  </a:lnTo>
                  <a:cubicBezTo>
                    <a:pt x="6296" y="42"/>
                    <a:pt x="6259" y="83"/>
                    <a:pt x="6218" y="83"/>
                  </a:cubicBezTo>
                  <a:cubicBezTo>
                    <a:pt x="6209" y="83"/>
                    <a:pt x="6200" y="81"/>
                    <a:pt x="6191" y="76"/>
                  </a:cubicBezTo>
                  <a:cubicBezTo>
                    <a:pt x="6141" y="76"/>
                    <a:pt x="6116" y="76"/>
                    <a:pt x="6066" y="51"/>
                  </a:cubicBezTo>
                  <a:cubicBezTo>
                    <a:pt x="6040" y="51"/>
                    <a:pt x="6015" y="26"/>
                    <a:pt x="6015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188"/>
            <p:cNvSpPr/>
            <p:nvPr/>
          </p:nvSpPr>
          <p:spPr>
            <a:xfrm>
              <a:off x="1276425" y="1928068"/>
              <a:ext cx="378577" cy="1391130"/>
            </a:xfrm>
            <a:custGeom>
              <a:avLst/>
              <a:gdLst/>
              <a:ahLst/>
              <a:cxnLst/>
              <a:rect l="l" t="t" r="r" b="b"/>
              <a:pathLst>
                <a:path w="6642" h="22300" extrusionOk="0">
                  <a:moveTo>
                    <a:pt x="6248" y="58"/>
                  </a:moveTo>
                  <a:lnTo>
                    <a:pt x="6248" y="58"/>
                  </a:lnTo>
                  <a:cubicBezTo>
                    <a:pt x="6262" y="64"/>
                    <a:pt x="6270" y="73"/>
                    <a:pt x="6268" y="73"/>
                  </a:cubicBezTo>
                  <a:cubicBezTo>
                    <a:pt x="6266" y="73"/>
                    <a:pt x="6260" y="69"/>
                    <a:pt x="6248" y="58"/>
                  </a:cubicBezTo>
                  <a:close/>
                  <a:moveTo>
                    <a:pt x="6046" y="462"/>
                  </a:moveTo>
                  <a:cubicBezTo>
                    <a:pt x="6073" y="478"/>
                    <a:pt x="6105" y="493"/>
                    <a:pt x="6140" y="502"/>
                  </a:cubicBezTo>
                  <a:lnTo>
                    <a:pt x="6090" y="502"/>
                  </a:lnTo>
                  <a:lnTo>
                    <a:pt x="6173" y="518"/>
                  </a:lnTo>
                  <a:lnTo>
                    <a:pt x="6173" y="518"/>
                  </a:lnTo>
                  <a:cubicBezTo>
                    <a:pt x="6120" y="1295"/>
                    <a:pt x="6032" y="2124"/>
                    <a:pt x="5965" y="2933"/>
                  </a:cubicBezTo>
                  <a:lnTo>
                    <a:pt x="5940" y="3284"/>
                  </a:lnTo>
                  <a:lnTo>
                    <a:pt x="5940" y="3484"/>
                  </a:lnTo>
                  <a:lnTo>
                    <a:pt x="5940" y="3659"/>
                  </a:lnTo>
                  <a:lnTo>
                    <a:pt x="5940" y="4336"/>
                  </a:lnTo>
                  <a:lnTo>
                    <a:pt x="5940" y="5715"/>
                  </a:lnTo>
                  <a:cubicBezTo>
                    <a:pt x="5940" y="7519"/>
                    <a:pt x="5890" y="9349"/>
                    <a:pt x="5915" y="11178"/>
                  </a:cubicBezTo>
                  <a:lnTo>
                    <a:pt x="5739" y="16542"/>
                  </a:lnTo>
                  <a:lnTo>
                    <a:pt x="5614" y="21955"/>
                  </a:lnTo>
                  <a:cubicBezTo>
                    <a:pt x="5589" y="21930"/>
                    <a:pt x="5614" y="21905"/>
                    <a:pt x="5589" y="21905"/>
                  </a:cubicBezTo>
                  <a:lnTo>
                    <a:pt x="5439" y="21855"/>
                  </a:lnTo>
                  <a:lnTo>
                    <a:pt x="5088" y="21805"/>
                  </a:lnTo>
                  <a:cubicBezTo>
                    <a:pt x="4837" y="21780"/>
                    <a:pt x="4612" y="21755"/>
                    <a:pt x="4386" y="21755"/>
                  </a:cubicBezTo>
                  <a:lnTo>
                    <a:pt x="3008" y="21655"/>
                  </a:lnTo>
                  <a:lnTo>
                    <a:pt x="471" y="21516"/>
                  </a:lnTo>
                  <a:lnTo>
                    <a:pt x="471" y="21516"/>
                  </a:lnTo>
                  <a:cubicBezTo>
                    <a:pt x="428" y="19833"/>
                    <a:pt x="452" y="18149"/>
                    <a:pt x="476" y="16441"/>
                  </a:cubicBezTo>
                  <a:cubicBezTo>
                    <a:pt x="551" y="14687"/>
                    <a:pt x="426" y="12933"/>
                    <a:pt x="526" y="11153"/>
                  </a:cubicBezTo>
                  <a:lnTo>
                    <a:pt x="752" y="5865"/>
                  </a:lnTo>
                  <a:cubicBezTo>
                    <a:pt x="800" y="4185"/>
                    <a:pt x="825" y="2483"/>
                    <a:pt x="805" y="802"/>
                  </a:cubicBezTo>
                  <a:lnTo>
                    <a:pt x="805" y="802"/>
                  </a:lnTo>
                  <a:cubicBezTo>
                    <a:pt x="2552" y="790"/>
                    <a:pt x="4299" y="649"/>
                    <a:pt x="6046" y="462"/>
                  </a:cubicBezTo>
                  <a:close/>
                  <a:moveTo>
                    <a:pt x="6090" y="0"/>
                  </a:moveTo>
                  <a:cubicBezTo>
                    <a:pt x="4261" y="201"/>
                    <a:pt x="2406" y="376"/>
                    <a:pt x="577" y="376"/>
                  </a:cubicBezTo>
                  <a:cubicBezTo>
                    <a:pt x="451" y="376"/>
                    <a:pt x="376" y="451"/>
                    <a:pt x="376" y="577"/>
                  </a:cubicBezTo>
                  <a:cubicBezTo>
                    <a:pt x="401" y="2331"/>
                    <a:pt x="376" y="4111"/>
                    <a:pt x="351" y="5865"/>
                  </a:cubicBezTo>
                  <a:cubicBezTo>
                    <a:pt x="351" y="7619"/>
                    <a:pt x="301" y="9399"/>
                    <a:pt x="276" y="11153"/>
                  </a:cubicBezTo>
                  <a:cubicBezTo>
                    <a:pt x="251" y="12908"/>
                    <a:pt x="25" y="14662"/>
                    <a:pt x="50" y="16441"/>
                  </a:cubicBezTo>
                  <a:cubicBezTo>
                    <a:pt x="0" y="18196"/>
                    <a:pt x="0" y="19975"/>
                    <a:pt x="25" y="21730"/>
                  </a:cubicBezTo>
                  <a:cubicBezTo>
                    <a:pt x="25" y="21855"/>
                    <a:pt x="125" y="21955"/>
                    <a:pt x="251" y="21955"/>
                  </a:cubicBezTo>
                  <a:lnTo>
                    <a:pt x="2983" y="22106"/>
                  </a:lnTo>
                  <a:lnTo>
                    <a:pt x="4361" y="22181"/>
                  </a:lnTo>
                  <a:cubicBezTo>
                    <a:pt x="4587" y="22181"/>
                    <a:pt x="4812" y="22206"/>
                    <a:pt x="5038" y="22231"/>
                  </a:cubicBezTo>
                  <a:lnTo>
                    <a:pt x="5363" y="22256"/>
                  </a:lnTo>
                  <a:lnTo>
                    <a:pt x="5539" y="22281"/>
                  </a:lnTo>
                  <a:cubicBezTo>
                    <a:pt x="5589" y="22294"/>
                    <a:pt x="5645" y="22300"/>
                    <a:pt x="5702" y="22300"/>
                  </a:cubicBezTo>
                  <a:cubicBezTo>
                    <a:pt x="5758" y="22300"/>
                    <a:pt x="5815" y="22294"/>
                    <a:pt x="5865" y="22281"/>
                  </a:cubicBezTo>
                  <a:cubicBezTo>
                    <a:pt x="6065" y="18622"/>
                    <a:pt x="6266" y="14888"/>
                    <a:pt x="6416" y="11178"/>
                  </a:cubicBezTo>
                  <a:cubicBezTo>
                    <a:pt x="6441" y="9349"/>
                    <a:pt x="6416" y="7519"/>
                    <a:pt x="6441" y="5690"/>
                  </a:cubicBezTo>
                  <a:lnTo>
                    <a:pt x="6416" y="4336"/>
                  </a:lnTo>
                  <a:lnTo>
                    <a:pt x="6416" y="3634"/>
                  </a:lnTo>
                  <a:lnTo>
                    <a:pt x="6416" y="3484"/>
                  </a:lnTo>
                  <a:lnTo>
                    <a:pt x="6416" y="3334"/>
                  </a:lnTo>
                  <a:lnTo>
                    <a:pt x="6441" y="2983"/>
                  </a:lnTo>
                  <a:cubicBezTo>
                    <a:pt x="6514" y="2081"/>
                    <a:pt x="6611" y="1227"/>
                    <a:pt x="6639" y="306"/>
                  </a:cubicBezTo>
                  <a:lnTo>
                    <a:pt x="6639" y="306"/>
                  </a:lnTo>
                  <a:cubicBezTo>
                    <a:pt x="6640" y="304"/>
                    <a:pt x="6641" y="303"/>
                    <a:pt x="6642" y="301"/>
                  </a:cubicBezTo>
                  <a:lnTo>
                    <a:pt x="6640" y="301"/>
                  </a:lnTo>
                  <a:lnTo>
                    <a:pt x="6640" y="301"/>
                  </a:lnTo>
                  <a:cubicBezTo>
                    <a:pt x="6640" y="276"/>
                    <a:pt x="6641" y="251"/>
                    <a:pt x="6642" y="226"/>
                  </a:cubicBezTo>
                  <a:lnTo>
                    <a:pt x="6191" y="176"/>
                  </a:lnTo>
                  <a:cubicBezTo>
                    <a:pt x="6216" y="75"/>
                    <a:pt x="6266" y="75"/>
                    <a:pt x="6316" y="75"/>
                  </a:cubicBezTo>
                  <a:lnTo>
                    <a:pt x="6341" y="75"/>
                  </a:lnTo>
                  <a:lnTo>
                    <a:pt x="6241" y="50"/>
                  </a:lnTo>
                  <a:cubicBezTo>
                    <a:pt x="6216" y="25"/>
                    <a:pt x="6140" y="0"/>
                    <a:pt x="609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506" name="Google Shape;5506;p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55" y="1408131"/>
            <a:ext cx="8903090" cy="232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5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1" name="Google Shape;5511;p189"/>
          <p:cNvSpPr txBox="1">
            <a:spLocks noGrp="1"/>
          </p:cNvSpPr>
          <p:nvPr>
            <p:ph type="title" idx="4"/>
          </p:nvPr>
        </p:nvSpPr>
        <p:spPr>
          <a:xfrm>
            <a:off x="720000" y="1034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2: Answer</a:t>
            </a:r>
            <a:endParaRPr/>
          </a:p>
        </p:txBody>
      </p:sp>
      <p:grpSp>
        <p:nvGrpSpPr>
          <p:cNvPr id="5512" name="Google Shape;5512;p189"/>
          <p:cNvGrpSpPr/>
          <p:nvPr/>
        </p:nvGrpSpPr>
        <p:grpSpPr>
          <a:xfrm>
            <a:off x="2198703" y="510675"/>
            <a:ext cx="4688712" cy="176025"/>
            <a:chOff x="4345425" y="2175475"/>
            <a:chExt cx="800750" cy="176025"/>
          </a:xfrm>
        </p:grpSpPr>
        <p:sp>
          <p:nvSpPr>
            <p:cNvPr id="5513" name="Google Shape;5513;p189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189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5" name="Google Shape;5515;p189"/>
          <p:cNvGrpSpPr/>
          <p:nvPr/>
        </p:nvGrpSpPr>
        <p:grpSpPr>
          <a:xfrm>
            <a:off x="-675780" y="504110"/>
            <a:ext cx="2433812" cy="320922"/>
            <a:chOff x="1394800" y="3522000"/>
            <a:chExt cx="1048650" cy="138275"/>
          </a:xfrm>
        </p:grpSpPr>
        <p:sp>
          <p:nvSpPr>
            <p:cNvPr id="5516" name="Google Shape;5516;p189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189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189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189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189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189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189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3" name="Google Shape;5523;p189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4" name="Google Shape;5524;p189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5" name="Google Shape;5525;p189"/>
          <p:cNvGrpSpPr/>
          <p:nvPr/>
        </p:nvGrpSpPr>
        <p:grpSpPr>
          <a:xfrm rot="-2482112">
            <a:off x="7947212" y="4481609"/>
            <a:ext cx="953582" cy="396167"/>
            <a:chOff x="-605225" y="2384875"/>
            <a:chExt cx="787975" cy="303650"/>
          </a:xfrm>
        </p:grpSpPr>
        <p:sp>
          <p:nvSpPr>
            <p:cNvPr id="5526" name="Google Shape;5526;p189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189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189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189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189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189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189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189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4" name="Google Shape;5534;p189"/>
          <p:cNvGrpSpPr/>
          <p:nvPr/>
        </p:nvGrpSpPr>
        <p:grpSpPr>
          <a:xfrm rot="1514788">
            <a:off x="6437695" y="4034101"/>
            <a:ext cx="1376274" cy="908487"/>
            <a:chOff x="5248525" y="821375"/>
            <a:chExt cx="1082824" cy="694544"/>
          </a:xfrm>
        </p:grpSpPr>
        <p:sp>
          <p:nvSpPr>
            <p:cNvPr id="5535" name="Google Shape;5535;p189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189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189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189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189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189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41" name="Google Shape;5541;p189"/>
          <p:cNvGrpSpPr/>
          <p:nvPr/>
        </p:nvGrpSpPr>
        <p:grpSpPr>
          <a:xfrm>
            <a:off x="6316368" y="2366691"/>
            <a:ext cx="400080" cy="1094468"/>
            <a:chOff x="3443472" y="1907731"/>
            <a:chExt cx="454327" cy="1325503"/>
          </a:xfrm>
        </p:grpSpPr>
        <p:sp>
          <p:nvSpPr>
            <p:cNvPr id="5542" name="Google Shape;5542;p189"/>
            <p:cNvSpPr/>
            <p:nvPr/>
          </p:nvSpPr>
          <p:spPr>
            <a:xfrm>
              <a:off x="3456297" y="1920208"/>
              <a:ext cx="427196" cy="1302484"/>
            </a:xfrm>
            <a:custGeom>
              <a:avLst/>
              <a:gdLst/>
              <a:ahLst/>
              <a:cxnLst/>
              <a:rect l="l" t="t" r="r" b="b"/>
              <a:pathLst>
                <a:path w="7495" h="20879" extrusionOk="0">
                  <a:moveTo>
                    <a:pt x="1630" y="1"/>
                  </a:moveTo>
                  <a:cubicBezTo>
                    <a:pt x="1605" y="6768"/>
                    <a:pt x="828" y="13610"/>
                    <a:pt x="1" y="20352"/>
                  </a:cubicBezTo>
                  <a:cubicBezTo>
                    <a:pt x="1605" y="20427"/>
                    <a:pt x="3234" y="20628"/>
                    <a:pt x="4813" y="20878"/>
                  </a:cubicBezTo>
                  <a:cubicBezTo>
                    <a:pt x="5665" y="14187"/>
                    <a:pt x="6267" y="7470"/>
                    <a:pt x="7495" y="803"/>
                  </a:cubicBezTo>
                  <a:lnTo>
                    <a:pt x="7495" y="803"/>
                  </a:lnTo>
                  <a:cubicBezTo>
                    <a:pt x="7478" y="803"/>
                    <a:pt x="7461" y="814"/>
                    <a:pt x="7445" y="814"/>
                  </a:cubicBezTo>
                  <a:cubicBezTo>
                    <a:pt x="7436" y="814"/>
                    <a:pt x="7428" y="811"/>
                    <a:pt x="7419" y="803"/>
                  </a:cubicBezTo>
                  <a:cubicBezTo>
                    <a:pt x="6517" y="678"/>
                    <a:pt x="5665" y="402"/>
                    <a:pt x="4763" y="277"/>
                  </a:cubicBezTo>
                  <a:cubicBezTo>
                    <a:pt x="3735" y="126"/>
                    <a:pt x="2708" y="76"/>
                    <a:pt x="1680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189"/>
            <p:cNvSpPr/>
            <p:nvPr/>
          </p:nvSpPr>
          <p:spPr>
            <a:xfrm>
              <a:off x="3443472" y="1907731"/>
              <a:ext cx="454327" cy="1325503"/>
            </a:xfrm>
            <a:custGeom>
              <a:avLst/>
              <a:gdLst/>
              <a:ahLst/>
              <a:cxnLst/>
              <a:rect l="l" t="t" r="r" b="b"/>
              <a:pathLst>
                <a:path w="7971" h="21248" extrusionOk="0">
                  <a:moveTo>
                    <a:pt x="2077" y="442"/>
                  </a:moveTo>
                  <a:lnTo>
                    <a:pt x="3334" y="527"/>
                  </a:lnTo>
                  <a:cubicBezTo>
                    <a:pt x="3810" y="552"/>
                    <a:pt x="4311" y="602"/>
                    <a:pt x="4787" y="677"/>
                  </a:cubicBezTo>
                  <a:cubicBezTo>
                    <a:pt x="5264" y="727"/>
                    <a:pt x="5740" y="828"/>
                    <a:pt x="6216" y="953"/>
                  </a:cubicBezTo>
                  <a:lnTo>
                    <a:pt x="6943" y="1103"/>
                  </a:lnTo>
                  <a:lnTo>
                    <a:pt x="7319" y="1178"/>
                  </a:lnTo>
                  <a:lnTo>
                    <a:pt x="7452" y="1212"/>
                  </a:lnTo>
                  <a:lnTo>
                    <a:pt x="7452" y="1212"/>
                  </a:lnTo>
                  <a:cubicBezTo>
                    <a:pt x="7167" y="2790"/>
                    <a:pt x="6906" y="4389"/>
                    <a:pt x="6667" y="5965"/>
                  </a:cubicBezTo>
                  <a:cubicBezTo>
                    <a:pt x="6416" y="7645"/>
                    <a:pt x="6191" y="9324"/>
                    <a:pt x="5990" y="11003"/>
                  </a:cubicBezTo>
                  <a:lnTo>
                    <a:pt x="5414" y="16016"/>
                  </a:lnTo>
                  <a:lnTo>
                    <a:pt x="5138" y="18547"/>
                  </a:lnTo>
                  <a:lnTo>
                    <a:pt x="4988" y="19800"/>
                  </a:lnTo>
                  <a:cubicBezTo>
                    <a:pt x="4938" y="20151"/>
                    <a:pt x="4938" y="20527"/>
                    <a:pt x="4913" y="20903"/>
                  </a:cubicBezTo>
                  <a:cubicBezTo>
                    <a:pt x="4862" y="20878"/>
                    <a:pt x="4812" y="20828"/>
                    <a:pt x="4762" y="20828"/>
                  </a:cubicBezTo>
                  <a:lnTo>
                    <a:pt x="4461" y="20778"/>
                  </a:lnTo>
                  <a:lnTo>
                    <a:pt x="3860" y="20702"/>
                  </a:lnTo>
                  <a:lnTo>
                    <a:pt x="2657" y="20527"/>
                  </a:lnTo>
                  <a:cubicBezTo>
                    <a:pt x="1930" y="20436"/>
                    <a:pt x="1203" y="20386"/>
                    <a:pt x="458" y="20341"/>
                  </a:cubicBezTo>
                  <a:lnTo>
                    <a:pt x="458" y="20341"/>
                  </a:lnTo>
                  <a:cubicBezTo>
                    <a:pt x="670" y="18717"/>
                    <a:pt x="861" y="17115"/>
                    <a:pt x="1028" y="15489"/>
                  </a:cubicBezTo>
                  <a:cubicBezTo>
                    <a:pt x="1128" y="14662"/>
                    <a:pt x="1228" y="13810"/>
                    <a:pt x="1279" y="12958"/>
                  </a:cubicBezTo>
                  <a:cubicBezTo>
                    <a:pt x="1304" y="12106"/>
                    <a:pt x="1379" y="11254"/>
                    <a:pt x="1479" y="10402"/>
                  </a:cubicBezTo>
                  <a:cubicBezTo>
                    <a:pt x="1629" y="8722"/>
                    <a:pt x="1780" y="7018"/>
                    <a:pt x="1905" y="5314"/>
                  </a:cubicBezTo>
                  <a:cubicBezTo>
                    <a:pt x="2001" y="3690"/>
                    <a:pt x="2051" y="2066"/>
                    <a:pt x="2077" y="442"/>
                  </a:cubicBezTo>
                  <a:close/>
                  <a:moveTo>
                    <a:pt x="1855" y="0"/>
                  </a:moveTo>
                  <a:cubicBezTo>
                    <a:pt x="1755" y="0"/>
                    <a:pt x="1654" y="76"/>
                    <a:pt x="1654" y="201"/>
                  </a:cubicBezTo>
                  <a:cubicBezTo>
                    <a:pt x="1654" y="1905"/>
                    <a:pt x="1579" y="3610"/>
                    <a:pt x="1504" y="5289"/>
                  </a:cubicBezTo>
                  <a:cubicBezTo>
                    <a:pt x="1429" y="6993"/>
                    <a:pt x="1354" y="8697"/>
                    <a:pt x="1203" y="10376"/>
                  </a:cubicBezTo>
                  <a:cubicBezTo>
                    <a:pt x="1128" y="11229"/>
                    <a:pt x="1053" y="12081"/>
                    <a:pt x="903" y="12908"/>
                  </a:cubicBezTo>
                  <a:cubicBezTo>
                    <a:pt x="777" y="13760"/>
                    <a:pt x="702" y="14612"/>
                    <a:pt x="602" y="15439"/>
                  </a:cubicBezTo>
                  <a:cubicBezTo>
                    <a:pt x="426" y="17143"/>
                    <a:pt x="226" y="18823"/>
                    <a:pt x="0" y="20502"/>
                  </a:cubicBezTo>
                  <a:lnTo>
                    <a:pt x="0" y="20527"/>
                  </a:lnTo>
                  <a:cubicBezTo>
                    <a:pt x="0" y="20652"/>
                    <a:pt x="101" y="20752"/>
                    <a:pt x="201" y="20752"/>
                  </a:cubicBezTo>
                  <a:cubicBezTo>
                    <a:pt x="1003" y="20803"/>
                    <a:pt x="1805" y="20878"/>
                    <a:pt x="2607" y="20953"/>
                  </a:cubicBezTo>
                  <a:lnTo>
                    <a:pt x="3810" y="21103"/>
                  </a:lnTo>
                  <a:lnTo>
                    <a:pt x="4411" y="21179"/>
                  </a:lnTo>
                  <a:lnTo>
                    <a:pt x="4712" y="21229"/>
                  </a:lnTo>
                  <a:cubicBezTo>
                    <a:pt x="4787" y="21241"/>
                    <a:pt x="4862" y="21247"/>
                    <a:pt x="4938" y="21247"/>
                  </a:cubicBezTo>
                  <a:cubicBezTo>
                    <a:pt x="5013" y="21247"/>
                    <a:pt x="5088" y="21241"/>
                    <a:pt x="5163" y="21229"/>
                  </a:cubicBezTo>
                  <a:cubicBezTo>
                    <a:pt x="5238" y="20778"/>
                    <a:pt x="5339" y="20301"/>
                    <a:pt x="5389" y="19850"/>
                  </a:cubicBezTo>
                  <a:lnTo>
                    <a:pt x="5564" y="18597"/>
                  </a:lnTo>
                  <a:lnTo>
                    <a:pt x="5865" y="16066"/>
                  </a:lnTo>
                  <a:lnTo>
                    <a:pt x="6492" y="11053"/>
                  </a:lnTo>
                  <a:cubicBezTo>
                    <a:pt x="6717" y="9374"/>
                    <a:pt x="6918" y="7720"/>
                    <a:pt x="7143" y="6041"/>
                  </a:cubicBezTo>
                  <a:cubicBezTo>
                    <a:pt x="7394" y="4386"/>
                    <a:pt x="7644" y="2707"/>
                    <a:pt x="7945" y="1053"/>
                  </a:cubicBezTo>
                  <a:cubicBezTo>
                    <a:pt x="7970" y="1028"/>
                    <a:pt x="7970" y="1028"/>
                    <a:pt x="7970" y="1003"/>
                  </a:cubicBezTo>
                  <a:cubicBezTo>
                    <a:pt x="7945" y="878"/>
                    <a:pt x="7845" y="777"/>
                    <a:pt x="7720" y="777"/>
                  </a:cubicBezTo>
                  <a:lnTo>
                    <a:pt x="7594" y="777"/>
                  </a:lnTo>
                  <a:lnTo>
                    <a:pt x="7394" y="752"/>
                  </a:lnTo>
                  <a:lnTo>
                    <a:pt x="7043" y="677"/>
                  </a:lnTo>
                  <a:lnTo>
                    <a:pt x="6316" y="502"/>
                  </a:lnTo>
                  <a:cubicBezTo>
                    <a:pt x="5840" y="401"/>
                    <a:pt x="5339" y="301"/>
                    <a:pt x="4837" y="226"/>
                  </a:cubicBezTo>
                  <a:cubicBezTo>
                    <a:pt x="4361" y="176"/>
                    <a:pt x="3860" y="126"/>
                    <a:pt x="3359" y="76"/>
                  </a:cubicBezTo>
                  <a:lnTo>
                    <a:pt x="1855" y="0"/>
                  </a:ln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44" name="Google Shape;5544;p189"/>
          <p:cNvGrpSpPr/>
          <p:nvPr/>
        </p:nvGrpSpPr>
        <p:grpSpPr>
          <a:xfrm rot="27294">
            <a:off x="2428392" y="2175442"/>
            <a:ext cx="391007" cy="1284152"/>
            <a:chOff x="1276425" y="1928068"/>
            <a:chExt cx="378577" cy="1391130"/>
          </a:xfrm>
        </p:grpSpPr>
        <p:sp>
          <p:nvSpPr>
            <p:cNvPr id="5545" name="Google Shape;5545;p189"/>
            <p:cNvSpPr/>
            <p:nvPr/>
          </p:nvSpPr>
          <p:spPr>
            <a:xfrm>
              <a:off x="1282125" y="1942105"/>
              <a:ext cx="360053" cy="1366551"/>
            </a:xfrm>
            <a:custGeom>
              <a:avLst/>
              <a:gdLst/>
              <a:ahLst/>
              <a:cxnLst/>
              <a:rect l="l" t="t" r="r" b="b"/>
              <a:pathLst>
                <a:path w="6317" h="21906" extrusionOk="0">
                  <a:moveTo>
                    <a:pt x="6015" y="1"/>
                  </a:moveTo>
                  <a:cubicBezTo>
                    <a:pt x="4303" y="188"/>
                    <a:pt x="2548" y="354"/>
                    <a:pt x="830" y="354"/>
                  </a:cubicBezTo>
                  <a:cubicBezTo>
                    <a:pt x="712" y="354"/>
                    <a:pt x="594" y="353"/>
                    <a:pt x="477" y="352"/>
                  </a:cubicBezTo>
                  <a:lnTo>
                    <a:pt x="477" y="352"/>
                  </a:lnTo>
                  <a:cubicBezTo>
                    <a:pt x="602" y="7394"/>
                    <a:pt x="0" y="14437"/>
                    <a:pt x="151" y="21505"/>
                  </a:cubicBezTo>
                  <a:cubicBezTo>
                    <a:pt x="1078" y="21505"/>
                    <a:pt x="2005" y="21580"/>
                    <a:pt x="2908" y="21655"/>
                  </a:cubicBezTo>
                  <a:cubicBezTo>
                    <a:pt x="3810" y="21730"/>
                    <a:pt x="4762" y="21730"/>
                    <a:pt x="5639" y="21906"/>
                  </a:cubicBezTo>
                  <a:cubicBezTo>
                    <a:pt x="5840" y="18297"/>
                    <a:pt x="6015" y="14713"/>
                    <a:pt x="6066" y="11104"/>
                  </a:cubicBezTo>
                  <a:cubicBezTo>
                    <a:pt x="6091" y="9174"/>
                    <a:pt x="6091" y="7269"/>
                    <a:pt x="6091" y="5364"/>
                  </a:cubicBezTo>
                  <a:cubicBezTo>
                    <a:pt x="6091" y="4663"/>
                    <a:pt x="6066" y="3961"/>
                    <a:pt x="6066" y="3259"/>
                  </a:cubicBezTo>
                  <a:cubicBezTo>
                    <a:pt x="6066" y="2983"/>
                    <a:pt x="6316" y="452"/>
                    <a:pt x="6316" y="1"/>
                  </a:cubicBezTo>
                  <a:lnTo>
                    <a:pt x="6316" y="1"/>
                  </a:lnTo>
                  <a:cubicBezTo>
                    <a:pt x="6296" y="42"/>
                    <a:pt x="6259" y="83"/>
                    <a:pt x="6218" y="83"/>
                  </a:cubicBezTo>
                  <a:cubicBezTo>
                    <a:pt x="6209" y="83"/>
                    <a:pt x="6200" y="81"/>
                    <a:pt x="6191" y="76"/>
                  </a:cubicBezTo>
                  <a:cubicBezTo>
                    <a:pt x="6141" y="76"/>
                    <a:pt x="6116" y="76"/>
                    <a:pt x="6066" y="51"/>
                  </a:cubicBezTo>
                  <a:cubicBezTo>
                    <a:pt x="6040" y="51"/>
                    <a:pt x="6015" y="26"/>
                    <a:pt x="6015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189"/>
            <p:cNvSpPr/>
            <p:nvPr/>
          </p:nvSpPr>
          <p:spPr>
            <a:xfrm>
              <a:off x="1276425" y="1928068"/>
              <a:ext cx="378577" cy="1391130"/>
            </a:xfrm>
            <a:custGeom>
              <a:avLst/>
              <a:gdLst/>
              <a:ahLst/>
              <a:cxnLst/>
              <a:rect l="l" t="t" r="r" b="b"/>
              <a:pathLst>
                <a:path w="6642" h="22300" extrusionOk="0">
                  <a:moveTo>
                    <a:pt x="6248" y="58"/>
                  </a:moveTo>
                  <a:lnTo>
                    <a:pt x="6248" y="58"/>
                  </a:lnTo>
                  <a:cubicBezTo>
                    <a:pt x="6262" y="64"/>
                    <a:pt x="6270" y="73"/>
                    <a:pt x="6268" y="73"/>
                  </a:cubicBezTo>
                  <a:cubicBezTo>
                    <a:pt x="6266" y="73"/>
                    <a:pt x="6260" y="69"/>
                    <a:pt x="6248" y="58"/>
                  </a:cubicBezTo>
                  <a:close/>
                  <a:moveTo>
                    <a:pt x="6046" y="462"/>
                  </a:moveTo>
                  <a:cubicBezTo>
                    <a:pt x="6073" y="478"/>
                    <a:pt x="6105" y="493"/>
                    <a:pt x="6140" y="502"/>
                  </a:cubicBezTo>
                  <a:lnTo>
                    <a:pt x="6090" y="502"/>
                  </a:lnTo>
                  <a:lnTo>
                    <a:pt x="6173" y="518"/>
                  </a:lnTo>
                  <a:lnTo>
                    <a:pt x="6173" y="518"/>
                  </a:lnTo>
                  <a:cubicBezTo>
                    <a:pt x="6120" y="1295"/>
                    <a:pt x="6032" y="2124"/>
                    <a:pt x="5965" y="2933"/>
                  </a:cubicBezTo>
                  <a:lnTo>
                    <a:pt x="5940" y="3284"/>
                  </a:lnTo>
                  <a:lnTo>
                    <a:pt x="5940" y="3484"/>
                  </a:lnTo>
                  <a:lnTo>
                    <a:pt x="5940" y="3659"/>
                  </a:lnTo>
                  <a:lnTo>
                    <a:pt x="5940" y="4336"/>
                  </a:lnTo>
                  <a:lnTo>
                    <a:pt x="5940" y="5715"/>
                  </a:lnTo>
                  <a:cubicBezTo>
                    <a:pt x="5940" y="7519"/>
                    <a:pt x="5890" y="9349"/>
                    <a:pt x="5915" y="11178"/>
                  </a:cubicBezTo>
                  <a:lnTo>
                    <a:pt x="5739" y="16542"/>
                  </a:lnTo>
                  <a:lnTo>
                    <a:pt x="5614" y="21955"/>
                  </a:lnTo>
                  <a:cubicBezTo>
                    <a:pt x="5589" y="21930"/>
                    <a:pt x="5614" y="21905"/>
                    <a:pt x="5589" y="21905"/>
                  </a:cubicBezTo>
                  <a:lnTo>
                    <a:pt x="5439" y="21855"/>
                  </a:lnTo>
                  <a:lnTo>
                    <a:pt x="5088" y="21805"/>
                  </a:lnTo>
                  <a:cubicBezTo>
                    <a:pt x="4837" y="21780"/>
                    <a:pt x="4612" y="21755"/>
                    <a:pt x="4386" y="21755"/>
                  </a:cubicBezTo>
                  <a:lnTo>
                    <a:pt x="3008" y="21655"/>
                  </a:lnTo>
                  <a:lnTo>
                    <a:pt x="471" y="21516"/>
                  </a:lnTo>
                  <a:lnTo>
                    <a:pt x="471" y="21516"/>
                  </a:lnTo>
                  <a:cubicBezTo>
                    <a:pt x="428" y="19833"/>
                    <a:pt x="452" y="18149"/>
                    <a:pt x="476" y="16441"/>
                  </a:cubicBezTo>
                  <a:cubicBezTo>
                    <a:pt x="551" y="14687"/>
                    <a:pt x="426" y="12933"/>
                    <a:pt x="526" y="11153"/>
                  </a:cubicBezTo>
                  <a:lnTo>
                    <a:pt x="752" y="5865"/>
                  </a:lnTo>
                  <a:cubicBezTo>
                    <a:pt x="800" y="4185"/>
                    <a:pt x="825" y="2483"/>
                    <a:pt x="805" y="802"/>
                  </a:cubicBezTo>
                  <a:lnTo>
                    <a:pt x="805" y="802"/>
                  </a:lnTo>
                  <a:cubicBezTo>
                    <a:pt x="2552" y="790"/>
                    <a:pt x="4299" y="649"/>
                    <a:pt x="6046" y="462"/>
                  </a:cubicBezTo>
                  <a:close/>
                  <a:moveTo>
                    <a:pt x="6090" y="0"/>
                  </a:moveTo>
                  <a:cubicBezTo>
                    <a:pt x="4261" y="201"/>
                    <a:pt x="2406" y="376"/>
                    <a:pt x="577" y="376"/>
                  </a:cubicBezTo>
                  <a:cubicBezTo>
                    <a:pt x="451" y="376"/>
                    <a:pt x="376" y="451"/>
                    <a:pt x="376" y="577"/>
                  </a:cubicBezTo>
                  <a:cubicBezTo>
                    <a:pt x="401" y="2331"/>
                    <a:pt x="376" y="4111"/>
                    <a:pt x="351" y="5865"/>
                  </a:cubicBezTo>
                  <a:cubicBezTo>
                    <a:pt x="351" y="7619"/>
                    <a:pt x="301" y="9399"/>
                    <a:pt x="276" y="11153"/>
                  </a:cubicBezTo>
                  <a:cubicBezTo>
                    <a:pt x="251" y="12908"/>
                    <a:pt x="25" y="14662"/>
                    <a:pt x="50" y="16441"/>
                  </a:cubicBezTo>
                  <a:cubicBezTo>
                    <a:pt x="0" y="18196"/>
                    <a:pt x="0" y="19975"/>
                    <a:pt x="25" y="21730"/>
                  </a:cubicBezTo>
                  <a:cubicBezTo>
                    <a:pt x="25" y="21855"/>
                    <a:pt x="125" y="21955"/>
                    <a:pt x="251" y="21955"/>
                  </a:cubicBezTo>
                  <a:lnTo>
                    <a:pt x="2983" y="22106"/>
                  </a:lnTo>
                  <a:lnTo>
                    <a:pt x="4361" y="22181"/>
                  </a:lnTo>
                  <a:cubicBezTo>
                    <a:pt x="4587" y="22181"/>
                    <a:pt x="4812" y="22206"/>
                    <a:pt x="5038" y="22231"/>
                  </a:cubicBezTo>
                  <a:lnTo>
                    <a:pt x="5363" y="22256"/>
                  </a:lnTo>
                  <a:lnTo>
                    <a:pt x="5539" y="22281"/>
                  </a:lnTo>
                  <a:cubicBezTo>
                    <a:pt x="5589" y="22294"/>
                    <a:pt x="5645" y="22300"/>
                    <a:pt x="5702" y="22300"/>
                  </a:cubicBezTo>
                  <a:cubicBezTo>
                    <a:pt x="5758" y="22300"/>
                    <a:pt x="5815" y="22294"/>
                    <a:pt x="5865" y="22281"/>
                  </a:cubicBezTo>
                  <a:cubicBezTo>
                    <a:pt x="6065" y="18622"/>
                    <a:pt x="6266" y="14888"/>
                    <a:pt x="6416" y="11178"/>
                  </a:cubicBezTo>
                  <a:cubicBezTo>
                    <a:pt x="6441" y="9349"/>
                    <a:pt x="6416" y="7519"/>
                    <a:pt x="6441" y="5690"/>
                  </a:cubicBezTo>
                  <a:lnTo>
                    <a:pt x="6416" y="4336"/>
                  </a:lnTo>
                  <a:lnTo>
                    <a:pt x="6416" y="3634"/>
                  </a:lnTo>
                  <a:lnTo>
                    <a:pt x="6416" y="3484"/>
                  </a:lnTo>
                  <a:lnTo>
                    <a:pt x="6416" y="3334"/>
                  </a:lnTo>
                  <a:lnTo>
                    <a:pt x="6441" y="2983"/>
                  </a:lnTo>
                  <a:cubicBezTo>
                    <a:pt x="6514" y="2081"/>
                    <a:pt x="6611" y="1227"/>
                    <a:pt x="6639" y="306"/>
                  </a:cubicBezTo>
                  <a:lnTo>
                    <a:pt x="6639" y="306"/>
                  </a:lnTo>
                  <a:cubicBezTo>
                    <a:pt x="6640" y="304"/>
                    <a:pt x="6641" y="303"/>
                    <a:pt x="6642" y="301"/>
                  </a:cubicBezTo>
                  <a:lnTo>
                    <a:pt x="6640" y="301"/>
                  </a:lnTo>
                  <a:lnTo>
                    <a:pt x="6640" y="301"/>
                  </a:lnTo>
                  <a:cubicBezTo>
                    <a:pt x="6640" y="276"/>
                    <a:pt x="6641" y="251"/>
                    <a:pt x="6642" y="226"/>
                  </a:cubicBezTo>
                  <a:lnTo>
                    <a:pt x="6191" y="176"/>
                  </a:lnTo>
                  <a:cubicBezTo>
                    <a:pt x="6216" y="75"/>
                    <a:pt x="6266" y="75"/>
                    <a:pt x="6316" y="75"/>
                  </a:cubicBezTo>
                  <a:lnTo>
                    <a:pt x="6341" y="75"/>
                  </a:lnTo>
                  <a:lnTo>
                    <a:pt x="6241" y="50"/>
                  </a:lnTo>
                  <a:cubicBezTo>
                    <a:pt x="6216" y="25"/>
                    <a:pt x="6140" y="0"/>
                    <a:pt x="609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547" name="Google Shape;5547;p1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50" y="1474613"/>
            <a:ext cx="8941701" cy="219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5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2" name="Google Shape;5552;p190"/>
          <p:cNvSpPr txBox="1">
            <a:spLocks noGrp="1"/>
          </p:cNvSpPr>
          <p:nvPr>
            <p:ph type="title" idx="4"/>
          </p:nvPr>
        </p:nvSpPr>
        <p:spPr>
          <a:xfrm>
            <a:off x="720000" y="1034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3: Answer</a:t>
            </a:r>
            <a:endParaRPr/>
          </a:p>
        </p:txBody>
      </p:sp>
      <p:grpSp>
        <p:nvGrpSpPr>
          <p:cNvPr id="5553" name="Google Shape;5553;p190"/>
          <p:cNvGrpSpPr/>
          <p:nvPr/>
        </p:nvGrpSpPr>
        <p:grpSpPr>
          <a:xfrm>
            <a:off x="2198703" y="510675"/>
            <a:ext cx="4688712" cy="176025"/>
            <a:chOff x="4345425" y="2175475"/>
            <a:chExt cx="800750" cy="176025"/>
          </a:xfrm>
        </p:grpSpPr>
        <p:sp>
          <p:nvSpPr>
            <p:cNvPr id="5554" name="Google Shape;5554;p190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190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6" name="Google Shape;5556;p190"/>
          <p:cNvGrpSpPr/>
          <p:nvPr/>
        </p:nvGrpSpPr>
        <p:grpSpPr>
          <a:xfrm>
            <a:off x="-675780" y="504110"/>
            <a:ext cx="2433812" cy="320922"/>
            <a:chOff x="1394800" y="3522000"/>
            <a:chExt cx="1048650" cy="138275"/>
          </a:xfrm>
        </p:grpSpPr>
        <p:sp>
          <p:nvSpPr>
            <p:cNvPr id="5557" name="Google Shape;5557;p190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190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190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190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190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190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190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190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190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66" name="Google Shape;5566;p190"/>
          <p:cNvGrpSpPr/>
          <p:nvPr/>
        </p:nvGrpSpPr>
        <p:grpSpPr>
          <a:xfrm rot="-2482112">
            <a:off x="7947212" y="4481609"/>
            <a:ext cx="953582" cy="396167"/>
            <a:chOff x="-605225" y="2384875"/>
            <a:chExt cx="787975" cy="303650"/>
          </a:xfrm>
        </p:grpSpPr>
        <p:sp>
          <p:nvSpPr>
            <p:cNvPr id="5567" name="Google Shape;5567;p190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190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190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190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190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190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190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190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75" name="Google Shape;5575;p190"/>
          <p:cNvGrpSpPr/>
          <p:nvPr/>
        </p:nvGrpSpPr>
        <p:grpSpPr>
          <a:xfrm rot="1514788">
            <a:off x="6437695" y="4034101"/>
            <a:ext cx="1376274" cy="908487"/>
            <a:chOff x="5248525" y="821375"/>
            <a:chExt cx="1082824" cy="694544"/>
          </a:xfrm>
        </p:grpSpPr>
        <p:sp>
          <p:nvSpPr>
            <p:cNvPr id="5576" name="Google Shape;5576;p190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190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190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5579;p190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5580;p190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5581;p190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82" name="Google Shape;5582;p190"/>
          <p:cNvGrpSpPr/>
          <p:nvPr/>
        </p:nvGrpSpPr>
        <p:grpSpPr>
          <a:xfrm>
            <a:off x="6316368" y="2366691"/>
            <a:ext cx="400080" cy="1094468"/>
            <a:chOff x="3443472" y="1907731"/>
            <a:chExt cx="454327" cy="1325503"/>
          </a:xfrm>
        </p:grpSpPr>
        <p:sp>
          <p:nvSpPr>
            <p:cNvPr id="5583" name="Google Shape;5583;p190"/>
            <p:cNvSpPr/>
            <p:nvPr/>
          </p:nvSpPr>
          <p:spPr>
            <a:xfrm>
              <a:off x="3456297" y="1920208"/>
              <a:ext cx="427196" cy="1302484"/>
            </a:xfrm>
            <a:custGeom>
              <a:avLst/>
              <a:gdLst/>
              <a:ahLst/>
              <a:cxnLst/>
              <a:rect l="l" t="t" r="r" b="b"/>
              <a:pathLst>
                <a:path w="7495" h="20879" extrusionOk="0">
                  <a:moveTo>
                    <a:pt x="1630" y="1"/>
                  </a:moveTo>
                  <a:cubicBezTo>
                    <a:pt x="1605" y="6768"/>
                    <a:pt x="828" y="13610"/>
                    <a:pt x="1" y="20352"/>
                  </a:cubicBezTo>
                  <a:cubicBezTo>
                    <a:pt x="1605" y="20427"/>
                    <a:pt x="3234" y="20628"/>
                    <a:pt x="4813" y="20878"/>
                  </a:cubicBezTo>
                  <a:cubicBezTo>
                    <a:pt x="5665" y="14187"/>
                    <a:pt x="6267" y="7470"/>
                    <a:pt x="7495" y="803"/>
                  </a:cubicBezTo>
                  <a:lnTo>
                    <a:pt x="7495" y="803"/>
                  </a:lnTo>
                  <a:cubicBezTo>
                    <a:pt x="7478" y="803"/>
                    <a:pt x="7461" y="814"/>
                    <a:pt x="7445" y="814"/>
                  </a:cubicBezTo>
                  <a:cubicBezTo>
                    <a:pt x="7436" y="814"/>
                    <a:pt x="7428" y="811"/>
                    <a:pt x="7419" y="803"/>
                  </a:cubicBezTo>
                  <a:cubicBezTo>
                    <a:pt x="6517" y="678"/>
                    <a:pt x="5665" y="402"/>
                    <a:pt x="4763" y="277"/>
                  </a:cubicBezTo>
                  <a:cubicBezTo>
                    <a:pt x="3735" y="126"/>
                    <a:pt x="2708" y="76"/>
                    <a:pt x="1680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4" name="Google Shape;5584;p190"/>
            <p:cNvSpPr/>
            <p:nvPr/>
          </p:nvSpPr>
          <p:spPr>
            <a:xfrm>
              <a:off x="3443472" y="1907731"/>
              <a:ext cx="454327" cy="1325503"/>
            </a:xfrm>
            <a:custGeom>
              <a:avLst/>
              <a:gdLst/>
              <a:ahLst/>
              <a:cxnLst/>
              <a:rect l="l" t="t" r="r" b="b"/>
              <a:pathLst>
                <a:path w="7971" h="21248" extrusionOk="0">
                  <a:moveTo>
                    <a:pt x="2077" y="442"/>
                  </a:moveTo>
                  <a:lnTo>
                    <a:pt x="3334" y="527"/>
                  </a:lnTo>
                  <a:cubicBezTo>
                    <a:pt x="3810" y="552"/>
                    <a:pt x="4311" y="602"/>
                    <a:pt x="4787" y="677"/>
                  </a:cubicBezTo>
                  <a:cubicBezTo>
                    <a:pt x="5264" y="727"/>
                    <a:pt x="5740" y="828"/>
                    <a:pt x="6216" y="953"/>
                  </a:cubicBezTo>
                  <a:lnTo>
                    <a:pt x="6943" y="1103"/>
                  </a:lnTo>
                  <a:lnTo>
                    <a:pt x="7319" y="1178"/>
                  </a:lnTo>
                  <a:lnTo>
                    <a:pt x="7452" y="1212"/>
                  </a:lnTo>
                  <a:lnTo>
                    <a:pt x="7452" y="1212"/>
                  </a:lnTo>
                  <a:cubicBezTo>
                    <a:pt x="7167" y="2790"/>
                    <a:pt x="6906" y="4389"/>
                    <a:pt x="6667" y="5965"/>
                  </a:cubicBezTo>
                  <a:cubicBezTo>
                    <a:pt x="6416" y="7645"/>
                    <a:pt x="6191" y="9324"/>
                    <a:pt x="5990" y="11003"/>
                  </a:cubicBezTo>
                  <a:lnTo>
                    <a:pt x="5414" y="16016"/>
                  </a:lnTo>
                  <a:lnTo>
                    <a:pt x="5138" y="18547"/>
                  </a:lnTo>
                  <a:lnTo>
                    <a:pt x="4988" y="19800"/>
                  </a:lnTo>
                  <a:cubicBezTo>
                    <a:pt x="4938" y="20151"/>
                    <a:pt x="4938" y="20527"/>
                    <a:pt x="4913" y="20903"/>
                  </a:cubicBezTo>
                  <a:cubicBezTo>
                    <a:pt x="4862" y="20878"/>
                    <a:pt x="4812" y="20828"/>
                    <a:pt x="4762" y="20828"/>
                  </a:cubicBezTo>
                  <a:lnTo>
                    <a:pt x="4461" y="20778"/>
                  </a:lnTo>
                  <a:lnTo>
                    <a:pt x="3860" y="20702"/>
                  </a:lnTo>
                  <a:lnTo>
                    <a:pt x="2657" y="20527"/>
                  </a:lnTo>
                  <a:cubicBezTo>
                    <a:pt x="1930" y="20436"/>
                    <a:pt x="1203" y="20386"/>
                    <a:pt x="458" y="20341"/>
                  </a:cubicBezTo>
                  <a:lnTo>
                    <a:pt x="458" y="20341"/>
                  </a:lnTo>
                  <a:cubicBezTo>
                    <a:pt x="670" y="18717"/>
                    <a:pt x="861" y="17115"/>
                    <a:pt x="1028" y="15489"/>
                  </a:cubicBezTo>
                  <a:cubicBezTo>
                    <a:pt x="1128" y="14662"/>
                    <a:pt x="1228" y="13810"/>
                    <a:pt x="1279" y="12958"/>
                  </a:cubicBezTo>
                  <a:cubicBezTo>
                    <a:pt x="1304" y="12106"/>
                    <a:pt x="1379" y="11254"/>
                    <a:pt x="1479" y="10402"/>
                  </a:cubicBezTo>
                  <a:cubicBezTo>
                    <a:pt x="1629" y="8722"/>
                    <a:pt x="1780" y="7018"/>
                    <a:pt x="1905" y="5314"/>
                  </a:cubicBezTo>
                  <a:cubicBezTo>
                    <a:pt x="2001" y="3690"/>
                    <a:pt x="2051" y="2066"/>
                    <a:pt x="2077" y="442"/>
                  </a:cubicBezTo>
                  <a:close/>
                  <a:moveTo>
                    <a:pt x="1855" y="0"/>
                  </a:moveTo>
                  <a:cubicBezTo>
                    <a:pt x="1755" y="0"/>
                    <a:pt x="1654" y="76"/>
                    <a:pt x="1654" y="201"/>
                  </a:cubicBezTo>
                  <a:cubicBezTo>
                    <a:pt x="1654" y="1905"/>
                    <a:pt x="1579" y="3610"/>
                    <a:pt x="1504" y="5289"/>
                  </a:cubicBezTo>
                  <a:cubicBezTo>
                    <a:pt x="1429" y="6993"/>
                    <a:pt x="1354" y="8697"/>
                    <a:pt x="1203" y="10376"/>
                  </a:cubicBezTo>
                  <a:cubicBezTo>
                    <a:pt x="1128" y="11229"/>
                    <a:pt x="1053" y="12081"/>
                    <a:pt x="903" y="12908"/>
                  </a:cubicBezTo>
                  <a:cubicBezTo>
                    <a:pt x="777" y="13760"/>
                    <a:pt x="702" y="14612"/>
                    <a:pt x="602" y="15439"/>
                  </a:cubicBezTo>
                  <a:cubicBezTo>
                    <a:pt x="426" y="17143"/>
                    <a:pt x="226" y="18823"/>
                    <a:pt x="0" y="20502"/>
                  </a:cubicBezTo>
                  <a:lnTo>
                    <a:pt x="0" y="20527"/>
                  </a:lnTo>
                  <a:cubicBezTo>
                    <a:pt x="0" y="20652"/>
                    <a:pt x="101" y="20752"/>
                    <a:pt x="201" y="20752"/>
                  </a:cubicBezTo>
                  <a:cubicBezTo>
                    <a:pt x="1003" y="20803"/>
                    <a:pt x="1805" y="20878"/>
                    <a:pt x="2607" y="20953"/>
                  </a:cubicBezTo>
                  <a:lnTo>
                    <a:pt x="3810" y="21103"/>
                  </a:lnTo>
                  <a:lnTo>
                    <a:pt x="4411" y="21179"/>
                  </a:lnTo>
                  <a:lnTo>
                    <a:pt x="4712" y="21229"/>
                  </a:lnTo>
                  <a:cubicBezTo>
                    <a:pt x="4787" y="21241"/>
                    <a:pt x="4862" y="21247"/>
                    <a:pt x="4938" y="21247"/>
                  </a:cubicBezTo>
                  <a:cubicBezTo>
                    <a:pt x="5013" y="21247"/>
                    <a:pt x="5088" y="21241"/>
                    <a:pt x="5163" y="21229"/>
                  </a:cubicBezTo>
                  <a:cubicBezTo>
                    <a:pt x="5238" y="20778"/>
                    <a:pt x="5339" y="20301"/>
                    <a:pt x="5389" y="19850"/>
                  </a:cubicBezTo>
                  <a:lnTo>
                    <a:pt x="5564" y="18597"/>
                  </a:lnTo>
                  <a:lnTo>
                    <a:pt x="5865" y="16066"/>
                  </a:lnTo>
                  <a:lnTo>
                    <a:pt x="6492" y="11053"/>
                  </a:lnTo>
                  <a:cubicBezTo>
                    <a:pt x="6717" y="9374"/>
                    <a:pt x="6918" y="7720"/>
                    <a:pt x="7143" y="6041"/>
                  </a:cubicBezTo>
                  <a:cubicBezTo>
                    <a:pt x="7394" y="4386"/>
                    <a:pt x="7644" y="2707"/>
                    <a:pt x="7945" y="1053"/>
                  </a:cubicBezTo>
                  <a:cubicBezTo>
                    <a:pt x="7970" y="1028"/>
                    <a:pt x="7970" y="1028"/>
                    <a:pt x="7970" y="1003"/>
                  </a:cubicBezTo>
                  <a:cubicBezTo>
                    <a:pt x="7945" y="878"/>
                    <a:pt x="7845" y="777"/>
                    <a:pt x="7720" y="777"/>
                  </a:cubicBezTo>
                  <a:lnTo>
                    <a:pt x="7594" y="777"/>
                  </a:lnTo>
                  <a:lnTo>
                    <a:pt x="7394" y="752"/>
                  </a:lnTo>
                  <a:lnTo>
                    <a:pt x="7043" y="677"/>
                  </a:lnTo>
                  <a:lnTo>
                    <a:pt x="6316" y="502"/>
                  </a:lnTo>
                  <a:cubicBezTo>
                    <a:pt x="5840" y="401"/>
                    <a:pt x="5339" y="301"/>
                    <a:pt x="4837" y="226"/>
                  </a:cubicBezTo>
                  <a:cubicBezTo>
                    <a:pt x="4361" y="176"/>
                    <a:pt x="3860" y="126"/>
                    <a:pt x="3359" y="76"/>
                  </a:cubicBezTo>
                  <a:lnTo>
                    <a:pt x="1855" y="0"/>
                  </a:ln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85" name="Google Shape;5585;p190"/>
          <p:cNvGrpSpPr/>
          <p:nvPr/>
        </p:nvGrpSpPr>
        <p:grpSpPr>
          <a:xfrm rot="27294">
            <a:off x="2428392" y="2175442"/>
            <a:ext cx="391007" cy="1284152"/>
            <a:chOff x="1276425" y="1928068"/>
            <a:chExt cx="378577" cy="1391130"/>
          </a:xfrm>
        </p:grpSpPr>
        <p:sp>
          <p:nvSpPr>
            <p:cNvPr id="5586" name="Google Shape;5586;p190"/>
            <p:cNvSpPr/>
            <p:nvPr/>
          </p:nvSpPr>
          <p:spPr>
            <a:xfrm>
              <a:off x="1282125" y="1942105"/>
              <a:ext cx="360053" cy="1366551"/>
            </a:xfrm>
            <a:custGeom>
              <a:avLst/>
              <a:gdLst/>
              <a:ahLst/>
              <a:cxnLst/>
              <a:rect l="l" t="t" r="r" b="b"/>
              <a:pathLst>
                <a:path w="6317" h="21906" extrusionOk="0">
                  <a:moveTo>
                    <a:pt x="6015" y="1"/>
                  </a:moveTo>
                  <a:cubicBezTo>
                    <a:pt x="4303" y="188"/>
                    <a:pt x="2548" y="354"/>
                    <a:pt x="830" y="354"/>
                  </a:cubicBezTo>
                  <a:cubicBezTo>
                    <a:pt x="712" y="354"/>
                    <a:pt x="594" y="353"/>
                    <a:pt x="477" y="352"/>
                  </a:cubicBezTo>
                  <a:lnTo>
                    <a:pt x="477" y="352"/>
                  </a:lnTo>
                  <a:cubicBezTo>
                    <a:pt x="602" y="7394"/>
                    <a:pt x="0" y="14437"/>
                    <a:pt x="151" y="21505"/>
                  </a:cubicBezTo>
                  <a:cubicBezTo>
                    <a:pt x="1078" y="21505"/>
                    <a:pt x="2005" y="21580"/>
                    <a:pt x="2908" y="21655"/>
                  </a:cubicBezTo>
                  <a:cubicBezTo>
                    <a:pt x="3810" y="21730"/>
                    <a:pt x="4762" y="21730"/>
                    <a:pt x="5639" y="21906"/>
                  </a:cubicBezTo>
                  <a:cubicBezTo>
                    <a:pt x="5840" y="18297"/>
                    <a:pt x="6015" y="14713"/>
                    <a:pt x="6066" y="11104"/>
                  </a:cubicBezTo>
                  <a:cubicBezTo>
                    <a:pt x="6091" y="9174"/>
                    <a:pt x="6091" y="7269"/>
                    <a:pt x="6091" y="5364"/>
                  </a:cubicBezTo>
                  <a:cubicBezTo>
                    <a:pt x="6091" y="4663"/>
                    <a:pt x="6066" y="3961"/>
                    <a:pt x="6066" y="3259"/>
                  </a:cubicBezTo>
                  <a:cubicBezTo>
                    <a:pt x="6066" y="2983"/>
                    <a:pt x="6316" y="452"/>
                    <a:pt x="6316" y="1"/>
                  </a:cubicBezTo>
                  <a:lnTo>
                    <a:pt x="6316" y="1"/>
                  </a:lnTo>
                  <a:cubicBezTo>
                    <a:pt x="6296" y="42"/>
                    <a:pt x="6259" y="83"/>
                    <a:pt x="6218" y="83"/>
                  </a:cubicBezTo>
                  <a:cubicBezTo>
                    <a:pt x="6209" y="83"/>
                    <a:pt x="6200" y="81"/>
                    <a:pt x="6191" y="76"/>
                  </a:cubicBezTo>
                  <a:cubicBezTo>
                    <a:pt x="6141" y="76"/>
                    <a:pt x="6116" y="76"/>
                    <a:pt x="6066" y="51"/>
                  </a:cubicBezTo>
                  <a:cubicBezTo>
                    <a:pt x="6040" y="51"/>
                    <a:pt x="6015" y="26"/>
                    <a:pt x="6015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7" name="Google Shape;5587;p190"/>
            <p:cNvSpPr/>
            <p:nvPr/>
          </p:nvSpPr>
          <p:spPr>
            <a:xfrm>
              <a:off x="1276425" y="1928068"/>
              <a:ext cx="378577" cy="1391130"/>
            </a:xfrm>
            <a:custGeom>
              <a:avLst/>
              <a:gdLst/>
              <a:ahLst/>
              <a:cxnLst/>
              <a:rect l="l" t="t" r="r" b="b"/>
              <a:pathLst>
                <a:path w="6642" h="22300" extrusionOk="0">
                  <a:moveTo>
                    <a:pt x="6248" y="58"/>
                  </a:moveTo>
                  <a:lnTo>
                    <a:pt x="6248" y="58"/>
                  </a:lnTo>
                  <a:cubicBezTo>
                    <a:pt x="6262" y="64"/>
                    <a:pt x="6270" y="73"/>
                    <a:pt x="6268" y="73"/>
                  </a:cubicBezTo>
                  <a:cubicBezTo>
                    <a:pt x="6266" y="73"/>
                    <a:pt x="6260" y="69"/>
                    <a:pt x="6248" y="58"/>
                  </a:cubicBezTo>
                  <a:close/>
                  <a:moveTo>
                    <a:pt x="6046" y="462"/>
                  </a:moveTo>
                  <a:cubicBezTo>
                    <a:pt x="6073" y="478"/>
                    <a:pt x="6105" y="493"/>
                    <a:pt x="6140" y="502"/>
                  </a:cubicBezTo>
                  <a:lnTo>
                    <a:pt x="6090" y="502"/>
                  </a:lnTo>
                  <a:lnTo>
                    <a:pt x="6173" y="518"/>
                  </a:lnTo>
                  <a:lnTo>
                    <a:pt x="6173" y="518"/>
                  </a:lnTo>
                  <a:cubicBezTo>
                    <a:pt x="6120" y="1295"/>
                    <a:pt x="6032" y="2124"/>
                    <a:pt x="5965" y="2933"/>
                  </a:cubicBezTo>
                  <a:lnTo>
                    <a:pt x="5940" y="3284"/>
                  </a:lnTo>
                  <a:lnTo>
                    <a:pt x="5940" y="3484"/>
                  </a:lnTo>
                  <a:lnTo>
                    <a:pt x="5940" y="3659"/>
                  </a:lnTo>
                  <a:lnTo>
                    <a:pt x="5940" y="4336"/>
                  </a:lnTo>
                  <a:lnTo>
                    <a:pt x="5940" y="5715"/>
                  </a:lnTo>
                  <a:cubicBezTo>
                    <a:pt x="5940" y="7519"/>
                    <a:pt x="5890" y="9349"/>
                    <a:pt x="5915" y="11178"/>
                  </a:cubicBezTo>
                  <a:lnTo>
                    <a:pt x="5739" y="16542"/>
                  </a:lnTo>
                  <a:lnTo>
                    <a:pt x="5614" y="21955"/>
                  </a:lnTo>
                  <a:cubicBezTo>
                    <a:pt x="5589" y="21930"/>
                    <a:pt x="5614" y="21905"/>
                    <a:pt x="5589" y="21905"/>
                  </a:cubicBezTo>
                  <a:lnTo>
                    <a:pt x="5439" y="21855"/>
                  </a:lnTo>
                  <a:lnTo>
                    <a:pt x="5088" y="21805"/>
                  </a:lnTo>
                  <a:cubicBezTo>
                    <a:pt x="4837" y="21780"/>
                    <a:pt x="4612" y="21755"/>
                    <a:pt x="4386" y="21755"/>
                  </a:cubicBezTo>
                  <a:lnTo>
                    <a:pt x="3008" y="21655"/>
                  </a:lnTo>
                  <a:lnTo>
                    <a:pt x="471" y="21516"/>
                  </a:lnTo>
                  <a:lnTo>
                    <a:pt x="471" y="21516"/>
                  </a:lnTo>
                  <a:cubicBezTo>
                    <a:pt x="428" y="19833"/>
                    <a:pt x="452" y="18149"/>
                    <a:pt x="476" y="16441"/>
                  </a:cubicBezTo>
                  <a:cubicBezTo>
                    <a:pt x="551" y="14687"/>
                    <a:pt x="426" y="12933"/>
                    <a:pt x="526" y="11153"/>
                  </a:cubicBezTo>
                  <a:lnTo>
                    <a:pt x="752" y="5865"/>
                  </a:lnTo>
                  <a:cubicBezTo>
                    <a:pt x="800" y="4185"/>
                    <a:pt x="825" y="2483"/>
                    <a:pt x="805" y="802"/>
                  </a:cubicBezTo>
                  <a:lnTo>
                    <a:pt x="805" y="802"/>
                  </a:lnTo>
                  <a:cubicBezTo>
                    <a:pt x="2552" y="790"/>
                    <a:pt x="4299" y="649"/>
                    <a:pt x="6046" y="462"/>
                  </a:cubicBezTo>
                  <a:close/>
                  <a:moveTo>
                    <a:pt x="6090" y="0"/>
                  </a:moveTo>
                  <a:cubicBezTo>
                    <a:pt x="4261" y="201"/>
                    <a:pt x="2406" y="376"/>
                    <a:pt x="577" y="376"/>
                  </a:cubicBezTo>
                  <a:cubicBezTo>
                    <a:pt x="451" y="376"/>
                    <a:pt x="376" y="451"/>
                    <a:pt x="376" y="577"/>
                  </a:cubicBezTo>
                  <a:cubicBezTo>
                    <a:pt x="401" y="2331"/>
                    <a:pt x="376" y="4111"/>
                    <a:pt x="351" y="5865"/>
                  </a:cubicBezTo>
                  <a:cubicBezTo>
                    <a:pt x="351" y="7619"/>
                    <a:pt x="301" y="9399"/>
                    <a:pt x="276" y="11153"/>
                  </a:cubicBezTo>
                  <a:cubicBezTo>
                    <a:pt x="251" y="12908"/>
                    <a:pt x="25" y="14662"/>
                    <a:pt x="50" y="16441"/>
                  </a:cubicBezTo>
                  <a:cubicBezTo>
                    <a:pt x="0" y="18196"/>
                    <a:pt x="0" y="19975"/>
                    <a:pt x="25" y="21730"/>
                  </a:cubicBezTo>
                  <a:cubicBezTo>
                    <a:pt x="25" y="21855"/>
                    <a:pt x="125" y="21955"/>
                    <a:pt x="251" y="21955"/>
                  </a:cubicBezTo>
                  <a:lnTo>
                    <a:pt x="2983" y="22106"/>
                  </a:lnTo>
                  <a:lnTo>
                    <a:pt x="4361" y="22181"/>
                  </a:lnTo>
                  <a:cubicBezTo>
                    <a:pt x="4587" y="22181"/>
                    <a:pt x="4812" y="22206"/>
                    <a:pt x="5038" y="22231"/>
                  </a:cubicBezTo>
                  <a:lnTo>
                    <a:pt x="5363" y="22256"/>
                  </a:lnTo>
                  <a:lnTo>
                    <a:pt x="5539" y="22281"/>
                  </a:lnTo>
                  <a:cubicBezTo>
                    <a:pt x="5589" y="22294"/>
                    <a:pt x="5645" y="22300"/>
                    <a:pt x="5702" y="22300"/>
                  </a:cubicBezTo>
                  <a:cubicBezTo>
                    <a:pt x="5758" y="22300"/>
                    <a:pt x="5815" y="22294"/>
                    <a:pt x="5865" y="22281"/>
                  </a:cubicBezTo>
                  <a:cubicBezTo>
                    <a:pt x="6065" y="18622"/>
                    <a:pt x="6266" y="14888"/>
                    <a:pt x="6416" y="11178"/>
                  </a:cubicBezTo>
                  <a:cubicBezTo>
                    <a:pt x="6441" y="9349"/>
                    <a:pt x="6416" y="7519"/>
                    <a:pt x="6441" y="5690"/>
                  </a:cubicBezTo>
                  <a:lnTo>
                    <a:pt x="6416" y="4336"/>
                  </a:lnTo>
                  <a:lnTo>
                    <a:pt x="6416" y="3634"/>
                  </a:lnTo>
                  <a:lnTo>
                    <a:pt x="6416" y="3484"/>
                  </a:lnTo>
                  <a:lnTo>
                    <a:pt x="6416" y="3334"/>
                  </a:lnTo>
                  <a:lnTo>
                    <a:pt x="6441" y="2983"/>
                  </a:lnTo>
                  <a:cubicBezTo>
                    <a:pt x="6514" y="2081"/>
                    <a:pt x="6611" y="1227"/>
                    <a:pt x="6639" y="306"/>
                  </a:cubicBezTo>
                  <a:lnTo>
                    <a:pt x="6639" y="306"/>
                  </a:lnTo>
                  <a:cubicBezTo>
                    <a:pt x="6640" y="304"/>
                    <a:pt x="6641" y="303"/>
                    <a:pt x="6642" y="301"/>
                  </a:cubicBezTo>
                  <a:lnTo>
                    <a:pt x="6640" y="301"/>
                  </a:lnTo>
                  <a:lnTo>
                    <a:pt x="6640" y="301"/>
                  </a:lnTo>
                  <a:cubicBezTo>
                    <a:pt x="6640" y="276"/>
                    <a:pt x="6641" y="251"/>
                    <a:pt x="6642" y="226"/>
                  </a:cubicBezTo>
                  <a:lnTo>
                    <a:pt x="6191" y="176"/>
                  </a:lnTo>
                  <a:cubicBezTo>
                    <a:pt x="6216" y="75"/>
                    <a:pt x="6266" y="75"/>
                    <a:pt x="6316" y="75"/>
                  </a:cubicBezTo>
                  <a:lnTo>
                    <a:pt x="6341" y="75"/>
                  </a:lnTo>
                  <a:lnTo>
                    <a:pt x="6241" y="50"/>
                  </a:lnTo>
                  <a:cubicBezTo>
                    <a:pt x="6216" y="25"/>
                    <a:pt x="6140" y="0"/>
                    <a:pt x="609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588" name="Google Shape;5588;p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88" y="1520063"/>
            <a:ext cx="8759625" cy="210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5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3" name="Google Shape;5593;p191"/>
          <p:cNvSpPr txBox="1">
            <a:spLocks noGrp="1"/>
          </p:cNvSpPr>
          <p:nvPr>
            <p:ph type="title" idx="4"/>
          </p:nvPr>
        </p:nvSpPr>
        <p:spPr>
          <a:xfrm>
            <a:off x="720000" y="1034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4: Answer</a:t>
            </a:r>
            <a:endParaRPr/>
          </a:p>
        </p:txBody>
      </p:sp>
      <p:grpSp>
        <p:nvGrpSpPr>
          <p:cNvPr id="5594" name="Google Shape;5594;p191"/>
          <p:cNvGrpSpPr/>
          <p:nvPr/>
        </p:nvGrpSpPr>
        <p:grpSpPr>
          <a:xfrm>
            <a:off x="2198703" y="510675"/>
            <a:ext cx="4688712" cy="176025"/>
            <a:chOff x="4345425" y="2175475"/>
            <a:chExt cx="800750" cy="176025"/>
          </a:xfrm>
        </p:grpSpPr>
        <p:sp>
          <p:nvSpPr>
            <p:cNvPr id="5595" name="Google Shape;5595;p19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6" name="Google Shape;5596;p19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97" name="Google Shape;5597;p191"/>
          <p:cNvGrpSpPr/>
          <p:nvPr/>
        </p:nvGrpSpPr>
        <p:grpSpPr>
          <a:xfrm>
            <a:off x="-675780" y="504110"/>
            <a:ext cx="2433812" cy="320922"/>
            <a:chOff x="1394800" y="3522000"/>
            <a:chExt cx="1048650" cy="138275"/>
          </a:xfrm>
        </p:grpSpPr>
        <p:sp>
          <p:nvSpPr>
            <p:cNvPr id="5598" name="Google Shape;5598;p191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9" name="Google Shape;5599;p191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0" name="Google Shape;5600;p191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1" name="Google Shape;5601;p191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2" name="Google Shape;5602;p191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191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191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191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6" name="Google Shape;5606;p191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07" name="Google Shape;5607;p191"/>
          <p:cNvGrpSpPr/>
          <p:nvPr/>
        </p:nvGrpSpPr>
        <p:grpSpPr>
          <a:xfrm rot="-2482112">
            <a:off x="7947212" y="4481609"/>
            <a:ext cx="953582" cy="396167"/>
            <a:chOff x="-605225" y="2384875"/>
            <a:chExt cx="787975" cy="303650"/>
          </a:xfrm>
        </p:grpSpPr>
        <p:sp>
          <p:nvSpPr>
            <p:cNvPr id="5608" name="Google Shape;5608;p191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191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191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1" name="Google Shape;5611;p191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2" name="Google Shape;5612;p191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3" name="Google Shape;5613;p191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4" name="Google Shape;5614;p191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5" name="Google Shape;5615;p191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16" name="Google Shape;5616;p191"/>
          <p:cNvGrpSpPr/>
          <p:nvPr/>
        </p:nvGrpSpPr>
        <p:grpSpPr>
          <a:xfrm rot="1514788">
            <a:off x="6437695" y="4034101"/>
            <a:ext cx="1376274" cy="908487"/>
            <a:chOff x="5248525" y="821375"/>
            <a:chExt cx="1082824" cy="694544"/>
          </a:xfrm>
        </p:grpSpPr>
        <p:sp>
          <p:nvSpPr>
            <p:cNvPr id="5617" name="Google Shape;5617;p191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8" name="Google Shape;5618;p191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9" name="Google Shape;5619;p191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0" name="Google Shape;5620;p191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1" name="Google Shape;5621;p191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2" name="Google Shape;5622;p191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3" name="Google Shape;5623;p191"/>
          <p:cNvGrpSpPr/>
          <p:nvPr/>
        </p:nvGrpSpPr>
        <p:grpSpPr>
          <a:xfrm>
            <a:off x="6316368" y="2366691"/>
            <a:ext cx="400080" cy="1094468"/>
            <a:chOff x="3443472" y="1907731"/>
            <a:chExt cx="454327" cy="1325503"/>
          </a:xfrm>
        </p:grpSpPr>
        <p:sp>
          <p:nvSpPr>
            <p:cNvPr id="5624" name="Google Shape;5624;p191"/>
            <p:cNvSpPr/>
            <p:nvPr/>
          </p:nvSpPr>
          <p:spPr>
            <a:xfrm>
              <a:off x="3456297" y="1920208"/>
              <a:ext cx="427196" cy="1302484"/>
            </a:xfrm>
            <a:custGeom>
              <a:avLst/>
              <a:gdLst/>
              <a:ahLst/>
              <a:cxnLst/>
              <a:rect l="l" t="t" r="r" b="b"/>
              <a:pathLst>
                <a:path w="7495" h="20879" extrusionOk="0">
                  <a:moveTo>
                    <a:pt x="1630" y="1"/>
                  </a:moveTo>
                  <a:cubicBezTo>
                    <a:pt x="1605" y="6768"/>
                    <a:pt x="828" y="13610"/>
                    <a:pt x="1" y="20352"/>
                  </a:cubicBezTo>
                  <a:cubicBezTo>
                    <a:pt x="1605" y="20427"/>
                    <a:pt x="3234" y="20628"/>
                    <a:pt x="4813" y="20878"/>
                  </a:cubicBezTo>
                  <a:cubicBezTo>
                    <a:pt x="5665" y="14187"/>
                    <a:pt x="6267" y="7470"/>
                    <a:pt x="7495" y="803"/>
                  </a:cubicBezTo>
                  <a:lnTo>
                    <a:pt x="7495" y="803"/>
                  </a:lnTo>
                  <a:cubicBezTo>
                    <a:pt x="7478" y="803"/>
                    <a:pt x="7461" y="814"/>
                    <a:pt x="7445" y="814"/>
                  </a:cubicBezTo>
                  <a:cubicBezTo>
                    <a:pt x="7436" y="814"/>
                    <a:pt x="7428" y="811"/>
                    <a:pt x="7419" y="803"/>
                  </a:cubicBezTo>
                  <a:cubicBezTo>
                    <a:pt x="6517" y="678"/>
                    <a:pt x="5665" y="402"/>
                    <a:pt x="4763" y="277"/>
                  </a:cubicBezTo>
                  <a:cubicBezTo>
                    <a:pt x="3735" y="126"/>
                    <a:pt x="2708" y="76"/>
                    <a:pt x="1680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5625;p191"/>
            <p:cNvSpPr/>
            <p:nvPr/>
          </p:nvSpPr>
          <p:spPr>
            <a:xfrm>
              <a:off x="3443472" y="1907731"/>
              <a:ext cx="454327" cy="1325503"/>
            </a:xfrm>
            <a:custGeom>
              <a:avLst/>
              <a:gdLst/>
              <a:ahLst/>
              <a:cxnLst/>
              <a:rect l="l" t="t" r="r" b="b"/>
              <a:pathLst>
                <a:path w="7971" h="21248" extrusionOk="0">
                  <a:moveTo>
                    <a:pt x="2077" y="442"/>
                  </a:moveTo>
                  <a:lnTo>
                    <a:pt x="3334" y="527"/>
                  </a:lnTo>
                  <a:cubicBezTo>
                    <a:pt x="3810" y="552"/>
                    <a:pt x="4311" y="602"/>
                    <a:pt x="4787" y="677"/>
                  </a:cubicBezTo>
                  <a:cubicBezTo>
                    <a:pt x="5264" y="727"/>
                    <a:pt x="5740" y="828"/>
                    <a:pt x="6216" y="953"/>
                  </a:cubicBezTo>
                  <a:lnTo>
                    <a:pt x="6943" y="1103"/>
                  </a:lnTo>
                  <a:lnTo>
                    <a:pt x="7319" y="1178"/>
                  </a:lnTo>
                  <a:lnTo>
                    <a:pt x="7452" y="1212"/>
                  </a:lnTo>
                  <a:lnTo>
                    <a:pt x="7452" y="1212"/>
                  </a:lnTo>
                  <a:cubicBezTo>
                    <a:pt x="7167" y="2790"/>
                    <a:pt x="6906" y="4389"/>
                    <a:pt x="6667" y="5965"/>
                  </a:cubicBezTo>
                  <a:cubicBezTo>
                    <a:pt x="6416" y="7645"/>
                    <a:pt x="6191" y="9324"/>
                    <a:pt x="5990" y="11003"/>
                  </a:cubicBezTo>
                  <a:lnTo>
                    <a:pt x="5414" y="16016"/>
                  </a:lnTo>
                  <a:lnTo>
                    <a:pt x="5138" y="18547"/>
                  </a:lnTo>
                  <a:lnTo>
                    <a:pt x="4988" y="19800"/>
                  </a:lnTo>
                  <a:cubicBezTo>
                    <a:pt x="4938" y="20151"/>
                    <a:pt x="4938" y="20527"/>
                    <a:pt x="4913" y="20903"/>
                  </a:cubicBezTo>
                  <a:cubicBezTo>
                    <a:pt x="4862" y="20878"/>
                    <a:pt x="4812" y="20828"/>
                    <a:pt x="4762" y="20828"/>
                  </a:cubicBezTo>
                  <a:lnTo>
                    <a:pt x="4461" y="20778"/>
                  </a:lnTo>
                  <a:lnTo>
                    <a:pt x="3860" y="20702"/>
                  </a:lnTo>
                  <a:lnTo>
                    <a:pt x="2657" y="20527"/>
                  </a:lnTo>
                  <a:cubicBezTo>
                    <a:pt x="1930" y="20436"/>
                    <a:pt x="1203" y="20386"/>
                    <a:pt x="458" y="20341"/>
                  </a:cubicBezTo>
                  <a:lnTo>
                    <a:pt x="458" y="20341"/>
                  </a:lnTo>
                  <a:cubicBezTo>
                    <a:pt x="670" y="18717"/>
                    <a:pt x="861" y="17115"/>
                    <a:pt x="1028" y="15489"/>
                  </a:cubicBezTo>
                  <a:cubicBezTo>
                    <a:pt x="1128" y="14662"/>
                    <a:pt x="1228" y="13810"/>
                    <a:pt x="1279" y="12958"/>
                  </a:cubicBezTo>
                  <a:cubicBezTo>
                    <a:pt x="1304" y="12106"/>
                    <a:pt x="1379" y="11254"/>
                    <a:pt x="1479" y="10402"/>
                  </a:cubicBezTo>
                  <a:cubicBezTo>
                    <a:pt x="1629" y="8722"/>
                    <a:pt x="1780" y="7018"/>
                    <a:pt x="1905" y="5314"/>
                  </a:cubicBezTo>
                  <a:cubicBezTo>
                    <a:pt x="2001" y="3690"/>
                    <a:pt x="2051" y="2066"/>
                    <a:pt x="2077" y="442"/>
                  </a:cubicBezTo>
                  <a:close/>
                  <a:moveTo>
                    <a:pt x="1855" y="0"/>
                  </a:moveTo>
                  <a:cubicBezTo>
                    <a:pt x="1755" y="0"/>
                    <a:pt x="1654" y="76"/>
                    <a:pt x="1654" y="201"/>
                  </a:cubicBezTo>
                  <a:cubicBezTo>
                    <a:pt x="1654" y="1905"/>
                    <a:pt x="1579" y="3610"/>
                    <a:pt x="1504" y="5289"/>
                  </a:cubicBezTo>
                  <a:cubicBezTo>
                    <a:pt x="1429" y="6993"/>
                    <a:pt x="1354" y="8697"/>
                    <a:pt x="1203" y="10376"/>
                  </a:cubicBezTo>
                  <a:cubicBezTo>
                    <a:pt x="1128" y="11229"/>
                    <a:pt x="1053" y="12081"/>
                    <a:pt x="903" y="12908"/>
                  </a:cubicBezTo>
                  <a:cubicBezTo>
                    <a:pt x="777" y="13760"/>
                    <a:pt x="702" y="14612"/>
                    <a:pt x="602" y="15439"/>
                  </a:cubicBezTo>
                  <a:cubicBezTo>
                    <a:pt x="426" y="17143"/>
                    <a:pt x="226" y="18823"/>
                    <a:pt x="0" y="20502"/>
                  </a:cubicBezTo>
                  <a:lnTo>
                    <a:pt x="0" y="20527"/>
                  </a:lnTo>
                  <a:cubicBezTo>
                    <a:pt x="0" y="20652"/>
                    <a:pt x="101" y="20752"/>
                    <a:pt x="201" y="20752"/>
                  </a:cubicBezTo>
                  <a:cubicBezTo>
                    <a:pt x="1003" y="20803"/>
                    <a:pt x="1805" y="20878"/>
                    <a:pt x="2607" y="20953"/>
                  </a:cubicBezTo>
                  <a:lnTo>
                    <a:pt x="3810" y="21103"/>
                  </a:lnTo>
                  <a:lnTo>
                    <a:pt x="4411" y="21179"/>
                  </a:lnTo>
                  <a:lnTo>
                    <a:pt x="4712" y="21229"/>
                  </a:lnTo>
                  <a:cubicBezTo>
                    <a:pt x="4787" y="21241"/>
                    <a:pt x="4862" y="21247"/>
                    <a:pt x="4938" y="21247"/>
                  </a:cubicBezTo>
                  <a:cubicBezTo>
                    <a:pt x="5013" y="21247"/>
                    <a:pt x="5088" y="21241"/>
                    <a:pt x="5163" y="21229"/>
                  </a:cubicBezTo>
                  <a:cubicBezTo>
                    <a:pt x="5238" y="20778"/>
                    <a:pt x="5339" y="20301"/>
                    <a:pt x="5389" y="19850"/>
                  </a:cubicBezTo>
                  <a:lnTo>
                    <a:pt x="5564" y="18597"/>
                  </a:lnTo>
                  <a:lnTo>
                    <a:pt x="5865" y="16066"/>
                  </a:lnTo>
                  <a:lnTo>
                    <a:pt x="6492" y="11053"/>
                  </a:lnTo>
                  <a:cubicBezTo>
                    <a:pt x="6717" y="9374"/>
                    <a:pt x="6918" y="7720"/>
                    <a:pt x="7143" y="6041"/>
                  </a:cubicBezTo>
                  <a:cubicBezTo>
                    <a:pt x="7394" y="4386"/>
                    <a:pt x="7644" y="2707"/>
                    <a:pt x="7945" y="1053"/>
                  </a:cubicBezTo>
                  <a:cubicBezTo>
                    <a:pt x="7970" y="1028"/>
                    <a:pt x="7970" y="1028"/>
                    <a:pt x="7970" y="1003"/>
                  </a:cubicBezTo>
                  <a:cubicBezTo>
                    <a:pt x="7945" y="878"/>
                    <a:pt x="7845" y="777"/>
                    <a:pt x="7720" y="777"/>
                  </a:cubicBezTo>
                  <a:lnTo>
                    <a:pt x="7594" y="777"/>
                  </a:lnTo>
                  <a:lnTo>
                    <a:pt x="7394" y="752"/>
                  </a:lnTo>
                  <a:lnTo>
                    <a:pt x="7043" y="677"/>
                  </a:lnTo>
                  <a:lnTo>
                    <a:pt x="6316" y="502"/>
                  </a:lnTo>
                  <a:cubicBezTo>
                    <a:pt x="5840" y="401"/>
                    <a:pt x="5339" y="301"/>
                    <a:pt x="4837" y="226"/>
                  </a:cubicBezTo>
                  <a:cubicBezTo>
                    <a:pt x="4361" y="176"/>
                    <a:pt x="3860" y="126"/>
                    <a:pt x="3359" y="76"/>
                  </a:cubicBezTo>
                  <a:lnTo>
                    <a:pt x="1855" y="0"/>
                  </a:ln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6" name="Google Shape;5626;p191"/>
          <p:cNvGrpSpPr/>
          <p:nvPr/>
        </p:nvGrpSpPr>
        <p:grpSpPr>
          <a:xfrm rot="27294">
            <a:off x="2428392" y="2175442"/>
            <a:ext cx="391007" cy="1284152"/>
            <a:chOff x="1276425" y="1928068"/>
            <a:chExt cx="378577" cy="1391130"/>
          </a:xfrm>
        </p:grpSpPr>
        <p:sp>
          <p:nvSpPr>
            <p:cNvPr id="5627" name="Google Shape;5627;p191"/>
            <p:cNvSpPr/>
            <p:nvPr/>
          </p:nvSpPr>
          <p:spPr>
            <a:xfrm>
              <a:off x="1282125" y="1942105"/>
              <a:ext cx="360053" cy="1366551"/>
            </a:xfrm>
            <a:custGeom>
              <a:avLst/>
              <a:gdLst/>
              <a:ahLst/>
              <a:cxnLst/>
              <a:rect l="l" t="t" r="r" b="b"/>
              <a:pathLst>
                <a:path w="6317" h="21906" extrusionOk="0">
                  <a:moveTo>
                    <a:pt x="6015" y="1"/>
                  </a:moveTo>
                  <a:cubicBezTo>
                    <a:pt x="4303" y="188"/>
                    <a:pt x="2548" y="354"/>
                    <a:pt x="830" y="354"/>
                  </a:cubicBezTo>
                  <a:cubicBezTo>
                    <a:pt x="712" y="354"/>
                    <a:pt x="594" y="353"/>
                    <a:pt x="477" y="352"/>
                  </a:cubicBezTo>
                  <a:lnTo>
                    <a:pt x="477" y="352"/>
                  </a:lnTo>
                  <a:cubicBezTo>
                    <a:pt x="602" y="7394"/>
                    <a:pt x="0" y="14437"/>
                    <a:pt x="151" y="21505"/>
                  </a:cubicBezTo>
                  <a:cubicBezTo>
                    <a:pt x="1078" y="21505"/>
                    <a:pt x="2005" y="21580"/>
                    <a:pt x="2908" y="21655"/>
                  </a:cubicBezTo>
                  <a:cubicBezTo>
                    <a:pt x="3810" y="21730"/>
                    <a:pt x="4762" y="21730"/>
                    <a:pt x="5639" y="21906"/>
                  </a:cubicBezTo>
                  <a:cubicBezTo>
                    <a:pt x="5840" y="18297"/>
                    <a:pt x="6015" y="14713"/>
                    <a:pt x="6066" y="11104"/>
                  </a:cubicBezTo>
                  <a:cubicBezTo>
                    <a:pt x="6091" y="9174"/>
                    <a:pt x="6091" y="7269"/>
                    <a:pt x="6091" y="5364"/>
                  </a:cubicBezTo>
                  <a:cubicBezTo>
                    <a:pt x="6091" y="4663"/>
                    <a:pt x="6066" y="3961"/>
                    <a:pt x="6066" y="3259"/>
                  </a:cubicBezTo>
                  <a:cubicBezTo>
                    <a:pt x="6066" y="2983"/>
                    <a:pt x="6316" y="452"/>
                    <a:pt x="6316" y="1"/>
                  </a:cubicBezTo>
                  <a:lnTo>
                    <a:pt x="6316" y="1"/>
                  </a:lnTo>
                  <a:cubicBezTo>
                    <a:pt x="6296" y="42"/>
                    <a:pt x="6259" y="83"/>
                    <a:pt x="6218" y="83"/>
                  </a:cubicBezTo>
                  <a:cubicBezTo>
                    <a:pt x="6209" y="83"/>
                    <a:pt x="6200" y="81"/>
                    <a:pt x="6191" y="76"/>
                  </a:cubicBezTo>
                  <a:cubicBezTo>
                    <a:pt x="6141" y="76"/>
                    <a:pt x="6116" y="76"/>
                    <a:pt x="6066" y="51"/>
                  </a:cubicBezTo>
                  <a:cubicBezTo>
                    <a:pt x="6040" y="51"/>
                    <a:pt x="6015" y="26"/>
                    <a:pt x="6015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5628;p191"/>
            <p:cNvSpPr/>
            <p:nvPr/>
          </p:nvSpPr>
          <p:spPr>
            <a:xfrm>
              <a:off x="1276425" y="1928068"/>
              <a:ext cx="378577" cy="1391130"/>
            </a:xfrm>
            <a:custGeom>
              <a:avLst/>
              <a:gdLst/>
              <a:ahLst/>
              <a:cxnLst/>
              <a:rect l="l" t="t" r="r" b="b"/>
              <a:pathLst>
                <a:path w="6642" h="22300" extrusionOk="0">
                  <a:moveTo>
                    <a:pt x="6248" y="58"/>
                  </a:moveTo>
                  <a:lnTo>
                    <a:pt x="6248" y="58"/>
                  </a:lnTo>
                  <a:cubicBezTo>
                    <a:pt x="6262" y="64"/>
                    <a:pt x="6270" y="73"/>
                    <a:pt x="6268" y="73"/>
                  </a:cubicBezTo>
                  <a:cubicBezTo>
                    <a:pt x="6266" y="73"/>
                    <a:pt x="6260" y="69"/>
                    <a:pt x="6248" y="58"/>
                  </a:cubicBezTo>
                  <a:close/>
                  <a:moveTo>
                    <a:pt x="6046" y="462"/>
                  </a:moveTo>
                  <a:cubicBezTo>
                    <a:pt x="6073" y="478"/>
                    <a:pt x="6105" y="493"/>
                    <a:pt x="6140" y="502"/>
                  </a:cubicBezTo>
                  <a:lnTo>
                    <a:pt x="6090" y="502"/>
                  </a:lnTo>
                  <a:lnTo>
                    <a:pt x="6173" y="518"/>
                  </a:lnTo>
                  <a:lnTo>
                    <a:pt x="6173" y="518"/>
                  </a:lnTo>
                  <a:cubicBezTo>
                    <a:pt x="6120" y="1295"/>
                    <a:pt x="6032" y="2124"/>
                    <a:pt x="5965" y="2933"/>
                  </a:cubicBezTo>
                  <a:lnTo>
                    <a:pt x="5940" y="3284"/>
                  </a:lnTo>
                  <a:lnTo>
                    <a:pt x="5940" y="3484"/>
                  </a:lnTo>
                  <a:lnTo>
                    <a:pt x="5940" y="3659"/>
                  </a:lnTo>
                  <a:lnTo>
                    <a:pt x="5940" y="4336"/>
                  </a:lnTo>
                  <a:lnTo>
                    <a:pt x="5940" y="5715"/>
                  </a:lnTo>
                  <a:cubicBezTo>
                    <a:pt x="5940" y="7519"/>
                    <a:pt x="5890" y="9349"/>
                    <a:pt x="5915" y="11178"/>
                  </a:cubicBezTo>
                  <a:lnTo>
                    <a:pt x="5739" y="16542"/>
                  </a:lnTo>
                  <a:lnTo>
                    <a:pt x="5614" y="21955"/>
                  </a:lnTo>
                  <a:cubicBezTo>
                    <a:pt x="5589" y="21930"/>
                    <a:pt x="5614" y="21905"/>
                    <a:pt x="5589" y="21905"/>
                  </a:cubicBezTo>
                  <a:lnTo>
                    <a:pt x="5439" y="21855"/>
                  </a:lnTo>
                  <a:lnTo>
                    <a:pt x="5088" y="21805"/>
                  </a:lnTo>
                  <a:cubicBezTo>
                    <a:pt x="4837" y="21780"/>
                    <a:pt x="4612" y="21755"/>
                    <a:pt x="4386" y="21755"/>
                  </a:cubicBezTo>
                  <a:lnTo>
                    <a:pt x="3008" y="21655"/>
                  </a:lnTo>
                  <a:lnTo>
                    <a:pt x="471" y="21516"/>
                  </a:lnTo>
                  <a:lnTo>
                    <a:pt x="471" y="21516"/>
                  </a:lnTo>
                  <a:cubicBezTo>
                    <a:pt x="428" y="19833"/>
                    <a:pt x="452" y="18149"/>
                    <a:pt x="476" y="16441"/>
                  </a:cubicBezTo>
                  <a:cubicBezTo>
                    <a:pt x="551" y="14687"/>
                    <a:pt x="426" y="12933"/>
                    <a:pt x="526" y="11153"/>
                  </a:cubicBezTo>
                  <a:lnTo>
                    <a:pt x="752" y="5865"/>
                  </a:lnTo>
                  <a:cubicBezTo>
                    <a:pt x="800" y="4185"/>
                    <a:pt x="825" y="2483"/>
                    <a:pt x="805" y="802"/>
                  </a:cubicBezTo>
                  <a:lnTo>
                    <a:pt x="805" y="802"/>
                  </a:lnTo>
                  <a:cubicBezTo>
                    <a:pt x="2552" y="790"/>
                    <a:pt x="4299" y="649"/>
                    <a:pt x="6046" y="462"/>
                  </a:cubicBezTo>
                  <a:close/>
                  <a:moveTo>
                    <a:pt x="6090" y="0"/>
                  </a:moveTo>
                  <a:cubicBezTo>
                    <a:pt x="4261" y="201"/>
                    <a:pt x="2406" y="376"/>
                    <a:pt x="577" y="376"/>
                  </a:cubicBezTo>
                  <a:cubicBezTo>
                    <a:pt x="451" y="376"/>
                    <a:pt x="376" y="451"/>
                    <a:pt x="376" y="577"/>
                  </a:cubicBezTo>
                  <a:cubicBezTo>
                    <a:pt x="401" y="2331"/>
                    <a:pt x="376" y="4111"/>
                    <a:pt x="351" y="5865"/>
                  </a:cubicBezTo>
                  <a:cubicBezTo>
                    <a:pt x="351" y="7619"/>
                    <a:pt x="301" y="9399"/>
                    <a:pt x="276" y="11153"/>
                  </a:cubicBezTo>
                  <a:cubicBezTo>
                    <a:pt x="251" y="12908"/>
                    <a:pt x="25" y="14662"/>
                    <a:pt x="50" y="16441"/>
                  </a:cubicBezTo>
                  <a:cubicBezTo>
                    <a:pt x="0" y="18196"/>
                    <a:pt x="0" y="19975"/>
                    <a:pt x="25" y="21730"/>
                  </a:cubicBezTo>
                  <a:cubicBezTo>
                    <a:pt x="25" y="21855"/>
                    <a:pt x="125" y="21955"/>
                    <a:pt x="251" y="21955"/>
                  </a:cubicBezTo>
                  <a:lnTo>
                    <a:pt x="2983" y="22106"/>
                  </a:lnTo>
                  <a:lnTo>
                    <a:pt x="4361" y="22181"/>
                  </a:lnTo>
                  <a:cubicBezTo>
                    <a:pt x="4587" y="22181"/>
                    <a:pt x="4812" y="22206"/>
                    <a:pt x="5038" y="22231"/>
                  </a:cubicBezTo>
                  <a:lnTo>
                    <a:pt x="5363" y="22256"/>
                  </a:lnTo>
                  <a:lnTo>
                    <a:pt x="5539" y="22281"/>
                  </a:lnTo>
                  <a:cubicBezTo>
                    <a:pt x="5589" y="22294"/>
                    <a:pt x="5645" y="22300"/>
                    <a:pt x="5702" y="22300"/>
                  </a:cubicBezTo>
                  <a:cubicBezTo>
                    <a:pt x="5758" y="22300"/>
                    <a:pt x="5815" y="22294"/>
                    <a:pt x="5865" y="22281"/>
                  </a:cubicBezTo>
                  <a:cubicBezTo>
                    <a:pt x="6065" y="18622"/>
                    <a:pt x="6266" y="14888"/>
                    <a:pt x="6416" y="11178"/>
                  </a:cubicBezTo>
                  <a:cubicBezTo>
                    <a:pt x="6441" y="9349"/>
                    <a:pt x="6416" y="7519"/>
                    <a:pt x="6441" y="5690"/>
                  </a:cubicBezTo>
                  <a:lnTo>
                    <a:pt x="6416" y="4336"/>
                  </a:lnTo>
                  <a:lnTo>
                    <a:pt x="6416" y="3634"/>
                  </a:lnTo>
                  <a:lnTo>
                    <a:pt x="6416" y="3484"/>
                  </a:lnTo>
                  <a:lnTo>
                    <a:pt x="6416" y="3334"/>
                  </a:lnTo>
                  <a:lnTo>
                    <a:pt x="6441" y="2983"/>
                  </a:lnTo>
                  <a:cubicBezTo>
                    <a:pt x="6514" y="2081"/>
                    <a:pt x="6611" y="1227"/>
                    <a:pt x="6639" y="306"/>
                  </a:cubicBezTo>
                  <a:lnTo>
                    <a:pt x="6639" y="306"/>
                  </a:lnTo>
                  <a:cubicBezTo>
                    <a:pt x="6640" y="304"/>
                    <a:pt x="6641" y="303"/>
                    <a:pt x="6642" y="301"/>
                  </a:cubicBezTo>
                  <a:lnTo>
                    <a:pt x="6640" y="301"/>
                  </a:lnTo>
                  <a:lnTo>
                    <a:pt x="6640" y="301"/>
                  </a:lnTo>
                  <a:cubicBezTo>
                    <a:pt x="6640" y="276"/>
                    <a:pt x="6641" y="251"/>
                    <a:pt x="6642" y="226"/>
                  </a:cubicBezTo>
                  <a:lnTo>
                    <a:pt x="6191" y="176"/>
                  </a:lnTo>
                  <a:cubicBezTo>
                    <a:pt x="6216" y="75"/>
                    <a:pt x="6266" y="75"/>
                    <a:pt x="6316" y="75"/>
                  </a:cubicBezTo>
                  <a:lnTo>
                    <a:pt x="6341" y="75"/>
                  </a:lnTo>
                  <a:lnTo>
                    <a:pt x="6241" y="50"/>
                  </a:lnTo>
                  <a:cubicBezTo>
                    <a:pt x="6216" y="25"/>
                    <a:pt x="6140" y="0"/>
                    <a:pt x="609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629" name="Google Shape;5629;p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60402"/>
            <a:ext cx="9144000" cy="2222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5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4" name="Google Shape;5634;p192"/>
          <p:cNvSpPr txBox="1">
            <a:spLocks noGrp="1"/>
          </p:cNvSpPr>
          <p:nvPr>
            <p:ph type="title" idx="4"/>
          </p:nvPr>
        </p:nvSpPr>
        <p:spPr>
          <a:xfrm>
            <a:off x="720000" y="103475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5: Answer</a:t>
            </a:r>
            <a:endParaRPr/>
          </a:p>
        </p:txBody>
      </p:sp>
      <p:grpSp>
        <p:nvGrpSpPr>
          <p:cNvPr id="5635" name="Google Shape;5635;p192"/>
          <p:cNvGrpSpPr/>
          <p:nvPr/>
        </p:nvGrpSpPr>
        <p:grpSpPr>
          <a:xfrm>
            <a:off x="2198703" y="510675"/>
            <a:ext cx="4688712" cy="176025"/>
            <a:chOff x="4345425" y="2175475"/>
            <a:chExt cx="800750" cy="176025"/>
          </a:xfrm>
        </p:grpSpPr>
        <p:sp>
          <p:nvSpPr>
            <p:cNvPr id="5636" name="Google Shape;5636;p192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192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38" name="Google Shape;5638;p192"/>
          <p:cNvGrpSpPr/>
          <p:nvPr/>
        </p:nvGrpSpPr>
        <p:grpSpPr>
          <a:xfrm>
            <a:off x="-675780" y="504110"/>
            <a:ext cx="2433812" cy="320922"/>
            <a:chOff x="1394800" y="3522000"/>
            <a:chExt cx="1048650" cy="138275"/>
          </a:xfrm>
        </p:grpSpPr>
        <p:sp>
          <p:nvSpPr>
            <p:cNvPr id="5639" name="Google Shape;5639;p192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192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192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192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192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192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192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192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192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48" name="Google Shape;5648;p192"/>
          <p:cNvGrpSpPr/>
          <p:nvPr/>
        </p:nvGrpSpPr>
        <p:grpSpPr>
          <a:xfrm rot="-2482112">
            <a:off x="7947212" y="4481609"/>
            <a:ext cx="953582" cy="396167"/>
            <a:chOff x="-605225" y="2384875"/>
            <a:chExt cx="787975" cy="303650"/>
          </a:xfrm>
        </p:grpSpPr>
        <p:sp>
          <p:nvSpPr>
            <p:cNvPr id="5649" name="Google Shape;5649;p192"/>
            <p:cNvSpPr/>
            <p:nvPr/>
          </p:nvSpPr>
          <p:spPr>
            <a:xfrm>
              <a:off x="-590425" y="2487650"/>
              <a:ext cx="686525" cy="159875"/>
            </a:xfrm>
            <a:custGeom>
              <a:avLst/>
              <a:gdLst/>
              <a:ahLst/>
              <a:cxnLst/>
              <a:rect l="l" t="t" r="r" b="b"/>
              <a:pathLst>
                <a:path w="27461" h="6395" extrusionOk="0">
                  <a:moveTo>
                    <a:pt x="17473" y="1"/>
                  </a:moveTo>
                  <a:cubicBezTo>
                    <a:pt x="16136" y="1"/>
                    <a:pt x="14809" y="732"/>
                    <a:pt x="14267" y="2030"/>
                  </a:cubicBezTo>
                  <a:cubicBezTo>
                    <a:pt x="13686" y="3421"/>
                    <a:pt x="13393" y="4779"/>
                    <a:pt x="11543" y="4779"/>
                  </a:cubicBezTo>
                  <a:lnTo>
                    <a:pt x="11525" y="4779"/>
                  </a:lnTo>
                  <a:cubicBezTo>
                    <a:pt x="9849" y="4772"/>
                    <a:pt x="8548" y="3531"/>
                    <a:pt x="7374" y="2493"/>
                  </a:cubicBezTo>
                  <a:cubicBezTo>
                    <a:pt x="6479" y="1698"/>
                    <a:pt x="5474" y="914"/>
                    <a:pt x="4236" y="781"/>
                  </a:cubicBezTo>
                  <a:cubicBezTo>
                    <a:pt x="4108" y="768"/>
                    <a:pt x="3984" y="760"/>
                    <a:pt x="3859" y="760"/>
                  </a:cubicBezTo>
                  <a:cubicBezTo>
                    <a:pt x="2607" y="760"/>
                    <a:pt x="1527" y="1420"/>
                    <a:pt x="454" y="2033"/>
                  </a:cubicBezTo>
                  <a:cubicBezTo>
                    <a:pt x="235" y="2155"/>
                    <a:pt x="104" y="2305"/>
                    <a:pt x="33" y="2461"/>
                  </a:cubicBezTo>
                  <a:cubicBezTo>
                    <a:pt x="1070" y="1973"/>
                    <a:pt x="2233" y="1744"/>
                    <a:pt x="3395" y="1744"/>
                  </a:cubicBezTo>
                  <a:cubicBezTo>
                    <a:pt x="4201" y="1744"/>
                    <a:pt x="5011" y="1855"/>
                    <a:pt x="5773" y="2065"/>
                  </a:cubicBezTo>
                  <a:cubicBezTo>
                    <a:pt x="6864" y="2365"/>
                    <a:pt x="7788" y="2985"/>
                    <a:pt x="8683" y="3656"/>
                  </a:cubicBezTo>
                  <a:cubicBezTo>
                    <a:pt x="9606" y="4347"/>
                    <a:pt x="10916" y="5588"/>
                    <a:pt x="12174" y="5588"/>
                  </a:cubicBezTo>
                  <a:cubicBezTo>
                    <a:pt x="12484" y="5588"/>
                    <a:pt x="12794" y="5510"/>
                    <a:pt x="13098" y="5328"/>
                  </a:cubicBezTo>
                  <a:cubicBezTo>
                    <a:pt x="14156" y="4683"/>
                    <a:pt x="14484" y="3232"/>
                    <a:pt x="15333" y="2376"/>
                  </a:cubicBezTo>
                  <a:cubicBezTo>
                    <a:pt x="15989" y="1712"/>
                    <a:pt x="16773" y="1463"/>
                    <a:pt x="17686" y="1445"/>
                  </a:cubicBezTo>
                  <a:lnTo>
                    <a:pt x="17826" y="1445"/>
                  </a:lnTo>
                  <a:cubicBezTo>
                    <a:pt x="18692" y="1445"/>
                    <a:pt x="19419" y="1588"/>
                    <a:pt x="20107" y="2162"/>
                  </a:cubicBezTo>
                  <a:cubicBezTo>
                    <a:pt x="21352" y="3199"/>
                    <a:pt x="22490" y="4002"/>
                    <a:pt x="24162" y="4205"/>
                  </a:cubicBezTo>
                  <a:cubicBezTo>
                    <a:pt x="25250" y="4337"/>
                    <a:pt x="23909" y="4494"/>
                    <a:pt x="23324" y="4494"/>
                  </a:cubicBezTo>
                  <a:cubicBezTo>
                    <a:pt x="23249" y="4494"/>
                    <a:pt x="23188" y="4494"/>
                    <a:pt x="23146" y="4487"/>
                  </a:cubicBezTo>
                  <a:cubicBezTo>
                    <a:pt x="22143" y="4365"/>
                    <a:pt x="21177" y="4140"/>
                    <a:pt x="20265" y="3699"/>
                  </a:cubicBezTo>
                  <a:cubicBezTo>
                    <a:pt x="20008" y="3574"/>
                    <a:pt x="19755" y="3434"/>
                    <a:pt x="19512" y="3281"/>
                  </a:cubicBezTo>
                  <a:lnTo>
                    <a:pt x="19512" y="3281"/>
                  </a:lnTo>
                  <a:cubicBezTo>
                    <a:pt x="20107" y="3902"/>
                    <a:pt x="20731" y="4440"/>
                    <a:pt x="21641" y="4782"/>
                  </a:cubicBezTo>
                  <a:cubicBezTo>
                    <a:pt x="22333" y="5047"/>
                    <a:pt x="23050" y="5172"/>
                    <a:pt x="23756" y="5172"/>
                  </a:cubicBezTo>
                  <a:cubicBezTo>
                    <a:pt x="24857" y="5172"/>
                    <a:pt x="25938" y="4861"/>
                    <a:pt x="26876" y="4287"/>
                  </a:cubicBezTo>
                  <a:cubicBezTo>
                    <a:pt x="26904" y="4237"/>
                    <a:pt x="26932" y="4183"/>
                    <a:pt x="26957" y="4134"/>
                  </a:cubicBezTo>
                  <a:cubicBezTo>
                    <a:pt x="27115" y="3824"/>
                    <a:pt x="27278" y="3503"/>
                    <a:pt x="27339" y="3185"/>
                  </a:cubicBezTo>
                  <a:cubicBezTo>
                    <a:pt x="27460" y="2568"/>
                    <a:pt x="27296" y="2330"/>
                    <a:pt x="26972" y="1823"/>
                  </a:cubicBezTo>
                  <a:cubicBezTo>
                    <a:pt x="26957" y="1805"/>
                    <a:pt x="26947" y="1787"/>
                    <a:pt x="26932" y="1766"/>
                  </a:cubicBezTo>
                  <a:cubicBezTo>
                    <a:pt x="26152" y="2832"/>
                    <a:pt x="25000" y="3534"/>
                    <a:pt x="23727" y="3534"/>
                  </a:cubicBezTo>
                  <a:cubicBezTo>
                    <a:pt x="23377" y="3534"/>
                    <a:pt x="23021" y="3481"/>
                    <a:pt x="22661" y="3370"/>
                  </a:cubicBezTo>
                  <a:cubicBezTo>
                    <a:pt x="21070" y="2882"/>
                    <a:pt x="20629" y="1370"/>
                    <a:pt x="19341" y="539"/>
                  </a:cubicBezTo>
                  <a:cubicBezTo>
                    <a:pt x="18774" y="172"/>
                    <a:pt x="18121" y="1"/>
                    <a:pt x="17473" y="1"/>
                  </a:cubicBezTo>
                  <a:close/>
                  <a:moveTo>
                    <a:pt x="3498" y="2262"/>
                  </a:moveTo>
                  <a:cubicBezTo>
                    <a:pt x="2850" y="2262"/>
                    <a:pt x="2182" y="2454"/>
                    <a:pt x="1469" y="2868"/>
                  </a:cubicBezTo>
                  <a:cubicBezTo>
                    <a:pt x="1298" y="2968"/>
                    <a:pt x="1056" y="2996"/>
                    <a:pt x="813" y="2996"/>
                  </a:cubicBezTo>
                  <a:cubicBezTo>
                    <a:pt x="607" y="2996"/>
                    <a:pt x="396" y="2975"/>
                    <a:pt x="235" y="2957"/>
                  </a:cubicBezTo>
                  <a:cubicBezTo>
                    <a:pt x="225" y="2957"/>
                    <a:pt x="125" y="2942"/>
                    <a:pt x="0" y="2921"/>
                  </a:cubicBezTo>
                  <a:lnTo>
                    <a:pt x="0" y="2921"/>
                  </a:lnTo>
                  <a:cubicBezTo>
                    <a:pt x="97" y="3299"/>
                    <a:pt x="485" y="3623"/>
                    <a:pt x="928" y="3623"/>
                  </a:cubicBezTo>
                  <a:cubicBezTo>
                    <a:pt x="1081" y="3623"/>
                    <a:pt x="1241" y="3584"/>
                    <a:pt x="1402" y="3495"/>
                  </a:cubicBezTo>
                  <a:cubicBezTo>
                    <a:pt x="2050" y="3125"/>
                    <a:pt x="2810" y="2540"/>
                    <a:pt x="3566" y="2429"/>
                  </a:cubicBezTo>
                  <a:cubicBezTo>
                    <a:pt x="3645" y="2419"/>
                    <a:pt x="3723" y="2412"/>
                    <a:pt x="3801" y="2412"/>
                  </a:cubicBezTo>
                  <a:cubicBezTo>
                    <a:pt x="4707" y="2412"/>
                    <a:pt x="5442" y="3171"/>
                    <a:pt x="6069" y="3738"/>
                  </a:cubicBezTo>
                  <a:cubicBezTo>
                    <a:pt x="7118" y="4680"/>
                    <a:pt x="8209" y="5574"/>
                    <a:pt x="9553" y="6052"/>
                  </a:cubicBezTo>
                  <a:cubicBezTo>
                    <a:pt x="10180" y="6276"/>
                    <a:pt x="10868" y="6394"/>
                    <a:pt x="11553" y="6394"/>
                  </a:cubicBezTo>
                  <a:cubicBezTo>
                    <a:pt x="12245" y="6394"/>
                    <a:pt x="12933" y="6273"/>
                    <a:pt x="13561" y="6020"/>
                  </a:cubicBezTo>
                  <a:lnTo>
                    <a:pt x="13561" y="6020"/>
                  </a:lnTo>
                  <a:cubicBezTo>
                    <a:pt x="13194" y="6084"/>
                    <a:pt x="12815" y="6116"/>
                    <a:pt x="12438" y="6116"/>
                  </a:cubicBezTo>
                  <a:cubicBezTo>
                    <a:pt x="11215" y="6116"/>
                    <a:pt x="9956" y="5795"/>
                    <a:pt x="8926" y="5231"/>
                  </a:cubicBezTo>
                  <a:cubicBezTo>
                    <a:pt x="7888" y="4665"/>
                    <a:pt x="7014" y="3841"/>
                    <a:pt x="6041" y="3178"/>
                  </a:cubicBezTo>
                  <a:cubicBezTo>
                    <a:pt x="5171" y="2590"/>
                    <a:pt x="4347" y="2262"/>
                    <a:pt x="3498" y="226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192"/>
            <p:cNvSpPr/>
            <p:nvPr/>
          </p:nvSpPr>
          <p:spPr>
            <a:xfrm>
              <a:off x="-605225" y="2529200"/>
              <a:ext cx="502600" cy="108950"/>
            </a:xfrm>
            <a:custGeom>
              <a:avLst/>
              <a:gdLst/>
              <a:ahLst/>
              <a:cxnLst/>
              <a:rect l="l" t="t" r="r" b="b"/>
              <a:pathLst>
                <a:path w="20104" h="4358" extrusionOk="0">
                  <a:moveTo>
                    <a:pt x="625" y="799"/>
                  </a:moveTo>
                  <a:lnTo>
                    <a:pt x="625" y="799"/>
                  </a:lnTo>
                  <a:cubicBezTo>
                    <a:pt x="460" y="881"/>
                    <a:pt x="297" y="967"/>
                    <a:pt x="136" y="1059"/>
                  </a:cubicBezTo>
                  <a:cubicBezTo>
                    <a:pt x="1" y="1135"/>
                    <a:pt x="343" y="1216"/>
                    <a:pt x="592" y="1259"/>
                  </a:cubicBezTo>
                  <a:cubicBezTo>
                    <a:pt x="554" y="1109"/>
                    <a:pt x="560" y="952"/>
                    <a:pt x="625" y="799"/>
                  </a:cubicBezTo>
                  <a:close/>
                  <a:moveTo>
                    <a:pt x="17986" y="1"/>
                  </a:moveTo>
                  <a:cubicBezTo>
                    <a:pt x="17669" y="1"/>
                    <a:pt x="17355" y="129"/>
                    <a:pt x="17062" y="432"/>
                  </a:cubicBezTo>
                  <a:cubicBezTo>
                    <a:pt x="16557" y="959"/>
                    <a:pt x="16552" y="1812"/>
                    <a:pt x="16239" y="2457"/>
                  </a:cubicBezTo>
                  <a:cubicBezTo>
                    <a:pt x="15786" y="3381"/>
                    <a:pt x="15033" y="4002"/>
                    <a:pt x="14153" y="4358"/>
                  </a:cubicBezTo>
                  <a:cubicBezTo>
                    <a:pt x="14281" y="4336"/>
                    <a:pt x="14409" y="4308"/>
                    <a:pt x="14538" y="4276"/>
                  </a:cubicBezTo>
                  <a:cubicBezTo>
                    <a:pt x="15430" y="4055"/>
                    <a:pt x="16050" y="3516"/>
                    <a:pt x="16560" y="2774"/>
                  </a:cubicBezTo>
                  <a:cubicBezTo>
                    <a:pt x="16967" y="2187"/>
                    <a:pt x="17943" y="275"/>
                    <a:pt x="18528" y="275"/>
                  </a:cubicBezTo>
                  <a:cubicBezTo>
                    <a:pt x="18539" y="275"/>
                    <a:pt x="18553" y="275"/>
                    <a:pt x="18568" y="279"/>
                  </a:cubicBezTo>
                  <a:cubicBezTo>
                    <a:pt x="18568" y="279"/>
                    <a:pt x="19327" y="1059"/>
                    <a:pt x="19534" y="1220"/>
                  </a:cubicBezTo>
                  <a:cubicBezTo>
                    <a:pt x="19719" y="1362"/>
                    <a:pt x="19908" y="1498"/>
                    <a:pt x="20104" y="1619"/>
                  </a:cubicBezTo>
                  <a:cubicBezTo>
                    <a:pt x="19791" y="1295"/>
                    <a:pt x="19488" y="946"/>
                    <a:pt x="19152" y="589"/>
                  </a:cubicBezTo>
                  <a:cubicBezTo>
                    <a:pt x="18813" y="229"/>
                    <a:pt x="18400" y="1"/>
                    <a:pt x="1798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192"/>
            <p:cNvSpPr/>
            <p:nvPr/>
          </p:nvSpPr>
          <p:spPr>
            <a:xfrm>
              <a:off x="-591400" y="2523750"/>
              <a:ext cx="632225" cy="116825"/>
            </a:xfrm>
            <a:custGeom>
              <a:avLst/>
              <a:gdLst/>
              <a:ahLst/>
              <a:cxnLst/>
              <a:rect l="l" t="t" r="r" b="b"/>
              <a:pathLst>
                <a:path w="25289" h="4673" extrusionOk="0">
                  <a:moveTo>
                    <a:pt x="17725" y="1"/>
                  </a:moveTo>
                  <a:cubicBezTo>
                    <a:pt x="16812" y="19"/>
                    <a:pt x="16028" y="268"/>
                    <a:pt x="15372" y="932"/>
                  </a:cubicBezTo>
                  <a:cubicBezTo>
                    <a:pt x="14523" y="1788"/>
                    <a:pt x="14195" y="3239"/>
                    <a:pt x="13137" y="3884"/>
                  </a:cubicBezTo>
                  <a:cubicBezTo>
                    <a:pt x="12833" y="4066"/>
                    <a:pt x="12523" y="4144"/>
                    <a:pt x="12213" y="4144"/>
                  </a:cubicBezTo>
                  <a:cubicBezTo>
                    <a:pt x="10955" y="4144"/>
                    <a:pt x="9645" y="2903"/>
                    <a:pt x="8722" y="2212"/>
                  </a:cubicBezTo>
                  <a:cubicBezTo>
                    <a:pt x="7827" y="1541"/>
                    <a:pt x="6903" y="921"/>
                    <a:pt x="5812" y="621"/>
                  </a:cubicBezTo>
                  <a:cubicBezTo>
                    <a:pt x="5050" y="411"/>
                    <a:pt x="4240" y="300"/>
                    <a:pt x="3434" y="300"/>
                  </a:cubicBezTo>
                  <a:cubicBezTo>
                    <a:pt x="2272" y="300"/>
                    <a:pt x="1109" y="529"/>
                    <a:pt x="72" y="1017"/>
                  </a:cubicBezTo>
                  <a:cubicBezTo>
                    <a:pt x="7" y="1170"/>
                    <a:pt x="1" y="1327"/>
                    <a:pt x="39" y="1477"/>
                  </a:cubicBezTo>
                  <a:cubicBezTo>
                    <a:pt x="164" y="1498"/>
                    <a:pt x="264" y="1513"/>
                    <a:pt x="274" y="1513"/>
                  </a:cubicBezTo>
                  <a:cubicBezTo>
                    <a:pt x="435" y="1531"/>
                    <a:pt x="646" y="1552"/>
                    <a:pt x="852" y="1552"/>
                  </a:cubicBezTo>
                  <a:cubicBezTo>
                    <a:pt x="1095" y="1552"/>
                    <a:pt x="1337" y="1524"/>
                    <a:pt x="1508" y="1424"/>
                  </a:cubicBezTo>
                  <a:cubicBezTo>
                    <a:pt x="2221" y="1010"/>
                    <a:pt x="2889" y="818"/>
                    <a:pt x="3537" y="818"/>
                  </a:cubicBezTo>
                  <a:cubicBezTo>
                    <a:pt x="4386" y="818"/>
                    <a:pt x="5210" y="1146"/>
                    <a:pt x="6080" y="1734"/>
                  </a:cubicBezTo>
                  <a:cubicBezTo>
                    <a:pt x="7053" y="2397"/>
                    <a:pt x="7927" y="3221"/>
                    <a:pt x="8965" y="3787"/>
                  </a:cubicBezTo>
                  <a:cubicBezTo>
                    <a:pt x="9995" y="4351"/>
                    <a:pt x="11254" y="4672"/>
                    <a:pt x="12477" y="4672"/>
                  </a:cubicBezTo>
                  <a:cubicBezTo>
                    <a:pt x="12854" y="4672"/>
                    <a:pt x="13233" y="4640"/>
                    <a:pt x="13600" y="4576"/>
                  </a:cubicBezTo>
                  <a:cubicBezTo>
                    <a:pt x="14480" y="4220"/>
                    <a:pt x="15233" y="3599"/>
                    <a:pt x="15686" y="2675"/>
                  </a:cubicBezTo>
                  <a:cubicBezTo>
                    <a:pt x="15999" y="2030"/>
                    <a:pt x="16004" y="1177"/>
                    <a:pt x="16509" y="650"/>
                  </a:cubicBezTo>
                  <a:cubicBezTo>
                    <a:pt x="16802" y="347"/>
                    <a:pt x="17116" y="219"/>
                    <a:pt x="17433" y="219"/>
                  </a:cubicBezTo>
                  <a:cubicBezTo>
                    <a:pt x="17847" y="219"/>
                    <a:pt x="18260" y="447"/>
                    <a:pt x="18599" y="807"/>
                  </a:cubicBezTo>
                  <a:cubicBezTo>
                    <a:pt x="18935" y="1164"/>
                    <a:pt x="19238" y="1513"/>
                    <a:pt x="19551" y="1837"/>
                  </a:cubicBezTo>
                  <a:cubicBezTo>
                    <a:pt x="19794" y="1990"/>
                    <a:pt x="20047" y="2130"/>
                    <a:pt x="20304" y="2255"/>
                  </a:cubicBezTo>
                  <a:cubicBezTo>
                    <a:pt x="21216" y="2696"/>
                    <a:pt x="22182" y="2921"/>
                    <a:pt x="23185" y="3043"/>
                  </a:cubicBezTo>
                  <a:cubicBezTo>
                    <a:pt x="23227" y="3050"/>
                    <a:pt x="23288" y="3050"/>
                    <a:pt x="23363" y="3050"/>
                  </a:cubicBezTo>
                  <a:cubicBezTo>
                    <a:pt x="23948" y="3050"/>
                    <a:pt x="25289" y="2893"/>
                    <a:pt x="24201" y="2761"/>
                  </a:cubicBezTo>
                  <a:cubicBezTo>
                    <a:pt x="22529" y="2558"/>
                    <a:pt x="21391" y="1755"/>
                    <a:pt x="20146" y="718"/>
                  </a:cubicBezTo>
                  <a:cubicBezTo>
                    <a:pt x="19458" y="144"/>
                    <a:pt x="18731" y="1"/>
                    <a:pt x="1786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192"/>
            <p:cNvSpPr/>
            <p:nvPr/>
          </p:nvSpPr>
          <p:spPr>
            <a:xfrm>
              <a:off x="7200" y="2384875"/>
              <a:ext cx="175550" cy="303650"/>
            </a:xfrm>
            <a:custGeom>
              <a:avLst/>
              <a:gdLst/>
              <a:ahLst/>
              <a:cxnLst/>
              <a:rect l="l" t="t" r="r" b="b"/>
              <a:pathLst>
                <a:path w="7022" h="12146" extrusionOk="0">
                  <a:moveTo>
                    <a:pt x="1559" y="1"/>
                  </a:moveTo>
                  <a:cubicBezTo>
                    <a:pt x="909" y="1"/>
                    <a:pt x="0" y="489"/>
                    <a:pt x="307" y="1010"/>
                  </a:cubicBezTo>
                  <a:cubicBezTo>
                    <a:pt x="164" y="1145"/>
                    <a:pt x="104" y="1298"/>
                    <a:pt x="185" y="1444"/>
                  </a:cubicBezTo>
                  <a:cubicBezTo>
                    <a:pt x="1045" y="2993"/>
                    <a:pt x="2072" y="4397"/>
                    <a:pt x="3027" y="5877"/>
                  </a:cubicBezTo>
                  <a:cubicBezTo>
                    <a:pt x="3052" y="5848"/>
                    <a:pt x="3074" y="5817"/>
                    <a:pt x="3095" y="5784"/>
                  </a:cubicBezTo>
                  <a:cubicBezTo>
                    <a:pt x="3206" y="5631"/>
                    <a:pt x="3352" y="5527"/>
                    <a:pt x="3519" y="5470"/>
                  </a:cubicBezTo>
                  <a:cubicBezTo>
                    <a:pt x="2749" y="4632"/>
                    <a:pt x="1979" y="3794"/>
                    <a:pt x="1209" y="2960"/>
                  </a:cubicBezTo>
                  <a:cubicBezTo>
                    <a:pt x="588" y="2282"/>
                    <a:pt x="1169" y="1737"/>
                    <a:pt x="1811" y="1737"/>
                  </a:cubicBezTo>
                  <a:cubicBezTo>
                    <a:pt x="2083" y="1737"/>
                    <a:pt x="2368" y="1837"/>
                    <a:pt x="2575" y="2065"/>
                  </a:cubicBezTo>
                  <a:cubicBezTo>
                    <a:pt x="3819" y="3416"/>
                    <a:pt x="5063" y="4768"/>
                    <a:pt x="6304" y="6120"/>
                  </a:cubicBezTo>
                  <a:cubicBezTo>
                    <a:pt x="6330" y="6148"/>
                    <a:pt x="6355" y="6173"/>
                    <a:pt x="6376" y="6202"/>
                  </a:cubicBezTo>
                  <a:cubicBezTo>
                    <a:pt x="6501" y="6073"/>
                    <a:pt x="6633" y="5948"/>
                    <a:pt x="6771" y="5830"/>
                  </a:cubicBezTo>
                  <a:cubicBezTo>
                    <a:pt x="7021" y="5610"/>
                    <a:pt x="7000" y="5342"/>
                    <a:pt x="6743" y="5164"/>
                  </a:cubicBezTo>
                  <a:cubicBezTo>
                    <a:pt x="4818" y="3859"/>
                    <a:pt x="3309" y="2190"/>
                    <a:pt x="2086" y="218"/>
                  </a:cubicBezTo>
                  <a:cubicBezTo>
                    <a:pt x="1994" y="65"/>
                    <a:pt x="1794" y="1"/>
                    <a:pt x="1559" y="1"/>
                  </a:cubicBezTo>
                  <a:close/>
                  <a:moveTo>
                    <a:pt x="4721" y="6779"/>
                  </a:moveTo>
                  <a:cubicBezTo>
                    <a:pt x="4237" y="7443"/>
                    <a:pt x="3641" y="7988"/>
                    <a:pt x="2971" y="8398"/>
                  </a:cubicBezTo>
                  <a:cubicBezTo>
                    <a:pt x="2403" y="9457"/>
                    <a:pt x="1965" y="10594"/>
                    <a:pt x="1544" y="11739"/>
                  </a:cubicBezTo>
                  <a:cubicBezTo>
                    <a:pt x="1437" y="12028"/>
                    <a:pt x="1726" y="12145"/>
                    <a:pt x="2107" y="12145"/>
                  </a:cubicBezTo>
                  <a:cubicBezTo>
                    <a:pt x="2611" y="12145"/>
                    <a:pt x="3281" y="11936"/>
                    <a:pt x="3412" y="11628"/>
                  </a:cubicBezTo>
                  <a:cubicBezTo>
                    <a:pt x="3873" y="10555"/>
                    <a:pt x="4332" y="9485"/>
                    <a:pt x="4793" y="8412"/>
                  </a:cubicBezTo>
                  <a:cubicBezTo>
                    <a:pt x="4803" y="8384"/>
                    <a:pt x="4818" y="8351"/>
                    <a:pt x="4832" y="8320"/>
                  </a:cubicBezTo>
                  <a:cubicBezTo>
                    <a:pt x="5020" y="7973"/>
                    <a:pt x="5228" y="7635"/>
                    <a:pt x="5453" y="7310"/>
                  </a:cubicBezTo>
                  <a:cubicBezTo>
                    <a:pt x="5264" y="7267"/>
                    <a:pt x="5085" y="7171"/>
                    <a:pt x="4939" y="7015"/>
                  </a:cubicBezTo>
                  <a:cubicBezTo>
                    <a:pt x="4864" y="6936"/>
                    <a:pt x="4793" y="6857"/>
                    <a:pt x="4721" y="677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192"/>
            <p:cNvSpPr/>
            <p:nvPr/>
          </p:nvSpPr>
          <p:spPr>
            <a:xfrm>
              <a:off x="81450" y="2521625"/>
              <a:ext cx="43775" cy="73200"/>
            </a:xfrm>
            <a:custGeom>
              <a:avLst/>
              <a:gdLst/>
              <a:ahLst/>
              <a:cxnLst/>
              <a:rect l="l" t="t" r="r" b="b"/>
              <a:pathLst>
                <a:path w="1751" h="2928" extrusionOk="0">
                  <a:moveTo>
                    <a:pt x="549" y="0"/>
                  </a:moveTo>
                  <a:cubicBezTo>
                    <a:pt x="382" y="57"/>
                    <a:pt x="236" y="161"/>
                    <a:pt x="125" y="314"/>
                  </a:cubicBezTo>
                  <a:cubicBezTo>
                    <a:pt x="104" y="347"/>
                    <a:pt x="82" y="378"/>
                    <a:pt x="57" y="407"/>
                  </a:cubicBezTo>
                  <a:cubicBezTo>
                    <a:pt x="72" y="428"/>
                    <a:pt x="82" y="446"/>
                    <a:pt x="97" y="464"/>
                  </a:cubicBezTo>
                  <a:cubicBezTo>
                    <a:pt x="421" y="971"/>
                    <a:pt x="585" y="1209"/>
                    <a:pt x="464" y="1826"/>
                  </a:cubicBezTo>
                  <a:cubicBezTo>
                    <a:pt x="403" y="2144"/>
                    <a:pt x="240" y="2465"/>
                    <a:pt x="82" y="2775"/>
                  </a:cubicBezTo>
                  <a:cubicBezTo>
                    <a:pt x="57" y="2824"/>
                    <a:pt x="29" y="2878"/>
                    <a:pt x="1" y="2928"/>
                  </a:cubicBezTo>
                  <a:cubicBezTo>
                    <a:pt x="671" y="2518"/>
                    <a:pt x="1267" y="1973"/>
                    <a:pt x="1751" y="1309"/>
                  </a:cubicBezTo>
                  <a:cubicBezTo>
                    <a:pt x="1352" y="874"/>
                    <a:pt x="949" y="436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192"/>
            <p:cNvSpPr/>
            <p:nvPr/>
          </p:nvSpPr>
          <p:spPr>
            <a:xfrm>
              <a:off x="143500" y="2539900"/>
              <a:ext cx="35675" cy="28475"/>
            </a:xfrm>
            <a:custGeom>
              <a:avLst/>
              <a:gdLst/>
              <a:ahLst/>
              <a:cxnLst/>
              <a:rect l="l" t="t" r="r" b="b"/>
              <a:pathLst>
                <a:path w="1427" h="1139" extrusionOk="0">
                  <a:moveTo>
                    <a:pt x="924" y="1"/>
                  </a:moveTo>
                  <a:lnTo>
                    <a:pt x="924" y="1"/>
                  </a:lnTo>
                  <a:cubicBezTo>
                    <a:pt x="578" y="346"/>
                    <a:pt x="274" y="720"/>
                    <a:pt x="1" y="1109"/>
                  </a:cubicBezTo>
                  <a:cubicBezTo>
                    <a:pt x="82" y="1130"/>
                    <a:pt x="168" y="1138"/>
                    <a:pt x="250" y="1138"/>
                  </a:cubicBezTo>
                  <a:cubicBezTo>
                    <a:pt x="867" y="1138"/>
                    <a:pt x="1426" y="635"/>
                    <a:pt x="9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192"/>
            <p:cNvSpPr/>
            <p:nvPr/>
          </p:nvSpPr>
          <p:spPr>
            <a:xfrm>
              <a:off x="21900" y="2428300"/>
              <a:ext cx="144725" cy="139325"/>
            </a:xfrm>
            <a:custGeom>
              <a:avLst/>
              <a:gdLst/>
              <a:ahLst/>
              <a:cxnLst/>
              <a:rect l="l" t="t" r="r" b="b"/>
              <a:pathLst>
                <a:path w="5789" h="5573" extrusionOk="0">
                  <a:moveTo>
                    <a:pt x="1223" y="0"/>
                  </a:moveTo>
                  <a:cubicBezTo>
                    <a:pt x="581" y="0"/>
                    <a:pt x="0" y="545"/>
                    <a:pt x="621" y="1223"/>
                  </a:cubicBezTo>
                  <a:cubicBezTo>
                    <a:pt x="1391" y="2057"/>
                    <a:pt x="2161" y="2895"/>
                    <a:pt x="2931" y="3733"/>
                  </a:cubicBezTo>
                  <a:cubicBezTo>
                    <a:pt x="3038" y="3698"/>
                    <a:pt x="3156" y="3680"/>
                    <a:pt x="3274" y="3680"/>
                  </a:cubicBezTo>
                  <a:cubicBezTo>
                    <a:pt x="3958" y="3680"/>
                    <a:pt x="4679" y="4265"/>
                    <a:pt x="4197" y="4953"/>
                  </a:cubicBezTo>
                  <a:cubicBezTo>
                    <a:pt x="4176" y="4982"/>
                    <a:pt x="4154" y="5013"/>
                    <a:pt x="4133" y="5042"/>
                  </a:cubicBezTo>
                  <a:cubicBezTo>
                    <a:pt x="4205" y="5120"/>
                    <a:pt x="4276" y="5199"/>
                    <a:pt x="4351" y="5278"/>
                  </a:cubicBezTo>
                  <a:cubicBezTo>
                    <a:pt x="4497" y="5434"/>
                    <a:pt x="4676" y="5530"/>
                    <a:pt x="4865" y="5573"/>
                  </a:cubicBezTo>
                  <a:cubicBezTo>
                    <a:pt x="5138" y="5184"/>
                    <a:pt x="5442" y="4810"/>
                    <a:pt x="5788" y="4465"/>
                  </a:cubicBezTo>
                  <a:cubicBezTo>
                    <a:pt x="5767" y="4436"/>
                    <a:pt x="5742" y="4411"/>
                    <a:pt x="5716" y="4383"/>
                  </a:cubicBezTo>
                  <a:cubicBezTo>
                    <a:pt x="4475" y="3031"/>
                    <a:pt x="3231" y="1679"/>
                    <a:pt x="1987" y="328"/>
                  </a:cubicBezTo>
                  <a:cubicBezTo>
                    <a:pt x="1780" y="100"/>
                    <a:pt x="1495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6" name="Google Shape;5656;p192"/>
            <p:cNvSpPr/>
            <p:nvPr/>
          </p:nvSpPr>
          <p:spPr>
            <a:xfrm>
              <a:off x="95175" y="2520275"/>
              <a:ext cx="43700" cy="34100"/>
            </a:xfrm>
            <a:custGeom>
              <a:avLst/>
              <a:gdLst/>
              <a:ahLst/>
              <a:cxnLst/>
              <a:rect l="l" t="t" r="r" b="b"/>
              <a:pathLst>
                <a:path w="1748" h="1364" extrusionOk="0">
                  <a:moveTo>
                    <a:pt x="343" y="1"/>
                  </a:moveTo>
                  <a:cubicBezTo>
                    <a:pt x="225" y="1"/>
                    <a:pt x="107" y="19"/>
                    <a:pt x="0" y="54"/>
                  </a:cubicBezTo>
                  <a:cubicBezTo>
                    <a:pt x="400" y="490"/>
                    <a:pt x="803" y="928"/>
                    <a:pt x="1202" y="1363"/>
                  </a:cubicBezTo>
                  <a:cubicBezTo>
                    <a:pt x="1223" y="1334"/>
                    <a:pt x="1245" y="1303"/>
                    <a:pt x="1266" y="1274"/>
                  </a:cubicBezTo>
                  <a:cubicBezTo>
                    <a:pt x="1748" y="586"/>
                    <a:pt x="1027" y="1"/>
                    <a:pt x="3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7" name="Google Shape;5657;p192"/>
          <p:cNvGrpSpPr/>
          <p:nvPr/>
        </p:nvGrpSpPr>
        <p:grpSpPr>
          <a:xfrm rot="1514788">
            <a:off x="6437695" y="4034101"/>
            <a:ext cx="1376274" cy="908487"/>
            <a:chOff x="5248525" y="821375"/>
            <a:chExt cx="1082824" cy="694544"/>
          </a:xfrm>
        </p:grpSpPr>
        <p:sp>
          <p:nvSpPr>
            <p:cNvPr id="5658" name="Google Shape;5658;p192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192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192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192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192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192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64" name="Google Shape;5664;p192"/>
          <p:cNvGrpSpPr/>
          <p:nvPr/>
        </p:nvGrpSpPr>
        <p:grpSpPr>
          <a:xfrm>
            <a:off x="6316368" y="2366691"/>
            <a:ext cx="400080" cy="1094468"/>
            <a:chOff x="3443472" y="1907731"/>
            <a:chExt cx="454327" cy="1325503"/>
          </a:xfrm>
        </p:grpSpPr>
        <p:sp>
          <p:nvSpPr>
            <p:cNvPr id="5665" name="Google Shape;5665;p192"/>
            <p:cNvSpPr/>
            <p:nvPr/>
          </p:nvSpPr>
          <p:spPr>
            <a:xfrm>
              <a:off x="3456297" y="1920208"/>
              <a:ext cx="427196" cy="1302484"/>
            </a:xfrm>
            <a:custGeom>
              <a:avLst/>
              <a:gdLst/>
              <a:ahLst/>
              <a:cxnLst/>
              <a:rect l="l" t="t" r="r" b="b"/>
              <a:pathLst>
                <a:path w="7495" h="20879" extrusionOk="0">
                  <a:moveTo>
                    <a:pt x="1630" y="1"/>
                  </a:moveTo>
                  <a:cubicBezTo>
                    <a:pt x="1605" y="6768"/>
                    <a:pt x="828" y="13610"/>
                    <a:pt x="1" y="20352"/>
                  </a:cubicBezTo>
                  <a:cubicBezTo>
                    <a:pt x="1605" y="20427"/>
                    <a:pt x="3234" y="20628"/>
                    <a:pt x="4813" y="20878"/>
                  </a:cubicBezTo>
                  <a:cubicBezTo>
                    <a:pt x="5665" y="14187"/>
                    <a:pt x="6267" y="7470"/>
                    <a:pt x="7495" y="803"/>
                  </a:cubicBezTo>
                  <a:lnTo>
                    <a:pt x="7495" y="803"/>
                  </a:lnTo>
                  <a:cubicBezTo>
                    <a:pt x="7478" y="803"/>
                    <a:pt x="7461" y="814"/>
                    <a:pt x="7445" y="814"/>
                  </a:cubicBezTo>
                  <a:cubicBezTo>
                    <a:pt x="7436" y="814"/>
                    <a:pt x="7428" y="811"/>
                    <a:pt x="7419" y="803"/>
                  </a:cubicBezTo>
                  <a:cubicBezTo>
                    <a:pt x="6517" y="678"/>
                    <a:pt x="5665" y="402"/>
                    <a:pt x="4763" y="277"/>
                  </a:cubicBezTo>
                  <a:cubicBezTo>
                    <a:pt x="3735" y="126"/>
                    <a:pt x="2708" y="76"/>
                    <a:pt x="1680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192"/>
            <p:cNvSpPr/>
            <p:nvPr/>
          </p:nvSpPr>
          <p:spPr>
            <a:xfrm>
              <a:off x="3443472" y="1907731"/>
              <a:ext cx="454327" cy="1325503"/>
            </a:xfrm>
            <a:custGeom>
              <a:avLst/>
              <a:gdLst/>
              <a:ahLst/>
              <a:cxnLst/>
              <a:rect l="l" t="t" r="r" b="b"/>
              <a:pathLst>
                <a:path w="7971" h="21248" extrusionOk="0">
                  <a:moveTo>
                    <a:pt x="2077" y="442"/>
                  </a:moveTo>
                  <a:lnTo>
                    <a:pt x="3334" y="527"/>
                  </a:lnTo>
                  <a:cubicBezTo>
                    <a:pt x="3810" y="552"/>
                    <a:pt x="4311" y="602"/>
                    <a:pt x="4787" y="677"/>
                  </a:cubicBezTo>
                  <a:cubicBezTo>
                    <a:pt x="5264" y="727"/>
                    <a:pt x="5740" y="828"/>
                    <a:pt x="6216" y="953"/>
                  </a:cubicBezTo>
                  <a:lnTo>
                    <a:pt x="6943" y="1103"/>
                  </a:lnTo>
                  <a:lnTo>
                    <a:pt x="7319" y="1178"/>
                  </a:lnTo>
                  <a:lnTo>
                    <a:pt x="7452" y="1212"/>
                  </a:lnTo>
                  <a:lnTo>
                    <a:pt x="7452" y="1212"/>
                  </a:lnTo>
                  <a:cubicBezTo>
                    <a:pt x="7167" y="2790"/>
                    <a:pt x="6906" y="4389"/>
                    <a:pt x="6667" y="5965"/>
                  </a:cubicBezTo>
                  <a:cubicBezTo>
                    <a:pt x="6416" y="7645"/>
                    <a:pt x="6191" y="9324"/>
                    <a:pt x="5990" y="11003"/>
                  </a:cubicBezTo>
                  <a:lnTo>
                    <a:pt x="5414" y="16016"/>
                  </a:lnTo>
                  <a:lnTo>
                    <a:pt x="5138" y="18547"/>
                  </a:lnTo>
                  <a:lnTo>
                    <a:pt x="4988" y="19800"/>
                  </a:lnTo>
                  <a:cubicBezTo>
                    <a:pt x="4938" y="20151"/>
                    <a:pt x="4938" y="20527"/>
                    <a:pt x="4913" y="20903"/>
                  </a:cubicBezTo>
                  <a:cubicBezTo>
                    <a:pt x="4862" y="20878"/>
                    <a:pt x="4812" y="20828"/>
                    <a:pt x="4762" y="20828"/>
                  </a:cubicBezTo>
                  <a:lnTo>
                    <a:pt x="4461" y="20778"/>
                  </a:lnTo>
                  <a:lnTo>
                    <a:pt x="3860" y="20702"/>
                  </a:lnTo>
                  <a:lnTo>
                    <a:pt x="2657" y="20527"/>
                  </a:lnTo>
                  <a:cubicBezTo>
                    <a:pt x="1930" y="20436"/>
                    <a:pt x="1203" y="20386"/>
                    <a:pt x="458" y="20341"/>
                  </a:cubicBezTo>
                  <a:lnTo>
                    <a:pt x="458" y="20341"/>
                  </a:lnTo>
                  <a:cubicBezTo>
                    <a:pt x="670" y="18717"/>
                    <a:pt x="861" y="17115"/>
                    <a:pt x="1028" y="15489"/>
                  </a:cubicBezTo>
                  <a:cubicBezTo>
                    <a:pt x="1128" y="14662"/>
                    <a:pt x="1228" y="13810"/>
                    <a:pt x="1279" y="12958"/>
                  </a:cubicBezTo>
                  <a:cubicBezTo>
                    <a:pt x="1304" y="12106"/>
                    <a:pt x="1379" y="11254"/>
                    <a:pt x="1479" y="10402"/>
                  </a:cubicBezTo>
                  <a:cubicBezTo>
                    <a:pt x="1629" y="8722"/>
                    <a:pt x="1780" y="7018"/>
                    <a:pt x="1905" y="5314"/>
                  </a:cubicBezTo>
                  <a:cubicBezTo>
                    <a:pt x="2001" y="3690"/>
                    <a:pt x="2051" y="2066"/>
                    <a:pt x="2077" y="442"/>
                  </a:cubicBezTo>
                  <a:close/>
                  <a:moveTo>
                    <a:pt x="1855" y="0"/>
                  </a:moveTo>
                  <a:cubicBezTo>
                    <a:pt x="1755" y="0"/>
                    <a:pt x="1654" y="76"/>
                    <a:pt x="1654" y="201"/>
                  </a:cubicBezTo>
                  <a:cubicBezTo>
                    <a:pt x="1654" y="1905"/>
                    <a:pt x="1579" y="3610"/>
                    <a:pt x="1504" y="5289"/>
                  </a:cubicBezTo>
                  <a:cubicBezTo>
                    <a:pt x="1429" y="6993"/>
                    <a:pt x="1354" y="8697"/>
                    <a:pt x="1203" y="10376"/>
                  </a:cubicBezTo>
                  <a:cubicBezTo>
                    <a:pt x="1128" y="11229"/>
                    <a:pt x="1053" y="12081"/>
                    <a:pt x="903" y="12908"/>
                  </a:cubicBezTo>
                  <a:cubicBezTo>
                    <a:pt x="777" y="13760"/>
                    <a:pt x="702" y="14612"/>
                    <a:pt x="602" y="15439"/>
                  </a:cubicBezTo>
                  <a:cubicBezTo>
                    <a:pt x="426" y="17143"/>
                    <a:pt x="226" y="18823"/>
                    <a:pt x="0" y="20502"/>
                  </a:cubicBezTo>
                  <a:lnTo>
                    <a:pt x="0" y="20527"/>
                  </a:lnTo>
                  <a:cubicBezTo>
                    <a:pt x="0" y="20652"/>
                    <a:pt x="101" y="20752"/>
                    <a:pt x="201" y="20752"/>
                  </a:cubicBezTo>
                  <a:cubicBezTo>
                    <a:pt x="1003" y="20803"/>
                    <a:pt x="1805" y="20878"/>
                    <a:pt x="2607" y="20953"/>
                  </a:cubicBezTo>
                  <a:lnTo>
                    <a:pt x="3810" y="21103"/>
                  </a:lnTo>
                  <a:lnTo>
                    <a:pt x="4411" y="21179"/>
                  </a:lnTo>
                  <a:lnTo>
                    <a:pt x="4712" y="21229"/>
                  </a:lnTo>
                  <a:cubicBezTo>
                    <a:pt x="4787" y="21241"/>
                    <a:pt x="4862" y="21247"/>
                    <a:pt x="4938" y="21247"/>
                  </a:cubicBezTo>
                  <a:cubicBezTo>
                    <a:pt x="5013" y="21247"/>
                    <a:pt x="5088" y="21241"/>
                    <a:pt x="5163" y="21229"/>
                  </a:cubicBezTo>
                  <a:cubicBezTo>
                    <a:pt x="5238" y="20778"/>
                    <a:pt x="5339" y="20301"/>
                    <a:pt x="5389" y="19850"/>
                  </a:cubicBezTo>
                  <a:lnTo>
                    <a:pt x="5564" y="18597"/>
                  </a:lnTo>
                  <a:lnTo>
                    <a:pt x="5865" y="16066"/>
                  </a:lnTo>
                  <a:lnTo>
                    <a:pt x="6492" y="11053"/>
                  </a:lnTo>
                  <a:cubicBezTo>
                    <a:pt x="6717" y="9374"/>
                    <a:pt x="6918" y="7720"/>
                    <a:pt x="7143" y="6041"/>
                  </a:cubicBezTo>
                  <a:cubicBezTo>
                    <a:pt x="7394" y="4386"/>
                    <a:pt x="7644" y="2707"/>
                    <a:pt x="7945" y="1053"/>
                  </a:cubicBezTo>
                  <a:cubicBezTo>
                    <a:pt x="7970" y="1028"/>
                    <a:pt x="7970" y="1028"/>
                    <a:pt x="7970" y="1003"/>
                  </a:cubicBezTo>
                  <a:cubicBezTo>
                    <a:pt x="7945" y="878"/>
                    <a:pt x="7845" y="777"/>
                    <a:pt x="7720" y="777"/>
                  </a:cubicBezTo>
                  <a:lnTo>
                    <a:pt x="7594" y="777"/>
                  </a:lnTo>
                  <a:lnTo>
                    <a:pt x="7394" y="752"/>
                  </a:lnTo>
                  <a:lnTo>
                    <a:pt x="7043" y="677"/>
                  </a:lnTo>
                  <a:lnTo>
                    <a:pt x="6316" y="502"/>
                  </a:lnTo>
                  <a:cubicBezTo>
                    <a:pt x="5840" y="401"/>
                    <a:pt x="5339" y="301"/>
                    <a:pt x="4837" y="226"/>
                  </a:cubicBezTo>
                  <a:cubicBezTo>
                    <a:pt x="4361" y="176"/>
                    <a:pt x="3860" y="126"/>
                    <a:pt x="3359" y="76"/>
                  </a:cubicBezTo>
                  <a:lnTo>
                    <a:pt x="1855" y="0"/>
                  </a:ln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67" name="Google Shape;5667;p192"/>
          <p:cNvGrpSpPr/>
          <p:nvPr/>
        </p:nvGrpSpPr>
        <p:grpSpPr>
          <a:xfrm rot="27294">
            <a:off x="2428392" y="2175442"/>
            <a:ext cx="391007" cy="1284152"/>
            <a:chOff x="1276425" y="1928068"/>
            <a:chExt cx="378577" cy="1391130"/>
          </a:xfrm>
        </p:grpSpPr>
        <p:sp>
          <p:nvSpPr>
            <p:cNvPr id="5668" name="Google Shape;5668;p192"/>
            <p:cNvSpPr/>
            <p:nvPr/>
          </p:nvSpPr>
          <p:spPr>
            <a:xfrm>
              <a:off x="1282125" y="1942105"/>
              <a:ext cx="360053" cy="1366551"/>
            </a:xfrm>
            <a:custGeom>
              <a:avLst/>
              <a:gdLst/>
              <a:ahLst/>
              <a:cxnLst/>
              <a:rect l="l" t="t" r="r" b="b"/>
              <a:pathLst>
                <a:path w="6317" h="21906" extrusionOk="0">
                  <a:moveTo>
                    <a:pt x="6015" y="1"/>
                  </a:moveTo>
                  <a:cubicBezTo>
                    <a:pt x="4303" y="188"/>
                    <a:pt x="2548" y="354"/>
                    <a:pt x="830" y="354"/>
                  </a:cubicBezTo>
                  <a:cubicBezTo>
                    <a:pt x="712" y="354"/>
                    <a:pt x="594" y="353"/>
                    <a:pt x="477" y="352"/>
                  </a:cubicBezTo>
                  <a:lnTo>
                    <a:pt x="477" y="352"/>
                  </a:lnTo>
                  <a:cubicBezTo>
                    <a:pt x="602" y="7394"/>
                    <a:pt x="0" y="14437"/>
                    <a:pt x="151" y="21505"/>
                  </a:cubicBezTo>
                  <a:cubicBezTo>
                    <a:pt x="1078" y="21505"/>
                    <a:pt x="2005" y="21580"/>
                    <a:pt x="2908" y="21655"/>
                  </a:cubicBezTo>
                  <a:cubicBezTo>
                    <a:pt x="3810" y="21730"/>
                    <a:pt x="4762" y="21730"/>
                    <a:pt x="5639" y="21906"/>
                  </a:cubicBezTo>
                  <a:cubicBezTo>
                    <a:pt x="5840" y="18297"/>
                    <a:pt x="6015" y="14713"/>
                    <a:pt x="6066" y="11104"/>
                  </a:cubicBezTo>
                  <a:cubicBezTo>
                    <a:pt x="6091" y="9174"/>
                    <a:pt x="6091" y="7269"/>
                    <a:pt x="6091" y="5364"/>
                  </a:cubicBezTo>
                  <a:cubicBezTo>
                    <a:pt x="6091" y="4663"/>
                    <a:pt x="6066" y="3961"/>
                    <a:pt x="6066" y="3259"/>
                  </a:cubicBezTo>
                  <a:cubicBezTo>
                    <a:pt x="6066" y="2983"/>
                    <a:pt x="6316" y="452"/>
                    <a:pt x="6316" y="1"/>
                  </a:cubicBezTo>
                  <a:lnTo>
                    <a:pt x="6316" y="1"/>
                  </a:lnTo>
                  <a:cubicBezTo>
                    <a:pt x="6296" y="42"/>
                    <a:pt x="6259" y="83"/>
                    <a:pt x="6218" y="83"/>
                  </a:cubicBezTo>
                  <a:cubicBezTo>
                    <a:pt x="6209" y="83"/>
                    <a:pt x="6200" y="81"/>
                    <a:pt x="6191" y="76"/>
                  </a:cubicBezTo>
                  <a:cubicBezTo>
                    <a:pt x="6141" y="76"/>
                    <a:pt x="6116" y="76"/>
                    <a:pt x="6066" y="51"/>
                  </a:cubicBezTo>
                  <a:cubicBezTo>
                    <a:pt x="6040" y="51"/>
                    <a:pt x="6015" y="26"/>
                    <a:pt x="6015" y="1"/>
                  </a:cubicBezTo>
                  <a:close/>
                </a:path>
              </a:pathLst>
            </a:custGeom>
            <a:solidFill>
              <a:srgbClr val="E0E0E0">
                <a:alpha val="63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192"/>
            <p:cNvSpPr/>
            <p:nvPr/>
          </p:nvSpPr>
          <p:spPr>
            <a:xfrm>
              <a:off x="1276425" y="1928068"/>
              <a:ext cx="378577" cy="1391130"/>
            </a:xfrm>
            <a:custGeom>
              <a:avLst/>
              <a:gdLst/>
              <a:ahLst/>
              <a:cxnLst/>
              <a:rect l="l" t="t" r="r" b="b"/>
              <a:pathLst>
                <a:path w="6642" h="22300" extrusionOk="0">
                  <a:moveTo>
                    <a:pt x="6248" y="58"/>
                  </a:moveTo>
                  <a:lnTo>
                    <a:pt x="6248" y="58"/>
                  </a:lnTo>
                  <a:cubicBezTo>
                    <a:pt x="6262" y="64"/>
                    <a:pt x="6270" y="73"/>
                    <a:pt x="6268" y="73"/>
                  </a:cubicBezTo>
                  <a:cubicBezTo>
                    <a:pt x="6266" y="73"/>
                    <a:pt x="6260" y="69"/>
                    <a:pt x="6248" y="58"/>
                  </a:cubicBezTo>
                  <a:close/>
                  <a:moveTo>
                    <a:pt x="6046" y="462"/>
                  </a:moveTo>
                  <a:cubicBezTo>
                    <a:pt x="6073" y="478"/>
                    <a:pt x="6105" y="493"/>
                    <a:pt x="6140" y="502"/>
                  </a:cubicBezTo>
                  <a:lnTo>
                    <a:pt x="6090" y="502"/>
                  </a:lnTo>
                  <a:lnTo>
                    <a:pt x="6173" y="518"/>
                  </a:lnTo>
                  <a:lnTo>
                    <a:pt x="6173" y="518"/>
                  </a:lnTo>
                  <a:cubicBezTo>
                    <a:pt x="6120" y="1295"/>
                    <a:pt x="6032" y="2124"/>
                    <a:pt x="5965" y="2933"/>
                  </a:cubicBezTo>
                  <a:lnTo>
                    <a:pt x="5940" y="3284"/>
                  </a:lnTo>
                  <a:lnTo>
                    <a:pt x="5940" y="3484"/>
                  </a:lnTo>
                  <a:lnTo>
                    <a:pt x="5940" y="3659"/>
                  </a:lnTo>
                  <a:lnTo>
                    <a:pt x="5940" y="4336"/>
                  </a:lnTo>
                  <a:lnTo>
                    <a:pt x="5940" y="5715"/>
                  </a:lnTo>
                  <a:cubicBezTo>
                    <a:pt x="5940" y="7519"/>
                    <a:pt x="5890" y="9349"/>
                    <a:pt x="5915" y="11178"/>
                  </a:cubicBezTo>
                  <a:lnTo>
                    <a:pt x="5739" y="16542"/>
                  </a:lnTo>
                  <a:lnTo>
                    <a:pt x="5614" y="21955"/>
                  </a:lnTo>
                  <a:cubicBezTo>
                    <a:pt x="5589" y="21930"/>
                    <a:pt x="5614" y="21905"/>
                    <a:pt x="5589" y="21905"/>
                  </a:cubicBezTo>
                  <a:lnTo>
                    <a:pt x="5439" y="21855"/>
                  </a:lnTo>
                  <a:lnTo>
                    <a:pt x="5088" y="21805"/>
                  </a:lnTo>
                  <a:cubicBezTo>
                    <a:pt x="4837" y="21780"/>
                    <a:pt x="4612" y="21755"/>
                    <a:pt x="4386" y="21755"/>
                  </a:cubicBezTo>
                  <a:lnTo>
                    <a:pt x="3008" y="21655"/>
                  </a:lnTo>
                  <a:lnTo>
                    <a:pt x="471" y="21516"/>
                  </a:lnTo>
                  <a:lnTo>
                    <a:pt x="471" y="21516"/>
                  </a:lnTo>
                  <a:cubicBezTo>
                    <a:pt x="428" y="19833"/>
                    <a:pt x="452" y="18149"/>
                    <a:pt x="476" y="16441"/>
                  </a:cubicBezTo>
                  <a:cubicBezTo>
                    <a:pt x="551" y="14687"/>
                    <a:pt x="426" y="12933"/>
                    <a:pt x="526" y="11153"/>
                  </a:cubicBezTo>
                  <a:lnTo>
                    <a:pt x="752" y="5865"/>
                  </a:lnTo>
                  <a:cubicBezTo>
                    <a:pt x="800" y="4185"/>
                    <a:pt x="825" y="2483"/>
                    <a:pt x="805" y="802"/>
                  </a:cubicBezTo>
                  <a:lnTo>
                    <a:pt x="805" y="802"/>
                  </a:lnTo>
                  <a:cubicBezTo>
                    <a:pt x="2552" y="790"/>
                    <a:pt x="4299" y="649"/>
                    <a:pt x="6046" y="462"/>
                  </a:cubicBezTo>
                  <a:close/>
                  <a:moveTo>
                    <a:pt x="6090" y="0"/>
                  </a:moveTo>
                  <a:cubicBezTo>
                    <a:pt x="4261" y="201"/>
                    <a:pt x="2406" y="376"/>
                    <a:pt x="577" y="376"/>
                  </a:cubicBezTo>
                  <a:cubicBezTo>
                    <a:pt x="451" y="376"/>
                    <a:pt x="376" y="451"/>
                    <a:pt x="376" y="577"/>
                  </a:cubicBezTo>
                  <a:cubicBezTo>
                    <a:pt x="401" y="2331"/>
                    <a:pt x="376" y="4111"/>
                    <a:pt x="351" y="5865"/>
                  </a:cubicBezTo>
                  <a:cubicBezTo>
                    <a:pt x="351" y="7619"/>
                    <a:pt x="301" y="9399"/>
                    <a:pt x="276" y="11153"/>
                  </a:cubicBezTo>
                  <a:cubicBezTo>
                    <a:pt x="251" y="12908"/>
                    <a:pt x="25" y="14662"/>
                    <a:pt x="50" y="16441"/>
                  </a:cubicBezTo>
                  <a:cubicBezTo>
                    <a:pt x="0" y="18196"/>
                    <a:pt x="0" y="19975"/>
                    <a:pt x="25" y="21730"/>
                  </a:cubicBezTo>
                  <a:cubicBezTo>
                    <a:pt x="25" y="21855"/>
                    <a:pt x="125" y="21955"/>
                    <a:pt x="251" y="21955"/>
                  </a:cubicBezTo>
                  <a:lnTo>
                    <a:pt x="2983" y="22106"/>
                  </a:lnTo>
                  <a:lnTo>
                    <a:pt x="4361" y="22181"/>
                  </a:lnTo>
                  <a:cubicBezTo>
                    <a:pt x="4587" y="22181"/>
                    <a:pt x="4812" y="22206"/>
                    <a:pt x="5038" y="22231"/>
                  </a:cubicBezTo>
                  <a:lnTo>
                    <a:pt x="5363" y="22256"/>
                  </a:lnTo>
                  <a:lnTo>
                    <a:pt x="5539" y="22281"/>
                  </a:lnTo>
                  <a:cubicBezTo>
                    <a:pt x="5589" y="22294"/>
                    <a:pt x="5645" y="22300"/>
                    <a:pt x="5702" y="22300"/>
                  </a:cubicBezTo>
                  <a:cubicBezTo>
                    <a:pt x="5758" y="22300"/>
                    <a:pt x="5815" y="22294"/>
                    <a:pt x="5865" y="22281"/>
                  </a:cubicBezTo>
                  <a:cubicBezTo>
                    <a:pt x="6065" y="18622"/>
                    <a:pt x="6266" y="14888"/>
                    <a:pt x="6416" y="11178"/>
                  </a:cubicBezTo>
                  <a:cubicBezTo>
                    <a:pt x="6441" y="9349"/>
                    <a:pt x="6416" y="7519"/>
                    <a:pt x="6441" y="5690"/>
                  </a:cubicBezTo>
                  <a:lnTo>
                    <a:pt x="6416" y="4336"/>
                  </a:lnTo>
                  <a:lnTo>
                    <a:pt x="6416" y="3634"/>
                  </a:lnTo>
                  <a:lnTo>
                    <a:pt x="6416" y="3484"/>
                  </a:lnTo>
                  <a:lnTo>
                    <a:pt x="6416" y="3334"/>
                  </a:lnTo>
                  <a:lnTo>
                    <a:pt x="6441" y="2983"/>
                  </a:lnTo>
                  <a:cubicBezTo>
                    <a:pt x="6514" y="2081"/>
                    <a:pt x="6611" y="1227"/>
                    <a:pt x="6639" y="306"/>
                  </a:cubicBezTo>
                  <a:lnTo>
                    <a:pt x="6639" y="306"/>
                  </a:lnTo>
                  <a:cubicBezTo>
                    <a:pt x="6640" y="304"/>
                    <a:pt x="6641" y="303"/>
                    <a:pt x="6642" y="301"/>
                  </a:cubicBezTo>
                  <a:lnTo>
                    <a:pt x="6640" y="301"/>
                  </a:lnTo>
                  <a:lnTo>
                    <a:pt x="6640" y="301"/>
                  </a:lnTo>
                  <a:cubicBezTo>
                    <a:pt x="6640" y="276"/>
                    <a:pt x="6641" y="251"/>
                    <a:pt x="6642" y="226"/>
                  </a:cubicBezTo>
                  <a:lnTo>
                    <a:pt x="6191" y="176"/>
                  </a:lnTo>
                  <a:cubicBezTo>
                    <a:pt x="6216" y="75"/>
                    <a:pt x="6266" y="75"/>
                    <a:pt x="6316" y="75"/>
                  </a:cubicBezTo>
                  <a:lnTo>
                    <a:pt x="6341" y="75"/>
                  </a:lnTo>
                  <a:lnTo>
                    <a:pt x="6241" y="50"/>
                  </a:lnTo>
                  <a:cubicBezTo>
                    <a:pt x="6216" y="25"/>
                    <a:pt x="6140" y="0"/>
                    <a:pt x="609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670" name="Google Shape;5670;p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87" y="1497541"/>
            <a:ext cx="8838425" cy="214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5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5" name="Google Shape;5675;p193"/>
          <p:cNvSpPr txBox="1">
            <a:spLocks noGrp="1"/>
          </p:cNvSpPr>
          <p:nvPr>
            <p:ph type="title"/>
          </p:nvPr>
        </p:nvSpPr>
        <p:spPr>
          <a:xfrm>
            <a:off x="3168000" y="1478819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Wait!</a:t>
            </a:r>
            <a:endParaRPr/>
          </a:p>
        </p:txBody>
      </p:sp>
      <p:sp>
        <p:nvSpPr>
          <p:cNvPr id="5676" name="Google Shape;5676;p193"/>
          <p:cNvSpPr txBox="1">
            <a:spLocks noGrp="1"/>
          </p:cNvSpPr>
          <p:nvPr>
            <p:ph type="body" idx="1"/>
          </p:nvPr>
        </p:nvSpPr>
        <p:spPr>
          <a:xfrm>
            <a:off x="3168000" y="2469364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300"/>
              <a:t>There are some more Arithmetic Operators in Python</a:t>
            </a:r>
            <a:endParaRPr sz="2300"/>
          </a:p>
        </p:txBody>
      </p:sp>
      <p:grpSp>
        <p:nvGrpSpPr>
          <p:cNvPr id="5677" name="Google Shape;5677;p193"/>
          <p:cNvGrpSpPr/>
          <p:nvPr/>
        </p:nvGrpSpPr>
        <p:grpSpPr>
          <a:xfrm rot="-2245815">
            <a:off x="720013" y="3642370"/>
            <a:ext cx="1749439" cy="557955"/>
            <a:chOff x="3697288" y="914400"/>
            <a:chExt cx="1749426" cy="557950"/>
          </a:xfrm>
        </p:grpSpPr>
        <p:sp>
          <p:nvSpPr>
            <p:cNvPr id="5678" name="Google Shape;5678;p193"/>
            <p:cNvSpPr/>
            <p:nvPr/>
          </p:nvSpPr>
          <p:spPr>
            <a:xfrm>
              <a:off x="4940265" y="918872"/>
              <a:ext cx="506448" cy="506746"/>
            </a:xfrm>
            <a:custGeom>
              <a:avLst/>
              <a:gdLst/>
              <a:ahLst/>
              <a:cxnLst/>
              <a:rect l="l" t="t" r="r" b="b"/>
              <a:pathLst>
                <a:path w="6795" h="6799" extrusionOk="0">
                  <a:moveTo>
                    <a:pt x="294" y="0"/>
                  </a:moveTo>
                  <a:cubicBezTo>
                    <a:pt x="127" y="0"/>
                    <a:pt x="1" y="243"/>
                    <a:pt x="186" y="336"/>
                  </a:cubicBezTo>
                  <a:lnTo>
                    <a:pt x="5716" y="2994"/>
                  </a:lnTo>
                  <a:lnTo>
                    <a:pt x="6214" y="3234"/>
                  </a:lnTo>
                  <a:lnTo>
                    <a:pt x="1204" y="6048"/>
                  </a:lnTo>
                  <a:lnTo>
                    <a:pt x="444" y="6473"/>
                  </a:lnTo>
                  <a:cubicBezTo>
                    <a:pt x="320" y="6611"/>
                    <a:pt x="421" y="6799"/>
                    <a:pt x="577" y="6799"/>
                  </a:cubicBezTo>
                  <a:cubicBezTo>
                    <a:pt x="593" y="6799"/>
                    <a:pt x="610" y="6797"/>
                    <a:pt x="627" y="6792"/>
                  </a:cubicBezTo>
                  <a:lnTo>
                    <a:pt x="5928" y="3800"/>
                  </a:lnTo>
                  <a:lnTo>
                    <a:pt x="6688" y="3359"/>
                  </a:lnTo>
                  <a:cubicBezTo>
                    <a:pt x="6794" y="3298"/>
                    <a:pt x="6794" y="3131"/>
                    <a:pt x="6688" y="3055"/>
                  </a:cubicBezTo>
                  <a:lnTo>
                    <a:pt x="1158" y="397"/>
                  </a:lnTo>
                  <a:lnTo>
                    <a:pt x="368" y="17"/>
                  </a:lnTo>
                  <a:cubicBezTo>
                    <a:pt x="343" y="5"/>
                    <a:pt x="318" y="0"/>
                    <a:pt x="2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193"/>
            <p:cNvSpPr/>
            <p:nvPr/>
          </p:nvSpPr>
          <p:spPr>
            <a:xfrm>
              <a:off x="5271114" y="1084259"/>
              <a:ext cx="160841" cy="155177"/>
            </a:xfrm>
            <a:custGeom>
              <a:avLst/>
              <a:gdLst/>
              <a:ahLst/>
              <a:cxnLst/>
              <a:rect l="l" t="t" r="r" b="b"/>
              <a:pathLst>
                <a:path w="2158" h="2082" extrusionOk="0">
                  <a:moveTo>
                    <a:pt x="92" y="1"/>
                  </a:moveTo>
                  <a:lnTo>
                    <a:pt x="92" y="1"/>
                  </a:lnTo>
                  <a:cubicBezTo>
                    <a:pt x="1" y="700"/>
                    <a:pt x="46" y="1398"/>
                    <a:pt x="229" y="2082"/>
                  </a:cubicBezTo>
                  <a:lnTo>
                    <a:pt x="2158" y="988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193"/>
            <p:cNvSpPr/>
            <p:nvPr/>
          </p:nvSpPr>
          <p:spPr>
            <a:xfrm>
              <a:off x="5257549" y="1070695"/>
              <a:ext cx="189163" cy="181859"/>
            </a:xfrm>
            <a:custGeom>
              <a:avLst/>
              <a:gdLst/>
              <a:ahLst/>
              <a:cxnLst/>
              <a:rect l="l" t="t" r="r" b="b"/>
              <a:pathLst>
                <a:path w="2538" h="2440" extrusionOk="0">
                  <a:moveTo>
                    <a:pt x="426" y="466"/>
                  </a:moveTo>
                  <a:lnTo>
                    <a:pt x="1942" y="1192"/>
                  </a:lnTo>
                  <a:lnTo>
                    <a:pt x="1942" y="1192"/>
                  </a:lnTo>
                  <a:lnTo>
                    <a:pt x="562" y="1975"/>
                  </a:lnTo>
                  <a:lnTo>
                    <a:pt x="536" y="1990"/>
                  </a:lnTo>
                  <a:lnTo>
                    <a:pt x="536" y="1990"/>
                  </a:lnTo>
                  <a:cubicBezTo>
                    <a:pt x="423" y="1488"/>
                    <a:pt x="386" y="978"/>
                    <a:pt x="426" y="466"/>
                  </a:cubicBezTo>
                  <a:close/>
                  <a:moveTo>
                    <a:pt x="274" y="0"/>
                  </a:moveTo>
                  <a:cubicBezTo>
                    <a:pt x="254" y="4"/>
                    <a:pt x="236" y="10"/>
                    <a:pt x="218" y="18"/>
                  </a:cubicBezTo>
                  <a:lnTo>
                    <a:pt x="218" y="18"/>
                  </a:lnTo>
                  <a:cubicBezTo>
                    <a:pt x="178" y="30"/>
                    <a:pt x="143" y="56"/>
                    <a:pt x="122" y="92"/>
                  </a:cubicBezTo>
                  <a:cubicBezTo>
                    <a:pt x="115" y="105"/>
                    <a:pt x="110" y="118"/>
                    <a:pt x="107" y="132"/>
                  </a:cubicBezTo>
                  <a:lnTo>
                    <a:pt x="107" y="132"/>
                  </a:lnTo>
                  <a:cubicBezTo>
                    <a:pt x="100" y="148"/>
                    <a:pt x="94" y="165"/>
                    <a:pt x="92" y="183"/>
                  </a:cubicBezTo>
                  <a:cubicBezTo>
                    <a:pt x="0" y="897"/>
                    <a:pt x="46" y="1611"/>
                    <a:pt x="243" y="2310"/>
                  </a:cubicBezTo>
                  <a:cubicBezTo>
                    <a:pt x="266" y="2387"/>
                    <a:pt x="336" y="2440"/>
                    <a:pt x="413" y="2440"/>
                  </a:cubicBezTo>
                  <a:cubicBezTo>
                    <a:pt x="442" y="2440"/>
                    <a:pt x="473" y="2432"/>
                    <a:pt x="502" y="2416"/>
                  </a:cubicBezTo>
                  <a:lnTo>
                    <a:pt x="2188" y="1474"/>
                  </a:lnTo>
                  <a:lnTo>
                    <a:pt x="2431" y="1337"/>
                  </a:lnTo>
                  <a:cubicBezTo>
                    <a:pt x="2537" y="1261"/>
                    <a:pt x="2537" y="1094"/>
                    <a:pt x="2431" y="1018"/>
                  </a:cubicBezTo>
                  <a:lnTo>
                    <a:pt x="623" y="152"/>
                  </a:lnTo>
                  <a:lnTo>
                    <a:pt x="365" y="31"/>
                  </a:lnTo>
                  <a:cubicBezTo>
                    <a:pt x="361" y="29"/>
                    <a:pt x="356" y="27"/>
                    <a:pt x="352" y="25"/>
                  </a:cubicBezTo>
                  <a:lnTo>
                    <a:pt x="352" y="25"/>
                  </a:lnTo>
                  <a:cubicBezTo>
                    <a:pt x="328" y="13"/>
                    <a:pt x="302" y="4"/>
                    <a:pt x="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193"/>
            <p:cNvSpPr/>
            <p:nvPr/>
          </p:nvSpPr>
          <p:spPr>
            <a:xfrm>
              <a:off x="3710852" y="927294"/>
              <a:ext cx="1299921" cy="531938"/>
            </a:xfrm>
            <a:custGeom>
              <a:avLst/>
              <a:gdLst/>
              <a:ahLst/>
              <a:cxnLst/>
              <a:rect l="l" t="t" r="r" b="b"/>
              <a:pathLst>
                <a:path w="17441" h="7137" extrusionOk="0">
                  <a:moveTo>
                    <a:pt x="12789" y="0"/>
                  </a:moveTo>
                  <a:cubicBezTo>
                    <a:pt x="8515" y="0"/>
                    <a:pt x="4000" y="193"/>
                    <a:pt x="1" y="193"/>
                  </a:cubicBezTo>
                  <a:lnTo>
                    <a:pt x="1" y="208"/>
                  </a:lnTo>
                  <a:cubicBezTo>
                    <a:pt x="1" y="1514"/>
                    <a:pt x="138" y="4492"/>
                    <a:pt x="183" y="5859"/>
                  </a:cubicBezTo>
                  <a:cubicBezTo>
                    <a:pt x="219" y="7061"/>
                    <a:pt x="516" y="7107"/>
                    <a:pt x="1600" y="7107"/>
                  </a:cubicBezTo>
                  <a:cubicBezTo>
                    <a:pt x="1689" y="7107"/>
                    <a:pt x="1784" y="7107"/>
                    <a:pt x="1884" y="7107"/>
                  </a:cubicBezTo>
                  <a:cubicBezTo>
                    <a:pt x="2120" y="7107"/>
                    <a:pt x="2387" y="7108"/>
                    <a:pt x="2690" y="7120"/>
                  </a:cubicBezTo>
                  <a:cubicBezTo>
                    <a:pt x="3042" y="7131"/>
                    <a:pt x="3375" y="7136"/>
                    <a:pt x="3693" y="7136"/>
                  </a:cubicBezTo>
                  <a:cubicBezTo>
                    <a:pt x="5473" y="7136"/>
                    <a:pt x="6781" y="6983"/>
                    <a:pt x="8341" y="6983"/>
                  </a:cubicBezTo>
                  <a:cubicBezTo>
                    <a:pt x="8586" y="6958"/>
                    <a:pt x="9008" y="6950"/>
                    <a:pt x="9539" y="6950"/>
                  </a:cubicBezTo>
                  <a:cubicBezTo>
                    <a:pt x="10332" y="6950"/>
                    <a:pt x="11366" y="6967"/>
                    <a:pt x="12415" y="6967"/>
                  </a:cubicBezTo>
                  <a:cubicBezTo>
                    <a:pt x="14454" y="6967"/>
                    <a:pt x="16548" y="6903"/>
                    <a:pt x="17031" y="6527"/>
                  </a:cubicBezTo>
                  <a:cubicBezTo>
                    <a:pt x="17441" y="6208"/>
                    <a:pt x="17031" y="1256"/>
                    <a:pt x="16772" y="71"/>
                  </a:cubicBezTo>
                  <a:cubicBezTo>
                    <a:pt x="15485" y="20"/>
                    <a:pt x="14149" y="0"/>
                    <a:pt x="127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193"/>
            <p:cNvSpPr/>
            <p:nvPr/>
          </p:nvSpPr>
          <p:spPr>
            <a:xfrm>
              <a:off x="3697288" y="914400"/>
              <a:ext cx="1314604" cy="557950"/>
            </a:xfrm>
            <a:custGeom>
              <a:avLst/>
              <a:gdLst/>
              <a:ahLst/>
              <a:cxnLst/>
              <a:rect l="l" t="t" r="r" b="b"/>
              <a:pathLst>
                <a:path w="17638" h="7486" extrusionOk="0">
                  <a:moveTo>
                    <a:pt x="12885" y="365"/>
                  </a:moveTo>
                  <a:cubicBezTo>
                    <a:pt x="13036" y="365"/>
                    <a:pt x="13187" y="365"/>
                    <a:pt x="13339" y="366"/>
                  </a:cubicBezTo>
                  <a:cubicBezTo>
                    <a:pt x="14485" y="366"/>
                    <a:pt x="15646" y="393"/>
                    <a:pt x="16793" y="422"/>
                  </a:cubicBezTo>
                  <a:lnTo>
                    <a:pt x="16793" y="422"/>
                  </a:lnTo>
                  <a:cubicBezTo>
                    <a:pt x="16934" y="1203"/>
                    <a:pt x="17032" y="1985"/>
                    <a:pt x="17076" y="2766"/>
                  </a:cubicBezTo>
                  <a:cubicBezTo>
                    <a:pt x="17167" y="3753"/>
                    <a:pt x="17213" y="4756"/>
                    <a:pt x="17197" y="5743"/>
                  </a:cubicBezTo>
                  <a:cubicBezTo>
                    <a:pt x="17197" y="6017"/>
                    <a:pt x="17167" y="6290"/>
                    <a:pt x="17106" y="6564"/>
                  </a:cubicBezTo>
                  <a:cubicBezTo>
                    <a:pt x="17061" y="6594"/>
                    <a:pt x="17015" y="6624"/>
                    <a:pt x="16969" y="6640"/>
                  </a:cubicBezTo>
                  <a:cubicBezTo>
                    <a:pt x="16848" y="6685"/>
                    <a:pt x="16726" y="6716"/>
                    <a:pt x="16620" y="6746"/>
                  </a:cubicBezTo>
                  <a:cubicBezTo>
                    <a:pt x="15785" y="6928"/>
                    <a:pt x="14903" y="6928"/>
                    <a:pt x="14053" y="6959"/>
                  </a:cubicBezTo>
                  <a:cubicBezTo>
                    <a:pt x="13610" y="6972"/>
                    <a:pt x="13167" y="6976"/>
                    <a:pt x="12724" y="6976"/>
                  </a:cubicBezTo>
                  <a:cubicBezTo>
                    <a:pt x="12118" y="6976"/>
                    <a:pt x="11513" y="6967"/>
                    <a:pt x="10908" y="6959"/>
                  </a:cubicBezTo>
                  <a:cubicBezTo>
                    <a:pt x="10452" y="6959"/>
                    <a:pt x="9991" y="6942"/>
                    <a:pt x="9531" y="6942"/>
                  </a:cubicBezTo>
                  <a:cubicBezTo>
                    <a:pt x="9224" y="6942"/>
                    <a:pt x="8918" y="6950"/>
                    <a:pt x="8614" y="6974"/>
                  </a:cubicBezTo>
                  <a:cubicBezTo>
                    <a:pt x="8022" y="7019"/>
                    <a:pt x="7414" y="7004"/>
                    <a:pt x="6822" y="7035"/>
                  </a:cubicBezTo>
                  <a:cubicBezTo>
                    <a:pt x="6123" y="7065"/>
                    <a:pt x="5424" y="7111"/>
                    <a:pt x="4725" y="7126"/>
                  </a:cubicBezTo>
                  <a:cubicBezTo>
                    <a:pt x="4567" y="7129"/>
                    <a:pt x="4409" y="7130"/>
                    <a:pt x="4250" y="7130"/>
                  </a:cubicBezTo>
                  <a:cubicBezTo>
                    <a:pt x="3614" y="7130"/>
                    <a:pt x="2972" y="7111"/>
                    <a:pt x="2340" y="7111"/>
                  </a:cubicBezTo>
                  <a:cubicBezTo>
                    <a:pt x="2113" y="7111"/>
                    <a:pt x="1869" y="7128"/>
                    <a:pt x="1628" y="7128"/>
                  </a:cubicBezTo>
                  <a:cubicBezTo>
                    <a:pt x="1418" y="7128"/>
                    <a:pt x="1210" y="7115"/>
                    <a:pt x="1019" y="7065"/>
                  </a:cubicBezTo>
                  <a:cubicBezTo>
                    <a:pt x="699" y="6989"/>
                    <a:pt x="608" y="6746"/>
                    <a:pt x="578" y="6457"/>
                  </a:cubicBezTo>
                  <a:cubicBezTo>
                    <a:pt x="502" y="5956"/>
                    <a:pt x="517" y="5424"/>
                    <a:pt x="502" y="4923"/>
                  </a:cubicBezTo>
                  <a:cubicBezTo>
                    <a:pt x="456" y="3647"/>
                    <a:pt x="396" y="2371"/>
                    <a:pt x="380" y="1095"/>
                  </a:cubicBezTo>
                  <a:cubicBezTo>
                    <a:pt x="380" y="924"/>
                    <a:pt x="372" y="745"/>
                    <a:pt x="368" y="563"/>
                  </a:cubicBezTo>
                  <a:lnTo>
                    <a:pt x="368" y="563"/>
                  </a:lnTo>
                  <a:cubicBezTo>
                    <a:pt x="4545" y="557"/>
                    <a:pt x="8708" y="365"/>
                    <a:pt x="12885" y="365"/>
                  </a:cubicBezTo>
                  <a:close/>
                  <a:moveTo>
                    <a:pt x="13086" y="0"/>
                  </a:moveTo>
                  <a:cubicBezTo>
                    <a:pt x="9980" y="0"/>
                    <a:pt x="6870" y="99"/>
                    <a:pt x="3768" y="153"/>
                  </a:cubicBezTo>
                  <a:cubicBezTo>
                    <a:pt x="2568" y="183"/>
                    <a:pt x="1383" y="199"/>
                    <a:pt x="183" y="199"/>
                  </a:cubicBezTo>
                  <a:cubicBezTo>
                    <a:pt x="137" y="215"/>
                    <a:pt x="104" y="245"/>
                    <a:pt x="84" y="281"/>
                  </a:cubicBezTo>
                  <a:lnTo>
                    <a:pt x="84" y="281"/>
                  </a:lnTo>
                  <a:cubicBezTo>
                    <a:pt x="47" y="302"/>
                    <a:pt x="17" y="335"/>
                    <a:pt x="1" y="381"/>
                  </a:cubicBezTo>
                  <a:cubicBezTo>
                    <a:pt x="1" y="1626"/>
                    <a:pt x="61" y="2887"/>
                    <a:pt x="107" y="4133"/>
                  </a:cubicBezTo>
                  <a:cubicBezTo>
                    <a:pt x="137" y="4726"/>
                    <a:pt x="153" y="5333"/>
                    <a:pt x="183" y="5926"/>
                  </a:cubicBezTo>
                  <a:cubicBezTo>
                    <a:pt x="198" y="6305"/>
                    <a:pt x="183" y="6776"/>
                    <a:pt x="426" y="7111"/>
                  </a:cubicBezTo>
                  <a:cubicBezTo>
                    <a:pt x="639" y="7384"/>
                    <a:pt x="988" y="7445"/>
                    <a:pt x="1307" y="7460"/>
                  </a:cubicBezTo>
                  <a:cubicBezTo>
                    <a:pt x="1532" y="7471"/>
                    <a:pt x="1758" y="7474"/>
                    <a:pt x="1985" y="7474"/>
                  </a:cubicBezTo>
                  <a:cubicBezTo>
                    <a:pt x="2234" y="7474"/>
                    <a:pt x="2483" y="7471"/>
                    <a:pt x="2730" y="7471"/>
                  </a:cubicBezTo>
                  <a:cubicBezTo>
                    <a:pt x="2869" y="7471"/>
                    <a:pt x="3008" y="7472"/>
                    <a:pt x="3145" y="7475"/>
                  </a:cubicBezTo>
                  <a:cubicBezTo>
                    <a:pt x="3381" y="7482"/>
                    <a:pt x="3616" y="7485"/>
                    <a:pt x="3851" y="7485"/>
                  </a:cubicBezTo>
                  <a:cubicBezTo>
                    <a:pt x="5146" y="7485"/>
                    <a:pt x="6434" y="7392"/>
                    <a:pt x="7733" y="7354"/>
                  </a:cubicBezTo>
                  <a:cubicBezTo>
                    <a:pt x="8440" y="7331"/>
                    <a:pt x="9147" y="7325"/>
                    <a:pt x="9854" y="7325"/>
                  </a:cubicBezTo>
                  <a:cubicBezTo>
                    <a:pt x="10626" y="7325"/>
                    <a:pt x="11398" y="7332"/>
                    <a:pt x="12168" y="7332"/>
                  </a:cubicBezTo>
                  <a:cubicBezTo>
                    <a:pt x="12599" y="7332"/>
                    <a:pt x="13030" y="7330"/>
                    <a:pt x="13460" y="7323"/>
                  </a:cubicBezTo>
                  <a:cubicBezTo>
                    <a:pt x="14432" y="7323"/>
                    <a:pt x="15405" y="7262"/>
                    <a:pt x="16377" y="7141"/>
                  </a:cubicBezTo>
                  <a:cubicBezTo>
                    <a:pt x="16666" y="7111"/>
                    <a:pt x="16954" y="7035"/>
                    <a:pt x="17228" y="6913"/>
                  </a:cubicBezTo>
                  <a:cubicBezTo>
                    <a:pt x="17410" y="6792"/>
                    <a:pt x="17516" y="6579"/>
                    <a:pt x="17516" y="6366"/>
                  </a:cubicBezTo>
                  <a:cubicBezTo>
                    <a:pt x="17638" y="5470"/>
                    <a:pt x="17562" y="4513"/>
                    <a:pt x="17501" y="3601"/>
                  </a:cubicBezTo>
                  <a:cubicBezTo>
                    <a:pt x="17440" y="2614"/>
                    <a:pt x="17349" y="1626"/>
                    <a:pt x="17197" y="639"/>
                  </a:cubicBezTo>
                  <a:cubicBezTo>
                    <a:pt x="17182" y="487"/>
                    <a:pt x="17152" y="350"/>
                    <a:pt x="17121" y="199"/>
                  </a:cubicBezTo>
                  <a:cubicBezTo>
                    <a:pt x="17106" y="123"/>
                    <a:pt x="17030" y="77"/>
                    <a:pt x="16954" y="62"/>
                  </a:cubicBezTo>
                  <a:cubicBezTo>
                    <a:pt x="15666" y="17"/>
                    <a:pt x="14376" y="0"/>
                    <a:pt x="13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193"/>
            <p:cNvSpPr/>
            <p:nvPr/>
          </p:nvSpPr>
          <p:spPr>
            <a:xfrm>
              <a:off x="3718827" y="1182791"/>
              <a:ext cx="1273835" cy="13639"/>
            </a:xfrm>
            <a:custGeom>
              <a:avLst/>
              <a:gdLst/>
              <a:ahLst/>
              <a:cxnLst/>
              <a:rect l="l" t="t" r="r" b="b"/>
              <a:pathLst>
                <a:path w="17091" h="183" fill="none" extrusionOk="0">
                  <a:moveTo>
                    <a:pt x="0" y="107"/>
                  </a:moveTo>
                  <a:cubicBezTo>
                    <a:pt x="6487" y="183"/>
                    <a:pt x="11531" y="0"/>
                    <a:pt x="17091" y="0"/>
                  </a:cubicBezTo>
                </a:path>
              </a:pathLst>
            </a:custGeom>
            <a:solidFill>
              <a:schemeClr val="dk2"/>
            </a:solidFill>
            <a:ln w="61900" cap="flat" cmpd="sng">
              <a:solidFill>
                <a:schemeClr val="dk2"/>
              </a:solidFill>
              <a:prstDash val="solid"/>
              <a:miter lim="15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4" name="Google Shape;5684;p193"/>
          <p:cNvGrpSpPr/>
          <p:nvPr/>
        </p:nvGrpSpPr>
        <p:grpSpPr>
          <a:xfrm>
            <a:off x="365925" y="252625"/>
            <a:ext cx="1199746" cy="1130279"/>
            <a:chOff x="365925" y="252625"/>
            <a:chExt cx="1199746" cy="1130279"/>
          </a:xfrm>
        </p:grpSpPr>
        <p:sp>
          <p:nvSpPr>
            <p:cNvPr id="5685" name="Google Shape;5685;p193"/>
            <p:cNvSpPr/>
            <p:nvPr/>
          </p:nvSpPr>
          <p:spPr>
            <a:xfrm>
              <a:off x="1114864" y="885316"/>
              <a:ext cx="167704" cy="158851"/>
            </a:xfrm>
            <a:custGeom>
              <a:avLst/>
              <a:gdLst/>
              <a:ahLst/>
              <a:cxnLst/>
              <a:rect l="l" t="t" r="r" b="b"/>
              <a:pathLst>
                <a:path w="2728" h="2584" extrusionOk="0">
                  <a:moveTo>
                    <a:pt x="1500" y="1"/>
                  </a:moveTo>
                  <a:cubicBezTo>
                    <a:pt x="1446" y="1"/>
                    <a:pt x="1391" y="3"/>
                    <a:pt x="1334" y="8"/>
                  </a:cubicBezTo>
                  <a:cubicBezTo>
                    <a:pt x="828" y="45"/>
                    <a:pt x="149" y="539"/>
                    <a:pt x="75" y="1218"/>
                  </a:cubicBezTo>
                  <a:cubicBezTo>
                    <a:pt x="1" y="1650"/>
                    <a:pt x="482" y="2428"/>
                    <a:pt x="1124" y="2539"/>
                  </a:cubicBezTo>
                  <a:cubicBezTo>
                    <a:pt x="1212" y="2568"/>
                    <a:pt x="1306" y="2584"/>
                    <a:pt x="1402" y="2584"/>
                  </a:cubicBezTo>
                  <a:cubicBezTo>
                    <a:pt x="1507" y="2584"/>
                    <a:pt x="1613" y="2565"/>
                    <a:pt x="1716" y="2526"/>
                  </a:cubicBezTo>
                  <a:lnTo>
                    <a:pt x="1704" y="2526"/>
                  </a:lnTo>
                  <a:cubicBezTo>
                    <a:pt x="1902" y="2465"/>
                    <a:pt x="2099" y="2366"/>
                    <a:pt x="2272" y="2230"/>
                  </a:cubicBezTo>
                  <a:lnTo>
                    <a:pt x="2272" y="2230"/>
                  </a:lnTo>
                  <a:cubicBezTo>
                    <a:pt x="2262" y="2240"/>
                    <a:pt x="2258" y="2244"/>
                    <a:pt x="2260" y="2244"/>
                  </a:cubicBezTo>
                  <a:cubicBezTo>
                    <a:pt x="2266" y="2244"/>
                    <a:pt x="2351" y="2176"/>
                    <a:pt x="2420" y="2107"/>
                  </a:cubicBezTo>
                  <a:cubicBezTo>
                    <a:pt x="2445" y="2057"/>
                    <a:pt x="2482" y="2020"/>
                    <a:pt x="2494" y="1971"/>
                  </a:cubicBezTo>
                  <a:cubicBezTo>
                    <a:pt x="2630" y="1749"/>
                    <a:pt x="2704" y="1489"/>
                    <a:pt x="2716" y="1230"/>
                  </a:cubicBezTo>
                  <a:cubicBezTo>
                    <a:pt x="2728" y="491"/>
                    <a:pt x="2275" y="1"/>
                    <a:pt x="15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193"/>
            <p:cNvSpPr/>
            <p:nvPr/>
          </p:nvSpPr>
          <p:spPr>
            <a:xfrm>
              <a:off x="597375" y="406433"/>
              <a:ext cx="151044" cy="131126"/>
            </a:xfrm>
            <a:custGeom>
              <a:avLst/>
              <a:gdLst/>
              <a:ahLst/>
              <a:cxnLst/>
              <a:rect l="l" t="t" r="r" b="b"/>
              <a:pathLst>
                <a:path w="2457" h="2133" extrusionOk="0">
                  <a:moveTo>
                    <a:pt x="1620" y="1"/>
                  </a:moveTo>
                  <a:cubicBezTo>
                    <a:pt x="1569" y="1"/>
                    <a:pt x="1519" y="3"/>
                    <a:pt x="1469" y="9"/>
                  </a:cubicBezTo>
                  <a:lnTo>
                    <a:pt x="1420" y="9"/>
                  </a:lnTo>
                  <a:cubicBezTo>
                    <a:pt x="1395" y="9"/>
                    <a:pt x="1383" y="9"/>
                    <a:pt x="1358" y="22"/>
                  </a:cubicBezTo>
                  <a:lnTo>
                    <a:pt x="1383" y="9"/>
                  </a:lnTo>
                  <a:lnTo>
                    <a:pt x="1383" y="9"/>
                  </a:lnTo>
                  <a:cubicBezTo>
                    <a:pt x="1358" y="22"/>
                    <a:pt x="1308" y="34"/>
                    <a:pt x="1284" y="46"/>
                  </a:cubicBezTo>
                  <a:lnTo>
                    <a:pt x="1271" y="46"/>
                  </a:lnTo>
                  <a:cubicBezTo>
                    <a:pt x="593" y="281"/>
                    <a:pt x="0" y="1145"/>
                    <a:pt x="185" y="1614"/>
                  </a:cubicBezTo>
                  <a:cubicBezTo>
                    <a:pt x="370" y="2071"/>
                    <a:pt x="593" y="2120"/>
                    <a:pt x="1062" y="2132"/>
                  </a:cubicBezTo>
                  <a:cubicBezTo>
                    <a:pt x="1068" y="2132"/>
                    <a:pt x="1074" y="2133"/>
                    <a:pt x="1081" y="2133"/>
                  </a:cubicBezTo>
                  <a:cubicBezTo>
                    <a:pt x="1606" y="2133"/>
                    <a:pt x="2175" y="1633"/>
                    <a:pt x="2345" y="1132"/>
                  </a:cubicBezTo>
                  <a:cubicBezTo>
                    <a:pt x="2456" y="824"/>
                    <a:pt x="2419" y="491"/>
                    <a:pt x="2247" y="219"/>
                  </a:cubicBezTo>
                  <a:cubicBezTo>
                    <a:pt x="2163" y="83"/>
                    <a:pt x="1895" y="1"/>
                    <a:pt x="16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193"/>
            <p:cNvSpPr/>
            <p:nvPr/>
          </p:nvSpPr>
          <p:spPr>
            <a:xfrm>
              <a:off x="1089045" y="567372"/>
              <a:ext cx="157929" cy="130266"/>
            </a:xfrm>
            <a:custGeom>
              <a:avLst/>
              <a:gdLst/>
              <a:ahLst/>
              <a:cxnLst/>
              <a:rect l="l" t="t" r="r" b="b"/>
              <a:pathLst>
                <a:path w="2569" h="2119" extrusionOk="0">
                  <a:moveTo>
                    <a:pt x="1249" y="0"/>
                  </a:moveTo>
                  <a:cubicBezTo>
                    <a:pt x="1113" y="0"/>
                    <a:pt x="976" y="19"/>
                    <a:pt x="840" y="57"/>
                  </a:cubicBezTo>
                  <a:cubicBezTo>
                    <a:pt x="507" y="193"/>
                    <a:pt x="223" y="465"/>
                    <a:pt x="75" y="798"/>
                  </a:cubicBezTo>
                  <a:cubicBezTo>
                    <a:pt x="13" y="971"/>
                    <a:pt x="1" y="1156"/>
                    <a:pt x="38" y="1341"/>
                  </a:cubicBezTo>
                  <a:cubicBezTo>
                    <a:pt x="50" y="1477"/>
                    <a:pt x="112" y="1600"/>
                    <a:pt x="198" y="1712"/>
                  </a:cubicBezTo>
                  <a:lnTo>
                    <a:pt x="211" y="1724"/>
                  </a:lnTo>
                  <a:cubicBezTo>
                    <a:pt x="248" y="1761"/>
                    <a:pt x="285" y="1798"/>
                    <a:pt x="334" y="1835"/>
                  </a:cubicBezTo>
                  <a:cubicBezTo>
                    <a:pt x="408" y="1897"/>
                    <a:pt x="495" y="1946"/>
                    <a:pt x="581" y="1995"/>
                  </a:cubicBezTo>
                  <a:cubicBezTo>
                    <a:pt x="692" y="2057"/>
                    <a:pt x="828" y="2094"/>
                    <a:pt x="951" y="2119"/>
                  </a:cubicBezTo>
                  <a:cubicBezTo>
                    <a:pt x="976" y="2115"/>
                    <a:pt x="1004" y="2113"/>
                    <a:pt x="1031" y="2113"/>
                  </a:cubicBezTo>
                  <a:cubicBezTo>
                    <a:pt x="1087" y="2113"/>
                    <a:pt x="1145" y="2119"/>
                    <a:pt x="1186" y="2119"/>
                  </a:cubicBezTo>
                  <a:cubicBezTo>
                    <a:pt x="1359" y="2119"/>
                    <a:pt x="1532" y="2094"/>
                    <a:pt x="1704" y="2045"/>
                  </a:cubicBezTo>
                  <a:cubicBezTo>
                    <a:pt x="1964" y="1934"/>
                    <a:pt x="2420" y="1687"/>
                    <a:pt x="2531" y="1440"/>
                  </a:cubicBezTo>
                  <a:cubicBezTo>
                    <a:pt x="2531" y="1441"/>
                    <a:pt x="2532" y="1442"/>
                    <a:pt x="2532" y="1442"/>
                  </a:cubicBezTo>
                  <a:cubicBezTo>
                    <a:pt x="2536" y="1442"/>
                    <a:pt x="2556" y="1387"/>
                    <a:pt x="2556" y="1354"/>
                  </a:cubicBezTo>
                  <a:cubicBezTo>
                    <a:pt x="2568" y="1218"/>
                    <a:pt x="2568" y="1082"/>
                    <a:pt x="2556" y="946"/>
                  </a:cubicBezTo>
                  <a:cubicBezTo>
                    <a:pt x="2531" y="798"/>
                    <a:pt x="2470" y="650"/>
                    <a:pt x="2383" y="527"/>
                  </a:cubicBezTo>
                  <a:cubicBezTo>
                    <a:pt x="2092" y="188"/>
                    <a:pt x="1680" y="0"/>
                    <a:pt x="1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193"/>
            <p:cNvSpPr/>
            <p:nvPr/>
          </p:nvSpPr>
          <p:spPr>
            <a:xfrm>
              <a:off x="566208" y="672001"/>
              <a:ext cx="109364" cy="95901"/>
            </a:xfrm>
            <a:custGeom>
              <a:avLst/>
              <a:gdLst/>
              <a:ahLst/>
              <a:cxnLst/>
              <a:rect l="l" t="t" r="r" b="b"/>
              <a:pathLst>
                <a:path w="1779" h="1560" extrusionOk="0">
                  <a:moveTo>
                    <a:pt x="840" y="0"/>
                  </a:moveTo>
                  <a:cubicBezTo>
                    <a:pt x="770" y="0"/>
                    <a:pt x="700" y="7"/>
                    <a:pt x="630" y="22"/>
                  </a:cubicBezTo>
                  <a:cubicBezTo>
                    <a:pt x="495" y="59"/>
                    <a:pt x="371" y="121"/>
                    <a:pt x="273" y="207"/>
                  </a:cubicBezTo>
                  <a:cubicBezTo>
                    <a:pt x="137" y="343"/>
                    <a:pt x="38" y="516"/>
                    <a:pt x="1" y="701"/>
                  </a:cubicBezTo>
                  <a:lnTo>
                    <a:pt x="1" y="824"/>
                  </a:lnTo>
                  <a:cubicBezTo>
                    <a:pt x="1" y="842"/>
                    <a:pt x="7" y="938"/>
                    <a:pt x="6" y="955"/>
                  </a:cubicBezTo>
                  <a:lnTo>
                    <a:pt x="6" y="955"/>
                  </a:lnTo>
                  <a:cubicBezTo>
                    <a:pt x="5" y="945"/>
                    <a:pt x="3" y="934"/>
                    <a:pt x="1" y="923"/>
                  </a:cubicBezTo>
                  <a:lnTo>
                    <a:pt x="1" y="923"/>
                  </a:lnTo>
                  <a:cubicBezTo>
                    <a:pt x="4" y="948"/>
                    <a:pt x="5" y="958"/>
                    <a:pt x="6" y="958"/>
                  </a:cubicBezTo>
                  <a:cubicBezTo>
                    <a:pt x="6" y="958"/>
                    <a:pt x="6" y="957"/>
                    <a:pt x="6" y="955"/>
                  </a:cubicBezTo>
                  <a:lnTo>
                    <a:pt x="6" y="955"/>
                  </a:lnTo>
                  <a:cubicBezTo>
                    <a:pt x="17" y="1019"/>
                    <a:pt x="29" y="1082"/>
                    <a:pt x="50" y="1145"/>
                  </a:cubicBezTo>
                  <a:lnTo>
                    <a:pt x="50" y="1158"/>
                  </a:lnTo>
                  <a:cubicBezTo>
                    <a:pt x="87" y="1232"/>
                    <a:pt x="124" y="1293"/>
                    <a:pt x="186" y="1343"/>
                  </a:cubicBezTo>
                  <a:cubicBezTo>
                    <a:pt x="341" y="1494"/>
                    <a:pt x="545" y="1559"/>
                    <a:pt x="754" y="1559"/>
                  </a:cubicBezTo>
                  <a:cubicBezTo>
                    <a:pt x="1230" y="1559"/>
                    <a:pt x="1733" y="1221"/>
                    <a:pt x="1741" y="775"/>
                  </a:cubicBezTo>
                  <a:cubicBezTo>
                    <a:pt x="1778" y="590"/>
                    <a:pt x="1569" y="269"/>
                    <a:pt x="1482" y="207"/>
                  </a:cubicBezTo>
                  <a:cubicBezTo>
                    <a:pt x="1293" y="75"/>
                    <a:pt x="1068" y="0"/>
                    <a:pt x="8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193"/>
            <p:cNvSpPr/>
            <p:nvPr/>
          </p:nvSpPr>
          <p:spPr>
            <a:xfrm>
              <a:off x="392482" y="277461"/>
              <a:ext cx="1123886" cy="1079132"/>
            </a:xfrm>
            <a:custGeom>
              <a:avLst/>
              <a:gdLst/>
              <a:ahLst/>
              <a:cxnLst/>
              <a:rect l="l" t="t" r="r" b="b"/>
              <a:pathLst>
                <a:path w="18282" h="17554" extrusionOk="0">
                  <a:moveTo>
                    <a:pt x="8888" y="1187"/>
                  </a:moveTo>
                  <a:cubicBezTo>
                    <a:pt x="8966" y="1187"/>
                    <a:pt x="9044" y="1194"/>
                    <a:pt x="9122" y="1206"/>
                  </a:cubicBezTo>
                  <a:cubicBezTo>
                    <a:pt x="9468" y="1231"/>
                    <a:pt x="9789" y="1354"/>
                    <a:pt x="10048" y="1564"/>
                  </a:cubicBezTo>
                  <a:cubicBezTo>
                    <a:pt x="10369" y="1836"/>
                    <a:pt x="10579" y="2231"/>
                    <a:pt x="10628" y="2638"/>
                  </a:cubicBezTo>
                  <a:cubicBezTo>
                    <a:pt x="10653" y="3008"/>
                    <a:pt x="10554" y="3379"/>
                    <a:pt x="10344" y="3687"/>
                  </a:cubicBezTo>
                  <a:cubicBezTo>
                    <a:pt x="10073" y="4033"/>
                    <a:pt x="9703" y="4292"/>
                    <a:pt x="9295" y="4453"/>
                  </a:cubicBezTo>
                  <a:cubicBezTo>
                    <a:pt x="9067" y="4549"/>
                    <a:pt x="8812" y="4598"/>
                    <a:pt x="8556" y="4598"/>
                  </a:cubicBezTo>
                  <a:cubicBezTo>
                    <a:pt x="7897" y="4598"/>
                    <a:pt x="7234" y="4278"/>
                    <a:pt x="7012" y="3638"/>
                  </a:cubicBezTo>
                  <a:cubicBezTo>
                    <a:pt x="6876" y="3230"/>
                    <a:pt x="6888" y="2798"/>
                    <a:pt x="7061" y="2416"/>
                  </a:cubicBezTo>
                  <a:cubicBezTo>
                    <a:pt x="7271" y="2033"/>
                    <a:pt x="7579" y="1700"/>
                    <a:pt x="7950" y="1478"/>
                  </a:cubicBezTo>
                  <a:cubicBezTo>
                    <a:pt x="8036" y="1428"/>
                    <a:pt x="8135" y="1379"/>
                    <a:pt x="8221" y="1342"/>
                  </a:cubicBezTo>
                  <a:cubicBezTo>
                    <a:pt x="8433" y="1241"/>
                    <a:pt x="8659" y="1187"/>
                    <a:pt x="8888" y="1187"/>
                  </a:cubicBezTo>
                  <a:close/>
                  <a:moveTo>
                    <a:pt x="5098" y="1712"/>
                  </a:moveTo>
                  <a:cubicBezTo>
                    <a:pt x="5432" y="1712"/>
                    <a:pt x="5740" y="1873"/>
                    <a:pt x="5938" y="2144"/>
                  </a:cubicBezTo>
                  <a:cubicBezTo>
                    <a:pt x="6123" y="2477"/>
                    <a:pt x="6184" y="2873"/>
                    <a:pt x="6086" y="3243"/>
                  </a:cubicBezTo>
                  <a:cubicBezTo>
                    <a:pt x="5913" y="3811"/>
                    <a:pt x="5518" y="4280"/>
                    <a:pt x="4975" y="4514"/>
                  </a:cubicBezTo>
                  <a:cubicBezTo>
                    <a:pt x="4771" y="4594"/>
                    <a:pt x="4555" y="4635"/>
                    <a:pt x="4339" y="4635"/>
                  </a:cubicBezTo>
                  <a:cubicBezTo>
                    <a:pt x="4123" y="4635"/>
                    <a:pt x="3907" y="4594"/>
                    <a:pt x="3703" y="4514"/>
                  </a:cubicBezTo>
                  <a:cubicBezTo>
                    <a:pt x="3271" y="4329"/>
                    <a:pt x="3037" y="3700"/>
                    <a:pt x="3099" y="3477"/>
                  </a:cubicBezTo>
                  <a:cubicBezTo>
                    <a:pt x="3160" y="2687"/>
                    <a:pt x="3839" y="1984"/>
                    <a:pt x="4580" y="1762"/>
                  </a:cubicBezTo>
                  <a:cubicBezTo>
                    <a:pt x="4629" y="1749"/>
                    <a:pt x="4666" y="1749"/>
                    <a:pt x="4716" y="1749"/>
                  </a:cubicBezTo>
                  <a:cubicBezTo>
                    <a:pt x="4839" y="1712"/>
                    <a:pt x="4962" y="1712"/>
                    <a:pt x="5098" y="1712"/>
                  </a:cubicBezTo>
                  <a:close/>
                  <a:moveTo>
                    <a:pt x="12534" y="4309"/>
                  </a:moveTo>
                  <a:cubicBezTo>
                    <a:pt x="13285" y="4309"/>
                    <a:pt x="14109" y="4768"/>
                    <a:pt x="14270" y="5526"/>
                  </a:cubicBezTo>
                  <a:cubicBezTo>
                    <a:pt x="14381" y="6193"/>
                    <a:pt x="14233" y="6526"/>
                    <a:pt x="13665" y="6872"/>
                  </a:cubicBezTo>
                  <a:cubicBezTo>
                    <a:pt x="13591" y="6934"/>
                    <a:pt x="13492" y="6995"/>
                    <a:pt x="13393" y="7032"/>
                  </a:cubicBezTo>
                  <a:cubicBezTo>
                    <a:pt x="13261" y="7154"/>
                    <a:pt x="12860" y="7246"/>
                    <a:pt x="12485" y="7246"/>
                  </a:cubicBezTo>
                  <a:cubicBezTo>
                    <a:pt x="12442" y="7246"/>
                    <a:pt x="12399" y="7245"/>
                    <a:pt x="12356" y="7242"/>
                  </a:cubicBezTo>
                  <a:cubicBezTo>
                    <a:pt x="11998" y="7205"/>
                    <a:pt x="11665" y="7057"/>
                    <a:pt x="11394" y="6847"/>
                  </a:cubicBezTo>
                  <a:cubicBezTo>
                    <a:pt x="10999" y="6526"/>
                    <a:pt x="10826" y="5872"/>
                    <a:pt x="11073" y="5292"/>
                  </a:cubicBezTo>
                  <a:cubicBezTo>
                    <a:pt x="11320" y="4798"/>
                    <a:pt x="11801" y="4378"/>
                    <a:pt x="12369" y="4317"/>
                  </a:cubicBezTo>
                  <a:cubicBezTo>
                    <a:pt x="12423" y="4312"/>
                    <a:pt x="12479" y="4309"/>
                    <a:pt x="12534" y="4309"/>
                  </a:cubicBezTo>
                  <a:close/>
                  <a:moveTo>
                    <a:pt x="3779" y="6038"/>
                  </a:moveTo>
                  <a:cubicBezTo>
                    <a:pt x="4367" y="6038"/>
                    <a:pt x="4888" y="6473"/>
                    <a:pt x="4962" y="7094"/>
                  </a:cubicBezTo>
                  <a:cubicBezTo>
                    <a:pt x="4975" y="7551"/>
                    <a:pt x="4728" y="7971"/>
                    <a:pt x="4321" y="8180"/>
                  </a:cubicBezTo>
                  <a:cubicBezTo>
                    <a:pt x="4077" y="8315"/>
                    <a:pt x="3829" y="8372"/>
                    <a:pt x="3598" y="8372"/>
                  </a:cubicBezTo>
                  <a:cubicBezTo>
                    <a:pt x="3149" y="8372"/>
                    <a:pt x="2763" y="8157"/>
                    <a:pt x="2592" y="7872"/>
                  </a:cubicBezTo>
                  <a:cubicBezTo>
                    <a:pt x="2555" y="7773"/>
                    <a:pt x="2518" y="7761"/>
                    <a:pt x="2518" y="7674"/>
                  </a:cubicBezTo>
                  <a:cubicBezTo>
                    <a:pt x="2517" y="7675"/>
                    <a:pt x="2516" y="7676"/>
                    <a:pt x="2515" y="7676"/>
                  </a:cubicBezTo>
                  <a:cubicBezTo>
                    <a:pt x="2490" y="7676"/>
                    <a:pt x="2457" y="7461"/>
                    <a:pt x="2457" y="7390"/>
                  </a:cubicBezTo>
                  <a:cubicBezTo>
                    <a:pt x="2444" y="7008"/>
                    <a:pt x="2605" y="6637"/>
                    <a:pt x="2901" y="6403"/>
                  </a:cubicBezTo>
                  <a:cubicBezTo>
                    <a:pt x="3061" y="6230"/>
                    <a:pt x="3271" y="6119"/>
                    <a:pt x="3506" y="6070"/>
                  </a:cubicBezTo>
                  <a:cubicBezTo>
                    <a:pt x="3598" y="6048"/>
                    <a:pt x="3689" y="6038"/>
                    <a:pt x="3779" y="6038"/>
                  </a:cubicBezTo>
                  <a:close/>
                  <a:moveTo>
                    <a:pt x="13248" y="9489"/>
                  </a:moveTo>
                  <a:cubicBezTo>
                    <a:pt x="13803" y="9489"/>
                    <a:pt x="14330" y="9708"/>
                    <a:pt x="14640" y="10205"/>
                  </a:cubicBezTo>
                  <a:cubicBezTo>
                    <a:pt x="14776" y="10452"/>
                    <a:pt x="14850" y="10736"/>
                    <a:pt x="14862" y="11019"/>
                  </a:cubicBezTo>
                  <a:cubicBezTo>
                    <a:pt x="14875" y="11254"/>
                    <a:pt x="14825" y="11489"/>
                    <a:pt x="14727" y="11698"/>
                  </a:cubicBezTo>
                  <a:lnTo>
                    <a:pt x="14714" y="11723"/>
                  </a:lnTo>
                  <a:cubicBezTo>
                    <a:pt x="14702" y="11760"/>
                    <a:pt x="14689" y="11809"/>
                    <a:pt x="14665" y="11847"/>
                  </a:cubicBezTo>
                  <a:cubicBezTo>
                    <a:pt x="14665" y="11884"/>
                    <a:pt x="14652" y="11921"/>
                    <a:pt x="14628" y="11958"/>
                  </a:cubicBezTo>
                  <a:cubicBezTo>
                    <a:pt x="14628" y="11982"/>
                    <a:pt x="14615" y="12007"/>
                    <a:pt x="14591" y="12032"/>
                  </a:cubicBezTo>
                  <a:cubicBezTo>
                    <a:pt x="14504" y="12204"/>
                    <a:pt x="14369" y="12340"/>
                    <a:pt x="14220" y="12451"/>
                  </a:cubicBezTo>
                  <a:cubicBezTo>
                    <a:pt x="14023" y="12612"/>
                    <a:pt x="13788" y="12723"/>
                    <a:pt x="13554" y="12797"/>
                  </a:cubicBezTo>
                  <a:lnTo>
                    <a:pt x="13591" y="12772"/>
                  </a:lnTo>
                  <a:lnTo>
                    <a:pt x="13591" y="12772"/>
                  </a:lnTo>
                  <a:cubicBezTo>
                    <a:pt x="13457" y="12837"/>
                    <a:pt x="13309" y="12863"/>
                    <a:pt x="13159" y="12863"/>
                  </a:cubicBezTo>
                  <a:cubicBezTo>
                    <a:pt x="12934" y="12863"/>
                    <a:pt x="12704" y="12804"/>
                    <a:pt x="12505" y="12723"/>
                  </a:cubicBezTo>
                  <a:cubicBezTo>
                    <a:pt x="11813" y="12464"/>
                    <a:pt x="11110" y="11439"/>
                    <a:pt x="11579" y="10550"/>
                  </a:cubicBezTo>
                  <a:cubicBezTo>
                    <a:pt x="11850" y="10020"/>
                    <a:pt x="12344" y="9637"/>
                    <a:pt x="12924" y="9514"/>
                  </a:cubicBezTo>
                  <a:cubicBezTo>
                    <a:pt x="13032" y="9497"/>
                    <a:pt x="13141" y="9489"/>
                    <a:pt x="13248" y="9489"/>
                  </a:cubicBezTo>
                  <a:close/>
                  <a:moveTo>
                    <a:pt x="8578" y="1"/>
                  </a:moveTo>
                  <a:cubicBezTo>
                    <a:pt x="7363" y="1"/>
                    <a:pt x="6118" y="202"/>
                    <a:pt x="4901" y="601"/>
                  </a:cubicBezTo>
                  <a:cubicBezTo>
                    <a:pt x="3728" y="984"/>
                    <a:pt x="1815" y="1984"/>
                    <a:pt x="778" y="4539"/>
                  </a:cubicBezTo>
                  <a:cubicBezTo>
                    <a:pt x="568" y="5057"/>
                    <a:pt x="408" y="5600"/>
                    <a:pt x="296" y="6156"/>
                  </a:cubicBezTo>
                  <a:cubicBezTo>
                    <a:pt x="111" y="7094"/>
                    <a:pt x="0" y="8489"/>
                    <a:pt x="605" y="9723"/>
                  </a:cubicBezTo>
                  <a:cubicBezTo>
                    <a:pt x="1377" y="11314"/>
                    <a:pt x="3248" y="12356"/>
                    <a:pt x="5272" y="12356"/>
                  </a:cubicBezTo>
                  <a:cubicBezTo>
                    <a:pt x="5415" y="12356"/>
                    <a:pt x="5559" y="12351"/>
                    <a:pt x="5703" y="12340"/>
                  </a:cubicBezTo>
                  <a:cubicBezTo>
                    <a:pt x="5851" y="12328"/>
                    <a:pt x="5987" y="12316"/>
                    <a:pt x="6123" y="12303"/>
                  </a:cubicBezTo>
                  <a:cubicBezTo>
                    <a:pt x="6259" y="12291"/>
                    <a:pt x="6431" y="12279"/>
                    <a:pt x="6592" y="12266"/>
                  </a:cubicBezTo>
                  <a:lnTo>
                    <a:pt x="6654" y="12266"/>
                  </a:lnTo>
                  <a:cubicBezTo>
                    <a:pt x="6592" y="12254"/>
                    <a:pt x="6518" y="12242"/>
                    <a:pt x="6456" y="12229"/>
                  </a:cubicBezTo>
                  <a:cubicBezTo>
                    <a:pt x="5592" y="12118"/>
                    <a:pt x="4506" y="12192"/>
                    <a:pt x="3592" y="11908"/>
                  </a:cubicBezTo>
                  <a:cubicBezTo>
                    <a:pt x="2308" y="11501"/>
                    <a:pt x="1284" y="10538"/>
                    <a:pt x="790" y="9291"/>
                  </a:cubicBezTo>
                  <a:cubicBezTo>
                    <a:pt x="691" y="9007"/>
                    <a:pt x="617" y="8723"/>
                    <a:pt x="580" y="8440"/>
                  </a:cubicBezTo>
                  <a:cubicBezTo>
                    <a:pt x="469" y="7971"/>
                    <a:pt x="420" y="7501"/>
                    <a:pt x="420" y="7032"/>
                  </a:cubicBezTo>
                  <a:cubicBezTo>
                    <a:pt x="432" y="6551"/>
                    <a:pt x="494" y="6082"/>
                    <a:pt x="580" y="5625"/>
                  </a:cubicBezTo>
                  <a:cubicBezTo>
                    <a:pt x="617" y="5551"/>
                    <a:pt x="630" y="5366"/>
                    <a:pt x="667" y="5255"/>
                  </a:cubicBezTo>
                  <a:cubicBezTo>
                    <a:pt x="695" y="5198"/>
                    <a:pt x="731" y="5156"/>
                    <a:pt x="779" y="5156"/>
                  </a:cubicBezTo>
                  <a:cubicBezTo>
                    <a:pt x="794" y="5156"/>
                    <a:pt x="810" y="5160"/>
                    <a:pt x="827" y="5168"/>
                  </a:cubicBezTo>
                  <a:cubicBezTo>
                    <a:pt x="852" y="5181"/>
                    <a:pt x="877" y="5218"/>
                    <a:pt x="877" y="5255"/>
                  </a:cubicBezTo>
                  <a:cubicBezTo>
                    <a:pt x="840" y="5477"/>
                    <a:pt x="815" y="5699"/>
                    <a:pt x="803" y="5934"/>
                  </a:cubicBezTo>
                  <a:cubicBezTo>
                    <a:pt x="716" y="6588"/>
                    <a:pt x="704" y="7255"/>
                    <a:pt x="741" y="7921"/>
                  </a:cubicBezTo>
                  <a:cubicBezTo>
                    <a:pt x="778" y="8291"/>
                    <a:pt x="840" y="8662"/>
                    <a:pt x="938" y="9020"/>
                  </a:cubicBezTo>
                  <a:cubicBezTo>
                    <a:pt x="1284" y="9933"/>
                    <a:pt x="1938" y="10699"/>
                    <a:pt x="2790" y="11192"/>
                  </a:cubicBezTo>
                  <a:cubicBezTo>
                    <a:pt x="3284" y="11526"/>
                    <a:pt x="3827" y="11760"/>
                    <a:pt x="4419" y="11871"/>
                  </a:cubicBezTo>
                  <a:cubicBezTo>
                    <a:pt x="4780" y="11927"/>
                    <a:pt x="5148" y="11955"/>
                    <a:pt x="5513" y="11955"/>
                  </a:cubicBezTo>
                  <a:cubicBezTo>
                    <a:pt x="5634" y="11955"/>
                    <a:pt x="5756" y="11951"/>
                    <a:pt x="5876" y="11945"/>
                  </a:cubicBezTo>
                  <a:cubicBezTo>
                    <a:pt x="6089" y="11917"/>
                    <a:pt x="6302" y="11904"/>
                    <a:pt x="6515" y="11904"/>
                  </a:cubicBezTo>
                  <a:cubicBezTo>
                    <a:pt x="6586" y="11904"/>
                    <a:pt x="6657" y="11905"/>
                    <a:pt x="6728" y="11908"/>
                  </a:cubicBezTo>
                  <a:cubicBezTo>
                    <a:pt x="7061" y="11933"/>
                    <a:pt x="7394" y="12019"/>
                    <a:pt x="7703" y="12155"/>
                  </a:cubicBezTo>
                  <a:cubicBezTo>
                    <a:pt x="7925" y="12279"/>
                    <a:pt x="8135" y="12427"/>
                    <a:pt x="8320" y="12599"/>
                  </a:cubicBezTo>
                  <a:cubicBezTo>
                    <a:pt x="8406" y="12674"/>
                    <a:pt x="8480" y="12760"/>
                    <a:pt x="8555" y="12834"/>
                  </a:cubicBezTo>
                  <a:cubicBezTo>
                    <a:pt x="9011" y="13291"/>
                    <a:pt x="9320" y="13883"/>
                    <a:pt x="9431" y="14525"/>
                  </a:cubicBezTo>
                  <a:cubicBezTo>
                    <a:pt x="9678" y="15846"/>
                    <a:pt x="10604" y="16994"/>
                    <a:pt x="11715" y="17377"/>
                  </a:cubicBezTo>
                  <a:cubicBezTo>
                    <a:pt x="12062" y="17495"/>
                    <a:pt x="12437" y="17553"/>
                    <a:pt x="12821" y="17553"/>
                  </a:cubicBezTo>
                  <a:cubicBezTo>
                    <a:pt x="13678" y="17553"/>
                    <a:pt x="14581" y="17264"/>
                    <a:pt x="15331" y="16710"/>
                  </a:cubicBezTo>
                  <a:cubicBezTo>
                    <a:pt x="16282" y="16006"/>
                    <a:pt x="17047" y="14871"/>
                    <a:pt x="17455" y="13525"/>
                  </a:cubicBezTo>
                  <a:cubicBezTo>
                    <a:pt x="18158" y="11266"/>
                    <a:pt x="18282" y="7921"/>
                    <a:pt x="16985" y="5107"/>
                  </a:cubicBezTo>
                  <a:lnTo>
                    <a:pt x="16985" y="5107"/>
                  </a:lnTo>
                  <a:cubicBezTo>
                    <a:pt x="17541" y="6391"/>
                    <a:pt x="17689" y="7798"/>
                    <a:pt x="17812" y="9180"/>
                  </a:cubicBezTo>
                  <a:cubicBezTo>
                    <a:pt x="17837" y="9649"/>
                    <a:pt x="17837" y="10118"/>
                    <a:pt x="17800" y="10575"/>
                  </a:cubicBezTo>
                  <a:cubicBezTo>
                    <a:pt x="17775" y="10736"/>
                    <a:pt x="17763" y="10896"/>
                    <a:pt x="17738" y="11056"/>
                  </a:cubicBezTo>
                  <a:cubicBezTo>
                    <a:pt x="17701" y="11328"/>
                    <a:pt x="17664" y="11587"/>
                    <a:pt x="17615" y="11859"/>
                  </a:cubicBezTo>
                  <a:cubicBezTo>
                    <a:pt x="17455" y="12785"/>
                    <a:pt x="17146" y="13698"/>
                    <a:pt x="16702" y="14537"/>
                  </a:cubicBezTo>
                  <a:cubicBezTo>
                    <a:pt x="16467" y="15007"/>
                    <a:pt x="16146" y="15439"/>
                    <a:pt x="15776" y="15821"/>
                  </a:cubicBezTo>
                  <a:cubicBezTo>
                    <a:pt x="15492" y="16117"/>
                    <a:pt x="15196" y="16389"/>
                    <a:pt x="14875" y="16636"/>
                  </a:cubicBezTo>
                  <a:cubicBezTo>
                    <a:pt x="14381" y="16932"/>
                    <a:pt x="13838" y="17105"/>
                    <a:pt x="13270" y="17167"/>
                  </a:cubicBezTo>
                  <a:cubicBezTo>
                    <a:pt x="13175" y="17175"/>
                    <a:pt x="13079" y="17180"/>
                    <a:pt x="12983" y="17180"/>
                  </a:cubicBezTo>
                  <a:cubicBezTo>
                    <a:pt x="12399" y="17180"/>
                    <a:pt x="11816" y="17019"/>
                    <a:pt x="11307" y="16722"/>
                  </a:cubicBezTo>
                  <a:cubicBezTo>
                    <a:pt x="11110" y="16574"/>
                    <a:pt x="10937" y="16401"/>
                    <a:pt x="10813" y="16192"/>
                  </a:cubicBezTo>
                  <a:cubicBezTo>
                    <a:pt x="10468" y="15710"/>
                    <a:pt x="10184" y="15179"/>
                    <a:pt x="9986" y="14612"/>
                  </a:cubicBezTo>
                  <a:cubicBezTo>
                    <a:pt x="9929" y="14497"/>
                    <a:pt x="9957" y="14350"/>
                    <a:pt x="10081" y="14350"/>
                  </a:cubicBezTo>
                  <a:cubicBezTo>
                    <a:pt x="10090" y="14350"/>
                    <a:pt x="10100" y="14351"/>
                    <a:pt x="10110" y="14352"/>
                  </a:cubicBezTo>
                  <a:lnTo>
                    <a:pt x="10122" y="14352"/>
                  </a:lnTo>
                  <a:cubicBezTo>
                    <a:pt x="10159" y="14377"/>
                    <a:pt x="10196" y="14402"/>
                    <a:pt x="10209" y="14451"/>
                  </a:cubicBezTo>
                  <a:cubicBezTo>
                    <a:pt x="10332" y="14698"/>
                    <a:pt x="10431" y="14957"/>
                    <a:pt x="10517" y="15216"/>
                  </a:cubicBezTo>
                  <a:cubicBezTo>
                    <a:pt x="10690" y="15599"/>
                    <a:pt x="10925" y="15945"/>
                    <a:pt x="11208" y="16253"/>
                  </a:cubicBezTo>
                  <a:cubicBezTo>
                    <a:pt x="11590" y="16616"/>
                    <a:pt x="12302" y="16769"/>
                    <a:pt x="12910" y="16769"/>
                  </a:cubicBezTo>
                  <a:cubicBezTo>
                    <a:pt x="13108" y="16769"/>
                    <a:pt x="13294" y="16753"/>
                    <a:pt x="13455" y="16722"/>
                  </a:cubicBezTo>
                  <a:cubicBezTo>
                    <a:pt x="14307" y="16562"/>
                    <a:pt x="14702" y="16340"/>
                    <a:pt x="15270" y="15747"/>
                  </a:cubicBezTo>
                  <a:cubicBezTo>
                    <a:pt x="15677" y="15327"/>
                    <a:pt x="15986" y="15044"/>
                    <a:pt x="16245" y="14599"/>
                  </a:cubicBezTo>
                  <a:cubicBezTo>
                    <a:pt x="16702" y="13784"/>
                    <a:pt x="17035" y="12920"/>
                    <a:pt x="17232" y="12007"/>
                  </a:cubicBezTo>
                  <a:cubicBezTo>
                    <a:pt x="17763" y="9736"/>
                    <a:pt x="17578" y="7341"/>
                    <a:pt x="16689" y="5181"/>
                  </a:cubicBezTo>
                  <a:cubicBezTo>
                    <a:pt x="16627" y="5020"/>
                    <a:pt x="16553" y="4860"/>
                    <a:pt x="16479" y="4699"/>
                  </a:cubicBezTo>
                  <a:cubicBezTo>
                    <a:pt x="16158" y="4020"/>
                    <a:pt x="15837" y="3305"/>
                    <a:pt x="15393" y="2737"/>
                  </a:cubicBezTo>
                  <a:cubicBezTo>
                    <a:pt x="14467" y="1786"/>
                    <a:pt x="13344" y="1058"/>
                    <a:pt x="12097" y="614"/>
                  </a:cubicBezTo>
                  <a:cubicBezTo>
                    <a:pt x="10994" y="205"/>
                    <a:pt x="9801" y="1"/>
                    <a:pt x="85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193"/>
            <p:cNvSpPr/>
            <p:nvPr/>
          </p:nvSpPr>
          <p:spPr>
            <a:xfrm>
              <a:off x="836386" y="375881"/>
              <a:ext cx="189036" cy="160019"/>
            </a:xfrm>
            <a:custGeom>
              <a:avLst/>
              <a:gdLst/>
              <a:ahLst/>
              <a:cxnLst/>
              <a:rect l="l" t="t" r="r" b="b"/>
              <a:pathLst>
                <a:path w="3075" h="2603" extrusionOk="0">
                  <a:moveTo>
                    <a:pt x="1617" y="0"/>
                  </a:moveTo>
                  <a:cubicBezTo>
                    <a:pt x="1037" y="49"/>
                    <a:pt x="457" y="494"/>
                    <a:pt x="210" y="951"/>
                  </a:cubicBezTo>
                  <a:cubicBezTo>
                    <a:pt x="0" y="1370"/>
                    <a:pt x="62" y="1876"/>
                    <a:pt x="371" y="2234"/>
                  </a:cubicBezTo>
                  <a:cubicBezTo>
                    <a:pt x="625" y="2482"/>
                    <a:pt x="966" y="2603"/>
                    <a:pt x="1322" y="2603"/>
                  </a:cubicBezTo>
                  <a:cubicBezTo>
                    <a:pt x="1639" y="2603"/>
                    <a:pt x="1968" y="2507"/>
                    <a:pt x="2259" y="2321"/>
                  </a:cubicBezTo>
                  <a:cubicBezTo>
                    <a:pt x="2716" y="2037"/>
                    <a:pt x="2877" y="1876"/>
                    <a:pt x="3012" y="1333"/>
                  </a:cubicBezTo>
                  <a:cubicBezTo>
                    <a:pt x="3074" y="1012"/>
                    <a:pt x="2926" y="580"/>
                    <a:pt x="2593" y="272"/>
                  </a:cubicBezTo>
                  <a:cubicBezTo>
                    <a:pt x="2543" y="235"/>
                    <a:pt x="2494" y="198"/>
                    <a:pt x="2432" y="173"/>
                  </a:cubicBezTo>
                  <a:lnTo>
                    <a:pt x="2383" y="173"/>
                  </a:lnTo>
                  <a:cubicBezTo>
                    <a:pt x="2235" y="111"/>
                    <a:pt x="2087" y="49"/>
                    <a:pt x="1938" y="12"/>
                  </a:cubicBezTo>
                  <a:cubicBezTo>
                    <a:pt x="1914" y="0"/>
                    <a:pt x="1877" y="0"/>
                    <a:pt x="18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193"/>
            <p:cNvSpPr/>
            <p:nvPr/>
          </p:nvSpPr>
          <p:spPr>
            <a:xfrm>
              <a:off x="542724" y="648641"/>
              <a:ext cx="156392" cy="143237"/>
            </a:xfrm>
            <a:custGeom>
              <a:avLst/>
              <a:gdLst/>
              <a:ahLst/>
              <a:cxnLst/>
              <a:rect l="l" t="t" r="r" b="b"/>
              <a:pathLst>
                <a:path w="2544" h="2330" extrusionOk="0">
                  <a:moveTo>
                    <a:pt x="1229" y="380"/>
                  </a:moveTo>
                  <a:cubicBezTo>
                    <a:pt x="1462" y="380"/>
                    <a:pt x="1685" y="455"/>
                    <a:pt x="1864" y="587"/>
                  </a:cubicBezTo>
                  <a:cubicBezTo>
                    <a:pt x="1951" y="649"/>
                    <a:pt x="2160" y="970"/>
                    <a:pt x="2123" y="1155"/>
                  </a:cubicBezTo>
                  <a:cubicBezTo>
                    <a:pt x="2115" y="1601"/>
                    <a:pt x="1612" y="1939"/>
                    <a:pt x="1136" y="1939"/>
                  </a:cubicBezTo>
                  <a:cubicBezTo>
                    <a:pt x="927" y="1939"/>
                    <a:pt x="723" y="1874"/>
                    <a:pt x="568" y="1723"/>
                  </a:cubicBezTo>
                  <a:cubicBezTo>
                    <a:pt x="506" y="1673"/>
                    <a:pt x="469" y="1612"/>
                    <a:pt x="432" y="1538"/>
                  </a:cubicBezTo>
                  <a:lnTo>
                    <a:pt x="432" y="1525"/>
                  </a:lnTo>
                  <a:cubicBezTo>
                    <a:pt x="422" y="1461"/>
                    <a:pt x="402" y="1397"/>
                    <a:pt x="388" y="1332"/>
                  </a:cubicBezTo>
                  <a:lnTo>
                    <a:pt x="388" y="1332"/>
                  </a:lnTo>
                  <a:cubicBezTo>
                    <a:pt x="388" y="1307"/>
                    <a:pt x="383" y="1228"/>
                    <a:pt x="383" y="1204"/>
                  </a:cubicBezTo>
                  <a:lnTo>
                    <a:pt x="383" y="1081"/>
                  </a:lnTo>
                  <a:cubicBezTo>
                    <a:pt x="420" y="896"/>
                    <a:pt x="519" y="723"/>
                    <a:pt x="655" y="587"/>
                  </a:cubicBezTo>
                  <a:cubicBezTo>
                    <a:pt x="766" y="501"/>
                    <a:pt x="889" y="439"/>
                    <a:pt x="1012" y="402"/>
                  </a:cubicBezTo>
                  <a:cubicBezTo>
                    <a:pt x="1085" y="387"/>
                    <a:pt x="1157" y="380"/>
                    <a:pt x="1229" y="380"/>
                  </a:cubicBezTo>
                  <a:close/>
                  <a:moveTo>
                    <a:pt x="1336" y="0"/>
                  </a:moveTo>
                  <a:cubicBezTo>
                    <a:pt x="1246" y="0"/>
                    <a:pt x="1154" y="10"/>
                    <a:pt x="1062" y="32"/>
                  </a:cubicBezTo>
                  <a:cubicBezTo>
                    <a:pt x="827" y="81"/>
                    <a:pt x="617" y="192"/>
                    <a:pt x="457" y="365"/>
                  </a:cubicBezTo>
                  <a:cubicBezTo>
                    <a:pt x="161" y="599"/>
                    <a:pt x="0" y="970"/>
                    <a:pt x="13" y="1352"/>
                  </a:cubicBezTo>
                  <a:cubicBezTo>
                    <a:pt x="13" y="1423"/>
                    <a:pt x="57" y="1638"/>
                    <a:pt x="72" y="1638"/>
                  </a:cubicBezTo>
                  <a:cubicBezTo>
                    <a:pt x="73" y="1638"/>
                    <a:pt x="74" y="1637"/>
                    <a:pt x="74" y="1636"/>
                  </a:cubicBezTo>
                  <a:cubicBezTo>
                    <a:pt x="74" y="1723"/>
                    <a:pt x="111" y="1735"/>
                    <a:pt x="148" y="1821"/>
                  </a:cubicBezTo>
                  <a:cubicBezTo>
                    <a:pt x="318" y="2113"/>
                    <a:pt x="701" y="2330"/>
                    <a:pt x="1146" y="2330"/>
                  </a:cubicBezTo>
                  <a:cubicBezTo>
                    <a:pt x="1379" y="2330"/>
                    <a:pt x="1630" y="2270"/>
                    <a:pt x="1877" y="2130"/>
                  </a:cubicBezTo>
                  <a:cubicBezTo>
                    <a:pt x="2284" y="1933"/>
                    <a:pt x="2543" y="1500"/>
                    <a:pt x="2518" y="1044"/>
                  </a:cubicBezTo>
                  <a:cubicBezTo>
                    <a:pt x="2444" y="434"/>
                    <a:pt x="1923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193"/>
            <p:cNvSpPr/>
            <p:nvPr/>
          </p:nvSpPr>
          <p:spPr>
            <a:xfrm>
              <a:off x="365925" y="252625"/>
              <a:ext cx="1199746" cy="1130279"/>
            </a:xfrm>
            <a:custGeom>
              <a:avLst/>
              <a:gdLst/>
              <a:ahLst/>
              <a:cxnLst/>
              <a:rect l="l" t="t" r="r" b="b"/>
              <a:pathLst>
                <a:path w="19516" h="18386" extrusionOk="0">
                  <a:moveTo>
                    <a:pt x="8983" y="423"/>
                  </a:moveTo>
                  <a:cubicBezTo>
                    <a:pt x="10218" y="423"/>
                    <a:pt x="11424" y="630"/>
                    <a:pt x="12542" y="1042"/>
                  </a:cubicBezTo>
                  <a:cubicBezTo>
                    <a:pt x="13776" y="1487"/>
                    <a:pt x="14912" y="2215"/>
                    <a:pt x="15825" y="3165"/>
                  </a:cubicBezTo>
                  <a:cubicBezTo>
                    <a:pt x="16269" y="3733"/>
                    <a:pt x="16603" y="4437"/>
                    <a:pt x="16911" y="5128"/>
                  </a:cubicBezTo>
                  <a:cubicBezTo>
                    <a:pt x="17973" y="7412"/>
                    <a:pt x="18232" y="9979"/>
                    <a:pt x="17652" y="12436"/>
                  </a:cubicBezTo>
                  <a:cubicBezTo>
                    <a:pt x="17467" y="13337"/>
                    <a:pt x="17134" y="14213"/>
                    <a:pt x="16677" y="15016"/>
                  </a:cubicBezTo>
                  <a:cubicBezTo>
                    <a:pt x="16418" y="15472"/>
                    <a:pt x="16109" y="15744"/>
                    <a:pt x="15702" y="16176"/>
                  </a:cubicBezTo>
                  <a:cubicBezTo>
                    <a:pt x="15134" y="16768"/>
                    <a:pt x="14739" y="16978"/>
                    <a:pt x="13887" y="17151"/>
                  </a:cubicBezTo>
                  <a:cubicBezTo>
                    <a:pt x="13726" y="17181"/>
                    <a:pt x="13540" y="17198"/>
                    <a:pt x="13341" y="17198"/>
                  </a:cubicBezTo>
                  <a:cubicBezTo>
                    <a:pt x="12733" y="17198"/>
                    <a:pt x="12019" y="17045"/>
                    <a:pt x="11628" y="16682"/>
                  </a:cubicBezTo>
                  <a:cubicBezTo>
                    <a:pt x="11357" y="16373"/>
                    <a:pt x="11122" y="16015"/>
                    <a:pt x="10949" y="15645"/>
                  </a:cubicBezTo>
                  <a:cubicBezTo>
                    <a:pt x="10863" y="15374"/>
                    <a:pt x="10764" y="15114"/>
                    <a:pt x="10641" y="14867"/>
                  </a:cubicBezTo>
                  <a:cubicBezTo>
                    <a:pt x="10628" y="14818"/>
                    <a:pt x="10591" y="14781"/>
                    <a:pt x="10542" y="14769"/>
                  </a:cubicBezTo>
                  <a:cubicBezTo>
                    <a:pt x="10526" y="14765"/>
                    <a:pt x="10511" y="14763"/>
                    <a:pt x="10498" y="14763"/>
                  </a:cubicBezTo>
                  <a:cubicBezTo>
                    <a:pt x="10375" y="14763"/>
                    <a:pt x="10351" y="14904"/>
                    <a:pt x="10406" y="15016"/>
                  </a:cubicBezTo>
                  <a:lnTo>
                    <a:pt x="10406" y="15028"/>
                  </a:lnTo>
                  <a:cubicBezTo>
                    <a:pt x="10604" y="15583"/>
                    <a:pt x="10887" y="16114"/>
                    <a:pt x="11233" y="16608"/>
                  </a:cubicBezTo>
                  <a:cubicBezTo>
                    <a:pt x="11369" y="16805"/>
                    <a:pt x="11529" y="16991"/>
                    <a:pt x="11739" y="17126"/>
                  </a:cubicBezTo>
                  <a:cubicBezTo>
                    <a:pt x="12234" y="17432"/>
                    <a:pt x="12810" y="17584"/>
                    <a:pt x="13390" y="17584"/>
                  </a:cubicBezTo>
                  <a:cubicBezTo>
                    <a:pt x="13490" y="17584"/>
                    <a:pt x="13590" y="17580"/>
                    <a:pt x="13690" y="17571"/>
                  </a:cubicBezTo>
                  <a:cubicBezTo>
                    <a:pt x="14257" y="17521"/>
                    <a:pt x="14813" y="17336"/>
                    <a:pt x="15294" y="17052"/>
                  </a:cubicBezTo>
                  <a:cubicBezTo>
                    <a:pt x="15615" y="16805"/>
                    <a:pt x="15924" y="16534"/>
                    <a:pt x="16195" y="16225"/>
                  </a:cubicBezTo>
                  <a:cubicBezTo>
                    <a:pt x="16578" y="15855"/>
                    <a:pt x="16887" y="15423"/>
                    <a:pt x="17121" y="14941"/>
                  </a:cubicBezTo>
                  <a:cubicBezTo>
                    <a:pt x="17566" y="14102"/>
                    <a:pt x="17874" y="13201"/>
                    <a:pt x="18035" y="12263"/>
                  </a:cubicBezTo>
                  <a:cubicBezTo>
                    <a:pt x="18220" y="11386"/>
                    <a:pt x="18282" y="10485"/>
                    <a:pt x="18244" y="9597"/>
                  </a:cubicBezTo>
                  <a:cubicBezTo>
                    <a:pt x="18121" y="8202"/>
                    <a:pt x="17973" y="6807"/>
                    <a:pt x="17417" y="5523"/>
                  </a:cubicBezTo>
                  <a:lnTo>
                    <a:pt x="17417" y="5523"/>
                  </a:lnTo>
                  <a:cubicBezTo>
                    <a:pt x="18714" y="8337"/>
                    <a:pt x="18590" y="11683"/>
                    <a:pt x="17899" y="13942"/>
                  </a:cubicBezTo>
                  <a:cubicBezTo>
                    <a:pt x="17479" y="15287"/>
                    <a:pt x="16726" y="16423"/>
                    <a:pt x="15763" y="17126"/>
                  </a:cubicBezTo>
                  <a:cubicBezTo>
                    <a:pt x="15022" y="17680"/>
                    <a:pt x="14129" y="17975"/>
                    <a:pt x="13273" y="17975"/>
                  </a:cubicBezTo>
                  <a:cubicBezTo>
                    <a:pt x="12888" y="17975"/>
                    <a:pt x="12511" y="17915"/>
                    <a:pt x="12159" y="17793"/>
                  </a:cubicBezTo>
                  <a:cubicBezTo>
                    <a:pt x="11023" y="17410"/>
                    <a:pt x="10110" y="16262"/>
                    <a:pt x="9863" y="14941"/>
                  </a:cubicBezTo>
                  <a:cubicBezTo>
                    <a:pt x="9752" y="14300"/>
                    <a:pt x="9443" y="13707"/>
                    <a:pt x="8987" y="13250"/>
                  </a:cubicBezTo>
                  <a:cubicBezTo>
                    <a:pt x="8740" y="12979"/>
                    <a:pt x="8456" y="12757"/>
                    <a:pt x="8147" y="12571"/>
                  </a:cubicBezTo>
                  <a:cubicBezTo>
                    <a:pt x="7839" y="12436"/>
                    <a:pt x="7505" y="12362"/>
                    <a:pt x="7172" y="12325"/>
                  </a:cubicBezTo>
                  <a:cubicBezTo>
                    <a:pt x="7101" y="12321"/>
                    <a:pt x="7030" y="12320"/>
                    <a:pt x="6959" y="12320"/>
                  </a:cubicBezTo>
                  <a:cubicBezTo>
                    <a:pt x="6746" y="12320"/>
                    <a:pt x="6533" y="12334"/>
                    <a:pt x="6320" y="12362"/>
                  </a:cubicBezTo>
                  <a:cubicBezTo>
                    <a:pt x="6197" y="12368"/>
                    <a:pt x="6074" y="12371"/>
                    <a:pt x="5952" y="12371"/>
                  </a:cubicBezTo>
                  <a:cubicBezTo>
                    <a:pt x="5585" y="12371"/>
                    <a:pt x="5222" y="12343"/>
                    <a:pt x="4851" y="12288"/>
                  </a:cubicBezTo>
                  <a:cubicBezTo>
                    <a:pt x="4271" y="12176"/>
                    <a:pt x="3716" y="11942"/>
                    <a:pt x="3234" y="11596"/>
                  </a:cubicBezTo>
                  <a:cubicBezTo>
                    <a:pt x="2740" y="11300"/>
                    <a:pt x="2308" y="10917"/>
                    <a:pt x="1950" y="10461"/>
                  </a:cubicBezTo>
                  <a:cubicBezTo>
                    <a:pt x="1716" y="10140"/>
                    <a:pt x="1518" y="9794"/>
                    <a:pt x="1370" y="9424"/>
                  </a:cubicBezTo>
                  <a:cubicBezTo>
                    <a:pt x="1284" y="9066"/>
                    <a:pt x="1222" y="8695"/>
                    <a:pt x="1185" y="8325"/>
                  </a:cubicBezTo>
                  <a:cubicBezTo>
                    <a:pt x="1148" y="7671"/>
                    <a:pt x="1160" y="7004"/>
                    <a:pt x="1235" y="6338"/>
                  </a:cubicBezTo>
                  <a:cubicBezTo>
                    <a:pt x="1259" y="6116"/>
                    <a:pt x="1284" y="5893"/>
                    <a:pt x="1321" y="5671"/>
                  </a:cubicBezTo>
                  <a:cubicBezTo>
                    <a:pt x="1321" y="5634"/>
                    <a:pt x="1296" y="5597"/>
                    <a:pt x="1272" y="5585"/>
                  </a:cubicBezTo>
                  <a:cubicBezTo>
                    <a:pt x="1250" y="5575"/>
                    <a:pt x="1231" y="5570"/>
                    <a:pt x="1214" y="5570"/>
                  </a:cubicBezTo>
                  <a:cubicBezTo>
                    <a:pt x="1064" y="5570"/>
                    <a:pt x="1069" y="5931"/>
                    <a:pt x="1025" y="6042"/>
                  </a:cubicBezTo>
                  <a:cubicBezTo>
                    <a:pt x="926" y="6498"/>
                    <a:pt x="877" y="6967"/>
                    <a:pt x="864" y="7449"/>
                  </a:cubicBezTo>
                  <a:cubicBezTo>
                    <a:pt x="864" y="7918"/>
                    <a:pt x="914" y="8387"/>
                    <a:pt x="1012" y="8856"/>
                  </a:cubicBezTo>
                  <a:cubicBezTo>
                    <a:pt x="1062" y="9140"/>
                    <a:pt x="1136" y="9424"/>
                    <a:pt x="1235" y="9708"/>
                  </a:cubicBezTo>
                  <a:cubicBezTo>
                    <a:pt x="1728" y="10954"/>
                    <a:pt x="2753" y="11917"/>
                    <a:pt x="4024" y="12312"/>
                  </a:cubicBezTo>
                  <a:cubicBezTo>
                    <a:pt x="5012" y="12633"/>
                    <a:pt x="6209" y="12522"/>
                    <a:pt x="7098" y="12683"/>
                  </a:cubicBezTo>
                  <a:cubicBezTo>
                    <a:pt x="6913" y="12695"/>
                    <a:pt x="6740" y="12707"/>
                    <a:pt x="6555" y="12720"/>
                  </a:cubicBezTo>
                  <a:cubicBezTo>
                    <a:pt x="6419" y="12732"/>
                    <a:pt x="6283" y="12744"/>
                    <a:pt x="6147" y="12757"/>
                  </a:cubicBezTo>
                  <a:cubicBezTo>
                    <a:pt x="6003" y="12767"/>
                    <a:pt x="5859" y="12772"/>
                    <a:pt x="5716" y="12772"/>
                  </a:cubicBezTo>
                  <a:cubicBezTo>
                    <a:pt x="3691" y="12772"/>
                    <a:pt x="1809" y="11731"/>
                    <a:pt x="1037" y="10152"/>
                  </a:cubicBezTo>
                  <a:cubicBezTo>
                    <a:pt x="432" y="8905"/>
                    <a:pt x="543" y="7523"/>
                    <a:pt x="728" y="6572"/>
                  </a:cubicBezTo>
                  <a:cubicBezTo>
                    <a:pt x="1506" y="2807"/>
                    <a:pt x="3950" y="1474"/>
                    <a:pt x="5333" y="1018"/>
                  </a:cubicBezTo>
                  <a:cubicBezTo>
                    <a:pt x="6541" y="621"/>
                    <a:pt x="7776" y="423"/>
                    <a:pt x="8983" y="423"/>
                  </a:cubicBezTo>
                  <a:close/>
                  <a:moveTo>
                    <a:pt x="8983" y="1"/>
                  </a:moveTo>
                  <a:cubicBezTo>
                    <a:pt x="7730" y="1"/>
                    <a:pt x="6448" y="207"/>
                    <a:pt x="5197" y="623"/>
                  </a:cubicBezTo>
                  <a:cubicBezTo>
                    <a:pt x="3716" y="1104"/>
                    <a:pt x="1123" y="2511"/>
                    <a:pt x="309" y="6498"/>
                  </a:cubicBezTo>
                  <a:cubicBezTo>
                    <a:pt x="111" y="7498"/>
                    <a:pt x="0" y="8992"/>
                    <a:pt x="654" y="10337"/>
                  </a:cubicBezTo>
                  <a:cubicBezTo>
                    <a:pt x="1485" y="12068"/>
                    <a:pt x="3524" y="13205"/>
                    <a:pt x="5712" y="13205"/>
                  </a:cubicBezTo>
                  <a:cubicBezTo>
                    <a:pt x="5865" y="13205"/>
                    <a:pt x="6018" y="13200"/>
                    <a:pt x="6172" y="13189"/>
                  </a:cubicBezTo>
                  <a:cubicBezTo>
                    <a:pt x="6308" y="13176"/>
                    <a:pt x="6456" y="13164"/>
                    <a:pt x="6592" y="13152"/>
                  </a:cubicBezTo>
                  <a:cubicBezTo>
                    <a:pt x="6860" y="13124"/>
                    <a:pt x="7120" y="13098"/>
                    <a:pt x="7371" y="13098"/>
                  </a:cubicBezTo>
                  <a:cubicBezTo>
                    <a:pt x="7674" y="13098"/>
                    <a:pt x="7963" y="13135"/>
                    <a:pt x="8234" y="13250"/>
                  </a:cubicBezTo>
                  <a:cubicBezTo>
                    <a:pt x="8826" y="13510"/>
                    <a:pt x="9283" y="14176"/>
                    <a:pt x="9443" y="15028"/>
                  </a:cubicBezTo>
                  <a:cubicBezTo>
                    <a:pt x="9727" y="16497"/>
                    <a:pt x="10764" y="17768"/>
                    <a:pt x="12023" y="18200"/>
                  </a:cubicBezTo>
                  <a:cubicBezTo>
                    <a:pt x="12418" y="18324"/>
                    <a:pt x="12838" y="18385"/>
                    <a:pt x="13270" y="18385"/>
                  </a:cubicBezTo>
                  <a:cubicBezTo>
                    <a:pt x="14257" y="18373"/>
                    <a:pt x="15220" y="18052"/>
                    <a:pt x="16010" y="17460"/>
                  </a:cubicBezTo>
                  <a:cubicBezTo>
                    <a:pt x="17047" y="16694"/>
                    <a:pt x="17862" y="15485"/>
                    <a:pt x="18306" y="14053"/>
                  </a:cubicBezTo>
                  <a:cubicBezTo>
                    <a:pt x="19516" y="10115"/>
                    <a:pt x="19047" y="2993"/>
                    <a:pt x="12677" y="647"/>
                  </a:cubicBezTo>
                  <a:cubicBezTo>
                    <a:pt x="11517" y="217"/>
                    <a:pt x="10265" y="1"/>
                    <a:pt x="89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193"/>
            <p:cNvSpPr/>
            <p:nvPr/>
          </p:nvSpPr>
          <p:spPr>
            <a:xfrm>
              <a:off x="815116" y="350861"/>
              <a:ext cx="233052" cy="209261"/>
            </a:xfrm>
            <a:custGeom>
              <a:avLst/>
              <a:gdLst/>
              <a:ahLst/>
              <a:cxnLst/>
              <a:rect l="l" t="t" r="r" b="b"/>
              <a:pathLst>
                <a:path w="3791" h="3404" extrusionOk="0">
                  <a:moveTo>
                    <a:pt x="2198" y="395"/>
                  </a:moveTo>
                  <a:cubicBezTo>
                    <a:pt x="2235" y="407"/>
                    <a:pt x="2260" y="407"/>
                    <a:pt x="2297" y="407"/>
                  </a:cubicBezTo>
                  <a:cubicBezTo>
                    <a:pt x="2445" y="456"/>
                    <a:pt x="2593" y="506"/>
                    <a:pt x="2741" y="568"/>
                  </a:cubicBezTo>
                  <a:cubicBezTo>
                    <a:pt x="2747" y="574"/>
                    <a:pt x="2753" y="577"/>
                    <a:pt x="2761" y="577"/>
                  </a:cubicBezTo>
                  <a:cubicBezTo>
                    <a:pt x="2769" y="577"/>
                    <a:pt x="2778" y="574"/>
                    <a:pt x="2790" y="568"/>
                  </a:cubicBezTo>
                  <a:cubicBezTo>
                    <a:pt x="2840" y="605"/>
                    <a:pt x="2889" y="642"/>
                    <a:pt x="2939" y="679"/>
                  </a:cubicBezTo>
                  <a:cubicBezTo>
                    <a:pt x="3272" y="987"/>
                    <a:pt x="3420" y="1419"/>
                    <a:pt x="3371" y="1728"/>
                  </a:cubicBezTo>
                  <a:cubicBezTo>
                    <a:pt x="3223" y="2283"/>
                    <a:pt x="3074" y="2444"/>
                    <a:pt x="2605" y="2728"/>
                  </a:cubicBezTo>
                  <a:lnTo>
                    <a:pt x="2618" y="2728"/>
                  </a:lnTo>
                  <a:cubicBezTo>
                    <a:pt x="2325" y="2909"/>
                    <a:pt x="1990" y="3005"/>
                    <a:pt x="1668" y="3005"/>
                  </a:cubicBezTo>
                  <a:cubicBezTo>
                    <a:pt x="1311" y="3005"/>
                    <a:pt x="970" y="2888"/>
                    <a:pt x="717" y="2641"/>
                  </a:cubicBezTo>
                  <a:cubicBezTo>
                    <a:pt x="420" y="2283"/>
                    <a:pt x="359" y="1777"/>
                    <a:pt x="569" y="1345"/>
                  </a:cubicBezTo>
                  <a:cubicBezTo>
                    <a:pt x="815" y="901"/>
                    <a:pt x="1383" y="444"/>
                    <a:pt x="1976" y="395"/>
                  </a:cubicBezTo>
                  <a:close/>
                  <a:moveTo>
                    <a:pt x="2060" y="0"/>
                  </a:moveTo>
                  <a:cubicBezTo>
                    <a:pt x="1816" y="0"/>
                    <a:pt x="1572" y="54"/>
                    <a:pt x="1359" y="160"/>
                  </a:cubicBezTo>
                  <a:cubicBezTo>
                    <a:pt x="1260" y="185"/>
                    <a:pt x="1173" y="234"/>
                    <a:pt x="1087" y="284"/>
                  </a:cubicBezTo>
                  <a:cubicBezTo>
                    <a:pt x="717" y="506"/>
                    <a:pt x="408" y="839"/>
                    <a:pt x="198" y="1222"/>
                  </a:cubicBezTo>
                  <a:cubicBezTo>
                    <a:pt x="25" y="1604"/>
                    <a:pt x="1" y="2049"/>
                    <a:pt x="149" y="2444"/>
                  </a:cubicBezTo>
                  <a:cubicBezTo>
                    <a:pt x="371" y="3084"/>
                    <a:pt x="1035" y="3404"/>
                    <a:pt x="1689" y="3404"/>
                  </a:cubicBezTo>
                  <a:cubicBezTo>
                    <a:pt x="1943" y="3404"/>
                    <a:pt x="2196" y="3355"/>
                    <a:pt x="2420" y="3259"/>
                  </a:cubicBezTo>
                  <a:cubicBezTo>
                    <a:pt x="2840" y="3110"/>
                    <a:pt x="3198" y="2839"/>
                    <a:pt x="3482" y="2493"/>
                  </a:cubicBezTo>
                  <a:cubicBezTo>
                    <a:pt x="3679" y="2185"/>
                    <a:pt x="3790" y="1827"/>
                    <a:pt x="3766" y="1456"/>
                  </a:cubicBezTo>
                  <a:cubicBezTo>
                    <a:pt x="3704" y="1037"/>
                    <a:pt x="3506" y="654"/>
                    <a:pt x="3185" y="370"/>
                  </a:cubicBezTo>
                  <a:cubicBezTo>
                    <a:pt x="2914" y="173"/>
                    <a:pt x="2593" y="49"/>
                    <a:pt x="2260" y="12"/>
                  </a:cubicBezTo>
                  <a:cubicBezTo>
                    <a:pt x="2194" y="4"/>
                    <a:pt x="2127" y="0"/>
                    <a:pt x="20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193"/>
            <p:cNvSpPr/>
            <p:nvPr/>
          </p:nvSpPr>
          <p:spPr>
            <a:xfrm>
              <a:off x="1076197" y="860788"/>
              <a:ext cx="230716" cy="207478"/>
            </a:xfrm>
            <a:custGeom>
              <a:avLst/>
              <a:gdLst/>
              <a:ahLst/>
              <a:cxnLst/>
              <a:rect l="l" t="t" r="r" b="b"/>
              <a:pathLst>
                <a:path w="3753" h="3375" extrusionOk="0">
                  <a:moveTo>
                    <a:pt x="2129" y="400"/>
                  </a:moveTo>
                  <a:cubicBezTo>
                    <a:pt x="2904" y="400"/>
                    <a:pt x="3357" y="890"/>
                    <a:pt x="3345" y="1629"/>
                  </a:cubicBezTo>
                  <a:cubicBezTo>
                    <a:pt x="3333" y="1888"/>
                    <a:pt x="3259" y="2148"/>
                    <a:pt x="3123" y="2382"/>
                  </a:cubicBezTo>
                  <a:cubicBezTo>
                    <a:pt x="3111" y="2419"/>
                    <a:pt x="3074" y="2456"/>
                    <a:pt x="3049" y="2506"/>
                  </a:cubicBezTo>
                  <a:cubicBezTo>
                    <a:pt x="2980" y="2575"/>
                    <a:pt x="2895" y="2643"/>
                    <a:pt x="2889" y="2643"/>
                  </a:cubicBezTo>
                  <a:cubicBezTo>
                    <a:pt x="2887" y="2643"/>
                    <a:pt x="2891" y="2639"/>
                    <a:pt x="2901" y="2629"/>
                  </a:cubicBezTo>
                  <a:lnTo>
                    <a:pt x="2901" y="2629"/>
                  </a:lnTo>
                  <a:cubicBezTo>
                    <a:pt x="2728" y="2765"/>
                    <a:pt x="2531" y="2864"/>
                    <a:pt x="2333" y="2938"/>
                  </a:cubicBezTo>
                  <a:lnTo>
                    <a:pt x="2345" y="2938"/>
                  </a:lnTo>
                  <a:cubicBezTo>
                    <a:pt x="2247" y="2969"/>
                    <a:pt x="2145" y="2984"/>
                    <a:pt x="2045" y="2984"/>
                  </a:cubicBezTo>
                  <a:cubicBezTo>
                    <a:pt x="1944" y="2984"/>
                    <a:pt x="1845" y="2969"/>
                    <a:pt x="1753" y="2938"/>
                  </a:cubicBezTo>
                  <a:cubicBezTo>
                    <a:pt x="1111" y="2827"/>
                    <a:pt x="630" y="2049"/>
                    <a:pt x="704" y="1617"/>
                  </a:cubicBezTo>
                  <a:cubicBezTo>
                    <a:pt x="778" y="938"/>
                    <a:pt x="1457" y="444"/>
                    <a:pt x="1963" y="407"/>
                  </a:cubicBezTo>
                  <a:cubicBezTo>
                    <a:pt x="2020" y="402"/>
                    <a:pt x="2075" y="400"/>
                    <a:pt x="2129" y="400"/>
                  </a:cubicBezTo>
                  <a:close/>
                  <a:moveTo>
                    <a:pt x="2134" y="0"/>
                  </a:moveTo>
                  <a:cubicBezTo>
                    <a:pt x="2028" y="0"/>
                    <a:pt x="1921" y="8"/>
                    <a:pt x="1815" y="25"/>
                  </a:cubicBezTo>
                  <a:cubicBezTo>
                    <a:pt x="1222" y="148"/>
                    <a:pt x="728" y="531"/>
                    <a:pt x="457" y="1061"/>
                  </a:cubicBezTo>
                  <a:cubicBezTo>
                    <a:pt x="0" y="1962"/>
                    <a:pt x="691" y="2975"/>
                    <a:pt x="1383" y="3234"/>
                  </a:cubicBezTo>
                  <a:cubicBezTo>
                    <a:pt x="1582" y="3315"/>
                    <a:pt x="1812" y="3374"/>
                    <a:pt x="2039" y="3374"/>
                  </a:cubicBezTo>
                  <a:cubicBezTo>
                    <a:pt x="2192" y="3374"/>
                    <a:pt x="2342" y="3348"/>
                    <a:pt x="2481" y="3283"/>
                  </a:cubicBezTo>
                  <a:lnTo>
                    <a:pt x="2481" y="3283"/>
                  </a:lnTo>
                  <a:lnTo>
                    <a:pt x="2432" y="3308"/>
                  </a:lnTo>
                  <a:cubicBezTo>
                    <a:pt x="2679" y="3234"/>
                    <a:pt x="2901" y="3123"/>
                    <a:pt x="3098" y="2962"/>
                  </a:cubicBezTo>
                  <a:cubicBezTo>
                    <a:pt x="3247" y="2851"/>
                    <a:pt x="3382" y="2715"/>
                    <a:pt x="3481" y="2543"/>
                  </a:cubicBezTo>
                  <a:cubicBezTo>
                    <a:pt x="3493" y="2518"/>
                    <a:pt x="3506" y="2493"/>
                    <a:pt x="3518" y="2469"/>
                  </a:cubicBezTo>
                  <a:cubicBezTo>
                    <a:pt x="3530" y="2432"/>
                    <a:pt x="3543" y="2395"/>
                    <a:pt x="3555" y="2358"/>
                  </a:cubicBezTo>
                  <a:cubicBezTo>
                    <a:pt x="3567" y="2320"/>
                    <a:pt x="3592" y="2271"/>
                    <a:pt x="3592" y="2234"/>
                  </a:cubicBezTo>
                  <a:lnTo>
                    <a:pt x="3605" y="2209"/>
                  </a:lnTo>
                  <a:cubicBezTo>
                    <a:pt x="3716" y="2000"/>
                    <a:pt x="3753" y="1765"/>
                    <a:pt x="3740" y="1530"/>
                  </a:cubicBezTo>
                  <a:cubicBezTo>
                    <a:pt x="3728" y="1247"/>
                    <a:pt x="3654" y="963"/>
                    <a:pt x="3518" y="716"/>
                  </a:cubicBezTo>
                  <a:cubicBezTo>
                    <a:pt x="3208" y="219"/>
                    <a:pt x="2681" y="0"/>
                    <a:pt x="2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193"/>
            <p:cNvSpPr/>
            <p:nvPr/>
          </p:nvSpPr>
          <p:spPr>
            <a:xfrm>
              <a:off x="579117" y="382397"/>
              <a:ext cx="193585" cy="179814"/>
            </a:xfrm>
            <a:custGeom>
              <a:avLst/>
              <a:gdLst/>
              <a:ahLst/>
              <a:cxnLst/>
              <a:rect l="l" t="t" r="r" b="b"/>
              <a:pathLst>
                <a:path w="3149" h="2925" extrusionOk="0">
                  <a:moveTo>
                    <a:pt x="1876" y="396"/>
                  </a:moveTo>
                  <a:cubicBezTo>
                    <a:pt x="2162" y="396"/>
                    <a:pt x="2445" y="480"/>
                    <a:pt x="2544" y="622"/>
                  </a:cubicBezTo>
                  <a:cubicBezTo>
                    <a:pt x="2704" y="894"/>
                    <a:pt x="2741" y="1227"/>
                    <a:pt x="2642" y="1523"/>
                  </a:cubicBezTo>
                  <a:cubicBezTo>
                    <a:pt x="2474" y="2030"/>
                    <a:pt x="1916" y="2524"/>
                    <a:pt x="1396" y="2524"/>
                  </a:cubicBezTo>
                  <a:cubicBezTo>
                    <a:pt x="1384" y="2524"/>
                    <a:pt x="1371" y="2524"/>
                    <a:pt x="1359" y="2523"/>
                  </a:cubicBezTo>
                  <a:cubicBezTo>
                    <a:pt x="890" y="2511"/>
                    <a:pt x="692" y="2474"/>
                    <a:pt x="482" y="2005"/>
                  </a:cubicBezTo>
                  <a:cubicBezTo>
                    <a:pt x="272" y="1548"/>
                    <a:pt x="890" y="672"/>
                    <a:pt x="1568" y="450"/>
                  </a:cubicBezTo>
                  <a:lnTo>
                    <a:pt x="1581" y="450"/>
                  </a:lnTo>
                  <a:cubicBezTo>
                    <a:pt x="1605" y="450"/>
                    <a:pt x="1655" y="413"/>
                    <a:pt x="1680" y="413"/>
                  </a:cubicBezTo>
                  <a:lnTo>
                    <a:pt x="1655" y="425"/>
                  </a:lnTo>
                  <a:cubicBezTo>
                    <a:pt x="1680" y="413"/>
                    <a:pt x="1692" y="413"/>
                    <a:pt x="1717" y="400"/>
                  </a:cubicBezTo>
                  <a:lnTo>
                    <a:pt x="1766" y="400"/>
                  </a:lnTo>
                  <a:cubicBezTo>
                    <a:pt x="1802" y="397"/>
                    <a:pt x="1839" y="396"/>
                    <a:pt x="1876" y="396"/>
                  </a:cubicBezTo>
                  <a:close/>
                  <a:moveTo>
                    <a:pt x="1955" y="0"/>
                  </a:moveTo>
                  <a:cubicBezTo>
                    <a:pt x="1860" y="0"/>
                    <a:pt x="1770" y="12"/>
                    <a:pt x="1680" y="30"/>
                  </a:cubicBezTo>
                  <a:cubicBezTo>
                    <a:pt x="1630" y="30"/>
                    <a:pt x="1593" y="42"/>
                    <a:pt x="1544" y="55"/>
                  </a:cubicBezTo>
                  <a:cubicBezTo>
                    <a:pt x="803" y="264"/>
                    <a:pt x="124" y="968"/>
                    <a:pt x="63" y="1758"/>
                  </a:cubicBezTo>
                  <a:cubicBezTo>
                    <a:pt x="1" y="1980"/>
                    <a:pt x="235" y="2610"/>
                    <a:pt x="655" y="2795"/>
                  </a:cubicBezTo>
                  <a:cubicBezTo>
                    <a:pt x="865" y="2881"/>
                    <a:pt x="1084" y="2925"/>
                    <a:pt x="1302" y="2925"/>
                  </a:cubicBezTo>
                  <a:cubicBezTo>
                    <a:pt x="1519" y="2925"/>
                    <a:pt x="1735" y="2881"/>
                    <a:pt x="1939" y="2795"/>
                  </a:cubicBezTo>
                  <a:cubicBezTo>
                    <a:pt x="2482" y="2560"/>
                    <a:pt x="2877" y="2104"/>
                    <a:pt x="3050" y="1536"/>
                  </a:cubicBezTo>
                  <a:cubicBezTo>
                    <a:pt x="3148" y="1166"/>
                    <a:pt x="3099" y="770"/>
                    <a:pt x="2902" y="425"/>
                  </a:cubicBezTo>
                  <a:cubicBezTo>
                    <a:pt x="2704" y="166"/>
                    <a:pt x="2396" y="5"/>
                    <a:pt x="2062" y="5"/>
                  </a:cubicBezTo>
                  <a:cubicBezTo>
                    <a:pt x="2026" y="2"/>
                    <a:pt x="1990" y="0"/>
                    <a:pt x="1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193"/>
            <p:cNvSpPr/>
            <p:nvPr/>
          </p:nvSpPr>
          <p:spPr>
            <a:xfrm>
              <a:off x="1057939" y="542352"/>
              <a:ext cx="218605" cy="180614"/>
            </a:xfrm>
            <a:custGeom>
              <a:avLst/>
              <a:gdLst/>
              <a:ahLst/>
              <a:cxnLst/>
              <a:rect l="l" t="t" r="r" b="b"/>
              <a:pathLst>
                <a:path w="3556" h="2938" extrusionOk="0">
                  <a:moveTo>
                    <a:pt x="1736" y="402"/>
                  </a:moveTo>
                  <a:cubicBezTo>
                    <a:pt x="2173" y="402"/>
                    <a:pt x="2594" y="590"/>
                    <a:pt x="2889" y="934"/>
                  </a:cubicBezTo>
                  <a:cubicBezTo>
                    <a:pt x="2988" y="1057"/>
                    <a:pt x="3050" y="1193"/>
                    <a:pt x="3062" y="1353"/>
                  </a:cubicBezTo>
                  <a:cubicBezTo>
                    <a:pt x="3087" y="1489"/>
                    <a:pt x="3087" y="1625"/>
                    <a:pt x="3062" y="1761"/>
                  </a:cubicBezTo>
                  <a:cubicBezTo>
                    <a:pt x="3062" y="1783"/>
                    <a:pt x="3041" y="1848"/>
                    <a:pt x="3038" y="1848"/>
                  </a:cubicBezTo>
                  <a:cubicBezTo>
                    <a:pt x="3038" y="1848"/>
                    <a:pt x="3037" y="1848"/>
                    <a:pt x="3037" y="1847"/>
                  </a:cubicBezTo>
                  <a:cubicBezTo>
                    <a:pt x="2926" y="2094"/>
                    <a:pt x="2482" y="2328"/>
                    <a:pt x="2210" y="2439"/>
                  </a:cubicBezTo>
                  <a:cubicBezTo>
                    <a:pt x="2066" y="2491"/>
                    <a:pt x="1922" y="2517"/>
                    <a:pt x="1778" y="2517"/>
                  </a:cubicBezTo>
                  <a:cubicBezTo>
                    <a:pt x="1750" y="2517"/>
                    <a:pt x="1721" y="2516"/>
                    <a:pt x="1692" y="2514"/>
                  </a:cubicBezTo>
                  <a:cubicBezTo>
                    <a:pt x="1630" y="2514"/>
                    <a:pt x="1531" y="2514"/>
                    <a:pt x="1470" y="2526"/>
                  </a:cubicBezTo>
                  <a:cubicBezTo>
                    <a:pt x="1334" y="2501"/>
                    <a:pt x="1198" y="2452"/>
                    <a:pt x="1087" y="2390"/>
                  </a:cubicBezTo>
                  <a:cubicBezTo>
                    <a:pt x="1001" y="2353"/>
                    <a:pt x="914" y="2304"/>
                    <a:pt x="840" y="2242"/>
                  </a:cubicBezTo>
                  <a:cubicBezTo>
                    <a:pt x="791" y="2205"/>
                    <a:pt x="754" y="2168"/>
                    <a:pt x="717" y="2119"/>
                  </a:cubicBezTo>
                  <a:lnTo>
                    <a:pt x="717" y="2106"/>
                  </a:lnTo>
                  <a:cubicBezTo>
                    <a:pt x="618" y="2007"/>
                    <a:pt x="569" y="1872"/>
                    <a:pt x="556" y="1736"/>
                  </a:cubicBezTo>
                  <a:cubicBezTo>
                    <a:pt x="519" y="1563"/>
                    <a:pt x="532" y="1378"/>
                    <a:pt x="581" y="1205"/>
                  </a:cubicBezTo>
                  <a:cubicBezTo>
                    <a:pt x="729" y="859"/>
                    <a:pt x="1013" y="600"/>
                    <a:pt x="1346" y="452"/>
                  </a:cubicBezTo>
                  <a:cubicBezTo>
                    <a:pt x="1476" y="418"/>
                    <a:pt x="1607" y="402"/>
                    <a:pt x="1736" y="402"/>
                  </a:cubicBezTo>
                  <a:close/>
                  <a:moveTo>
                    <a:pt x="1709" y="0"/>
                  </a:moveTo>
                  <a:cubicBezTo>
                    <a:pt x="1654" y="0"/>
                    <a:pt x="1598" y="3"/>
                    <a:pt x="1544" y="8"/>
                  </a:cubicBezTo>
                  <a:cubicBezTo>
                    <a:pt x="976" y="94"/>
                    <a:pt x="495" y="464"/>
                    <a:pt x="248" y="983"/>
                  </a:cubicBezTo>
                  <a:cubicBezTo>
                    <a:pt x="1" y="1563"/>
                    <a:pt x="174" y="2217"/>
                    <a:pt x="569" y="2538"/>
                  </a:cubicBezTo>
                  <a:cubicBezTo>
                    <a:pt x="840" y="2760"/>
                    <a:pt x="1173" y="2896"/>
                    <a:pt x="1531" y="2933"/>
                  </a:cubicBezTo>
                  <a:cubicBezTo>
                    <a:pt x="1575" y="2936"/>
                    <a:pt x="1619" y="2937"/>
                    <a:pt x="1663" y="2937"/>
                  </a:cubicBezTo>
                  <a:cubicBezTo>
                    <a:pt x="2045" y="2937"/>
                    <a:pt x="2436" y="2845"/>
                    <a:pt x="2568" y="2723"/>
                  </a:cubicBezTo>
                  <a:cubicBezTo>
                    <a:pt x="2570" y="2724"/>
                    <a:pt x="2572" y="2724"/>
                    <a:pt x="2574" y="2724"/>
                  </a:cubicBezTo>
                  <a:cubicBezTo>
                    <a:pt x="2610" y="2724"/>
                    <a:pt x="2747" y="2633"/>
                    <a:pt x="2840" y="2563"/>
                  </a:cubicBezTo>
                  <a:cubicBezTo>
                    <a:pt x="3408" y="2217"/>
                    <a:pt x="3556" y="1884"/>
                    <a:pt x="3445" y="1217"/>
                  </a:cubicBezTo>
                  <a:cubicBezTo>
                    <a:pt x="3284" y="459"/>
                    <a:pt x="2460" y="0"/>
                    <a:pt x="17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193"/>
            <p:cNvSpPr/>
            <p:nvPr/>
          </p:nvSpPr>
          <p:spPr>
            <a:xfrm>
              <a:off x="393219" y="557967"/>
              <a:ext cx="404506" cy="479751"/>
            </a:xfrm>
            <a:custGeom>
              <a:avLst/>
              <a:gdLst/>
              <a:ahLst/>
              <a:cxnLst/>
              <a:rect l="l" t="t" r="r" b="b"/>
              <a:pathLst>
                <a:path w="6580" h="7804" extrusionOk="0">
                  <a:moveTo>
                    <a:pt x="766" y="1"/>
                  </a:moveTo>
                  <a:cubicBezTo>
                    <a:pt x="556" y="519"/>
                    <a:pt x="396" y="1050"/>
                    <a:pt x="284" y="1605"/>
                  </a:cubicBezTo>
                  <a:cubicBezTo>
                    <a:pt x="99" y="2556"/>
                    <a:pt x="1" y="3938"/>
                    <a:pt x="593" y="5173"/>
                  </a:cubicBezTo>
                  <a:cubicBezTo>
                    <a:pt x="1369" y="6760"/>
                    <a:pt x="3265" y="7803"/>
                    <a:pt x="5301" y="7803"/>
                  </a:cubicBezTo>
                  <a:cubicBezTo>
                    <a:pt x="5435" y="7803"/>
                    <a:pt x="5569" y="7799"/>
                    <a:pt x="5703" y="7790"/>
                  </a:cubicBezTo>
                  <a:cubicBezTo>
                    <a:pt x="5839" y="7777"/>
                    <a:pt x="5963" y="7765"/>
                    <a:pt x="6111" y="7753"/>
                  </a:cubicBezTo>
                  <a:cubicBezTo>
                    <a:pt x="6271" y="7740"/>
                    <a:pt x="6419" y="7716"/>
                    <a:pt x="6580" y="7716"/>
                  </a:cubicBezTo>
                  <a:lnTo>
                    <a:pt x="6444" y="7679"/>
                  </a:lnTo>
                  <a:cubicBezTo>
                    <a:pt x="5592" y="7567"/>
                    <a:pt x="4506" y="7641"/>
                    <a:pt x="3580" y="7345"/>
                  </a:cubicBezTo>
                  <a:cubicBezTo>
                    <a:pt x="2309" y="6950"/>
                    <a:pt x="1284" y="5987"/>
                    <a:pt x="791" y="4741"/>
                  </a:cubicBezTo>
                  <a:cubicBezTo>
                    <a:pt x="692" y="4457"/>
                    <a:pt x="618" y="4173"/>
                    <a:pt x="568" y="3889"/>
                  </a:cubicBezTo>
                  <a:cubicBezTo>
                    <a:pt x="470" y="3420"/>
                    <a:pt x="408" y="2951"/>
                    <a:pt x="420" y="2482"/>
                  </a:cubicBezTo>
                  <a:cubicBezTo>
                    <a:pt x="433" y="2000"/>
                    <a:pt x="482" y="1531"/>
                    <a:pt x="581" y="1075"/>
                  </a:cubicBezTo>
                  <a:cubicBezTo>
                    <a:pt x="618" y="1013"/>
                    <a:pt x="618" y="815"/>
                    <a:pt x="667" y="704"/>
                  </a:cubicBezTo>
                  <a:cubicBezTo>
                    <a:pt x="692" y="457"/>
                    <a:pt x="729" y="235"/>
                    <a:pt x="7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193"/>
            <p:cNvSpPr/>
            <p:nvPr/>
          </p:nvSpPr>
          <p:spPr>
            <a:xfrm>
              <a:off x="904684" y="591347"/>
              <a:ext cx="611676" cy="765548"/>
            </a:xfrm>
            <a:custGeom>
              <a:avLst/>
              <a:gdLst/>
              <a:ahLst/>
              <a:cxnLst/>
              <a:rect l="l" t="t" r="r" b="b"/>
              <a:pathLst>
                <a:path w="9950" h="12453" extrusionOk="0">
                  <a:moveTo>
                    <a:pt x="8641" y="1"/>
                  </a:moveTo>
                  <a:lnTo>
                    <a:pt x="8641" y="1"/>
                  </a:lnTo>
                  <a:cubicBezTo>
                    <a:pt x="9197" y="1285"/>
                    <a:pt x="9357" y="2679"/>
                    <a:pt x="9468" y="4074"/>
                  </a:cubicBezTo>
                  <a:cubicBezTo>
                    <a:pt x="9505" y="4543"/>
                    <a:pt x="9493" y="5012"/>
                    <a:pt x="9456" y="5469"/>
                  </a:cubicBezTo>
                  <a:cubicBezTo>
                    <a:pt x="9443" y="5630"/>
                    <a:pt x="9419" y="5790"/>
                    <a:pt x="9406" y="5950"/>
                  </a:cubicBezTo>
                  <a:cubicBezTo>
                    <a:pt x="9369" y="6222"/>
                    <a:pt x="9320" y="6481"/>
                    <a:pt x="9271" y="6753"/>
                  </a:cubicBezTo>
                  <a:cubicBezTo>
                    <a:pt x="9110" y="7691"/>
                    <a:pt x="8802" y="8592"/>
                    <a:pt x="8357" y="9431"/>
                  </a:cubicBezTo>
                  <a:cubicBezTo>
                    <a:pt x="8123" y="9913"/>
                    <a:pt x="7814" y="10345"/>
                    <a:pt x="7431" y="10715"/>
                  </a:cubicBezTo>
                  <a:cubicBezTo>
                    <a:pt x="7160" y="11024"/>
                    <a:pt x="6851" y="11295"/>
                    <a:pt x="6530" y="11542"/>
                  </a:cubicBezTo>
                  <a:cubicBezTo>
                    <a:pt x="6049" y="11839"/>
                    <a:pt x="5493" y="12011"/>
                    <a:pt x="4926" y="12073"/>
                  </a:cubicBezTo>
                  <a:cubicBezTo>
                    <a:pt x="4831" y="12082"/>
                    <a:pt x="4735" y="12086"/>
                    <a:pt x="4640" y="12086"/>
                  </a:cubicBezTo>
                  <a:cubicBezTo>
                    <a:pt x="4055" y="12086"/>
                    <a:pt x="3474" y="11924"/>
                    <a:pt x="2975" y="11616"/>
                  </a:cubicBezTo>
                  <a:cubicBezTo>
                    <a:pt x="2765" y="11481"/>
                    <a:pt x="2605" y="11295"/>
                    <a:pt x="2469" y="11098"/>
                  </a:cubicBezTo>
                  <a:cubicBezTo>
                    <a:pt x="2123" y="10604"/>
                    <a:pt x="1840" y="10073"/>
                    <a:pt x="1642" y="9518"/>
                  </a:cubicBezTo>
                  <a:cubicBezTo>
                    <a:pt x="1585" y="9403"/>
                    <a:pt x="1613" y="9256"/>
                    <a:pt x="1746" y="9256"/>
                  </a:cubicBezTo>
                  <a:cubicBezTo>
                    <a:pt x="1756" y="9256"/>
                    <a:pt x="1767" y="9257"/>
                    <a:pt x="1778" y="9259"/>
                  </a:cubicBezTo>
                  <a:lnTo>
                    <a:pt x="1790" y="9259"/>
                  </a:lnTo>
                  <a:cubicBezTo>
                    <a:pt x="1716" y="9073"/>
                    <a:pt x="1617" y="8888"/>
                    <a:pt x="1519" y="8703"/>
                  </a:cubicBezTo>
                  <a:cubicBezTo>
                    <a:pt x="1185" y="8123"/>
                    <a:pt x="642" y="7691"/>
                    <a:pt x="0" y="7493"/>
                  </a:cubicBezTo>
                  <a:lnTo>
                    <a:pt x="0" y="7493"/>
                  </a:lnTo>
                  <a:cubicBezTo>
                    <a:pt x="62" y="7580"/>
                    <a:pt x="148" y="7654"/>
                    <a:pt x="223" y="7728"/>
                  </a:cubicBezTo>
                  <a:cubicBezTo>
                    <a:pt x="679" y="8185"/>
                    <a:pt x="988" y="8777"/>
                    <a:pt x="1099" y="9431"/>
                  </a:cubicBezTo>
                  <a:cubicBezTo>
                    <a:pt x="1346" y="10752"/>
                    <a:pt x="2259" y="11888"/>
                    <a:pt x="3395" y="12271"/>
                  </a:cubicBezTo>
                  <a:cubicBezTo>
                    <a:pt x="3748" y="12393"/>
                    <a:pt x="4126" y="12453"/>
                    <a:pt x="4512" y="12453"/>
                  </a:cubicBezTo>
                  <a:cubicBezTo>
                    <a:pt x="5367" y="12453"/>
                    <a:pt x="6259" y="12161"/>
                    <a:pt x="6999" y="11616"/>
                  </a:cubicBezTo>
                  <a:cubicBezTo>
                    <a:pt x="7962" y="10900"/>
                    <a:pt x="8715" y="9777"/>
                    <a:pt x="9135" y="8419"/>
                  </a:cubicBezTo>
                  <a:cubicBezTo>
                    <a:pt x="9826" y="6160"/>
                    <a:pt x="9950" y="2815"/>
                    <a:pt x="86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99" name="Google Shape;5699;p193"/>
          <p:cNvGrpSpPr/>
          <p:nvPr/>
        </p:nvGrpSpPr>
        <p:grpSpPr>
          <a:xfrm flipH="1">
            <a:off x="7400492" y="3632809"/>
            <a:ext cx="1875030" cy="1511226"/>
            <a:chOff x="6562292" y="3785209"/>
            <a:chExt cx="1875030" cy="1511226"/>
          </a:xfrm>
        </p:grpSpPr>
        <p:grpSp>
          <p:nvGrpSpPr>
            <p:cNvPr id="5700" name="Google Shape;5700;p193"/>
            <p:cNvGrpSpPr/>
            <p:nvPr/>
          </p:nvGrpSpPr>
          <p:grpSpPr>
            <a:xfrm>
              <a:off x="7717466" y="3785209"/>
              <a:ext cx="719856" cy="680112"/>
              <a:chOff x="7717200" y="3905550"/>
              <a:chExt cx="592377" cy="559671"/>
            </a:xfrm>
          </p:grpSpPr>
          <p:sp>
            <p:nvSpPr>
              <p:cNvPr id="5701" name="Google Shape;5701;p193"/>
              <p:cNvSpPr/>
              <p:nvPr/>
            </p:nvSpPr>
            <p:spPr>
              <a:xfrm>
                <a:off x="7724869" y="3917054"/>
                <a:ext cx="581268" cy="532152"/>
              </a:xfrm>
              <a:custGeom>
                <a:avLst/>
                <a:gdLst/>
                <a:ahLst/>
                <a:cxnLst/>
                <a:rect l="l" t="t" r="r" b="b"/>
                <a:pathLst>
                  <a:path w="10308" h="9437" extrusionOk="0">
                    <a:moveTo>
                      <a:pt x="10129" y="1"/>
                    </a:moveTo>
                    <a:cubicBezTo>
                      <a:pt x="9518" y="1"/>
                      <a:pt x="4203" y="2425"/>
                      <a:pt x="3814" y="2672"/>
                    </a:cubicBezTo>
                    <a:cubicBezTo>
                      <a:pt x="3407" y="2932"/>
                      <a:pt x="0" y="4549"/>
                      <a:pt x="0" y="4684"/>
                    </a:cubicBezTo>
                    <a:cubicBezTo>
                      <a:pt x="0" y="4808"/>
                      <a:pt x="2382" y="5425"/>
                      <a:pt x="2382" y="5425"/>
                    </a:cubicBezTo>
                    <a:cubicBezTo>
                      <a:pt x="2382" y="5425"/>
                      <a:pt x="2456" y="6129"/>
                      <a:pt x="2580" y="6771"/>
                    </a:cubicBezTo>
                    <a:cubicBezTo>
                      <a:pt x="2703" y="7400"/>
                      <a:pt x="2963" y="8511"/>
                      <a:pt x="2963" y="8511"/>
                    </a:cubicBezTo>
                    <a:cubicBezTo>
                      <a:pt x="3308" y="8474"/>
                      <a:pt x="4901" y="7104"/>
                      <a:pt x="4901" y="7104"/>
                    </a:cubicBezTo>
                    <a:cubicBezTo>
                      <a:pt x="4901" y="7104"/>
                      <a:pt x="6308" y="9424"/>
                      <a:pt x="6542" y="9437"/>
                    </a:cubicBezTo>
                    <a:cubicBezTo>
                      <a:pt x="6543" y="9437"/>
                      <a:pt x="6543" y="9437"/>
                      <a:pt x="6543" y="9437"/>
                    </a:cubicBezTo>
                    <a:cubicBezTo>
                      <a:pt x="6786" y="9437"/>
                      <a:pt x="10307" y="265"/>
                      <a:pt x="10184" y="18"/>
                    </a:cubicBezTo>
                    <a:cubicBezTo>
                      <a:pt x="10177" y="6"/>
                      <a:pt x="10159" y="1"/>
                      <a:pt x="101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2" name="Google Shape;5702;p193"/>
              <p:cNvSpPr/>
              <p:nvPr/>
            </p:nvSpPr>
            <p:spPr>
              <a:xfrm>
                <a:off x="7717200" y="3905550"/>
                <a:ext cx="592377" cy="559671"/>
              </a:xfrm>
              <a:custGeom>
                <a:avLst/>
                <a:gdLst/>
                <a:ahLst/>
                <a:cxnLst/>
                <a:rect l="l" t="t" r="r" b="b"/>
                <a:pathLst>
                  <a:path w="10505" h="9925" extrusionOk="0">
                    <a:moveTo>
                      <a:pt x="9764" y="420"/>
                    </a:moveTo>
                    <a:cubicBezTo>
                      <a:pt x="9147" y="827"/>
                      <a:pt x="8518" y="1247"/>
                      <a:pt x="7913" y="1654"/>
                    </a:cubicBezTo>
                    <a:cubicBezTo>
                      <a:pt x="7715" y="1802"/>
                      <a:pt x="7505" y="1938"/>
                      <a:pt x="7283" y="2086"/>
                    </a:cubicBezTo>
                    <a:cubicBezTo>
                      <a:pt x="6111" y="2889"/>
                      <a:pt x="4728" y="3839"/>
                      <a:pt x="3382" y="4851"/>
                    </a:cubicBezTo>
                    <a:cubicBezTo>
                      <a:pt x="3148" y="5037"/>
                      <a:pt x="2926" y="5209"/>
                      <a:pt x="2728" y="5382"/>
                    </a:cubicBezTo>
                    <a:lnTo>
                      <a:pt x="2679" y="5419"/>
                    </a:lnTo>
                    <a:lnTo>
                      <a:pt x="2605" y="5493"/>
                    </a:lnTo>
                    <a:cubicBezTo>
                      <a:pt x="2506" y="5432"/>
                      <a:pt x="2407" y="5382"/>
                      <a:pt x="2296" y="5370"/>
                    </a:cubicBezTo>
                    <a:lnTo>
                      <a:pt x="2197" y="5345"/>
                    </a:lnTo>
                    <a:cubicBezTo>
                      <a:pt x="1963" y="5259"/>
                      <a:pt x="1728" y="5197"/>
                      <a:pt x="1482" y="5123"/>
                    </a:cubicBezTo>
                    <a:cubicBezTo>
                      <a:pt x="1087" y="5000"/>
                      <a:pt x="716" y="4913"/>
                      <a:pt x="358" y="4839"/>
                    </a:cubicBezTo>
                    <a:lnTo>
                      <a:pt x="371" y="4839"/>
                    </a:lnTo>
                    <a:lnTo>
                      <a:pt x="420" y="4802"/>
                    </a:lnTo>
                    <a:cubicBezTo>
                      <a:pt x="506" y="4740"/>
                      <a:pt x="605" y="4679"/>
                      <a:pt x="704" y="4629"/>
                    </a:cubicBezTo>
                    <a:cubicBezTo>
                      <a:pt x="815" y="4568"/>
                      <a:pt x="938" y="4518"/>
                      <a:pt x="1062" y="4456"/>
                    </a:cubicBezTo>
                    <a:lnTo>
                      <a:pt x="1210" y="4382"/>
                    </a:lnTo>
                    <a:cubicBezTo>
                      <a:pt x="1802" y="4098"/>
                      <a:pt x="2407" y="3790"/>
                      <a:pt x="3062" y="3457"/>
                    </a:cubicBezTo>
                    <a:cubicBezTo>
                      <a:pt x="3432" y="3259"/>
                      <a:pt x="3827" y="3062"/>
                      <a:pt x="4296" y="2827"/>
                    </a:cubicBezTo>
                    <a:cubicBezTo>
                      <a:pt x="5975" y="1988"/>
                      <a:pt x="7382" y="1309"/>
                      <a:pt x="8876" y="729"/>
                    </a:cubicBezTo>
                    <a:cubicBezTo>
                      <a:pt x="9159" y="605"/>
                      <a:pt x="9468" y="506"/>
                      <a:pt x="9764" y="420"/>
                    </a:cubicBezTo>
                    <a:close/>
                    <a:moveTo>
                      <a:pt x="9949" y="494"/>
                    </a:moveTo>
                    <a:lnTo>
                      <a:pt x="9949" y="494"/>
                    </a:lnTo>
                    <a:cubicBezTo>
                      <a:pt x="9814" y="630"/>
                      <a:pt x="9678" y="790"/>
                      <a:pt x="9542" y="938"/>
                    </a:cubicBezTo>
                    <a:cubicBezTo>
                      <a:pt x="9468" y="1037"/>
                      <a:pt x="9394" y="1124"/>
                      <a:pt x="9320" y="1198"/>
                    </a:cubicBezTo>
                    <a:cubicBezTo>
                      <a:pt x="8900" y="1654"/>
                      <a:pt x="8468" y="2111"/>
                      <a:pt x="8049" y="2568"/>
                    </a:cubicBezTo>
                    <a:cubicBezTo>
                      <a:pt x="7296" y="3358"/>
                      <a:pt x="6543" y="4148"/>
                      <a:pt x="5790" y="4938"/>
                    </a:cubicBezTo>
                    <a:lnTo>
                      <a:pt x="5283" y="5469"/>
                    </a:lnTo>
                    <a:lnTo>
                      <a:pt x="4913" y="5864"/>
                    </a:lnTo>
                    <a:cubicBezTo>
                      <a:pt x="4777" y="6012"/>
                      <a:pt x="4642" y="6160"/>
                      <a:pt x="4493" y="6308"/>
                    </a:cubicBezTo>
                    <a:lnTo>
                      <a:pt x="4469" y="6308"/>
                    </a:lnTo>
                    <a:cubicBezTo>
                      <a:pt x="4358" y="6370"/>
                      <a:pt x="4259" y="6456"/>
                      <a:pt x="4197" y="6567"/>
                    </a:cubicBezTo>
                    <a:cubicBezTo>
                      <a:pt x="4173" y="6580"/>
                      <a:pt x="4160" y="6604"/>
                      <a:pt x="4148" y="6617"/>
                    </a:cubicBezTo>
                    <a:cubicBezTo>
                      <a:pt x="4061" y="6740"/>
                      <a:pt x="3987" y="6863"/>
                      <a:pt x="3913" y="6987"/>
                    </a:cubicBezTo>
                    <a:lnTo>
                      <a:pt x="3864" y="7086"/>
                    </a:lnTo>
                    <a:cubicBezTo>
                      <a:pt x="3790" y="7209"/>
                      <a:pt x="3716" y="7320"/>
                      <a:pt x="3642" y="7431"/>
                    </a:cubicBezTo>
                    <a:cubicBezTo>
                      <a:pt x="3580" y="7555"/>
                      <a:pt x="3518" y="7641"/>
                      <a:pt x="3444" y="7752"/>
                    </a:cubicBezTo>
                    <a:lnTo>
                      <a:pt x="3173" y="8221"/>
                    </a:lnTo>
                    <a:lnTo>
                      <a:pt x="3123" y="8295"/>
                    </a:lnTo>
                    <a:cubicBezTo>
                      <a:pt x="3025" y="7876"/>
                      <a:pt x="2950" y="7444"/>
                      <a:pt x="2889" y="7024"/>
                    </a:cubicBezTo>
                    <a:cubicBezTo>
                      <a:pt x="2827" y="6592"/>
                      <a:pt x="2765" y="6148"/>
                      <a:pt x="2654" y="5728"/>
                    </a:cubicBezTo>
                    <a:cubicBezTo>
                      <a:pt x="2679" y="5678"/>
                      <a:pt x="2691" y="5629"/>
                      <a:pt x="2679" y="5580"/>
                    </a:cubicBezTo>
                    <a:cubicBezTo>
                      <a:pt x="2827" y="5456"/>
                      <a:pt x="2975" y="5333"/>
                      <a:pt x="3136" y="5222"/>
                    </a:cubicBezTo>
                    <a:cubicBezTo>
                      <a:pt x="3210" y="5172"/>
                      <a:pt x="3284" y="5123"/>
                      <a:pt x="3358" y="5074"/>
                    </a:cubicBezTo>
                    <a:cubicBezTo>
                      <a:pt x="3950" y="4629"/>
                      <a:pt x="4568" y="4197"/>
                      <a:pt x="5098" y="3815"/>
                    </a:cubicBezTo>
                    <a:cubicBezTo>
                      <a:pt x="6333" y="2950"/>
                      <a:pt x="7666" y="2025"/>
                      <a:pt x="9024" y="1111"/>
                    </a:cubicBezTo>
                    <a:lnTo>
                      <a:pt x="9196" y="988"/>
                    </a:lnTo>
                    <a:cubicBezTo>
                      <a:pt x="9443" y="827"/>
                      <a:pt x="9703" y="654"/>
                      <a:pt x="9949" y="494"/>
                    </a:cubicBezTo>
                    <a:close/>
                    <a:moveTo>
                      <a:pt x="4530" y="6530"/>
                    </a:moveTo>
                    <a:cubicBezTo>
                      <a:pt x="4555" y="6555"/>
                      <a:pt x="4580" y="6580"/>
                      <a:pt x="4592" y="6617"/>
                    </a:cubicBezTo>
                    <a:lnTo>
                      <a:pt x="4617" y="6641"/>
                    </a:lnTo>
                    <a:cubicBezTo>
                      <a:pt x="4679" y="6777"/>
                      <a:pt x="4753" y="6901"/>
                      <a:pt x="4802" y="7036"/>
                    </a:cubicBezTo>
                    <a:lnTo>
                      <a:pt x="4839" y="7110"/>
                    </a:lnTo>
                    <a:cubicBezTo>
                      <a:pt x="4864" y="7160"/>
                      <a:pt x="4888" y="7221"/>
                      <a:pt x="4925" y="7283"/>
                    </a:cubicBezTo>
                    <a:cubicBezTo>
                      <a:pt x="4802" y="7345"/>
                      <a:pt x="4691" y="7419"/>
                      <a:pt x="4580" y="7505"/>
                    </a:cubicBezTo>
                    <a:cubicBezTo>
                      <a:pt x="4555" y="7530"/>
                      <a:pt x="4530" y="7542"/>
                      <a:pt x="4493" y="7567"/>
                    </a:cubicBezTo>
                    <a:cubicBezTo>
                      <a:pt x="4333" y="7691"/>
                      <a:pt x="4160" y="7826"/>
                      <a:pt x="4000" y="7950"/>
                    </a:cubicBezTo>
                    <a:cubicBezTo>
                      <a:pt x="3901" y="8024"/>
                      <a:pt x="3815" y="8098"/>
                      <a:pt x="3728" y="8172"/>
                    </a:cubicBezTo>
                    <a:lnTo>
                      <a:pt x="3580" y="8308"/>
                    </a:lnTo>
                    <a:lnTo>
                      <a:pt x="3518" y="8357"/>
                    </a:lnTo>
                    <a:cubicBezTo>
                      <a:pt x="3457" y="8406"/>
                      <a:pt x="3395" y="8456"/>
                      <a:pt x="3321" y="8505"/>
                    </a:cubicBezTo>
                    <a:cubicBezTo>
                      <a:pt x="3407" y="8382"/>
                      <a:pt x="3481" y="8258"/>
                      <a:pt x="3555" y="8135"/>
                    </a:cubicBezTo>
                    <a:cubicBezTo>
                      <a:pt x="3703" y="7876"/>
                      <a:pt x="3864" y="7629"/>
                      <a:pt x="4000" y="7370"/>
                    </a:cubicBezTo>
                    <a:cubicBezTo>
                      <a:pt x="4049" y="7296"/>
                      <a:pt x="4086" y="7209"/>
                      <a:pt x="4135" y="7123"/>
                    </a:cubicBezTo>
                    <a:cubicBezTo>
                      <a:pt x="4222" y="6925"/>
                      <a:pt x="4333" y="6752"/>
                      <a:pt x="4469" y="6592"/>
                    </a:cubicBezTo>
                    <a:cubicBezTo>
                      <a:pt x="4493" y="6567"/>
                      <a:pt x="4506" y="6543"/>
                      <a:pt x="4530" y="6530"/>
                    </a:cubicBezTo>
                    <a:close/>
                    <a:moveTo>
                      <a:pt x="9912" y="877"/>
                    </a:moveTo>
                    <a:lnTo>
                      <a:pt x="9912" y="877"/>
                    </a:lnTo>
                    <a:cubicBezTo>
                      <a:pt x="9826" y="1087"/>
                      <a:pt x="9752" y="1296"/>
                      <a:pt x="9690" y="1469"/>
                    </a:cubicBezTo>
                    <a:cubicBezTo>
                      <a:pt x="9431" y="2222"/>
                      <a:pt x="9147" y="2963"/>
                      <a:pt x="8876" y="3654"/>
                    </a:cubicBezTo>
                    <a:cubicBezTo>
                      <a:pt x="8567" y="4444"/>
                      <a:pt x="8258" y="5246"/>
                      <a:pt x="7950" y="6049"/>
                    </a:cubicBezTo>
                    <a:cubicBezTo>
                      <a:pt x="7654" y="6802"/>
                      <a:pt x="7357" y="7567"/>
                      <a:pt x="7073" y="8320"/>
                    </a:cubicBezTo>
                    <a:cubicBezTo>
                      <a:pt x="7012" y="8456"/>
                      <a:pt x="6962" y="8604"/>
                      <a:pt x="6913" y="8740"/>
                    </a:cubicBezTo>
                    <a:cubicBezTo>
                      <a:pt x="6839" y="8962"/>
                      <a:pt x="6752" y="9196"/>
                      <a:pt x="6666" y="9406"/>
                    </a:cubicBezTo>
                    <a:cubicBezTo>
                      <a:pt x="6580" y="9258"/>
                      <a:pt x="6506" y="9110"/>
                      <a:pt x="6407" y="8974"/>
                    </a:cubicBezTo>
                    <a:lnTo>
                      <a:pt x="6333" y="8863"/>
                    </a:lnTo>
                    <a:lnTo>
                      <a:pt x="6197" y="8666"/>
                    </a:lnTo>
                    <a:cubicBezTo>
                      <a:pt x="6073" y="8468"/>
                      <a:pt x="5938" y="8258"/>
                      <a:pt x="5814" y="8061"/>
                    </a:cubicBezTo>
                    <a:cubicBezTo>
                      <a:pt x="5580" y="7715"/>
                      <a:pt x="5345" y="7345"/>
                      <a:pt x="5086" y="6851"/>
                    </a:cubicBezTo>
                    <a:lnTo>
                      <a:pt x="5061" y="6814"/>
                    </a:lnTo>
                    <a:cubicBezTo>
                      <a:pt x="4975" y="6666"/>
                      <a:pt x="4839" y="6407"/>
                      <a:pt x="4654" y="6333"/>
                    </a:cubicBezTo>
                    <a:cubicBezTo>
                      <a:pt x="5197" y="5839"/>
                      <a:pt x="5703" y="5308"/>
                      <a:pt x="6197" y="4790"/>
                    </a:cubicBezTo>
                    <a:cubicBezTo>
                      <a:pt x="6320" y="4654"/>
                      <a:pt x="6444" y="4530"/>
                      <a:pt x="6567" y="4395"/>
                    </a:cubicBezTo>
                    <a:cubicBezTo>
                      <a:pt x="7394" y="3531"/>
                      <a:pt x="8382" y="2494"/>
                      <a:pt x="9345" y="1469"/>
                    </a:cubicBezTo>
                    <a:cubicBezTo>
                      <a:pt x="9419" y="1383"/>
                      <a:pt x="9493" y="1309"/>
                      <a:pt x="9579" y="1222"/>
                    </a:cubicBezTo>
                    <a:cubicBezTo>
                      <a:pt x="9690" y="1111"/>
                      <a:pt x="9801" y="1000"/>
                      <a:pt x="9912" y="877"/>
                    </a:cubicBezTo>
                    <a:close/>
                    <a:moveTo>
                      <a:pt x="10172" y="0"/>
                    </a:moveTo>
                    <a:cubicBezTo>
                      <a:pt x="10085" y="0"/>
                      <a:pt x="10011" y="13"/>
                      <a:pt x="9937" y="25"/>
                    </a:cubicBezTo>
                    <a:cubicBezTo>
                      <a:pt x="9653" y="99"/>
                      <a:pt x="9369" y="185"/>
                      <a:pt x="9098" y="297"/>
                    </a:cubicBezTo>
                    <a:cubicBezTo>
                      <a:pt x="8258" y="605"/>
                      <a:pt x="7444" y="988"/>
                      <a:pt x="6691" y="1346"/>
                    </a:cubicBezTo>
                    <a:cubicBezTo>
                      <a:pt x="5506" y="1914"/>
                      <a:pt x="4271" y="2543"/>
                      <a:pt x="2913" y="3247"/>
                    </a:cubicBezTo>
                    <a:cubicBezTo>
                      <a:pt x="2407" y="3518"/>
                      <a:pt x="1889" y="3777"/>
                      <a:pt x="1370" y="4024"/>
                    </a:cubicBezTo>
                    <a:lnTo>
                      <a:pt x="667" y="4382"/>
                    </a:lnTo>
                    <a:cubicBezTo>
                      <a:pt x="482" y="4469"/>
                      <a:pt x="309" y="4568"/>
                      <a:pt x="161" y="4703"/>
                    </a:cubicBezTo>
                    <a:cubicBezTo>
                      <a:pt x="136" y="4728"/>
                      <a:pt x="111" y="4765"/>
                      <a:pt x="99" y="4802"/>
                    </a:cubicBezTo>
                    <a:cubicBezTo>
                      <a:pt x="50" y="4814"/>
                      <a:pt x="25" y="4851"/>
                      <a:pt x="13" y="4888"/>
                    </a:cubicBezTo>
                    <a:cubicBezTo>
                      <a:pt x="0" y="4938"/>
                      <a:pt x="25" y="4975"/>
                      <a:pt x="62" y="5000"/>
                    </a:cubicBezTo>
                    <a:cubicBezTo>
                      <a:pt x="482" y="5172"/>
                      <a:pt x="914" y="5333"/>
                      <a:pt x="1346" y="5456"/>
                    </a:cubicBezTo>
                    <a:cubicBezTo>
                      <a:pt x="1593" y="5530"/>
                      <a:pt x="1827" y="5617"/>
                      <a:pt x="2074" y="5691"/>
                    </a:cubicBezTo>
                    <a:cubicBezTo>
                      <a:pt x="2160" y="5715"/>
                      <a:pt x="2235" y="5740"/>
                      <a:pt x="2321" y="5765"/>
                    </a:cubicBezTo>
                    <a:lnTo>
                      <a:pt x="2395" y="5790"/>
                    </a:lnTo>
                    <a:lnTo>
                      <a:pt x="2407" y="5802"/>
                    </a:lnTo>
                    <a:cubicBezTo>
                      <a:pt x="2432" y="5814"/>
                      <a:pt x="2444" y="5827"/>
                      <a:pt x="2469" y="5827"/>
                    </a:cubicBezTo>
                    <a:cubicBezTo>
                      <a:pt x="2494" y="6061"/>
                      <a:pt x="2518" y="6283"/>
                      <a:pt x="2543" y="6518"/>
                    </a:cubicBezTo>
                    <a:cubicBezTo>
                      <a:pt x="2617" y="7246"/>
                      <a:pt x="2691" y="7999"/>
                      <a:pt x="2950" y="8690"/>
                    </a:cubicBezTo>
                    <a:lnTo>
                      <a:pt x="2950" y="8703"/>
                    </a:lnTo>
                    <a:cubicBezTo>
                      <a:pt x="2950" y="8740"/>
                      <a:pt x="2963" y="8764"/>
                      <a:pt x="2987" y="8789"/>
                    </a:cubicBezTo>
                    <a:cubicBezTo>
                      <a:pt x="3012" y="8838"/>
                      <a:pt x="3062" y="8876"/>
                      <a:pt x="3111" y="8876"/>
                    </a:cubicBezTo>
                    <a:lnTo>
                      <a:pt x="3148" y="8876"/>
                    </a:lnTo>
                    <a:cubicBezTo>
                      <a:pt x="3457" y="8764"/>
                      <a:pt x="3728" y="8604"/>
                      <a:pt x="3975" y="8382"/>
                    </a:cubicBezTo>
                    <a:cubicBezTo>
                      <a:pt x="4012" y="8345"/>
                      <a:pt x="4061" y="8308"/>
                      <a:pt x="4111" y="8271"/>
                    </a:cubicBezTo>
                    <a:cubicBezTo>
                      <a:pt x="4222" y="8184"/>
                      <a:pt x="4333" y="8098"/>
                      <a:pt x="4444" y="8024"/>
                    </a:cubicBezTo>
                    <a:lnTo>
                      <a:pt x="4617" y="7900"/>
                    </a:lnTo>
                    <a:lnTo>
                      <a:pt x="4765" y="7789"/>
                    </a:lnTo>
                    <a:cubicBezTo>
                      <a:pt x="4864" y="7728"/>
                      <a:pt x="4963" y="7653"/>
                      <a:pt x="5049" y="7579"/>
                    </a:cubicBezTo>
                    <a:cubicBezTo>
                      <a:pt x="5160" y="7777"/>
                      <a:pt x="5296" y="7999"/>
                      <a:pt x="5444" y="8258"/>
                    </a:cubicBezTo>
                    <a:cubicBezTo>
                      <a:pt x="5617" y="8530"/>
                      <a:pt x="5790" y="8814"/>
                      <a:pt x="5950" y="9061"/>
                    </a:cubicBezTo>
                    <a:cubicBezTo>
                      <a:pt x="6012" y="9147"/>
                      <a:pt x="6061" y="9246"/>
                      <a:pt x="6123" y="9345"/>
                    </a:cubicBezTo>
                    <a:cubicBezTo>
                      <a:pt x="6222" y="9530"/>
                      <a:pt x="6345" y="9703"/>
                      <a:pt x="6468" y="9875"/>
                    </a:cubicBezTo>
                    <a:cubicBezTo>
                      <a:pt x="6493" y="9900"/>
                      <a:pt x="6543" y="9925"/>
                      <a:pt x="6580" y="9925"/>
                    </a:cubicBezTo>
                    <a:cubicBezTo>
                      <a:pt x="6629" y="9925"/>
                      <a:pt x="6666" y="9900"/>
                      <a:pt x="6703" y="9875"/>
                    </a:cubicBezTo>
                    <a:cubicBezTo>
                      <a:pt x="6728" y="9838"/>
                      <a:pt x="6752" y="9789"/>
                      <a:pt x="6752" y="9740"/>
                    </a:cubicBezTo>
                    <a:cubicBezTo>
                      <a:pt x="6925" y="9431"/>
                      <a:pt x="7073" y="9110"/>
                      <a:pt x="7209" y="8801"/>
                    </a:cubicBezTo>
                    <a:lnTo>
                      <a:pt x="7258" y="8703"/>
                    </a:lnTo>
                    <a:cubicBezTo>
                      <a:pt x="7555" y="8024"/>
                      <a:pt x="7851" y="7333"/>
                      <a:pt x="8123" y="6666"/>
                    </a:cubicBezTo>
                    <a:lnTo>
                      <a:pt x="8147" y="6592"/>
                    </a:lnTo>
                    <a:cubicBezTo>
                      <a:pt x="8740" y="5185"/>
                      <a:pt x="9406" y="3518"/>
                      <a:pt x="10024" y="1827"/>
                    </a:cubicBezTo>
                    <a:cubicBezTo>
                      <a:pt x="10135" y="1519"/>
                      <a:pt x="10258" y="1210"/>
                      <a:pt x="10357" y="877"/>
                    </a:cubicBezTo>
                    <a:lnTo>
                      <a:pt x="10369" y="827"/>
                    </a:lnTo>
                    <a:cubicBezTo>
                      <a:pt x="10443" y="654"/>
                      <a:pt x="10480" y="469"/>
                      <a:pt x="10468" y="284"/>
                    </a:cubicBezTo>
                    <a:cubicBezTo>
                      <a:pt x="10505" y="222"/>
                      <a:pt x="10493" y="148"/>
                      <a:pt x="10443" y="111"/>
                    </a:cubicBezTo>
                    <a:cubicBezTo>
                      <a:pt x="10369" y="37"/>
                      <a:pt x="10270" y="0"/>
                      <a:pt x="101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03" name="Google Shape;5703;p193"/>
            <p:cNvSpPr/>
            <p:nvPr/>
          </p:nvSpPr>
          <p:spPr>
            <a:xfrm>
              <a:off x="6562292" y="4354432"/>
              <a:ext cx="1368335" cy="942004"/>
            </a:xfrm>
            <a:custGeom>
              <a:avLst/>
              <a:gdLst/>
              <a:ahLst/>
              <a:cxnLst/>
              <a:rect l="l" t="t" r="r" b="b"/>
              <a:pathLst>
                <a:path w="16999" h="11703" extrusionOk="0">
                  <a:moveTo>
                    <a:pt x="16961" y="211"/>
                  </a:moveTo>
                  <a:cubicBezTo>
                    <a:pt x="16998" y="87"/>
                    <a:pt x="16850" y="1"/>
                    <a:pt x="16764" y="100"/>
                  </a:cubicBezTo>
                  <a:cubicBezTo>
                    <a:pt x="16752" y="112"/>
                    <a:pt x="16752" y="124"/>
                    <a:pt x="16739" y="137"/>
                  </a:cubicBezTo>
                  <a:lnTo>
                    <a:pt x="16727" y="186"/>
                  </a:lnTo>
                  <a:lnTo>
                    <a:pt x="16715" y="235"/>
                  </a:lnTo>
                  <a:lnTo>
                    <a:pt x="16690" y="285"/>
                  </a:lnTo>
                  <a:lnTo>
                    <a:pt x="16665" y="346"/>
                  </a:lnTo>
                  <a:cubicBezTo>
                    <a:pt x="16616" y="495"/>
                    <a:pt x="16826" y="569"/>
                    <a:pt x="16887" y="433"/>
                  </a:cubicBezTo>
                  <a:lnTo>
                    <a:pt x="16912" y="359"/>
                  </a:lnTo>
                  <a:lnTo>
                    <a:pt x="16924" y="309"/>
                  </a:lnTo>
                  <a:lnTo>
                    <a:pt x="16949" y="260"/>
                  </a:lnTo>
                  <a:close/>
                  <a:moveTo>
                    <a:pt x="260" y="10197"/>
                  </a:moveTo>
                  <a:cubicBezTo>
                    <a:pt x="137" y="10110"/>
                    <a:pt x="1" y="10283"/>
                    <a:pt x="112" y="10382"/>
                  </a:cubicBezTo>
                  <a:lnTo>
                    <a:pt x="186" y="10444"/>
                  </a:lnTo>
                  <a:lnTo>
                    <a:pt x="248" y="10481"/>
                  </a:lnTo>
                  <a:lnTo>
                    <a:pt x="309" y="10530"/>
                  </a:lnTo>
                  <a:cubicBezTo>
                    <a:pt x="433" y="10617"/>
                    <a:pt x="569" y="10431"/>
                    <a:pt x="445" y="10345"/>
                  </a:cubicBezTo>
                  <a:lnTo>
                    <a:pt x="384" y="10296"/>
                  </a:lnTo>
                  <a:lnTo>
                    <a:pt x="334" y="10259"/>
                  </a:lnTo>
                  <a:close/>
                  <a:moveTo>
                    <a:pt x="1013" y="10728"/>
                  </a:moveTo>
                  <a:cubicBezTo>
                    <a:pt x="890" y="10617"/>
                    <a:pt x="741" y="10789"/>
                    <a:pt x="853" y="10900"/>
                  </a:cubicBezTo>
                  <a:cubicBezTo>
                    <a:pt x="865" y="10900"/>
                    <a:pt x="877" y="10913"/>
                    <a:pt x="890" y="10925"/>
                  </a:cubicBezTo>
                  <a:lnTo>
                    <a:pt x="951" y="10962"/>
                  </a:lnTo>
                  <a:lnTo>
                    <a:pt x="1013" y="10999"/>
                  </a:lnTo>
                  <a:lnTo>
                    <a:pt x="1087" y="11036"/>
                  </a:lnTo>
                  <a:cubicBezTo>
                    <a:pt x="1211" y="11135"/>
                    <a:pt x="1359" y="10962"/>
                    <a:pt x="1248" y="10863"/>
                  </a:cubicBezTo>
                  <a:cubicBezTo>
                    <a:pt x="1235" y="10851"/>
                    <a:pt x="1223" y="10839"/>
                    <a:pt x="1211" y="10839"/>
                  </a:cubicBezTo>
                  <a:lnTo>
                    <a:pt x="1136" y="10802"/>
                  </a:lnTo>
                  <a:lnTo>
                    <a:pt x="1075" y="10765"/>
                  </a:lnTo>
                  <a:close/>
                  <a:moveTo>
                    <a:pt x="1828" y="11123"/>
                  </a:moveTo>
                  <a:cubicBezTo>
                    <a:pt x="1680" y="11073"/>
                    <a:pt x="1593" y="11283"/>
                    <a:pt x="1741" y="11345"/>
                  </a:cubicBezTo>
                  <a:lnTo>
                    <a:pt x="1791" y="11370"/>
                  </a:lnTo>
                  <a:lnTo>
                    <a:pt x="1852" y="11382"/>
                  </a:lnTo>
                  <a:lnTo>
                    <a:pt x="1914" y="11407"/>
                  </a:lnTo>
                  <a:lnTo>
                    <a:pt x="1964" y="11431"/>
                  </a:lnTo>
                  <a:cubicBezTo>
                    <a:pt x="2001" y="11444"/>
                    <a:pt x="2050" y="11431"/>
                    <a:pt x="2075" y="11394"/>
                  </a:cubicBezTo>
                  <a:cubicBezTo>
                    <a:pt x="2136" y="11345"/>
                    <a:pt x="2124" y="11234"/>
                    <a:pt x="2038" y="11209"/>
                  </a:cubicBezTo>
                  <a:lnTo>
                    <a:pt x="1988" y="11184"/>
                  </a:lnTo>
                  <a:lnTo>
                    <a:pt x="1927" y="11172"/>
                  </a:lnTo>
                  <a:lnTo>
                    <a:pt x="1877" y="11147"/>
                  </a:lnTo>
                  <a:close/>
                  <a:moveTo>
                    <a:pt x="2692" y="11382"/>
                  </a:moveTo>
                  <a:cubicBezTo>
                    <a:pt x="2568" y="11370"/>
                    <a:pt x="2507" y="11518"/>
                    <a:pt x="2605" y="11592"/>
                  </a:cubicBezTo>
                  <a:cubicBezTo>
                    <a:pt x="2618" y="11604"/>
                    <a:pt x="2630" y="11616"/>
                    <a:pt x="2642" y="11616"/>
                  </a:cubicBezTo>
                  <a:lnTo>
                    <a:pt x="2717" y="11629"/>
                  </a:lnTo>
                  <a:lnTo>
                    <a:pt x="2778" y="11641"/>
                  </a:lnTo>
                  <a:lnTo>
                    <a:pt x="2840" y="11653"/>
                  </a:lnTo>
                  <a:lnTo>
                    <a:pt x="2877" y="11653"/>
                  </a:lnTo>
                  <a:cubicBezTo>
                    <a:pt x="3013" y="11666"/>
                    <a:pt x="3062" y="11481"/>
                    <a:pt x="2939" y="11431"/>
                  </a:cubicBezTo>
                  <a:lnTo>
                    <a:pt x="2914" y="11431"/>
                  </a:lnTo>
                  <a:lnTo>
                    <a:pt x="2865" y="11431"/>
                  </a:lnTo>
                  <a:lnTo>
                    <a:pt x="2815" y="11419"/>
                  </a:lnTo>
                  <a:lnTo>
                    <a:pt x="2766" y="11407"/>
                  </a:lnTo>
                  <a:lnTo>
                    <a:pt x="2692" y="11394"/>
                  </a:lnTo>
                  <a:close/>
                  <a:moveTo>
                    <a:pt x="3593" y="11468"/>
                  </a:moveTo>
                  <a:cubicBezTo>
                    <a:pt x="3457" y="11481"/>
                    <a:pt x="3432" y="11653"/>
                    <a:pt x="3556" y="11690"/>
                  </a:cubicBezTo>
                  <a:cubicBezTo>
                    <a:pt x="3568" y="11703"/>
                    <a:pt x="3581" y="11703"/>
                    <a:pt x="3593" y="11690"/>
                  </a:cubicBezTo>
                  <a:lnTo>
                    <a:pt x="3679" y="11690"/>
                  </a:lnTo>
                  <a:lnTo>
                    <a:pt x="3741" y="11690"/>
                  </a:lnTo>
                  <a:lnTo>
                    <a:pt x="3790" y="11690"/>
                  </a:lnTo>
                  <a:lnTo>
                    <a:pt x="3827" y="11690"/>
                  </a:lnTo>
                  <a:cubicBezTo>
                    <a:pt x="3963" y="11690"/>
                    <a:pt x="3988" y="11518"/>
                    <a:pt x="3865" y="11468"/>
                  </a:cubicBezTo>
                  <a:cubicBezTo>
                    <a:pt x="3852" y="11468"/>
                    <a:pt x="3840" y="11468"/>
                    <a:pt x="3815" y="11468"/>
                  </a:cubicBezTo>
                  <a:lnTo>
                    <a:pt x="3778" y="11468"/>
                  </a:lnTo>
                  <a:lnTo>
                    <a:pt x="3729" y="11468"/>
                  </a:lnTo>
                  <a:lnTo>
                    <a:pt x="3593" y="11468"/>
                  </a:lnTo>
                  <a:close/>
                  <a:moveTo>
                    <a:pt x="4482" y="11357"/>
                  </a:moveTo>
                  <a:cubicBezTo>
                    <a:pt x="4371" y="11394"/>
                    <a:pt x="4371" y="11567"/>
                    <a:pt x="4482" y="11592"/>
                  </a:cubicBezTo>
                  <a:cubicBezTo>
                    <a:pt x="4506" y="11592"/>
                    <a:pt x="4519" y="11592"/>
                    <a:pt x="4531" y="11592"/>
                  </a:cubicBezTo>
                  <a:lnTo>
                    <a:pt x="4593" y="11579"/>
                  </a:lnTo>
                  <a:lnTo>
                    <a:pt x="4642" y="11567"/>
                  </a:lnTo>
                  <a:lnTo>
                    <a:pt x="4704" y="11555"/>
                  </a:lnTo>
                  <a:lnTo>
                    <a:pt x="4766" y="11530"/>
                  </a:lnTo>
                  <a:cubicBezTo>
                    <a:pt x="4864" y="11505"/>
                    <a:pt x="4877" y="11370"/>
                    <a:pt x="4790" y="11320"/>
                  </a:cubicBezTo>
                  <a:cubicBezTo>
                    <a:pt x="4766" y="11308"/>
                    <a:pt x="4729" y="11295"/>
                    <a:pt x="4704" y="11308"/>
                  </a:cubicBezTo>
                  <a:lnTo>
                    <a:pt x="4642" y="11320"/>
                  </a:lnTo>
                  <a:lnTo>
                    <a:pt x="4593" y="11333"/>
                  </a:lnTo>
                  <a:lnTo>
                    <a:pt x="4543" y="11345"/>
                  </a:lnTo>
                  <a:lnTo>
                    <a:pt x="4482" y="11370"/>
                  </a:lnTo>
                  <a:close/>
                  <a:moveTo>
                    <a:pt x="5346" y="11073"/>
                  </a:moveTo>
                  <a:cubicBezTo>
                    <a:pt x="5222" y="11123"/>
                    <a:pt x="5272" y="11308"/>
                    <a:pt x="5395" y="11295"/>
                  </a:cubicBezTo>
                  <a:cubicBezTo>
                    <a:pt x="5408" y="11295"/>
                    <a:pt x="5432" y="11295"/>
                    <a:pt x="5445" y="11283"/>
                  </a:cubicBezTo>
                  <a:lnTo>
                    <a:pt x="5469" y="11271"/>
                  </a:lnTo>
                  <a:lnTo>
                    <a:pt x="5519" y="11258"/>
                  </a:lnTo>
                  <a:lnTo>
                    <a:pt x="5568" y="11234"/>
                  </a:lnTo>
                  <a:lnTo>
                    <a:pt x="5617" y="11209"/>
                  </a:lnTo>
                  <a:lnTo>
                    <a:pt x="5654" y="11184"/>
                  </a:lnTo>
                  <a:cubicBezTo>
                    <a:pt x="5741" y="11147"/>
                    <a:pt x="5741" y="11012"/>
                    <a:pt x="5642" y="10975"/>
                  </a:cubicBezTo>
                  <a:cubicBezTo>
                    <a:pt x="5617" y="10962"/>
                    <a:pt x="5580" y="10962"/>
                    <a:pt x="5556" y="10975"/>
                  </a:cubicBezTo>
                  <a:lnTo>
                    <a:pt x="5469" y="11012"/>
                  </a:lnTo>
                  <a:lnTo>
                    <a:pt x="5420" y="11036"/>
                  </a:lnTo>
                  <a:lnTo>
                    <a:pt x="5346" y="11073"/>
                  </a:lnTo>
                  <a:close/>
                  <a:moveTo>
                    <a:pt x="6136" y="10641"/>
                  </a:moveTo>
                  <a:cubicBezTo>
                    <a:pt x="6099" y="10666"/>
                    <a:pt x="6086" y="10703"/>
                    <a:pt x="6086" y="10752"/>
                  </a:cubicBezTo>
                  <a:cubicBezTo>
                    <a:pt x="6111" y="10839"/>
                    <a:pt x="6198" y="10876"/>
                    <a:pt x="6272" y="10839"/>
                  </a:cubicBezTo>
                  <a:lnTo>
                    <a:pt x="6333" y="10789"/>
                  </a:lnTo>
                  <a:lnTo>
                    <a:pt x="6370" y="10765"/>
                  </a:lnTo>
                  <a:lnTo>
                    <a:pt x="6420" y="10728"/>
                  </a:lnTo>
                  <a:lnTo>
                    <a:pt x="6469" y="10703"/>
                  </a:lnTo>
                  <a:cubicBezTo>
                    <a:pt x="6580" y="10617"/>
                    <a:pt x="6481" y="10444"/>
                    <a:pt x="6358" y="10493"/>
                  </a:cubicBezTo>
                  <a:lnTo>
                    <a:pt x="6333" y="10505"/>
                  </a:lnTo>
                  <a:lnTo>
                    <a:pt x="6247" y="10567"/>
                  </a:lnTo>
                  <a:cubicBezTo>
                    <a:pt x="6210" y="10592"/>
                    <a:pt x="6173" y="10617"/>
                    <a:pt x="6136" y="10641"/>
                  </a:cubicBezTo>
                  <a:close/>
                  <a:moveTo>
                    <a:pt x="6864" y="10086"/>
                  </a:moveTo>
                  <a:cubicBezTo>
                    <a:pt x="6753" y="10160"/>
                    <a:pt x="6864" y="10333"/>
                    <a:pt x="6988" y="10271"/>
                  </a:cubicBezTo>
                  <a:cubicBezTo>
                    <a:pt x="7000" y="10271"/>
                    <a:pt x="7000" y="10259"/>
                    <a:pt x="7012" y="10259"/>
                  </a:cubicBezTo>
                  <a:lnTo>
                    <a:pt x="7185" y="10098"/>
                  </a:lnTo>
                  <a:cubicBezTo>
                    <a:pt x="7222" y="10061"/>
                    <a:pt x="7234" y="10012"/>
                    <a:pt x="7210" y="9962"/>
                  </a:cubicBezTo>
                  <a:cubicBezTo>
                    <a:pt x="7173" y="9888"/>
                    <a:pt x="7086" y="9876"/>
                    <a:pt x="7025" y="9925"/>
                  </a:cubicBezTo>
                  <a:cubicBezTo>
                    <a:pt x="6975" y="9987"/>
                    <a:pt x="6913" y="10036"/>
                    <a:pt x="6864" y="10086"/>
                  </a:cubicBezTo>
                  <a:close/>
                  <a:moveTo>
                    <a:pt x="7494" y="9432"/>
                  </a:moveTo>
                  <a:cubicBezTo>
                    <a:pt x="7395" y="9543"/>
                    <a:pt x="7568" y="9703"/>
                    <a:pt x="7679" y="9580"/>
                  </a:cubicBezTo>
                  <a:lnTo>
                    <a:pt x="7827" y="9407"/>
                  </a:lnTo>
                  <a:cubicBezTo>
                    <a:pt x="7926" y="9296"/>
                    <a:pt x="7790" y="9148"/>
                    <a:pt x="7679" y="9222"/>
                  </a:cubicBezTo>
                  <a:cubicBezTo>
                    <a:pt x="7666" y="9234"/>
                    <a:pt x="7654" y="9246"/>
                    <a:pt x="7642" y="9259"/>
                  </a:cubicBezTo>
                  <a:cubicBezTo>
                    <a:pt x="7592" y="9320"/>
                    <a:pt x="7543" y="9370"/>
                    <a:pt x="7494" y="9432"/>
                  </a:cubicBezTo>
                  <a:close/>
                  <a:moveTo>
                    <a:pt x="8049" y="8703"/>
                  </a:moveTo>
                  <a:cubicBezTo>
                    <a:pt x="7963" y="8827"/>
                    <a:pt x="8160" y="8975"/>
                    <a:pt x="8247" y="8827"/>
                  </a:cubicBezTo>
                  <a:cubicBezTo>
                    <a:pt x="8296" y="8765"/>
                    <a:pt x="8333" y="8703"/>
                    <a:pt x="8382" y="8629"/>
                  </a:cubicBezTo>
                  <a:cubicBezTo>
                    <a:pt x="8456" y="8518"/>
                    <a:pt x="8308" y="8382"/>
                    <a:pt x="8210" y="8481"/>
                  </a:cubicBezTo>
                  <a:cubicBezTo>
                    <a:pt x="8197" y="8493"/>
                    <a:pt x="8185" y="8493"/>
                    <a:pt x="8185" y="8506"/>
                  </a:cubicBezTo>
                  <a:cubicBezTo>
                    <a:pt x="8136" y="8567"/>
                    <a:pt x="8098" y="8642"/>
                    <a:pt x="8061" y="8703"/>
                  </a:cubicBezTo>
                  <a:close/>
                  <a:moveTo>
                    <a:pt x="8518" y="7913"/>
                  </a:moveTo>
                  <a:cubicBezTo>
                    <a:pt x="8493" y="7963"/>
                    <a:pt x="8506" y="8024"/>
                    <a:pt x="8543" y="8061"/>
                  </a:cubicBezTo>
                  <a:cubicBezTo>
                    <a:pt x="8605" y="8111"/>
                    <a:pt x="8691" y="8086"/>
                    <a:pt x="8728" y="8024"/>
                  </a:cubicBezTo>
                  <a:cubicBezTo>
                    <a:pt x="8765" y="7950"/>
                    <a:pt x="8802" y="7889"/>
                    <a:pt x="8827" y="7814"/>
                  </a:cubicBezTo>
                  <a:cubicBezTo>
                    <a:pt x="8888" y="7703"/>
                    <a:pt x="8740" y="7592"/>
                    <a:pt x="8654" y="7679"/>
                  </a:cubicBezTo>
                  <a:cubicBezTo>
                    <a:pt x="8642" y="7691"/>
                    <a:pt x="8629" y="7703"/>
                    <a:pt x="8629" y="7716"/>
                  </a:cubicBezTo>
                  <a:cubicBezTo>
                    <a:pt x="8592" y="7777"/>
                    <a:pt x="8555" y="7852"/>
                    <a:pt x="8518" y="7913"/>
                  </a:cubicBezTo>
                  <a:close/>
                  <a:moveTo>
                    <a:pt x="8901" y="7086"/>
                  </a:moveTo>
                  <a:cubicBezTo>
                    <a:pt x="8851" y="7197"/>
                    <a:pt x="9000" y="7296"/>
                    <a:pt x="9098" y="7210"/>
                  </a:cubicBezTo>
                  <a:cubicBezTo>
                    <a:pt x="9111" y="7197"/>
                    <a:pt x="9111" y="7185"/>
                    <a:pt x="9123" y="7173"/>
                  </a:cubicBezTo>
                  <a:cubicBezTo>
                    <a:pt x="9148" y="7099"/>
                    <a:pt x="9172" y="7024"/>
                    <a:pt x="9197" y="6950"/>
                  </a:cubicBezTo>
                  <a:cubicBezTo>
                    <a:pt x="9246" y="6827"/>
                    <a:pt x="9086" y="6728"/>
                    <a:pt x="9012" y="6839"/>
                  </a:cubicBezTo>
                  <a:cubicBezTo>
                    <a:pt x="9000" y="6839"/>
                    <a:pt x="8987" y="6852"/>
                    <a:pt x="8987" y="6876"/>
                  </a:cubicBezTo>
                  <a:cubicBezTo>
                    <a:pt x="8963" y="6938"/>
                    <a:pt x="8926" y="7012"/>
                    <a:pt x="8901" y="7086"/>
                  </a:cubicBezTo>
                  <a:close/>
                  <a:moveTo>
                    <a:pt x="9197" y="6222"/>
                  </a:moveTo>
                  <a:cubicBezTo>
                    <a:pt x="9160" y="6370"/>
                    <a:pt x="9382" y="6432"/>
                    <a:pt x="9419" y="6284"/>
                  </a:cubicBezTo>
                  <a:cubicBezTo>
                    <a:pt x="9444" y="6197"/>
                    <a:pt x="9456" y="6123"/>
                    <a:pt x="9481" y="6049"/>
                  </a:cubicBezTo>
                  <a:cubicBezTo>
                    <a:pt x="9506" y="5951"/>
                    <a:pt x="9395" y="5864"/>
                    <a:pt x="9308" y="5926"/>
                  </a:cubicBezTo>
                  <a:cubicBezTo>
                    <a:pt x="9284" y="5938"/>
                    <a:pt x="9259" y="5963"/>
                    <a:pt x="9246" y="6000"/>
                  </a:cubicBezTo>
                  <a:cubicBezTo>
                    <a:pt x="9234" y="6074"/>
                    <a:pt x="9209" y="6148"/>
                    <a:pt x="9197" y="6222"/>
                  </a:cubicBezTo>
                  <a:close/>
                  <a:moveTo>
                    <a:pt x="9382" y="5321"/>
                  </a:moveTo>
                  <a:cubicBezTo>
                    <a:pt x="9358" y="5444"/>
                    <a:pt x="9530" y="5506"/>
                    <a:pt x="9592" y="5407"/>
                  </a:cubicBezTo>
                  <a:cubicBezTo>
                    <a:pt x="9604" y="5395"/>
                    <a:pt x="9617" y="5370"/>
                    <a:pt x="9617" y="5358"/>
                  </a:cubicBezTo>
                  <a:cubicBezTo>
                    <a:pt x="9629" y="5284"/>
                    <a:pt x="9629" y="5198"/>
                    <a:pt x="9641" y="5124"/>
                  </a:cubicBezTo>
                  <a:cubicBezTo>
                    <a:pt x="9641" y="5099"/>
                    <a:pt x="9641" y="5087"/>
                    <a:pt x="9641" y="5062"/>
                  </a:cubicBezTo>
                  <a:cubicBezTo>
                    <a:pt x="9666" y="5000"/>
                    <a:pt x="9629" y="4938"/>
                    <a:pt x="9567" y="4926"/>
                  </a:cubicBezTo>
                  <a:cubicBezTo>
                    <a:pt x="9555" y="4914"/>
                    <a:pt x="9543" y="4914"/>
                    <a:pt x="9530" y="4926"/>
                  </a:cubicBezTo>
                  <a:cubicBezTo>
                    <a:pt x="9456" y="4926"/>
                    <a:pt x="9370" y="4926"/>
                    <a:pt x="9296" y="4926"/>
                  </a:cubicBezTo>
                  <a:cubicBezTo>
                    <a:pt x="9172" y="4926"/>
                    <a:pt x="9135" y="5111"/>
                    <a:pt x="9259" y="5148"/>
                  </a:cubicBezTo>
                  <a:cubicBezTo>
                    <a:pt x="9271" y="5161"/>
                    <a:pt x="9284" y="5161"/>
                    <a:pt x="9308" y="5161"/>
                  </a:cubicBezTo>
                  <a:lnTo>
                    <a:pt x="9419" y="5161"/>
                  </a:lnTo>
                  <a:cubicBezTo>
                    <a:pt x="9419" y="5222"/>
                    <a:pt x="9395" y="5272"/>
                    <a:pt x="9395" y="5333"/>
                  </a:cubicBezTo>
                  <a:close/>
                  <a:moveTo>
                    <a:pt x="9456" y="4420"/>
                  </a:moveTo>
                  <a:cubicBezTo>
                    <a:pt x="9469" y="4556"/>
                    <a:pt x="9666" y="4556"/>
                    <a:pt x="9679" y="4420"/>
                  </a:cubicBezTo>
                  <a:lnTo>
                    <a:pt x="9679" y="4358"/>
                  </a:lnTo>
                  <a:lnTo>
                    <a:pt x="9679" y="4173"/>
                  </a:lnTo>
                  <a:cubicBezTo>
                    <a:pt x="9679" y="4050"/>
                    <a:pt x="9506" y="4025"/>
                    <a:pt x="9456" y="4136"/>
                  </a:cubicBezTo>
                  <a:cubicBezTo>
                    <a:pt x="9456" y="4161"/>
                    <a:pt x="9456" y="4173"/>
                    <a:pt x="9456" y="4185"/>
                  </a:cubicBezTo>
                  <a:lnTo>
                    <a:pt x="9456" y="4420"/>
                  </a:lnTo>
                  <a:close/>
                  <a:moveTo>
                    <a:pt x="9395" y="3506"/>
                  </a:moveTo>
                  <a:cubicBezTo>
                    <a:pt x="9407" y="3642"/>
                    <a:pt x="9604" y="3642"/>
                    <a:pt x="9617" y="3506"/>
                  </a:cubicBezTo>
                  <a:lnTo>
                    <a:pt x="9617" y="3482"/>
                  </a:lnTo>
                  <a:cubicBezTo>
                    <a:pt x="9604" y="3395"/>
                    <a:pt x="9592" y="3321"/>
                    <a:pt x="9580" y="3235"/>
                  </a:cubicBezTo>
                  <a:cubicBezTo>
                    <a:pt x="9555" y="3111"/>
                    <a:pt x="9370" y="3111"/>
                    <a:pt x="9358" y="3235"/>
                  </a:cubicBezTo>
                  <a:cubicBezTo>
                    <a:pt x="9345" y="3260"/>
                    <a:pt x="9345" y="3272"/>
                    <a:pt x="9358" y="3284"/>
                  </a:cubicBezTo>
                  <a:cubicBezTo>
                    <a:pt x="9370" y="3358"/>
                    <a:pt x="9382" y="3432"/>
                    <a:pt x="9395" y="3506"/>
                  </a:cubicBezTo>
                  <a:close/>
                  <a:moveTo>
                    <a:pt x="9111" y="2692"/>
                  </a:moveTo>
                  <a:cubicBezTo>
                    <a:pt x="9197" y="2791"/>
                    <a:pt x="9358" y="2716"/>
                    <a:pt x="9321" y="2593"/>
                  </a:cubicBezTo>
                  <a:cubicBezTo>
                    <a:pt x="9308" y="2568"/>
                    <a:pt x="9308" y="2556"/>
                    <a:pt x="9296" y="2544"/>
                  </a:cubicBezTo>
                  <a:cubicBezTo>
                    <a:pt x="9234" y="2482"/>
                    <a:pt x="9172" y="2420"/>
                    <a:pt x="9098" y="2371"/>
                  </a:cubicBezTo>
                  <a:cubicBezTo>
                    <a:pt x="8987" y="2297"/>
                    <a:pt x="8851" y="2433"/>
                    <a:pt x="8938" y="2544"/>
                  </a:cubicBezTo>
                  <a:cubicBezTo>
                    <a:pt x="8950" y="2544"/>
                    <a:pt x="8963" y="2556"/>
                    <a:pt x="8975" y="2568"/>
                  </a:cubicBezTo>
                  <a:cubicBezTo>
                    <a:pt x="9024" y="2593"/>
                    <a:pt x="9074" y="2642"/>
                    <a:pt x="9111" y="2692"/>
                  </a:cubicBezTo>
                  <a:close/>
                  <a:moveTo>
                    <a:pt x="8395" y="2544"/>
                  </a:moveTo>
                  <a:cubicBezTo>
                    <a:pt x="8531" y="2507"/>
                    <a:pt x="8493" y="2309"/>
                    <a:pt x="8358" y="2321"/>
                  </a:cubicBezTo>
                  <a:cubicBezTo>
                    <a:pt x="8345" y="2321"/>
                    <a:pt x="8333" y="2321"/>
                    <a:pt x="8321" y="2321"/>
                  </a:cubicBezTo>
                  <a:cubicBezTo>
                    <a:pt x="8247" y="2346"/>
                    <a:pt x="8173" y="2383"/>
                    <a:pt x="8098" y="2420"/>
                  </a:cubicBezTo>
                  <a:cubicBezTo>
                    <a:pt x="8074" y="2433"/>
                    <a:pt x="8049" y="2445"/>
                    <a:pt x="8037" y="2470"/>
                  </a:cubicBezTo>
                  <a:cubicBezTo>
                    <a:pt x="8000" y="2568"/>
                    <a:pt x="8098" y="2679"/>
                    <a:pt x="8197" y="2630"/>
                  </a:cubicBezTo>
                  <a:cubicBezTo>
                    <a:pt x="8259" y="2593"/>
                    <a:pt x="8333" y="2568"/>
                    <a:pt x="8395" y="2544"/>
                  </a:cubicBezTo>
                  <a:close/>
                  <a:moveTo>
                    <a:pt x="7642" y="3000"/>
                  </a:moveTo>
                  <a:cubicBezTo>
                    <a:pt x="7666" y="2976"/>
                    <a:pt x="7679" y="2951"/>
                    <a:pt x="7679" y="2926"/>
                  </a:cubicBezTo>
                  <a:cubicBezTo>
                    <a:pt x="7691" y="2815"/>
                    <a:pt x="7568" y="2754"/>
                    <a:pt x="7494" y="2815"/>
                  </a:cubicBezTo>
                  <a:cubicBezTo>
                    <a:pt x="7420" y="2877"/>
                    <a:pt x="7370" y="2926"/>
                    <a:pt x="7308" y="3000"/>
                  </a:cubicBezTo>
                  <a:cubicBezTo>
                    <a:pt x="7284" y="3037"/>
                    <a:pt x="7271" y="3087"/>
                    <a:pt x="7296" y="3136"/>
                  </a:cubicBezTo>
                  <a:cubicBezTo>
                    <a:pt x="7346" y="3198"/>
                    <a:pt x="7432" y="3210"/>
                    <a:pt x="7481" y="3149"/>
                  </a:cubicBezTo>
                  <a:cubicBezTo>
                    <a:pt x="7531" y="3087"/>
                    <a:pt x="7580" y="3037"/>
                    <a:pt x="7642" y="2988"/>
                  </a:cubicBezTo>
                  <a:close/>
                  <a:moveTo>
                    <a:pt x="7259" y="3692"/>
                  </a:moveTo>
                  <a:cubicBezTo>
                    <a:pt x="7259" y="3655"/>
                    <a:pt x="7234" y="3605"/>
                    <a:pt x="7185" y="3593"/>
                  </a:cubicBezTo>
                  <a:cubicBezTo>
                    <a:pt x="7111" y="3568"/>
                    <a:pt x="7025" y="3630"/>
                    <a:pt x="7037" y="3704"/>
                  </a:cubicBezTo>
                  <a:cubicBezTo>
                    <a:pt x="7037" y="3790"/>
                    <a:pt x="7049" y="3877"/>
                    <a:pt x="7086" y="3963"/>
                  </a:cubicBezTo>
                  <a:cubicBezTo>
                    <a:pt x="7123" y="4099"/>
                    <a:pt x="7321" y="4050"/>
                    <a:pt x="7308" y="3914"/>
                  </a:cubicBezTo>
                  <a:cubicBezTo>
                    <a:pt x="7308" y="3914"/>
                    <a:pt x="7308" y="3901"/>
                    <a:pt x="7308" y="3889"/>
                  </a:cubicBezTo>
                  <a:cubicBezTo>
                    <a:pt x="7284" y="3827"/>
                    <a:pt x="7271" y="3766"/>
                    <a:pt x="7271" y="3692"/>
                  </a:cubicBezTo>
                  <a:close/>
                  <a:moveTo>
                    <a:pt x="7666" y="4408"/>
                  </a:moveTo>
                  <a:cubicBezTo>
                    <a:pt x="7568" y="4321"/>
                    <a:pt x="7420" y="4432"/>
                    <a:pt x="7481" y="4556"/>
                  </a:cubicBezTo>
                  <a:cubicBezTo>
                    <a:pt x="7481" y="4556"/>
                    <a:pt x="7494" y="4568"/>
                    <a:pt x="7506" y="4580"/>
                  </a:cubicBezTo>
                  <a:cubicBezTo>
                    <a:pt x="7555" y="4642"/>
                    <a:pt x="7617" y="4691"/>
                    <a:pt x="7679" y="4741"/>
                  </a:cubicBezTo>
                  <a:cubicBezTo>
                    <a:pt x="7802" y="4840"/>
                    <a:pt x="7950" y="4667"/>
                    <a:pt x="7839" y="4568"/>
                  </a:cubicBezTo>
                  <a:cubicBezTo>
                    <a:pt x="7778" y="4519"/>
                    <a:pt x="7728" y="4469"/>
                    <a:pt x="7666" y="4408"/>
                  </a:cubicBezTo>
                  <a:close/>
                  <a:moveTo>
                    <a:pt x="8395" y="4852"/>
                  </a:moveTo>
                  <a:cubicBezTo>
                    <a:pt x="8271" y="4815"/>
                    <a:pt x="8197" y="4988"/>
                    <a:pt x="8308" y="5062"/>
                  </a:cubicBezTo>
                  <a:cubicBezTo>
                    <a:pt x="8321" y="5062"/>
                    <a:pt x="8333" y="5074"/>
                    <a:pt x="8345" y="5074"/>
                  </a:cubicBezTo>
                  <a:cubicBezTo>
                    <a:pt x="8419" y="5099"/>
                    <a:pt x="8493" y="5111"/>
                    <a:pt x="8580" y="5124"/>
                  </a:cubicBezTo>
                  <a:cubicBezTo>
                    <a:pt x="8703" y="5136"/>
                    <a:pt x="8765" y="4963"/>
                    <a:pt x="8654" y="4901"/>
                  </a:cubicBezTo>
                  <a:cubicBezTo>
                    <a:pt x="8642" y="4901"/>
                    <a:pt x="8629" y="4889"/>
                    <a:pt x="8617" y="4889"/>
                  </a:cubicBezTo>
                  <a:cubicBezTo>
                    <a:pt x="8543" y="4877"/>
                    <a:pt x="8469" y="4864"/>
                    <a:pt x="8395" y="4852"/>
                  </a:cubicBezTo>
                  <a:close/>
                  <a:moveTo>
                    <a:pt x="10197" y="4852"/>
                  </a:moveTo>
                  <a:cubicBezTo>
                    <a:pt x="10074" y="4864"/>
                    <a:pt x="10074" y="5049"/>
                    <a:pt x="10197" y="5074"/>
                  </a:cubicBezTo>
                  <a:cubicBezTo>
                    <a:pt x="10209" y="5074"/>
                    <a:pt x="10222" y="5074"/>
                    <a:pt x="10234" y="5074"/>
                  </a:cubicBezTo>
                  <a:lnTo>
                    <a:pt x="10469" y="5037"/>
                  </a:lnTo>
                  <a:cubicBezTo>
                    <a:pt x="10592" y="5012"/>
                    <a:pt x="10592" y="4827"/>
                    <a:pt x="10469" y="4815"/>
                  </a:cubicBezTo>
                  <a:cubicBezTo>
                    <a:pt x="10456" y="4803"/>
                    <a:pt x="10431" y="4803"/>
                    <a:pt x="10419" y="4815"/>
                  </a:cubicBezTo>
                  <a:cubicBezTo>
                    <a:pt x="10345" y="4827"/>
                    <a:pt x="10271" y="4840"/>
                    <a:pt x="10197" y="4852"/>
                  </a:cubicBezTo>
                  <a:close/>
                  <a:moveTo>
                    <a:pt x="11098" y="4667"/>
                  </a:moveTo>
                  <a:cubicBezTo>
                    <a:pt x="11012" y="4691"/>
                    <a:pt x="10975" y="4803"/>
                    <a:pt x="11049" y="4864"/>
                  </a:cubicBezTo>
                  <a:cubicBezTo>
                    <a:pt x="11073" y="4889"/>
                    <a:pt x="11123" y="4901"/>
                    <a:pt x="11160" y="4901"/>
                  </a:cubicBezTo>
                  <a:lnTo>
                    <a:pt x="11382" y="4840"/>
                  </a:lnTo>
                  <a:cubicBezTo>
                    <a:pt x="11518" y="4803"/>
                    <a:pt x="11493" y="4593"/>
                    <a:pt x="11345" y="4605"/>
                  </a:cubicBezTo>
                  <a:lnTo>
                    <a:pt x="11320" y="4605"/>
                  </a:lnTo>
                  <a:lnTo>
                    <a:pt x="11098" y="4667"/>
                  </a:lnTo>
                  <a:close/>
                  <a:moveTo>
                    <a:pt x="11987" y="4408"/>
                  </a:moveTo>
                  <a:cubicBezTo>
                    <a:pt x="11851" y="4457"/>
                    <a:pt x="11888" y="4642"/>
                    <a:pt x="12024" y="4642"/>
                  </a:cubicBezTo>
                  <a:cubicBezTo>
                    <a:pt x="12036" y="4642"/>
                    <a:pt x="12049" y="4642"/>
                    <a:pt x="12061" y="4642"/>
                  </a:cubicBezTo>
                  <a:lnTo>
                    <a:pt x="12283" y="4556"/>
                  </a:lnTo>
                  <a:cubicBezTo>
                    <a:pt x="12394" y="4519"/>
                    <a:pt x="12369" y="4334"/>
                    <a:pt x="12246" y="4334"/>
                  </a:cubicBezTo>
                  <a:cubicBezTo>
                    <a:pt x="12221" y="4334"/>
                    <a:pt x="12209" y="4334"/>
                    <a:pt x="12197" y="4346"/>
                  </a:cubicBezTo>
                  <a:lnTo>
                    <a:pt x="11987" y="4420"/>
                  </a:lnTo>
                  <a:close/>
                  <a:moveTo>
                    <a:pt x="12839" y="4074"/>
                  </a:moveTo>
                  <a:cubicBezTo>
                    <a:pt x="12727" y="4124"/>
                    <a:pt x="12764" y="4296"/>
                    <a:pt x="12888" y="4296"/>
                  </a:cubicBezTo>
                  <a:cubicBezTo>
                    <a:pt x="12900" y="4296"/>
                    <a:pt x="12913" y="4296"/>
                    <a:pt x="12925" y="4284"/>
                  </a:cubicBezTo>
                  <a:lnTo>
                    <a:pt x="13147" y="4185"/>
                  </a:lnTo>
                  <a:cubicBezTo>
                    <a:pt x="13258" y="4136"/>
                    <a:pt x="13209" y="3951"/>
                    <a:pt x="13085" y="3963"/>
                  </a:cubicBezTo>
                  <a:cubicBezTo>
                    <a:pt x="13073" y="3963"/>
                    <a:pt x="13061" y="3976"/>
                    <a:pt x="13048" y="3976"/>
                  </a:cubicBezTo>
                  <a:close/>
                  <a:moveTo>
                    <a:pt x="13653" y="3655"/>
                  </a:moveTo>
                  <a:cubicBezTo>
                    <a:pt x="13542" y="3729"/>
                    <a:pt x="13604" y="3889"/>
                    <a:pt x="13727" y="3877"/>
                  </a:cubicBezTo>
                  <a:cubicBezTo>
                    <a:pt x="13740" y="3877"/>
                    <a:pt x="13752" y="3864"/>
                    <a:pt x="13764" y="3864"/>
                  </a:cubicBezTo>
                  <a:cubicBezTo>
                    <a:pt x="13838" y="3827"/>
                    <a:pt x="13900" y="3778"/>
                    <a:pt x="13974" y="3741"/>
                  </a:cubicBezTo>
                  <a:cubicBezTo>
                    <a:pt x="14098" y="3655"/>
                    <a:pt x="13987" y="3457"/>
                    <a:pt x="13851" y="3544"/>
                  </a:cubicBezTo>
                  <a:close/>
                  <a:moveTo>
                    <a:pt x="14419" y="3161"/>
                  </a:moveTo>
                  <a:cubicBezTo>
                    <a:pt x="14320" y="3235"/>
                    <a:pt x="14394" y="3395"/>
                    <a:pt x="14517" y="3371"/>
                  </a:cubicBezTo>
                  <a:cubicBezTo>
                    <a:pt x="14530" y="3371"/>
                    <a:pt x="14554" y="3358"/>
                    <a:pt x="14567" y="3358"/>
                  </a:cubicBezTo>
                  <a:cubicBezTo>
                    <a:pt x="14628" y="3309"/>
                    <a:pt x="14690" y="3260"/>
                    <a:pt x="14752" y="3210"/>
                  </a:cubicBezTo>
                  <a:cubicBezTo>
                    <a:pt x="14826" y="3149"/>
                    <a:pt x="14801" y="3013"/>
                    <a:pt x="14690" y="3000"/>
                  </a:cubicBezTo>
                  <a:cubicBezTo>
                    <a:pt x="14665" y="3000"/>
                    <a:pt x="14628" y="3013"/>
                    <a:pt x="14604" y="3025"/>
                  </a:cubicBezTo>
                  <a:close/>
                  <a:moveTo>
                    <a:pt x="15135" y="2581"/>
                  </a:moveTo>
                  <a:cubicBezTo>
                    <a:pt x="15097" y="2605"/>
                    <a:pt x="15085" y="2655"/>
                    <a:pt x="15097" y="2692"/>
                  </a:cubicBezTo>
                  <a:cubicBezTo>
                    <a:pt x="15110" y="2778"/>
                    <a:pt x="15221" y="2815"/>
                    <a:pt x="15295" y="2754"/>
                  </a:cubicBezTo>
                  <a:cubicBezTo>
                    <a:pt x="15344" y="2704"/>
                    <a:pt x="15406" y="2642"/>
                    <a:pt x="15455" y="2593"/>
                  </a:cubicBezTo>
                  <a:cubicBezTo>
                    <a:pt x="15579" y="2482"/>
                    <a:pt x="15418" y="2309"/>
                    <a:pt x="15307" y="2420"/>
                  </a:cubicBezTo>
                  <a:cubicBezTo>
                    <a:pt x="15246" y="2470"/>
                    <a:pt x="15196" y="2531"/>
                    <a:pt x="15135" y="2581"/>
                  </a:cubicBezTo>
                  <a:close/>
                  <a:moveTo>
                    <a:pt x="15752" y="1926"/>
                  </a:moveTo>
                  <a:cubicBezTo>
                    <a:pt x="15715" y="1951"/>
                    <a:pt x="15715" y="2001"/>
                    <a:pt x="15739" y="2050"/>
                  </a:cubicBezTo>
                  <a:cubicBezTo>
                    <a:pt x="15776" y="2124"/>
                    <a:pt x="15875" y="2124"/>
                    <a:pt x="15925" y="2062"/>
                  </a:cubicBezTo>
                  <a:cubicBezTo>
                    <a:pt x="15974" y="2001"/>
                    <a:pt x="16023" y="1939"/>
                    <a:pt x="16073" y="1877"/>
                  </a:cubicBezTo>
                  <a:cubicBezTo>
                    <a:pt x="16134" y="1778"/>
                    <a:pt x="16023" y="1655"/>
                    <a:pt x="15925" y="1717"/>
                  </a:cubicBezTo>
                  <a:cubicBezTo>
                    <a:pt x="15912" y="1717"/>
                    <a:pt x="15900" y="1729"/>
                    <a:pt x="15900" y="1741"/>
                  </a:cubicBezTo>
                  <a:cubicBezTo>
                    <a:pt x="15850" y="1803"/>
                    <a:pt x="15801" y="1865"/>
                    <a:pt x="15752" y="1926"/>
                  </a:cubicBezTo>
                  <a:close/>
                  <a:moveTo>
                    <a:pt x="16270" y="1173"/>
                  </a:moveTo>
                  <a:cubicBezTo>
                    <a:pt x="16159" y="1285"/>
                    <a:pt x="16332" y="1445"/>
                    <a:pt x="16443" y="1322"/>
                  </a:cubicBezTo>
                  <a:cubicBezTo>
                    <a:pt x="16455" y="1322"/>
                    <a:pt x="16455" y="1309"/>
                    <a:pt x="16468" y="1297"/>
                  </a:cubicBezTo>
                  <a:lnTo>
                    <a:pt x="16492" y="1248"/>
                  </a:lnTo>
                  <a:lnTo>
                    <a:pt x="16542" y="1149"/>
                  </a:lnTo>
                  <a:lnTo>
                    <a:pt x="16579" y="1087"/>
                  </a:lnTo>
                  <a:cubicBezTo>
                    <a:pt x="16653" y="964"/>
                    <a:pt x="16480" y="853"/>
                    <a:pt x="16394" y="951"/>
                  </a:cubicBezTo>
                  <a:cubicBezTo>
                    <a:pt x="16381" y="964"/>
                    <a:pt x="16381" y="976"/>
                    <a:pt x="16381" y="976"/>
                  </a:cubicBezTo>
                  <a:lnTo>
                    <a:pt x="16344" y="1038"/>
                  </a:lnTo>
                  <a:lnTo>
                    <a:pt x="16295" y="11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04" name="Google Shape;5704;p193"/>
          <p:cNvSpPr/>
          <p:nvPr/>
        </p:nvSpPr>
        <p:spPr>
          <a:xfrm rot="-9763176" flipH="1">
            <a:off x="4105838" y="4242427"/>
            <a:ext cx="932333" cy="512408"/>
          </a:xfrm>
          <a:custGeom>
            <a:avLst/>
            <a:gdLst/>
            <a:ahLst/>
            <a:cxnLst/>
            <a:rect l="l" t="t" r="r" b="b"/>
            <a:pathLst>
              <a:path w="17773" h="9768" extrusionOk="0">
                <a:moveTo>
                  <a:pt x="3304" y="1"/>
                </a:moveTo>
                <a:cubicBezTo>
                  <a:pt x="3172" y="1"/>
                  <a:pt x="3045" y="62"/>
                  <a:pt x="2971" y="211"/>
                </a:cubicBezTo>
                <a:cubicBezTo>
                  <a:pt x="2857" y="439"/>
                  <a:pt x="2743" y="690"/>
                  <a:pt x="2629" y="918"/>
                </a:cubicBezTo>
                <a:cubicBezTo>
                  <a:pt x="2629" y="941"/>
                  <a:pt x="2606" y="964"/>
                  <a:pt x="2583" y="1009"/>
                </a:cubicBezTo>
                <a:cubicBezTo>
                  <a:pt x="2058" y="2105"/>
                  <a:pt x="1510" y="3201"/>
                  <a:pt x="985" y="4296"/>
                </a:cubicBezTo>
                <a:cubicBezTo>
                  <a:pt x="985" y="4319"/>
                  <a:pt x="985" y="4319"/>
                  <a:pt x="985" y="4319"/>
                </a:cubicBezTo>
                <a:cubicBezTo>
                  <a:pt x="825" y="4593"/>
                  <a:pt x="643" y="4844"/>
                  <a:pt x="483" y="5118"/>
                </a:cubicBezTo>
                <a:cubicBezTo>
                  <a:pt x="369" y="5209"/>
                  <a:pt x="255" y="5323"/>
                  <a:pt x="141" y="5438"/>
                </a:cubicBezTo>
                <a:cubicBezTo>
                  <a:pt x="49" y="5529"/>
                  <a:pt x="49" y="5643"/>
                  <a:pt x="95" y="5711"/>
                </a:cubicBezTo>
                <a:cubicBezTo>
                  <a:pt x="0" y="5996"/>
                  <a:pt x="173" y="6327"/>
                  <a:pt x="469" y="6327"/>
                </a:cubicBezTo>
                <a:cubicBezTo>
                  <a:pt x="530" y="6327"/>
                  <a:pt x="596" y="6313"/>
                  <a:pt x="666" y="6282"/>
                </a:cubicBezTo>
                <a:cubicBezTo>
                  <a:pt x="711" y="6259"/>
                  <a:pt x="757" y="6236"/>
                  <a:pt x="803" y="6214"/>
                </a:cubicBezTo>
                <a:lnTo>
                  <a:pt x="917" y="6214"/>
                </a:lnTo>
                <a:cubicBezTo>
                  <a:pt x="962" y="6282"/>
                  <a:pt x="1031" y="6328"/>
                  <a:pt x="1122" y="6328"/>
                </a:cubicBezTo>
                <a:lnTo>
                  <a:pt x="3336" y="6830"/>
                </a:lnTo>
                <a:lnTo>
                  <a:pt x="3519" y="6830"/>
                </a:lnTo>
                <a:cubicBezTo>
                  <a:pt x="3633" y="6853"/>
                  <a:pt x="3770" y="6898"/>
                  <a:pt x="3907" y="6944"/>
                </a:cubicBezTo>
                <a:cubicBezTo>
                  <a:pt x="3951" y="6957"/>
                  <a:pt x="3993" y="6962"/>
                  <a:pt x="4033" y="6962"/>
                </a:cubicBezTo>
                <a:cubicBezTo>
                  <a:pt x="4427" y="6962"/>
                  <a:pt x="4601" y="6396"/>
                  <a:pt x="4249" y="6168"/>
                </a:cubicBezTo>
                <a:cubicBezTo>
                  <a:pt x="4500" y="6145"/>
                  <a:pt x="4592" y="5757"/>
                  <a:pt x="4318" y="5666"/>
                </a:cubicBezTo>
                <a:cubicBezTo>
                  <a:pt x="3861" y="5529"/>
                  <a:pt x="3405" y="5438"/>
                  <a:pt x="2971" y="5346"/>
                </a:cubicBezTo>
                <a:cubicBezTo>
                  <a:pt x="4744" y="4737"/>
                  <a:pt x="6686" y="4321"/>
                  <a:pt x="8540" y="4321"/>
                </a:cubicBezTo>
                <a:cubicBezTo>
                  <a:pt x="9811" y="4321"/>
                  <a:pt x="11041" y="4517"/>
                  <a:pt x="12147" y="4981"/>
                </a:cubicBezTo>
                <a:cubicBezTo>
                  <a:pt x="13311" y="5780"/>
                  <a:pt x="14292" y="6830"/>
                  <a:pt x="15228" y="7971"/>
                </a:cubicBezTo>
                <a:cubicBezTo>
                  <a:pt x="14886" y="7925"/>
                  <a:pt x="14543" y="7857"/>
                  <a:pt x="14201" y="7789"/>
                </a:cubicBezTo>
                <a:cubicBezTo>
                  <a:pt x="13767" y="7674"/>
                  <a:pt x="13356" y="7560"/>
                  <a:pt x="12923" y="7446"/>
                </a:cubicBezTo>
                <a:cubicBezTo>
                  <a:pt x="12881" y="7434"/>
                  <a:pt x="12839" y="7428"/>
                  <a:pt x="12799" y="7428"/>
                </a:cubicBezTo>
                <a:cubicBezTo>
                  <a:pt x="12406" y="7428"/>
                  <a:pt x="12143" y="7994"/>
                  <a:pt x="12558" y="8222"/>
                </a:cubicBezTo>
                <a:cubicBezTo>
                  <a:pt x="13790" y="8930"/>
                  <a:pt x="15046" y="9432"/>
                  <a:pt x="16438" y="9751"/>
                </a:cubicBezTo>
                <a:cubicBezTo>
                  <a:pt x="16480" y="9762"/>
                  <a:pt x="16522" y="9767"/>
                  <a:pt x="16563" y="9767"/>
                </a:cubicBezTo>
                <a:cubicBezTo>
                  <a:pt x="16785" y="9767"/>
                  <a:pt x="16970" y="9614"/>
                  <a:pt x="17009" y="9363"/>
                </a:cubicBezTo>
                <a:cubicBezTo>
                  <a:pt x="17009" y="9227"/>
                  <a:pt x="17031" y="9090"/>
                  <a:pt x="17054" y="8953"/>
                </a:cubicBezTo>
                <a:cubicBezTo>
                  <a:pt x="17123" y="8907"/>
                  <a:pt x="17191" y="8838"/>
                  <a:pt x="17237" y="8770"/>
                </a:cubicBezTo>
                <a:cubicBezTo>
                  <a:pt x="17351" y="8724"/>
                  <a:pt x="17465" y="8587"/>
                  <a:pt x="17488" y="8405"/>
                </a:cubicBezTo>
                <a:cubicBezTo>
                  <a:pt x="17556" y="7903"/>
                  <a:pt x="17533" y="7469"/>
                  <a:pt x="17442" y="7035"/>
                </a:cubicBezTo>
                <a:cubicBezTo>
                  <a:pt x="17442" y="6077"/>
                  <a:pt x="17533" y="5141"/>
                  <a:pt x="17716" y="4205"/>
                </a:cubicBezTo>
                <a:cubicBezTo>
                  <a:pt x="17773" y="3866"/>
                  <a:pt x="17480" y="3632"/>
                  <a:pt x="17227" y="3632"/>
                </a:cubicBezTo>
                <a:cubicBezTo>
                  <a:pt x="17071" y="3632"/>
                  <a:pt x="16929" y="3722"/>
                  <a:pt x="16894" y="3931"/>
                </a:cubicBezTo>
                <a:cubicBezTo>
                  <a:pt x="16780" y="4502"/>
                  <a:pt x="16689" y="5095"/>
                  <a:pt x="16598" y="5666"/>
                </a:cubicBezTo>
                <a:cubicBezTo>
                  <a:pt x="16324" y="5711"/>
                  <a:pt x="16073" y="5963"/>
                  <a:pt x="16232" y="6282"/>
                </a:cubicBezTo>
                <a:cubicBezTo>
                  <a:pt x="16324" y="6442"/>
                  <a:pt x="16392" y="6579"/>
                  <a:pt x="16438" y="6716"/>
                </a:cubicBezTo>
                <a:cubicBezTo>
                  <a:pt x="16415" y="6853"/>
                  <a:pt x="16415" y="6990"/>
                  <a:pt x="16392" y="7127"/>
                </a:cubicBezTo>
                <a:cubicBezTo>
                  <a:pt x="15160" y="5506"/>
                  <a:pt x="13585" y="4410"/>
                  <a:pt x="11827" y="3794"/>
                </a:cubicBezTo>
                <a:cubicBezTo>
                  <a:pt x="10960" y="3292"/>
                  <a:pt x="9978" y="2927"/>
                  <a:pt x="8883" y="2721"/>
                </a:cubicBezTo>
                <a:cubicBezTo>
                  <a:pt x="8296" y="2610"/>
                  <a:pt x="7705" y="2556"/>
                  <a:pt x="7117" y="2556"/>
                </a:cubicBezTo>
                <a:cubicBezTo>
                  <a:pt x="5416" y="2556"/>
                  <a:pt x="3739" y="3009"/>
                  <a:pt x="2263" y="3840"/>
                </a:cubicBezTo>
                <a:cubicBezTo>
                  <a:pt x="2377" y="3634"/>
                  <a:pt x="2492" y="3429"/>
                  <a:pt x="2583" y="3201"/>
                </a:cubicBezTo>
                <a:cubicBezTo>
                  <a:pt x="2857" y="2813"/>
                  <a:pt x="3062" y="2356"/>
                  <a:pt x="3222" y="1900"/>
                </a:cubicBezTo>
                <a:cubicBezTo>
                  <a:pt x="3405" y="1466"/>
                  <a:pt x="3587" y="1032"/>
                  <a:pt x="3770" y="576"/>
                </a:cubicBezTo>
                <a:cubicBezTo>
                  <a:pt x="3878" y="267"/>
                  <a:pt x="3580" y="1"/>
                  <a:pt x="330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5" name="Google Shape;5705;p193"/>
          <p:cNvSpPr/>
          <p:nvPr/>
        </p:nvSpPr>
        <p:spPr>
          <a:xfrm>
            <a:off x="9637225" y="2794425"/>
            <a:ext cx="838500" cy="624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10" name="Google Shape;5710;p194"/>
          <p:cNvGrpSpPr/>
          <p:nvPr/>
        </p:nvGrpSpPr>
        <p:grpSpPr>
          <a:xfrm rot="474658">
            <a:off x="1381266" y="2057518"/>
            <a:ext cx="1557467" cy="585348"/>
            <a:chOff x="4345425" y="2175475"/>
            <a:chExt cx="800750" cy="176025"/>
          </a:xfrm>
        </p:grpSpPr>
        <p:sp>
          <p:nvSpPr>
            <p:cNvPr id="5711" name="Google Shape;5711;p19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19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13" name="Google Shape;5713;p194"/>
          <p:cNvGrpSpPr/>
          <p:nvPr/>
        </p:nvGrpSpPr>
        <p:grpSpPr>
          <a:xfrm rot="367883">
            <a:off x="1397684" y="3197495"/>
            <a:ext cx="1569882" cy="507904"/>
            <a:chOff x="4345425" y="2175475"/>
            <a:chExt cx="800750" cy="176025"/>
          </a:xfrm>
        </p:grpSpPr>
        <p:sp>
          <p:nvSpPr>
            <p:cNvPr id="5714" name="Google Shape;5714;p19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5715;p19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6" name="Google Shape;5716;p194"/>
          <p:cNvSpPr txBox="1">
            <a:spLocks noGrp="1"/>
          </p:cNvSpPr>
          <p:nvPr>
            <p:ph type="subTitle" idx="1"/>
          </p:nvPr>
        </p:nvSpPr>
        <p:spPr>
          <a:xfrm>
            <a:off x="929525" y="3152293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Definition:</a:t>
            </a:r>
            <a:endParaRPr sz="2600"/>
          </a:p>
        </p:txBody>
      </p:sp>
      <p:sp>
        <p:nvSpPr>
          <p:cNvPr id="5717" name="Google Shape;5717;p194"/>
          <p:cNvSpPr txBox="1">
            <a:spLocks noGrp="1"/>
          </p:cNvSpPr>
          <p:nvPr>
            <p:ph type="subTitle" idx="3"/>
          </p:nvPr>
        </p:nvSpPr>
        <p:spPr>
          <a:xfrm>
            <a:off x="935813" y="2062606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Floor Division</a:t>
            </a:r>
            <a:endParaRPr sz="2600"/>
          </a:p>
        </p:txBody>
      </p:sp>
      <p:sp>
        <p:nvSpPr>
          <p:cNvPr id="5718" name="Google Shape;5718;p194"/>
          <p:cNvSpPr txBox="1">
            <a:spLocks noGrp="1"/>
          </p:cNvSpPr>
          <p:nvPr>
            <p:ph type="subTitle" idx="5"/>
          </p:nvPr>
        </p:nvSpPr>
        <p:spPr>
          <a:xfrm>
            <a:off x="906900" y="2469400"/>
            <a:ext cx="250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Symbol “//”</a:t>
            </a:r>
            <a:endParaRPr sz="2300"/>
          </a:p>
        </p:txBody>
      </p:sp>
      <p:sp>
        <p:nvSpPr>
          <p:cNvPr id="5719" name="Google Shape;5719;p194"/>
          <p:cNvSpPr txBox="1">
            <a:spLocks noGrp="1"/>
          </p:cNvSpPr>
          <p:nvPr>
            <p:ph type="subTitle" idx="7"/>
          </p:nvPr>
        </p:nvSpPr>
        <p:spPr>
          <a:xfrm>
            <a:off x="401675" y="3501325"/>
            <a:ext cx="357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Floor division divides two numbers but rounds down to the nearest whole number.</a:t>
            </a:r>
            <a:endParaRPr sz="2300"/>
          </a:p>
        </p:txBody>
      </p:sp>
      <p:sp>
        <p:nvSpPr>
          <p:cNvPr id="5720" name="Google Shape;5720;p19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30000" cy="99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What is Floor Division</a:t>
            </a:r>
            <a:endParaRPr/>
          </a:p>
        </p:txBody>
      </p:sp>
      <p:grpSp>
        <p:nvGrpSpPr>
          <p:cNvPr id="5721" name="Google Shape;5721;p194"/>
          <p:cNvGrpSpPr/>
          <p:nvPr/>
        </p:nvGrpSpPr>
        <p:grpSpPr>
          <a:xfrm flipH="1">
            <a:off x="707931" y="947138"/>
            <a:ext cx="2961974" cy="176025"/>
            <a:chOff x="4345425" y="2175475"/>
            <a:chExt cx="800750" cy="176025"/>
          </a:xfrm>
        </p:grpSpPr>
        <p:sp>
          <p:nvSpPr>
            <p:cNvPr id="5722" name="Google Shape;5722;p19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19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4" name="Google Shape;5724;p194"/>
          <p:cNvGrpSpPr/>
          <p:nvPr/>
        </p:nvGrpSpPr>
        <p:grpSpPr>
          <a:xfrm flipH="1">
            <a:off x="769639" y="1409250"/>
            <a:ext cx="1324120" cy="176025"/>
            <a:chOff x="4345425" y="2175475"/>
            <a:chExt cx="800750" cy="176025"/>
          </a:xfrm>
        </p:grpSpPr>
        <p:sp>
          <p:nvSpPr>
            <p:cNvPr id="5725" name="Google Shape;5725;p19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5726;p19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7" name="Google Shape;5727;p194"/>
          <p:cNvGrpSpPr/>
          <p:nvPr/>
        </p:nvGrpSpPr>
        <p:grpSpPr>
          <a:xfrm rot="2210750">
            <a:off x="5587690" y="679440"/>
            <a:ext cx="976434" cy="1313229"/>
            <a:chOff x="5941025" y="1169275"/>
            <a:chExt cx="976375" cy="1313150"/>
          </a:xfrm>
        </p:grpSpPr>
        <p:sp>
          <p:nvSpPr>
            <p:cNvPr id="5728" name="Google Shape;5728;p194"/>
            <p:cNvSpPr/>
            <p:nvPr/>
          </p:nvSpPr>
          <p:spPr>
            <a:xfrm>
              <a:off x="5957175" y="1169275"/>
              <a:ext cx="960225" cy="1294975"/>
            </a:xfrm>
            <a:custGeom>
              <a:avLst/>
              <a:gdLst/>
              <a:ahLst/>
              <a:cxnLst/>
              <a:rect l="l" t="t" r="r" b="b"/>
              <a:pathLst>
                <a:path w="38409" h="51799" extrusionOk="0">
                  <a:moveTo>
                    <a:pt x="24906" y="11400"/>
                  </a:moveTo>
                  <a:cubicBezTo>
                    <a:pt x="26915" y="11400"/>
                    <a:pt x="28559" y="13330"/>
                    <a:pt x="29437" y="15627"/>
                  </a:cubicBezTo>
                  <a:lnTo>
                    <a:pt x="29437" y="15627"/>
                  </a:lnTo>
                  <a:cubicBezTo>
                    <a:pt x="28804" y="15759"/>
                    <a:pt x="28165" y="15830"/>
                    <a:pt x="27538" y="15830"/>
                  </a:cubicBezTo>
                  <a:cubicBezTo>
                    <a:pt x="25304" y="15830"/>
                    <a:pt x="23217" y="14928"/>
                    <a:pt x="22048" y="12679"/>
                  </a:cubicBezTo>
                  <a:lnTo>
                    <a:pt x="22048" y="12679"/>
                  </a:lnTo>
                  <a:cubicBezTo>
                    <a:pt x="23050" y="11780"/>
                    <a:pt x="24014" y="11400"/>
                    <a:pt x="24906" y="11400"/>
                  </a:cubicBezTo>
                  <a:close/>
                  <a:moveTo>
                    <a:pt x="16098" y="22002"/>
                  </a:moveTo>
                  <a:cubicBezTo>
                    <a:pt x="17912" y="22002"/>
                    <a:pt x="19841" y="23543"/>
                    <a:pt x="20924" y="24766"/>
                  </a:cubicBezTo>
                  <a:cubicBezTo>
                    <a:pt x="21653" y="25600"/>
                    <a:pt x="22307" y="26598"/>
                    <a:pt x="22544" y="27617"/>
                  </a:cubicBezTo>
                  <a:lnTo>
                    <a:pt x="22544" y="27617"/>
                  </a:lnTo>
                  <a:cubicBezTo>
                    <a:pt x="22079" y="27689"/>
                    <a:pt x="21602" y="27724"/>
                    <a:pt x="21120" y="27724"/>
                  </a:cubicBezTo>
                  <a:cubicBezTo>
                    <a:pt x="18809" y="27724"/>
                    <a:pt x="16382" y="26930"/>
                    <a:pt x="14579" y="25702"/>
                  </a:cubicBezTo>
                  <a:cubicBezTo>
                    <a:pt x="14054" y="25314"/>
                    <a:pt x="13323" y="24789"/>
                    <a:pt x="13323" y="24081"/>
                  </a:cubicBezTo>
                  <a:cubicBezTo>
                    <a:pt x="13323" y="23145"/>
                    <a:pt x="14556" y="22301"/>
                    <a:pt x="15355" y="22095"/>
                  </a:cubicBezTo>
                  <a:cubicBezTo>
                    <a:pt x="15599" y="22032"/>
                    <a:pt x="15847" y="22002"/>
                    <a:pt x="16098" y="22002"/>
                  </a:cubicBezTo>
                  <a:close/>
                  <a:moveTo>
                    <a:pt x="9232" y="31775"/>
                  </a:moveTo>
                  <a:cubicBezTo>
                    <a:pt x="10916" y="31775"/>
                    <a:pt x="13002" y="32678"/>
                    <a:pt x="14389" y="33975"/>
                  </a:cubicBezTo>
                  <a:lnTo>
                    <a:pt x="14389" y="33975"/>
                  </a:lnTo>
                  <a:cubicBezTo>
                    <a:pt x="13462" y="34171"/>
                    <a:pt x="12527" y="34290"/>
                    <a:pt x="11580" y="34290"/>
                  </a:cubicBezTo>
                  <a:cubicBezTo>
                    <a:pt x="11227" y="34290"/>
                    <a:pt x="10872" y="34274"/>
                    <a:pt x="10516" y="34238"/>
                  </a:cubicBezTo>
                  <a:cubicBezTo>
                    <a:pt x="9785" y="34170"/>
                    <a:pt x="5585" y="33051"/>
                    <a:pt x="7822" y="32047"/>
                  </a:cubicBezTo>
                  <a:cubicBezTo>
                    <a:pt x="8233" y="31861"/>
                    <a:pt x="8713" y="31775"/>
                    <a:pt x="9232" y="31775"/>
                  </a:cubicBezTo>
                  <a:close/>
                  <a:moveTo>
                    <a:pt x="33094" y="0"/>
                  </a:moveTo>
                  <a:cubicBezTo>
                    <a:pt x="32622" y="0"/>
                    <a:pt x="32308" y="765"/>
                    <a:pt x="32816" y="1142"/>
                  </a:cubicBezTo>
                  <a:cubicBezTo>
                    <a:pt x="35076" y="2831"/>
                    <a:pt x="37381" y="5273"/>
                    <a:pt x="37130" y="8355"/>
                  </a:cubicBezTo>
                  <a:cubicBezTo>
                    <a:pt x="36947" y="10660"/>
                    <a:pt x="35327" y="12646"/>
                    <a:pt x="33455" y="13901"/>
                  </a:cubicBezTo>
                  <a:cubicBezTo>
                    <a:pt x="32631" y="14469"/>
                    <a:pt x="31697" y="14940"/>
                    <a:pt x="30720" y="15274"/>
                  </a:cubicBezTo>
                  <a:lnTo>
                    <a:pt x="30720" y="15274"/>
                  </a:lnTo>
                  <a:cubicBezTo>
                    <a:pt x="30421" y="14430"/>
                    <a:pt x="30015" y="13627"/>
                    <a:pt x="29506" y="12897"/>
                  </a:cubicBezTo>
                  <a:cubicBezTo>
                    <a:pt x="28280" y="11170"/>
                    <a:pt x="26642" y="10280"/>
                    <a:pt x="24956" y="10280"/>
                  </a:cubicBezTo>
                  <a:cubicBezTo>
                    <a:pt x="23568" y="10280"/>
                    <a:pt x="22149" y="10884"/>
                    <a:pt x="20901" y="12121"/>
                  </a:cubicBezTo>
                  <a:cubicBezTo>
                    <a:pt x="20696" y="12326"/>
                    <a:pt x="20696" y="12600"/>
                    <a:pt x="20810" y="12851"/>
                  </a:cubicBezTo>
                  <a:cubicBezTo>
                    <a:pt x="22100" y="15817"/>
                    <a:pt x="24703" y="17013"/>
                    <a:pt x="27487" y="17013"/>
                  </a:cubicBezTo>
                  <a:cubicBezTo>
                    <a:pt x="28251" y="17013"/>
                    <a:pt x="29030" y="16923"/>
                    <a:pt x="29799" y="16754"/>
                  </a:cubicBezTo>
                  <a:lnTo>
                    <a:pt x="29799" y="16754"/>
                  </a:lnTo>
                  <a:cubicBezTo>
                    <a:pt x="30098" y="17897"/>
                    <a:pt x="30206" y="19066"/>
                    <a:pt x="30077" y="20087"/>
                  </a:cubicBezTo>
                  <a:cubicBezTo>
                    <a:pt x="29643" y="23556"/>
                    <a:pt x="27178" y="26090"/>
                    <a:pt x="23983" y="27254"/>
                  </a:cubicBezTo>
                  <a:cubicBezTo>
                    <a:pt x="23891" y="27287"/>
                    <a:pt x="23798" y="27318"/>
                    <a:pt x="23704" y="27348"/>
                  </a:cubicBezTo>
                  <a:lnTo>
                    <a:pt x="23704" y="27348"/>
                  </a:lnTo>
                  <a:cubicBezTo>
                    <a:pt x="23640" y="27081"/>
                    <a:pt x="23551" y="26806"/>
                    <a:pt x="23435" y="26523"/>
                  </a:cubicBezTo>
                  <a:cubicBezTo>
                    <a:pt x="22361" y="23931"/>
                    <a:pt x="19065" y="20836"/>
                    <a:pt x="16037" y="20836"/>
                  </a:cubicBezTo>
                  <a:cubicBezTo>
                    <a:pt x="14879" y="20836"/>
                    <a:pt x="13761" y="21288"/>
                    <a:pt x="12821" y="22392"/>
                  </a:cubicBezTo>
                  <a:cubicBezTo>
                    <a:pt x="9785" y="25953"/>
                    <a:pt x="16884" y="28235"/>
                    <a:pt x="19235" y="28692"/>
                  </a:cubicBezTo>
                  <a:cubicBezTo>
                    <a:pt x="19868" y="28814"/>
                    <a:pt x="20509" y="28873"/>
                    <a:pt x="21148" y="28873"/>
                  </a:cubicBezTo>
                  <a:cubicBezTo>
                    <a:pt x="21640" y="28873"/>
                    <a:pt x="22131" y="28838"/>
                    <a:pt x="22617" y="28769"/>
                  </a:cubicBezTo>
                  <a:lnTo>
                    <a:pt x="22617" y="28769"/>
                  </a:lnTo>
                  <a:cubicBezTo>
                    <a:pt x="22543" y="29373"/>
                    <a:pt x="22277" y="29966"/>
                    <a:pt x="21746" y="30518"/>
                  </a:cubicBezTo>
                  <a:cubicBezTo>
                    <a:pt x="20239" y="32070"/>
                    <a:pt x="18002" y="32960"/>
                    <a:pt x="15948" y="33576"/>
                  </a:cubicBezTo>
                  <a:cubicBezTo>
                    <a:pt x="15872" y="33599"/>
                    <a:pt x="15796" y="33621"/>
                    <a:pt x="15720" y="33642"/>
                  </a:cubicBezTo>
                  <a:lnTo>
                    <a:pt x="15720" y="33642"/>
                  </a:lnTo>
                  <a:cubicBezTo>
                    <a:pt x="14484" y="32339"/>
                    <a:pt x="12654" y="31465"/>
                    <a:pt x="11018" y="31020"/>
                  </a:cubicBezTo>
                  <a:cubicBezTo>
                    <a:pt x="10410" y="30851"/>
                    <a:pt x="9597" y="30690"/>
                    <a:pt x="8797" y="30690"/>
                  </a:cubicBezTo>
                  <a:cubicBezTo>
                    <a:pt x="7764" y="30690"/>
                    <a:pt x="6752" y="30957"/>
                    <a:pt x="6225" y="31819"/>
                  </a:cubicBezTo>
                  <a:cubicBezTo>
                    <a:pt x="5426" y="33074"/>
                    <a:pt x="6590" y="34238"/>
                    <a:pt x="7685" y="34741"/>
                  </a:cubicBezTo>
                  <a:cubicBezTo>
                    <a:pt x="8836" y="35291"/>
                    <a:pt x="10132" y="35499"/>
                    <a:pt x="11432" y="35499"/>
                  </a:cubicBezTo>
                  <a:cubicBezTo>
                    <a:pt x="12503" y="35499"/>
                    <a:pt x="13578" y="35358"/>
                    <a:pt x="14579" y="35151"/>
                  </a:cubicBezTo>
                  <a:cubicBezTo>
                    <a:pt x="14799" y="35105"/>
                    <a:pt x="15030" y="35052"/>
                    <a:pt x="15268" y="34994"/>
                  </a:cubicBezTo>
                  <a:lnTo>
                    <a:pt x="15268" y="34994"/>
                  </a:lnTo>
                  <a:cubicBezTo>
                    <a:pt x="15743" y="35703"/>
                    <a:pt x="15988" y="36474"/>
                    <a:pt x="15880" y="37251"/>
                  </a:cubicBezTo>
                  <a:cubicBezTo>
                    <a:pt x="15423" y="40629"/>
                    <a:pt x="11223" y="43323"/>
                    <a:pt x="8712" y="45103"/>
                  </a:cubicBezTo>
                  <a:cubicBezTo>
                    <a:pt x="5996" y="47043"/>
                    <a:pt x="3006" y="48664"/>
                    <a:pt x="450" y="50810"/>
                  </a:cubicBezTo>
                  <a:cubicBezTo>
                    <a:pt x="0" y="51205"/>
                    <a:pt x="415" y="51799"/>
                    <a:pt x="901" y="51799"/>
                  </a:cubicBezTo>
                  <a:cubicBezTo>
                    <a:pt x="1032" y="51799"/>
                    <a:pt x="1168" y="51756"/>
                    <a:pt x="1294" y="51654"/>
                  </a:cubicBezTo>
                  <a:cubicBezTo>
                    <a:pt x="4764" y="48732"/>
                    <a:pt x="8895" y="46678"/>
                    <a:pt x="12410" y="43779"/>
                  </a:cubicBezTo>
                  <a:cubicBezTo>
                    <a:pt x="14807" y="41771"/>
                    <a:pt x="18482" y="38301"/>
                    <a:pt x="16610" y="34855"/>
                  </a:cubicBezTo>
                  <a:cubicBezTo>
                    <a:pt x="16574" y="34789"/>
                    <a:pt x="16537" y="34724"/>
                    <a:pt x="16499" y="34659"/>
                  </a:cubicBezTo>
                  <a:lnTo>
                    <a:pt x="16499" y="34659"/>
                  </a:lnTo>
                  <a:cubicBezTo>
                    <a:pt x="19757" y="33680"/>
                    <a:pt x="23709" y="31734"/>
                    <a:pt x="23827" y="28524"/>
                  </a:cubicBezTo>
                  <a:lnTo>
                    <a:pt x="23827" y="28524"/>
                  </a:lnTo>
                  <a:cubicBezTo>
                    <a:pt x="26264" y="27880"/>
                    <a:pt x="28468" y="26370"/>
                    <a:pt x="29872" y="24172"/>
                  </a:cubicBezTo>
                  <a:cubicBezTo>
                    <a:pt x="31306" y="21905"/>
                    <a:pt x="31667" y="19032"/>
                    <a:pt x="31053" y="16408"/>
                  </a:cubicBezTo>
                  <a:lnTo>
                    <a:pt x="31053" y="16408"/>
                  </a:lnTo>
                  <a:cubicBezTo>
                    <a:pt x="32330" y="15981"/>
                    <a:pt x="33542" y="15346"/>
                    <a:pt x="34574" y="14563"/>
                  </a:cubicBezTo>
                  <a:cubicBezTo>
                    <a:pt x="36628" y="13011"/>
                    <a:pt x="38271" y="10706"/>
                    <a:pt x="38340" y="8058"/>
                  </a:cubicBezTo>
                  <a:cubicBezTo>
                    <a:pt x="38408" y="4657"/>
                    <a:pt x="35966" y="2009"/>
                    <a:pt x="33409" y="115"/>
                  </a:cubicBezTo>
                  <a:cubicBezTo>
                    <a:pt x="33302" y="35"/>
                    <a:pt x="33194" y="0"/>
                    <a:pt x="3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194"/>
            <p:cNvSpPr/>
            <p:nvPr/>
          </p:nvSpPr>
          <p:spPr>
            <a:xfrm>
              <a:off x="5941025" y="2320575"/>
              <a:ext cx="182525" cy="161850"/>
            </a:xfrm>
            <a:custGeom>
              <a:avLst/>
              <a:gdLst/>
              <a:ahLst/>
              <a:cxnLst/>
              <a:rect l="l" t="t" r="r" b="b"/>
              <a:pathLst>
                <a:path w="7301" h="6474" extrusionOk="0">
                  <a:moveTo>
                    <a:pt x="2509" y="1"/>
                  </a:moveTo>
                  <a:cubicBezTo>
                    <a:pt x="2274" y="1"/>
                    <a:pt x="2039" y="120"/>
                    <a:pt x="1940" y="398"/>
                  </a:cubicBezTo>
                  <a:cubicBezTo>
                    <a:pt x="1347" y="2133"/>
                    <a:pt x="662" y="3844"/>
                    <a:pt x="91" y="5602"/>
                  </a:cubicBezTo>
                  <a:cubicBezTo>
                    <a:pt x="0" y="5876"/>
                    <a:pt x="206" y="6287"/>
                    <a:pt x="502" y="6332"/>
                  </a:cubicBezTo>
                  <a:cubicBezTo>
                    <a:pt x="1173" y="6430"/>
                    <a:pt x="1849" y="6474"/>
                    <a:pt x="2524" y="6474"/>
                  </a:cubicBezTo>
                  <a:cubicBezTo>
                    <a:pt x="3895" y="6474"/>
                    <a:pt x="5266" y="6296"/>
                    <a:pt x="6597" y="6036"/>
                  </a:cubicBezTo>
                  <a:cubicBezTo>
                    <a:pt x="7301" y="5886"/>
                    <a:pt x="7067" y="4879"/>
                    <a:pt x="6437" y="4879"/>
                  </a:cubicBezTo>
                  <a:cubicBezTo>
                    <a:pt x="6393" y="4879"/>
                    <a:pt x="6347" y="4884"/>
                    <a:pt x="6300" y="4894"/>
                  </a:cubicBezTo>
                  <a:cubicBezTo>
                    <a:pt x="5084" y="5131"/>
                    <a:pt x="3792" y="5303"/>
                    <a:pt x="2514" y="5303"/>
                  </a:cubicBezTo>
                  <a:cubicBezTo>
                    <a:pt x="2157" y="5303"/>
                    <a:pt x="1801" y="5289"/>
                    <a:pt x="1448" y="5260"/>
                  </a:cubicBezTo>
                  <a:lnTo>
                    <a:pt x="1448" y="5260"/>
                  </a:lnTo>
                  <a:cubicBezTo>
                    <a:pt x="1970" y="3743"/>
                    <a:pt x="2561" y="2239"/>
                    <a:pt x="3082" y="717"/>
                  </a:cubicBezTo>
                  <a:cubicBezTo>
                    <a:pt x="3234" y="287"/>
                    <a:pt x="2873" y="1"/>
                    <a:pt x="2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30" name="Google Shape;5730;p194"/>
          <p:cNvGrpSpPr/>
          <p:nvPr/>
        </p:nvGrpSpPr>
        <p:grpSpPr>
          <a:xfrm rot="1866236">
            <a:off x="6333437" y="809389"/>
            <a:ext cx="2928624" cy="358006"/>
            <a:chOff x="2142525" y="3876725"/>
            <a:chExt cx="2414850" cy="295200"/>
          </a:xfrm>
        </p:grpSpPr>
        <p:sp>
          <p:nvSpPr>
            <p:cNvPr id="5731" name="Google Shape;5731;p194"/>
            <p:cNvSpPr/>
            <p:nvPr/>
          </p:nvSpPr>
          <p:spPr>
            <a:xfrm>
              <a:off x="2147925" y="3884850"/>
              <a:ext cx="91075" cy="132625"/>
            </a:xfrm>
            <a:custGeom>
              <a:avLst/>
              <a:gdLst/>
              <a:ahLst/>
              <a:cxnLst/>
              <a:rect l="l" t="t" r="r" b="b"/>
              <a:pathLst>
                <a:path w="3643" h="5305" extrusionOk="0">
                  <a:moveTo>
                    <a:pt x="2786" y="1"/>
                  </a:moveTo>
                  <a:cubicBezTo>
                    <a:pt x="2678" y="1"/>
                    <a:pt x="2570" y="2"/>
                    <a:pt x="2462" y="4"/>
                  </a:cubicBezTo>
                  <a:cubicBezTo>
                    <a:pt x="992" y="94"/>
                    <a:pt x="208" y="897"/>
                    <a:pt x="118" y="2420"/>
                  </a:cubicBezTo>
                  <a:cubicBezTo>
                    <a:pt x="1" y="3961"/>
                    <a:pt x="659" y="4872"/>
                    <a:pt x="2101" y="5169"/>
                  </a:cubicBezTo>
                  <a:cubicBezTo>
                    <a:pt x="2498" y="5223"/>
                    <a:pt x="2894" y="5268"/>
                    <a:pt x="3282" y="5305"/>
                  </a:cubicBezTo>
                  <a:cubicBezTo>
                    <a:pt x="3174" y="3601"/>
                    <a:pt x="3291" y="1843"/>
                    <a:pt x="3643" y="22"/>
                  </a:cubicBezTo>
                  <a:cubicBezTo>
                    <a:pt x="3365" y="9"/>
                    <a:pt x="3079" y="1"/>
                    <a:pt x="2786" y="1"/>
                  </a:cubicBez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2" name="Google Shape;5732;p194"/>
            <p:cNvSpPr/>
            <p:nvPr/>
          </p:nvSpPr>
          <p:spPr>
            <a:xfrm>
              <a:off x="2227250" y="3885400"/>
              <a:ext cx="45775" cy="135000"/>
            </a:xfrm>
            <a:custGeom>
              <a:avLst/>
              <a:gdLst/>
              <a:ahLst/>
              <a:cxnLst/>
              <a:rect l="l" t="t" r="r" b="b"/>
              <a:pathLst>
                <a:path w="1831" h="5400" extrusionOk="0">
                  <a:moveTo>
                    <a:pt x="470" y="0"/>
                  </a:moveTo>
                  <a:cubicBezTo>
                    <a:pt x="118" y="1821"/>
                    <a:pt x="1" y="3579"/>
                    <a:pt x="109" y="5283"/>
                  </a:cubicBezTo>
                  <a:cubicBezTo>
                    <a:pt x="560" y="5337"/>
                    <a:pt x="1010" y="5373"/>
                    <a:pt x="1461" y="5400"/>
                  </a:cubicBezTo>
                  <a:cubicBezTo>
                    <a:pt x="1416" y="3669"/>
                    <a:pt x="1533" y="1902"/>
                    <a:pt x="1831" y="100"/>
                  </a:cubicBezTo>
                  <a:cubicBezTo>
                    <a:pt x="1389" y="54"/>
                    <a:pt x="938" y="18"/>
                    <a:pt x="470" y="0"/>
                  </a:cubicBezTo>
                  <a:close/>
                </a:path>
              </a:pathLst>
            </a:custGeom>
            <a:solidFill>
              <a:srgbClr val="D7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5733;p194"/>
            <p:cNvSpPr/>
            <p:nvPr/>
          </p:nvSpPr>
          <p:spPr>
            <a:xfrm>
              <a:off x="2262625" y="3878875"/>
              <a:ext cx="121050" cy="159625"/>
            </a:xfrm>
            <a:custGeom>
              <a:avLst/>
              <a:gdLst/>
              <a:ahLst/>
              <a:cxnLst/>
              <a:rect l="l" t="t" r="r" b="b"/>
              <a:pathLst>
                <a:path w="4842" h="6385" extrusionOk="0">
                  <a:moveTo>
                    <a:pt x="3846" y="1837"/>
                  </a:moveTo>
                  <a:cubicBezTo>
                    <a:pt x="3853" y="1837"/>
                    <a:pt x="3860" y="1838"/>
                    <a:pt x="3868" y="1839"/>
                  </a:cubicBezTo>
                  <a:cubicBezTo>
                    <a:pt x="4075" y="1857"/>
                    <a:pt x="4156" y="2208"/>
                    <a:pt x="4111" y="2911"/>
                  </a:cubicBezTo>
                  <a:cubicBezTo>
                    <a:pt x="4129" y="3552"/>
                    <a:pt x="4010" y="3877"/>
                    <a:pt x="3754" y="3877"/>
                  </a:cubicBezTo>
                  <a:cubicBezTo>
                    <a:pt x="3747" y="3877"/>
                    <a:pt x="3740" y="3876"/>
                    <a:pt x="3733" y="3876"/>
                  </a:cubicBezTo>
                  <a:cubicBezTo>
                    <a:pt x="3561" y="3858"/>
                    <a:pt x="3471" y="3696"/>
                    <a:pt x="3453" y="3371"/>
                  </a:cubicBezTo>
                  <a:cubicBezTo>
                    <a:pt x="3471" y="3047"/>
                    <a:pt x="3489" y="2875"/>
                    <a:pt x="3489" y="2866"/>
                  </a:cubicBezTo>
                  <a:cubicBezTo>
                    <a:pt x="3533" y="2180"/>
                    <a:pt x="3652" y="1837"/>
                    <a:pt x="3846" y="1837"/>
                  </a:cubicBezTo>
                  <a:close/>
                  <a:moveTo>
                    <a:pt x="2439" y="1490"/>
                  </a:moveTo>
                  <a:cubicBezTo>
                    <a:pt x="2468" y="1490"/>
                    <a:pt x="2500" y="1504"/>
                    <a:pt x="2534" y="1532"/>
                  </a:cubicBezTo>
                  <a:cubicBezTo>
                    <a:pt x="2551" y="1524"/>
                    <a:pt x="2567" y="1520"/>
                    <a:pt x="2582" y="1520"/>
                  </a:cubicBezTo>
                  <a:cubicBezTo>
                    <a:pt x="2752" y="1520"/>
                    <a:pt x="2807" y="2039"/>
                    <a:pt x="2732" y="3083"/>
                  </a:cubicBezTo>
                  <a:cubicBezTo>
                    <a:pt x="2723" y="4084"/>
                    <a:pt x="2586" y="4589"/>
                    <a:pt x="2321" y="4589"/>
                  </a:cubicBezTo>
                  <a:cubicBezTo>
                    <a:pt x="2314" y="4589"/>
                    <a:pt x="2307" y="4589"/>
                    <a:pt x="2300" y="4588"/>
                  </a:cubicBezTo>
                  <a:cubicBezTo>
                    <a:pt x="2119" y="4579"/>
                    <a:pt x="2029" y="4318"/>
                    <a:pt x="2038" y="3813"/>
                  </a:cubicBezTo>
                  <a:cubicBezTo>
                    <a:pt x="2074" y="3308"/>
                    <a:pt x="2092" y="3056"/>
                    <a:pt x="2092" y="3038"/>
                  </a:cubicBezTo>
                  <a:cubicBezTo>
                    <a:pt x="2110" y="2695"/>
                    <a:pt x="2137" y="2380"/>
                    <a:pt x="2182" y="2109"/>
                  </a:cubicBezTo>
                  <a:cubicBezTo>
                    <a:pt x="2239" y="1695"/>
                    <a:pt x="2325" y="1490"/>
                    <a:pt x="2439" y="1490"/>
                  </a:cubicBezTo>
                  <a:close/>
                  <a:moveTo>
                    <a:pt x="961" y="1020"/>
                  </a:moveTo>
                  <a:cubicBezTo>
                    <a:pt x="977" y="1020"/>
                    <a:pt x="994" y="1026"/>
                    <a:pt x="1011" y="1037"/>
                  </a:cubicBezTo>
                  <a:cubicBezTo>
                    <a:pt x="1013" y="1036"/>
                    <a:pt x="1016" y="1036"/>
                    <a:pt x="1019" y="1036"/>
                  </a:cubicBezTo>
                  <a:cubicBezTo>
                    <a:pt x="1220" y="1036"/>
                    <a:pt x="1280" y="1659"/>
                    <a:pt x="1191" y="2920"/>
                  </a:cubicBezTo>
                  <a:cubicBezTo>
                    <a:pt x="1164" y="4156"/>
                    <a:pt x="1024" y="4778"/>
                    <a:pt x="760" y="4778"/>
                  </a:cubicBezTo>
                  <a:cubicBezTo>
                    <a:pt x="757" y="4778"/>
                    <a:pt x="753" y="4778"/>
                    <a:pt x="749" y="4777"/>
                  </a:cubicBezTo>
                  <a:cubicBezTo>
                    <a:pt x="578" y="4768"/>
                    <a:pt x="497" y="4444"/>
                    <a:pt x="506" y="3822"/>
                  </a:cubicBezTo>
                  <a:cubicBezTo>
                    <a:pt x="551" y="3209"/>
                    <a:pt x="569" y="2893"/>
                    <a:pt x="569" y="2875"/>
                  </a:cubicBezTo>
                  <a:cubicBezTo>
                    <a:pt x="651" y="1639"/>
                    <a:pt x="787" y="1020"/>
                    <a:pt x="961" y="1020"/>
                  </a:cubicBezTo>
                  <a:close/>
                  <a:moveTo>
                    <a:pt x="3609" y="4159"/>
                  </a:moveTo>
                  <a:cubicBezTo>
                    <a:pt x="3633" y="4159"/>
                    <a:pt x="3660" y="4161"/>
                    <a:pt x="3688" y="4164"/>
                  </a:cubicBezTo>
                  <a:cubicBezTo>
                    <a:pt x="3904" y="4191"/>
                    <a:pt x="4012" y="4309"/>
                    <a:pt x="3994" y="4516"/>
                  </a:cubicBezTo>
                  <a:cubicBezTo>
                    <a:pt x="3986" y="4714"/>
                    <a:pt x="3878" y="4805"/>
                    <a:pt x="3688" y="4805"/>
                  </a:cubicBezTo>
                  <a:cubicBezTo>
                    <a:pt x="3679" y="4805"/>
                    <a:pt x="3670" y="4805"/>
                    <a:pt x="3661" y="4804"/>
                  </a:cubicBezTo>
                  <a:cubicBezTo>
                    <a:pt x="3534" y="4795"/>
                    <a:pt x="3444" y="4732"/>
                    <a:pt x="3381" y="4624"/>
                  </a:cubicBezTo>
                  <a:cubicBezTo>
                    <a:pt x="3336" y="4543"/>
                    <a:pt x="3318" y="4480"/>
                    <a:pt x="3318" y="4426"/>
                  </a:cubicBezTo>
                  <a:cubicBezTo>
                    <a:pt x="3334" y="4244"/>
                    <a:pt x="3433" y="4159"/>
                    <a:pt x="3609" y="4159"/>
                  </a:cubicBezTo>
                  <a:close/>
                  <a:moveTo>
                    <a:pt x="1193" y="0"/>
                  </a:moveTo>
                  <a:cubicBezTo>
                    <a:pt x="966" y="0"/>
                    <a:pt x="719" y="42"/>
                    <a:pt x="452" y="126"/>
                  </a:cubicBezTo>
                  <a:cubicBezTo>
                    <a:pt x="434" y="207"/>
                    <a:pt x="416" y="279"/>
                    <a:pt x="416" y="361"/>
                  </a:cubicBezTo>
                  <a:cubicBezTo>
                    <a:pt x="118" y="2163"/>
                    <a:pt x="1" y="3930"/>
                    <a:pt x="46" y="5661"/>
                  </a:cubicBezTo>
                  <a:cubicBezTo>
                    <a:pt x="37" y="5751"/>
                    <a:pt x="37" y="5841"/>
                    <a:pt x="46" y="5931"/>
                  </a:cubicBezTo>
                  <a:cubicBezTo>
                    <a:pt x="376" y="6070"/>
                    <a:pt x="691" y="6139"/>
                    <a:pt x="991" y="6139"/>
                  </a:cubicBezTo>
                  <a:cubicBezTo>
                    <a:pt x="1200" y="6139"/>
                    <a:pt x="1401" y="6106"/>
                    <a:pt x="1596" y="6039"/>
                  </a:cubicBezTo>
                  <a:cubicBezTo>
                    <a:pt x="1886" y="6173"/>
                    <a:pt x="2179" y="6240"/>
                    <a:pt x="2475" y="6240"/>
                  </a:cubicBezTo>
                  <a:cubicBezTo>
                    <a:pt x="2677" y="6240"/>
                    <a:pt x="2879" y="6209"/>
                    <a:pt x="3084" y="6147"/>
                  </a:cubicBezTo>
                  <a:cubicBezTo>
                    <a:pt x="3292" y="6305"/>
                    <a:pt x="3525" y="6385"/>
                    <a:pt x="3784" y="6385"/>
                  </a:cubicBezTo>
                  <a:cubicBezTo>
                    <a:pt x="3986" y="6385"/>
                    <a:pt x="4203" y="6336"/>
                    <a:pt x="4436" y="6238"/>
                  </a:cubicBezTo>
                  <a:cubicBezTo>
                    <a:pt x="4418" y="5769"/>
                    <a:pt x="4418" y="5309"/>
                    <a:pt x="4418" y="4858"/>
                  </a:cubicBezTo>
                  <a:cubicBezTo>
                    <a:pt x="4427" y="3975"/>
                    <a:pt x="4481" y="3101"/>
                    <a:pt x="4580" y="2244"/>
                  </a:cubicBezTo>
                  <a:cubicBezTo>
                    <a:pt x="4652" y="1640"/>
                    <a:pt x="4733" y="1037"/>
                    <a:pt x="4841" y="433"/>
                  </a:cubicBezTo>
                  <a:cubicBezTo>
                    <a:pt x="4604" y="322"/>
                    <a:pt x="4342" y="266"/>
                    <a:pt x="4057" y="266"/>
                  </a:cubicBezTo>
                  <a:cubicBezTo>
                    <a:pt x="3877" y="266"/>
                    <a:pt x="3688" y="288"/>
                    <a:pt x="3489" y="333"/>
                  </a:cubicBezTo>
                  <a:cubicBezTo>
                    <a:pt x="3200" y="184"/>
                    <a:pt x="2913" y="108"/>
                    <a:pt x="2630" y="108"/>
                  </a:cubicBezTo>
                  <a:cubicBezTo>
                    <a:pt x="2419" y="108"/>
                    <a:pt x="2210" y="150"/>
                    <a:pt x="2002" y="234"/>
                  </a:cubicBezTo>
                  <a:cubicBezTo>
                    <a:pt x="1773" y="78"/>
                    <a:pt x="1502" y="0"/>
                    <a:pt x="1193" y="0"/>
                  </a:cubicBezTo>
                  <a:close/>
                </a:path>
              </a:pathLst>
            </a:custGeom>
            <a:solidFill>
              <a:srgbClr val="FCAD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5734;p194"/>
            <p:cNvSpPr/>
            <p:nvPr/>
          </p:nvSpPr>
          <p:spPr>
            <a:xfrm>
              <a:off x="2275025" y="3904375"/>
              <a:ext cx="91525" cy="94625"/>
            </a:xfrm>
            <a:custGeom>
              <a:avLst/>
              <a:gdLst/>
              <a:ahLst/>
              <a:cxnLst/>
              <a:rect l="l" t="t" r="r" b="b"/>
              <a:pathLst>
                <a:path w="3661" h="3785" extrusionOk="0">
                  <a:moveTo>
                    <a:pt x="3350" y="817"/>
                  </a:moveTo>
                  <a:cubicBezTo>
                    <a:pt x="3156" y="817"/>
                    <a:pt x="3037" y="1160"/>
                    <a:pt x="2993" y="1846"/>
                  </a:cubicBezTo>
                  <a:cubicBezTo>
                    <a:pt x="2993" y="1855"/>
                    <a:pt x="2975" y="2027"/>
                    <a:pt x="2957" y="2351"/>
                  </a:cubicBezTo>
                  <a:cubicBezTo>
                    <a:pt x="2975" y="2676"/>
                    <a:pt x="3065" y="2847"/>
                    <a:pt x="3237" y="2856"/>
                  </a:cubicBezTo>
                  <a:cubicBezTo>
                    <a:pt x="3244" y="2856"/>
                    <a:pt x="3251" y="2857"/>
                    <a:pt x="3258" y="2857"/>
                  </a:cubicBezTo>
                  <a:cubicBezTo>
                    <a:pt x="3514" y="2857"/>
                    <a:pt x="3633" y="2532"/>
                    <a:pt x="3615" y="1891"/>
                  </a:cubicBezTo>
                  <a:cubicBezTo>
                    <a:pt x="3660" y="1188"/>
                    <a:pt x="3579" y="837"/>
                    <a:pt x="3372" y="819"/>
                  </a:cubicBezTo>
                  <a:cubicBezTo>
                    <a:pt x="3364" y="818"/>
                    <a:pt x="3357" y="817"/>
                    <a:pt x="3350" y="817"/>
                  </a:cubicBezTo>
                  <a:close/>
                  <a:moveTo>
                    <a:pt x="1943" y="470"/>
                  </a:moveTo>
                  <a:cubicBezTo>
                    <a:pt x="1829" y="470"/>
                    <a:pt x="1743" y="675"/>
                    <a:pt x="1686" y="1089"/>
                  </a:cubicBezTo>
                  <a:cubicBezTo>
                    <a:pt x="1641" y="1360"/>
                    <a:pt x="1614" y="1675"/>
                    <a:pt x="1596" y="2018"/>
                  </a:cubicBezTo>
                  <a:cubicBezTo>
                    <a:pt x="1596" y="2036"/>
                    <a:pt x="1578" y="2288"/>
                    <a:pt x="1542" y="2793"/>
                  </a:cubicBezTo>
                  <a:cubicBezTo>
                    <a:pt x="1533" y="3298"/>
                    <a:pt x="1623" y="3559"/>
                    <a:pt x="1804" y="3568"/>
                  </a:cubicBezTo>
                  <a:cubicBezTo>
                    <a:pt x="1811" y="3569"/>
                    <a:pt x="1818" y="3569"/>
                    <a:pt x="1825" y="3569"/>
                  </a:cubicBezTo>
                  <a:cubicBezTo>
                    <a:pt x="2090" y="3569"/>
                    <a:pt x="2227" y="3064"/>
                    <a:pt x="2236" y="2063"/>
                  </a:cubicBezTo>
                  <a:cubicBezTo>
                    <a:pt x="2311" y="1019"/>
                    <a:pt x="2256" y="500"/>
                    <a:pt x="2086" y="500"/>
                  </a:cubicBezTo>
                  <a:cubicBezTo>
                    <a:pt x="2071" y="500"/>
                    <a:pt x="2055" y="504"/>
                    <a:pt x="2038" y="512"/>
                  </a:cubicBezTo>
                  <a:cubicBezTo>
                    <a:pt x="2004" y="484"/>
                    <a:pt x="1972" y="470"/>
                    <a:pt x="1943" y="470"/>
                  </a:cubicBezTo>
                  <a:close/>
                  <a:moveTo>
                    <a:pt x="465" y="0"/>
                  </a:moveTo>
                  <a:cubicBezTo>
                    <a:pt x="291" y="0"/>
                    <a:pt x="155" y="619"/>
                    <a:pt x="73" y="1855"/>
                  </a:cubicBezTo>
                  <a:cubicBezTo>
                    <a:pt x="73" y="1873"/>
                    <a:pt x="55" y="2189"/>
                    <a:pt x="10" y="2802"/>
                  </a:cubicBezTo>
                  <a:cubicBezTo>
                    <a:pt x="1" y="3424"/>
                    <a:pt x="82" y="3748"/>
                    <a:pt x="253" y="3757"/>
                  </a:cubicBezTo>
                  <a:cubicBezTo>
                    <a:pt x="257" y="3758"/>
                    <a:pt x="261" y="3758"/>
                    <a:pt x="264" y="3758"/>
                  </a:cubicBezTo>
                  <a:cubicBezTo>
                    <a:pt x="528" y="3758"/>
                    <a:pt x="668" y="3136"/>
                    <a:pt x="695" y="1900"/>
                  </a:cubicBezTo>
                  <a:cubicBezTo>
                    <a:pt x="784" y="639"/>
                    <a:pt x="724" y="16"/>
                    <a:pt x="523" y="16"/>
                  </a:cubicBezTo>
                  <a:cubicBezTo>
                    <a:pt x="520" y="16"/>
                    <a:pt x="517" y="16"/>
                    <a:pt x="515" y="17"/>
                  </a:cubicBezTo>
                  <a:cubicBezTo>
                    <a:pt x="498" y="6"/>
                    <a:pt x="481" y="0"/>
                    <a:pt x="465" y="0"/>
                  </a:cubicBezTo>
                  <a:close/>
                  <a:moveTo>
                    <a:pt x="3113" y="3139"/>
                  </a:moveTo>
                  <a:cubicBezTo>
                    <a:pt x="2937" y="3139"/>
                    <a:pt x="2838" y="3224"/>
                    <a:pt x="2822" y="3406"/>
                  </a:cubicBezTo>
                  <a:cubicBezTo>
                    <a:pt x="2822" y="3460"/>
                    <a:pt x="2840" y="3523"/>
                    <a:pt x="2885" y="3604"/>
                  </a:cubicBezTo>
                  <a:cubicBezTo>
                    <a:pt x="2948" y="3712"/>
                    <a:pt x="3038" y="3775"/>
                    <a:pt x="3165" y="3784"/>
                  </a:cubicBezTo>
                  <a:cubicBezTo>
                    <a:pt x="3174" y="3785"/>
                    <a:pt x="3183" y="3785"/>
                    <a:pt x="3192" y="3785"/>
                  </a:cubicBezTo>
                  <a:cubicBezTo>
                    <a:pt x="3382" y="3785"/>
                    <a:pt x="3490" y="3694"/>
                    <a:pt x="3498" y="3496"/>
                  </a:cubicBezTo>
                  <a:cubicBezTo>
                    <a:pt x="3516" y="3289"/>
                    <a:pt x="3408" y="3171"/>
                    <a:pt x="3192" y="3144"/>
                  </a:cubicBezTo>
                  <a:cubicBezTo>
                    <a:pt x="3164" y="3141"/>
                    <a:pt x="3137" y="3139"/>
                    <a:pt x="3113" y="3139"/>
                  </a:cubicBezTo>
                  <a:close/>
                </a:path>
              </a:pathLst>
            </a:custGeom>
            <a:solidFill>
              <a:srgbClr val="FFD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5735;p194"/>
            <p:cNvSpPr/>
            <p:nvPr/>
          </p:nvSpPr>
          <p:spPr>
            <a:xfrm>
              <a:off x="4200850" y="4019700"/>
              <a:ext cx="243175" cy="145150"/>
            </a:xfrm>
            <a:custGeom>
              <a:avLst/>
              <a:gdLst/>
              <a:ahLst/>
              <a:cxnLst/>
              <a:rect l="l" t="t" r="r" b="b"/>
              <a:pathLst>
                <a:path w="9727" h="5806" extrusionOk="0">
                  <a:moveTo>
                    <a:pt x="2290" y="1"/>
                  </a:moveTo>
                  <a:cubicBezTo>
                    <a:pt x="1821" y="289"/>
                    <a:pt x="1299" y="632"/>
                    <a:pt x="731" y="1019"/>
                  </a:cubicBezTo>
                  <a:cubicBezTo>
                    <a:pt x="334" y="1290"/>
                    <a:pt x="91" y="1506"/>
                    <a:pt x="1" y="1668"/>
                  </a:cubicBezTo>
                  <a:cubicBezTo>
                    <a:pt x="73" y="1767"/>
                    <a:pt x="325" y="1885"/>
                    <a:pt x="758" y="2029"/>
                  </a:cubicBezTo>
                  <a:cubicBezTo>
                    <a:pt x="1181" y="2164"/>
                    <a:pt x="1803" y="2371"/>
                    <a:pt x="2597" y="2669"/>
                  </a:cubicBezTo>
                  <a:cubicBezTo>
                    <a:pt x="3390" y="2939"/>
                    <a:pt x="4075" y="3128"/>
                    <a:pt x="4634" y="3237"/>
                  </a:cubicBezTo>
                  <a:cubicBezTo>
                    <a:pt x="3516" y="3489"/>
                    <a:pt x="2579" y="3696"/>
                    <a:pt x="1812" y="3832"/>
                  </a:cubicBezTo>
                  <a:cubicBezTo>
                    <a:pt x="1037" y="3967"/>
                    <a:pt x="559" y="4129"/>
                    <a:pt x="379" y="4318"/>
                  </a:cubicBezTo>
                  <a:cubicBezTo>
                    <a:pt x="343" y="4354"/>
                    <a:pt x="541" y="4598"/>
                    <a:pt x="992" y="5039"/>
                  </a:cubicBezTo>
                  <a:cubicBezTo>
                    <a:pt x="1443" y="5499"/>
                    <a:pt x="1740" y="5752"/>
                    <a:pt x="1894" y="5806"/>
                  </a:cubicBezTo>
                  <a:lnTo>
                    <a:pt x="9591" y="4399"/>
                  </a:lnTo>
                  <a:cubicBezTo>
                    <a:pt x="9195" y="3777"/>
                    <a:pt x="9240" y="3011"/>
                    <a:pt x="9727" y="2110"/>
                  </a:cubicBezTo>
                  <a:lnTo>
                    <a:pt x="2290" y="1"/>
                  </a:lnTo>
                  <a:close/>
                </a:path>
              </a:pathLst>
            </a:custGeom>
            <a:solidFill>
              <a:srgbClr val="DEA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194"/>
            <p:cNvSpPr/>
            <p:nvPr/>
          </p:nvSpPr>
          <p:spPr>
            <a:xfrm>
              <a:off x="4430700" y="4072425"/>
              <a:ext cx="121050" cy="57275"/>
            </a:xfrm>
            <a:custGeom>
              <a:avLst/>
              <a:gdLst/>
              <a:ahLst/>
              <a:cxnLst/>
              <a:rect l="l" t="t" r="r" b="b"/>
              <a:pathLst>
                <a:path w="4842" h="2291" extrusionOk="0">
                  <a:moveTo>
                    <a:pt x="533" y="1"/>
                  </a:moveTo>
                  <a:cubicBezTo>
                    <a:pt x="46" y="902"/>
                    <a:pt x="1" y="1668"/>
                    <a:pt x="397" y="2290"/>
                  </a:cubicBezTo>
                  <a:lnTo>
                    <a:pt x="4841" y="1164"/>
                  </a:lnTo>
                  <a:lnTo>
                    <a:pt x="5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5737;p194"/>
            <p:cNvSpPr/>
            <p:nvPr/>
          </p:nvSpPr>
          <p:spPr>
            <a:xfrm>
              <a:off x="2373050" y="3934975"/>
              <a:ext cx="1943650" cy="192700"/>
            </a:xfrm>
            <a:custGeom>
              <a:avLst/>
              <a:gdLst/>
              <a:ahLst/>
              <a:cxnLst/>
              <a:rect l="l" t="t" r="r" b="b"/>
              <a:pathLst>
                <a:path w="77746" h="7708" extrusionOk="0">
                  <a:moveTo>
                    <a:pt x="1228" y="844"/>
                  </a:moveTo>
                  <a:cubicBezTo>
                    <a:pt x="1302" y="844"/>
                    <a:pt x="1386" y="857"/>
                    <a:pt x="1479" y="884"/>
                  </a:cubicBezTo>
                  <a:lnTo>
                    <a:pt x="17298" y="2020"/>
                  </a:lnTo>
                  <a:cubicBezTo>
                    <a:pt x="17605" y="2065"/>
                    <a:pt x="17749" y="2227"/>
                    <a:pt x="17731" y="2497"/>
                  </a:cubicBezTo>
                  <a:cubicBezTo>
                    <a:pt x="17722" y="2605"/>
                    <a:pt x="17686" y="2705"/>
                    <a:pt x="17632" y="2804"/>
                  </a:cubicBezTo>
                  <a:cubicBezTo>
                    <a:pt x="17551" y="2907"/>
                    <a:pt x="17447" y="2956"/>
                    <a:pt x="17318" y="2956"/>
                  </a:cubicBezTo>
                  <a:cubicBezTo>
                    <a:pt x="17289" y="2956"/>
                    <a:pt x="17258" y="2953"/>
                    <a:pt x="17226" y="2948"/>
                  </a:cubicBezTo>
                  <a:lnTo>
                    <a:pt x="1245" y="1839"/>
                  </a:lnTo>
                  <a:cubicBezTo>
                    <a:pt x="938" y="1785"/>
                    <a:pt x="794" y="1605"/>
                    <a:pt x="812" y="1307"/>
                  </a:cubicBezTo>
                  <a:cubicBezTo>
                    <a:pt x="833" y="1000"/>
                    <a:pt x="973" y="844"/>
                    <a:pt x="1228" y="844"/>
                  </a:cubicBezTo>
                  <a:close/>
                  <a:moveTo>
                    <a:pt x="18849" y="2164"/>
                  </a:moveTo>
                  <a:cubicBezTo>
                    <a:pt x="18912" y="2164"/>
                    <a:pt x="18981" y="2170"/>
                    <a:pt x="19056" y="2182"/>
                  </a:cubicBezTo>
                  <a:cubicBezTo>
                    <a:pt x="19489" y="2254"/>
                    <a:pt x="19696" y="2443"/>
                    <a:pt x="19669" y="2768"/>
                  </a:cubicBezTo>
                  <a:cubicBezTo>
                    <a:pt x="19653" y="3057"/>
                    <a:pt x="19469" y="3195"/>
                    <a:pt x="19119" y="3195"/>
                  </a:cubicBezTo>
                  <a:cubicBezTo>
                    <a:pt x="19088" y="3195"/>
                    <a:pt x="19055" y="3194"/>
                    <a:pt x="19020" y="3191"/>
                  </a:cubicBezTo>
                  <a:cubicBezTo>
                    <a:pt x="18741" y="3173"/>
                    <a:pt x="18533" y="3083"/>
                    <a:pt x="18416" y="2912"/>
                  </a:cubicBezTo>
                  <a:cubicBezTo>
                    <a:pt x="18362" y="2822"/>
                    <a:pt x="18335" y="2723"/>
                    <a:pt x="18344" y="2623"/>
                  </a:cubicBezTo>
                  <a:cubicBezTo>
                    <a:pt x="18359" y="2315"/>
                    <a:pt x="18531" y="2164"/>
                    <a:pt x="18849" y="2164"/>
                  </a:cubicBezTo>
                  <a:close/>
                  <a:moveTo>
                    <a:pt x="163" y="0"/>
                  </a:moveTo>
                  <a:cubicBezTo>
                    <a:pt x="64" y="857"/>
                    <a:pt x="10" y="1731"/>
                    <a:pt x="1" y="2614"/>
                  </a:cubicBezTo>
                  <a:lnTo>
                    <a:pt x="73491" y="7707"/>
                  </a:lnTo>
                  <a:cubicBezTo>
                    <a:pt x="73671" y="7509"/>
                    <a:pt x="74149" y="7356"/>
                    <a:pt x="74924" y="7221"/>
                  </a:cubicBezTo>
                  <a:cubicBezTo>
                    <a:pt x="75691" y="7085"/>
                    <a:pt x="76628" y="6878"/>
                    <a:pt x="77746" y="6626"/>
                  </a:cubicBezTo>
                  <a:cubicBezTo>
                    <a:pt x="77187" y="6517"/>
                    <a:pt x="76502" y="6328"/>
                    <a:pt x="75709" y="6058"/>
                  </a:cubicBezTo>
                  <a:cubicBezTo>
                    <a:pt x="74915" y="5760"/>
                    <a:pt x="74293" y="5553"/>
                    <a:pt x="73870" y="5418"/>
                  </a:cubicBezTo>
                  <a:cubicBezTo>
                    <a:pt x="73437" y="5274"/>
                    <a:pt x="73185" y="5156"/>
                    <a:pt x="73113" y="5057"/>
                  </a:cubicBezTo>
                  <a:lnTo>
                    <a:pt x="163" y="0"/>
                  </a:lnTo>
                  <a:close/>
                </a:path>
              </a:pathLst>
            </a:custGeom>
            <a:solidFill>
              <a:srgbClr val="EC8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5738;p194"/>
            <p:cNvSpPr/>
            <p:nvPr/>
          </p:nvSpPr>
          <p:spPr>
            <a:xfrm>
              <a:off x="2392900" y="3956075"/>
              <a:ext cx="472575" cy="58775"/>
            </a:xfrm>
            <a:custGeom>
              <a:avLst/>
              <a:gdLst/>
              <a:ahLst/>
              <a:cxnLst/>
              <a:rect l="l" t="t" r="r" b="b"/>
              <a:pathLst>
                <a:path w="18903" h="2351" extrusionOk="0">
                  <a:moveTo>
                    <a:pt x="434" y="0"/>
                  </a:moveTo>
                  <a:cubicBezTo>
                    <a:pt x="179" y="0"/>
                    <a:pt x="39" y="156"/>
                    <a:pt x="18" y="463"/>
                  </a:cubicBezTo>
                  <a:cubicBezTo>
                    <a:pt x="0" y="761"/>
                    <a:pt x="144" y="941"/>
                    <a:pt x="451" y="995"/>
                  </a:cubicBezTo>
                  <a:lnTo>
                    <a:pt x="16432" y="2104"/>
                  </a:lnTo>
                  <a:cubicBezTo>
                    <a:pt x="16464" y="2109"/>
                    <a:pt x="16495" y="2112"/>
                    <a:pt x="16524" y="2112"/>
                  </a:cubicBezTo>
                  <a:cubicBezTo>
                    <a:pt x="16653" y="2112"/>
                    <a:pt x="16757" y="2063"/>
                    <a:pt x="16838" y="1960"/>
                  </a:cubicBezTo>
                  <a:cubicBezTo>
                    <a:pt x="16892" y="1861"/>
                    <a:pt x="16928" y="1761"/>
                    <a:pt x="16937" y="1653"/>
                  </a:cubicBezTo>
                  <a:cubicBezTo>
                    <a:pt x="16955" y="1383"/>
                    <a:pt x="16811" y="1221"/>
                    <a:pt x="16495" y="1176"/>
                  </a:cubicBezTo>
                  <a:lnTo>
                    <a:pt x="685" y="40"/>
                  </a:lnTo>
                  <a:cubicBezTo>
                    <a:pt x="592" y="13"/>
                    <a:pt x="508" y="0"/>
                    <a:pt x="434" y="0"/>
                  </a:cubicBezTo>
                  <a:close/>
                  <a:moveTo>
                    <a:pt x="18055" y="1320"/>
                  </a:moveTo>
                  <a:cubicBezTo>
                    <a:pt x="17737" y="1320"/>
                    <a:pt x="17565" y="1471"/>
                    <a:pt x="17550" y="1779"/>
                  </a:cubicBezTo>
                  <a:cubicBezTo>
                    <a:pt x="17541" y="1879"/>
                    <a:pt x="17568" y="1978"/>
                    <a:pt x="17622" y="2068"/>
                  </a:cubicBezTo>
                  <a:cubicBezTo>
                    <a:pt x="17739" y="2239"/>
                    <a:pt x="17947" y="2329"/>
                    <a:pt x="18226" y="2347"/>
                  </a:cubicBezTo>
                  <a:cubicBezTo>
                    <a:pt x="18261" y="2350"/>
                    <a:pt x="18294" y="2351"/>
                    <a:pt x="18325" y="2351"/>
                  </a:cubicBezTo>
                  <a:cubicBezTo>
                    <a:pt x="18675" y="2351"/>
                    <a:pt x="18859" y="2213"/>
                    <a:pt x="18875" y="1924"/>
                  </a:cubicBezTo>
                  <a:cubicBezTo>
                    <a:pt x="18902" y="1599"/>
                    <a:pt x="18695" y="1410"/>
                    <a:pt x="18262" y="1338"/>
                  </a:cubicBezTo>
                  <a:cubicBezTo>
                    <a:pt x="18187" y="1326"/>
                    <a:pt x="18118" y="1320"/>
                    <a:pt x="18055" y="1320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5739;p194"/>
            <p:cNvSpPr/>
            <p:nvPr/>
          </p:nvSpPr>
          <p:spPr>
            <a:xfrm>
              <a:off x="2373050" y="3889675"/>
              <a:ext cx="1885075" cy="275175"/>
            </a:xfrm>
            <a:custGeom>
              <a:avLst/>
              <a:gdLst/>
              <a:ahLst/>
              <a:cxnLst/>
              <a:rect l="l" t="t" r="r" b="b"/>
              <a:pathLst>
                <a:path w="75403" h="11007" extrusionOk="0">
                  <a:moveTo>
                    <a:pt x="424" y="1"/>
                  </a:moveTo>
                  <a:cubicBezTo>
                    <a:pt x="316" y="605"/>
                    <a:pt x="235" y="1208"/>
                    <a:pt x="163" y="1812"/>
                  </a:cubicBezTo>
                  <a:lnTo>
                    <a:pt x="73113" y="6869"/>
                  </a:lnTo>
                  <a:cubicBezTo>
                    <a:pt x="73203" y="6707"/>
                    <a:pt x="73446" y="6491"/>
                    <a:pt x="73843" y="6220"/>
                  </a:cubicBezTo>
                  <a:cubicBezTo>
                    <a:pt x="74411" y="5833"/>
                    <a:pt x="74933" y="5490"/>
                    <a:pt x="75402" y="5202"/>
                  </a:cubicBezTo>
                  <a:lnTo>
                    <a:pt x="424" y="1"/>
                  </a:lnTo>
                  <a:close/>
                  <a:moveTo>
                    <a:pt x="1" y="4426"/>
                  </a:moveTo>
                  <a:cubicBezTo>
                    <a:pt x="1" y="4877"/>
                    <a:pt x="1" y="5337"/>
                    <a:pt x="19" y="5806"/>
                  </a:cubicBezTo>
                  <a:lnTo>
                    <a:pt x="75006" y="11007"/>
                  </a:lnTo>
                  <a:cubicBezTo>
                    <a:pt x="74852" y="10953"/>
                    <a:pt x="74555" y="10700"/>
                    <a:pt x="74104" y="10240"/>
                  </a:cubicBezTo>
                  <a:cubicBezTo>
                    <a:pt x="73653" y="9799"/>
                    <a:pt x="73455" y="9555"/>
                    <a:pt x="73491" y="9519"/>
                  </a:cubicBezTo>
                  <a:lnTo>
                    <a:pt x="1" y="4426"/>
                  </a:lnTo>
                  <a:close/>
                </a:path>
              </a:pathLst>
            </a:custGeom>
            <a:solidFill>
              <a:srgbClr val="C45A0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5740;p194"/>
            <p:cNvSpPr/>
            <p:nvPr/>
          </p:nvSpPr>
          <p:spPr>
            <a:xfrm>
              <a:off x="2142525" y="3876725"/>
              <a:ext cx="2414850" cy="291950"/>
            </a:xfrm>
            <a:custGeom>
              <a:avLst/>
              <a:gdLst/>
              <a:ahLst/>
              <a:cxnLst/>
              <a:rect l="l" t="t" r="r" b="b"/>
              <a:pathLst>
                <a:path w="96594" h="11678" extrusionOk="0">
                  <a:moveTo>
                    <a:pt x="3079" y="479"/>
                  </a:moveTo>
                  <a:cubicBezTo>
                    <a:pt x="3263" y="479"/>
                    <a:pt x="3448" y="485"/>
                    <a:pt x="3633" y="492"/>
                  </a:cubicBezTo>
                  <a:cubicBezTo>
                    <a:pt x="4094" y="507"/>
                    <a:pt x="4554" y="537"/>
                    <a:pt x="5014" y="606"/>
                  </a:cubicBezTo>
                  <a:lnTo>
                    <a:pt x="5014" y="606"/>
                  </a:lnTo>
                  <a:cubicBezTo>
                    <a:pt x="4945" y="1432"/>
                    <a:pt x="4863" y="2251"/>
                    <a:pt x="4805" y="3079"/>
                  </a:cubicBezTo>
                  <a:cubicBezTo>
                    <a:pt x="4738" y="3903"/>
                    <a:pt x="4703" y="4719"/>
                    <a:pt x="4669" y="5549"/>
                  </a:cubicBezTo>
                  <a:lnTo>
                    <a:pt x="4669" y="5549"/>
                  </a:lnTo>
                  <a:lnTo>
                    <a:pt x="4075" y="5521"/>
                  </a:lnTo>
                  <a:cubicBezTo>
                    <a:pt x="3813" y="5512"/>
                    <a:pt x="3552" y="5503"/>
                    <a:pt x="3291" y="5467"/>
                  </a:cubicBezTo>
                  <a:cubicBezTo>
                    <a:pt x="3029" y="5440"/>
                    <a:pt x="2777" y="5413"/>
                    <a:pt x="2515" y="5368"/>
                  </a:cubicBezTo>
                  <a:cubicBezTo>
                    <a:pt x="2452" y="5359"/>
                    <a:pt x="2380" y="5350"/>
                    <a:pt x="2326" y="5341"/>
                  </a:cubicBezTo>
                  <a:cubicBezTo>
                    <a:pt x="2263" y="5323"/>
                    <a:pt x="2200" y="5314"/>
                    <a:pt x="2146" y="5296"/>
                  </a:cubicBezTo>
                  <a:cubicBezTo>
                    <a:pt x="2020" y="5260"/>
                    <a:pt x="1903" y="5215"/>
                    <a:pt x="1794" y="5161"/>
                  </a:cubicBezTo>
                  <a:cubicBezTo>
                    <a:pt x="1335" y="4962"/>
                    <a:pt x="965" y="4620"/>
                    <a:pt x="794" y="4196"/>
                  </a:cubicBezTo>
                  <a:cubicBezTo>
                    <a:pt x="604" y="3764"/>
                    <a:pt x="577" y="3277"/>
                    <a:pt x="623" y="2781"/>
                  </a:cubicBezTo>
                  <a:cubicBezTo>
                    <a:pt x="650" y="2276"/>
                    <a:pt x="749" y="1799"/>
                    <a:pt x="992" y="1402"/>
                  </a:cubicBezTo>
                  <a:cubicBezTo>
                    <a:pt x="1226" y="1005"/>
                    <a:pt x="1632" y="726"/>
                    <a:pt x="2110" y="591"/>
                  </a:cubicBezTo>
                  <a:cubicBezTo>
                    <a:pt x="2227" y="555"/>
                    <a:pt x="2353" y="537"/>
                    <a:pt x="2479" y="510"/>
                  </a:cubicBezTo>
                  <a:cubicBezTo>
                    <a:pt x="2606" y="492"/>
                    <a:pt x="2714" y="483"/>
                    <a:pt x="2849" y="483"/>
                  </a:cubicBezTo>
                  <a:cubicBezTo>
                    <a:pt x="2926" y="480"/>
                    <a:pt x="3002" y="479"/>
                    <a:pt x="3079" y="479"/>
                  </a:cubicBezTo>
                  <a:close/>
                  <a:moveTo>
                    <a:pt x="6040" y="167"/>
                  </a:moveTo>
                  <a:cubicBezTo>
                    <a:pt x="6292" y="167"/>
                    <a:pt x="6554" y="266"/>
                    <a:pt x="6689" y="483"/>
                  </a:cubicBezTo>
                  <a:lnTo>
                    <a:pt x="6797" y="510"/>
                  </a:lnTo>
                  <a:cubicBezTo>
                    <a:pt x="6808" y="513"/>
                    <a:pt x="6819" y="516"/>
                    <a:pt x="6831" y="516"/>
                  </a:cubicBezTo>
                  <a:cubicBezTo>
                    <a:pt x="6847" y="516"/>
                    <a:pt x="6862" y="511"/>
                    <a:pt x="6878" y="501"/>
                  </a:cubicBezTo>
                  <a:cubicBezTo>
                    <a:pt x="7042" y="368"/>
                    <a:pt x="7246" y="317"/>
                    <a:pt x="7449" y="317"/>
                  </a:cubicBezTo>
                  <a:cubicBezTo>
                    <a:pt x="7481" y="317"/>
                    <a:pt x="7513" y="318"/>
                    <a:pt x="7545" y="320"/>
                  </a:cubicBezTo>
                  <a:cubicBezTo>
                    <a:pt x="7789" y="347"/>
                    <a:pt x="8014" y="438"/>
                    <a:pt x="8203" y="591"/>
                  </a:cubicBezTo>
                  <a:lnTo>
                    <a:pt x="8293" y="618"/>
                  </a:lnTo>
                  <a:cubicBezTo>
                    <a:pt x="8302" y="618"/>
                    <a:pt x="8320" y="618"/>
                    <a:pt x="8338" y="609"/>
                  </a:cubicBezTo>
                  <a:cubicBezTo>
                    <a:pt x="8520" y="518"/>
                    <a:pt x="8717" y="472"/>
                    <a:pt x="8915" y="472"/>
                  </a:cubicBezTo>
                  <a:cubicBezTo>
                    <a:pt x="8933" y="472"/>
                    <a:pt x="8951" y="473"/>
                    <a:pt x="8969" y="474"/>
                  </a:cubicBezTo>
                  <a:cubicBezTo>
                    <a:pt x="9186" y="483"/>
                    <a:pt x="9402" y="546"/>
                    <a:pt x="9564" y="690"/>
                  </a:cubicBezTo>
                  <a:lnTo>
                    <a:pt x="9582" y="699"/>
                  </a:lnTo>
                  <a:cubicBezTo>
                    <a:pt x="9600" y="708"/>
                    <a:pt x="9618" y="708"/>
                    <a:pt x="9636" y="708"/>
                  </a:cubicBezTo>
                  <a:cubicBezTo>
                    <a:pt x="12764" y="789"/>
                    <a:pt x="15883" y="1068"/>
                    <a:pt x="19011" y="1276"/>
                  </a:cubicBezTo>
                  <a:lnTo>
                    <a:pt x="28385" y="1934"/>
                  </a:lnTo>
                  <a:lnTo>
                    <a:pt x="47125" y="3241"/>
                  </a:lnTo>
                  <a:lnTo>
                    <a:pt x="84614" y="5873"/>
                  </a:lnTo>
                  <a:lnTo>
                    <a:pt x="84587" y="5873"/>
                  </a:lnTo>
                  <a:lnTo>
                    <a:pt x="87517" y="6702"/>
                  </a:lnTo>
                  <a:cubicBezTo>
                    <a:pt x="88003" y="6846"/>
                    <a:pt x="88490" y="6982"/>
                    <a:pt x="88986" y="7117"/>
                  </a:cubicBezTo>
                  <a:cubicBezTo>
                    <a:pt x="89473" y="7252"/>
                    <a:pt x="89959" y="7387"/>
                    <a:pt x="90455" y="7522"/>
                  </a:cubicBezTo>
                  <a:lnTo>
                    <a:pt x="91924" y="7919"/>
                  </a:lnTo>
                  <a:lnTo>
                    <a:pt x="93403" y="8307"/>
                  </a:lnTo>
                  <a:cubicBezTo>
                    <a:pt x="94178" y="8513"/>
                    <a:pt x="94948" y="8725"/>
                    <a:pt x="95712" y="8973"/>
                  </a:cubicBezTo>
                  <a:lnTo>
                    <a:pt x="95712" y="8973"/>
                  </a:lnTo>
                  <a:cubicBezTo>
                    <a:pt x="94921" y="9193"/>
                    <a:pt x="94126" y="9408"/>
                    <a:pt x="93331" y="9623"/>
                  </a:cubicBezTo>
                  <a:cubicBezTo>
                    <a:pt x="92835" y="9758"/>
                    <a:pt x="92330" y="9893"/>
                    <a:pt x="91834" y="10010"/>
                  </a:cubicBezTo>
                  <a:cubicBezTo>
                    <a:pt x="91321" y="10109"/>
                    <a:pt x="90816" y="10209"/>
                    <a:pt x="90311" y="10299"/>
                  </a:cubicBezTo>
                  <a:cubicBezTo>
                    <a:pt x="89292" y="10488"/>
                    <a:pt x="88265" y="10641"/>
                    <a:pt x="87246" y="10822"/>
                  </a:cubicBezTo>
                  <a:cubicBezTo>
                    <a:pt x="86231" y="10992"/>
                    <a:pt x="85224" y="11181"/>
                    <a:pt x="84209" y="11370"/>
                  </a:cubicBezTo>
                  <a:lnTo>
                    <a:pt x="84209" y="11370"/>
                  </a:lnTo>
                  <a:lnTo>
                    <a:pt x="46747" y="8811"/>
                  </a:lnTo>
                  <a:lnTo>
                    <a:pt x="27998" y="7522"/>
                  </a:lnTo>
                  <a:cubicBezTo>
                    <a:pt x="21751" y="7090"/>
                    <a:pt x="15495" y="6684"/>
                    <a:pt x="9258" y="6134"/>
                  </a:cubicBezTo>
                  <a:cubicBezTo>
                    <a:pt x="9250" y="6132"/>
                    <a:pt x="9242" y="6131"/>
                    <a:pt x="9234" y="6131"/>
                  </a:cubicBezTo>
                  <a:cubicBezTo>
                    <a:pt x="9216" y="6131"/>
                    <a:pt x="9198" y="6137"/>
                    <a:pt x="9186" y="6143"/>
                  </a:cubicBezTo>
                  <a:lnTo>
                    <a:pt x="9168" y="6143"/>
                  </a:lnTo>
                  <a:cubicBezTo>
                    <a:pt x="8978" y="6260"/>
                    <a:pt x="8762" y="6324"/>
                    <a:pt x="8555" y="6324"/>
                  </a:cubicBezTo>
                  <a:cubicBezTo>
                    <a:pt x="8347" y="6315"/>
                    <a:pt x="8140" y="6233"/>
                    <a:pt x="8005" y="6080"/>
                  </a:cubicBezTo>
                  <a:cubicBezTo>
                    <a:pt x="7987" y="6053"/>
                    <a:pt x="7951" y="6035"/>
                    <a:pt x="7906" y="6035"/>
                  </a:cubicBezTo>
                  <a:lnTo>
                    <a:pt x="7834" y="6044"/>
                  </a:lnTo>
                  <a:cubicBezTo>
                    <a:pt x="7655" y="6153"/>
                    <a:pt x="7450" y="6201"/>
                    <a:pt x="7242" y="6201"/>
                  </a:cubicBezTo>
                  <a:cubicBezTo>
                    <a:pt x="7208" y="6201"/>
                    <a:pt x="7174" y="6200"/>
                    <a:pt x="7140" y="6197"/>
                  </a:cubicBezTo>
                  <a:cubicBezTo>
                    <a:pt x="7022" y="6188"/>
                    <a:pt x="6905" y="6161"/>
                    <a:pt x="6797" y="6116"/>
                  </a:cubicBezTo>
                  <a:cubicBezTo>
                    <a:pt x="6680" y="6080"/>
                    <a:pt x="6581" y="6026"/>
                    <a:pt x="6482" y="5954"/>
                  </a:cubicBezTo>
                  <a:lnTo>
                    <a:pt x="6464" y="5945"/>
                  </a:lnTo>
                  <a:cubicBezTo>
                    <a:pt x="6446" y="5927"/>
                    <a:pt x="6423" y="5918"/>
                    <a:pt x="6400" y="5918"/>
                  </a:cubicBezTo>
                  <a:cubicBezTo>
                    <a:pt x="6378" y="5918"/>
                    <a:pt x="6355" y="5927"/>
                    <a:pt x="6337" y="5945"/>
                  </a:cubicBezTo>
                  <a:cubicBezTo>
                    <a:pt x="6172" y="6073"/>
                    <a:pt x="5962" y="6132"/>
                    <a:pt x="5750" y="6132"/>
                  </a:cubicBezTo>
                  <a:cubicBezTo>
                    <a:pt x="5708" y="6132"/>
                    <a:pt x="5667" y="6130"/>
                    <a:pt x="5625" y="6125"/>
                  </a:cubicBezTo>
                  <a:cubicBezTo>
                    <a:pt x="5499" y="6116"/>
                    <a:pt x="5373" y="6080"/>
                    <a:pt x="5256" y="6035"/>
                  </a:cubicBezTo>
                  <a:cubicBezTo>
                    <a:pt x="5183" y="6007"/>
                    <a:pt x="5110" y="5972"/>
                    <a:pt x="5042" y="5928"/>
                  </a:cubicBezTo>
                  <a:lnTo>
                    <a:pt x="5042" y="5928"/>
                  </a:lnTo>
                  <a:cubicBezTo>
                    <a:pt x="5040" y="5891"/>
                    <a:pt x="5040" y="5853"/>
                    <a:pt x="5039" y="5815"/>
                  </a:cubicBezTo>
                  <a:lnTo>
                    <a:pt x="5039" y="5815"/>
                  </a:lnTo>
                  <a:cubicBezTo>
                    <a:pt x="5047" y="5791"/>
                    <a:pt x="5051" y="5764"/>
                    <a:pt x="5048" y="5738"/>
                  </a:cubicBezTo>
                  <a:cubicBezTo>
                    <a:pt x="5048" y="5736"/>
                    <a:pt x="5048" y="5735"/>
                    <a:pt x="5048" y="5733"/>
                  </a:cubicBezTo>
                  <a:lnTo>
                    <a:pt x="5048" y="5733"/>
                  </a:lnTo>
                  <a:cubicBezTo>
                    <a:pt x="5048" y="5729"/>
                    <a:pt x="5047" y="5724"/>
                    <a:pt x="5046" y="5719"/>
                  </a:cubicBezTo>
                  <a:lnTo>
                    <a:pt x="5046" y="5719"/>
                  </a:lnTo>
                  <a:cubicBezTo>
                    <a:pt x="4949" y="4851"/>
                    <a:pt x="4959" y="3974"/>
                    <a:pt x="5012" y="3097"/>
                  </a:cubicBezTo>
                  <a:cubicBezTo>
                    <a:pt x="5075" y="2213"/>
                    <a:pt x="5193" y="1330"/>
                    <a:pt x="5409" y="474"/>
                  </a:cubicBezTo>
                  <a:cubicBezTo>
                    <a:pt x="5409" y="465"/>
                    <a:pt x="5418" y="447"/>
                    <a:pt x="5418" y="438"/>
                  </a:cubicBezTo>
                  <a:cubicBezTo>
                    <a:pt x="5418" y="428"/>
                    <a:pt x="5417" y="418"/>
                    <a:pt x="5416" y="408"/>
                  </a:cubicBezTo>
                  <a:lnTo>
                    <a:pt x="5416" y="408"/>
                  </a:lnTo>
                  <a:cubicBezTo>
                    <a:pt x="5420" y="381"/>
                    <a:pt x="5424" y="352"/>
                    <a:pt x="5429" y="324"/>
                  </a:cubicBezTo>
                  <a:lnTo>
                    <a:pt x="5429" y="324"/>
                  </a:lnTo>
                  <a:cubicBezTo>
                    <a:pt x="5503" y="283"/>
                    <a:pt x="5580" y="250"/>
                    <a:pt x="5661" y="221"/>
                  </a:cubicBezTo>
                  <a:cubicBezTo>
                    <a:pt x="5787" y="185"/>
                    <a:pt x="5914" y="167"/>
                    <a:pt x="6040" y="167"/>
                  </a:cubicBezTo>
                  <a:close/>
                  <a:moveTo>
                    <a:pt x="5907" y="1"/>
                  </a:moveTo>
                  <a:cubicBezTo>
                    <a:pt x="5814" y="1"/>
                    <a:pt x="5721" y="5"/>
                    <a:pt x="5625" y="5"/>
                  </a:cubicBezTo>
                  <a:cubicBezTo>
                    <a:pt x="5509" y="12"/>
                    <a:pt x="5398" y="25"/>
                    <a:pt x="5279" y="25"/>
                  </a:cubicBezTo>
                  <a:cubicBezTo>
                    <a:pt x="5250" y="25"/>
                    <a:pt x="5222" y="25"/>
                    <a:pt x="5193" y="23"/>
                  </a:cubicBezTo>
                  <a:cubicBezTo>
                    <a:pt x="5166" y="23"/>
                    <a:pt x="5129" y="41"/>
                    <a:pt x="5111" y="77"/>
                  </a:cubicBezTo>
                  <a:lnTo>
                    <a:pt x="5066" y="167"/>
                  </a:lnTo>
                  <a:cubicBezTo>
                    <a:pt x="5061" y="193"/>
                    <a:pt x="5056" y="217"/>
                    <a:pt x="5051" y="242"/>
                  </a:cubicBezTo>
                  <a:lnTo>
                    <a:pt x="5051" y="242"/>
                  </a:lnTo>
                  <a:lnTo>
                    <a:pt x="3642" y="194"/>
                  </a:lnTo>
                  <a:lnTo>
                    <a:pt x="2849" y="167"/>
                  </a:lnTo>
                  <a:cubicBezTo>
                    <a:pt x="2812" y="164"/>
                    <a:pt x="2773" y="163"/>
                    <a:pt x="2732" y="163"/>
                  </a:cubicBezTo>
                  <a:cubicBezTo>
                    <a:pt x="2635" y="163"/>
                    <a:pt x="2530" y="170"/>
                    <a:pt x="2434" y="176"/>
                  </a:cubicBezTo>
                  <a:cubicBezTo>
                    <a:pt x="2299" y="194"/>
                    <a:pt x="2164" y="212"/>
                    <a:pt x="2020" y="239"/>
                  </a:cubicBezTo>
                  <a:cubicBezTo>
                    <a:pt x="1749" y="293"/>
                    <a:pt x="1479" y="383"/>
                    <a:pt x="1217" y="528"/>
                  </a:cubicBezTo>
                  <a:cubicBezTo>
                    <a:pt x="965" y="681"/>
                    <a:pt x="740" y="879"/>
                    <a:pt x="568" y="1114"/>
                  </a:cubicBezTo>
                  <a:cubicBezTo>
                    <a:pt x="208" y="1600"/>
                    <a:pt x="82" y="2195"/>
                    <a:pt x="46" y="2736"/>
                  </a:cubicBezTo>
                  <a:cubicBezTo>
                    <a:pt x="1" y="3286"/>
                    <a:pt x="64" y="3890"/>
                    <a:pt x="343" y="4413"/>
                  </a:cubicBezTo>
                  <a:cubicBezTo>
                    <a:pt x="487" y="4674"/>
                    <a:pt x="686" y="4899"/>
                    <a:pt x="920" y="5080"/>
                  </a:cubicBezTo>
                  <a:cubicBezTo>
                    <a:pt x="1145" y="5260"/>
                    <a:pt x="1407" y="5386"/>
                    <a:pt x="1668" y="5476"/>
                  </a:cubicBezTo>
                  <a:cubicBezTo>
                    <a:pt x="1794" y="5521"/>
                    <a:pt x="1930" y="5557"/>
                    <a:pt x="2065" y="5593"/>
                  </a:cubicBezTo>
                  <a:cubicBezTo>
                    <a:pt x="2128" y="5611"/>
                    <a:pt x="2200" y="5620"/>
                    <a:pt x="2272" y="5639"/>
                  </a:cubicBezTo>
                  <a:cubicBezTo>
                    <a:pt x="2335" y="5648"/>
                    <a:pt x="2398" y="5648"/>
                    <a:pt x="2470" y="5657"/>
                  </a:cubicBezTo>
                  <a:cubicBezTo>
                    <a:pt x="2732" y="5684"/>
                    <a:pt x="2993" y="5720"/>
                    <a:pt x="3255" y="5756"/>
                  </a:cubicBezTo>
                  <a:cubicBezTo>
                    <a:pt x="3723" y="5827"/>
                    <a:pt x="4184" y="5885"/>
                    <a:pt x="4651" y="5928"/>
                  </a:cubicBezTo>
                  <a:lnTo>
                    <a:pt x="4651" y="5928"/>
                  </a:lnTo>
                  <a:cubicBezTo>
                    <a:pt x="4651" y="5964"/>
                    <a:pt x="4654" y="6000"/>
                    <a:pt x="4661" y="6035"/>
                  </a:cubicBezTo>
                  <a:lnTo>
                    <a:pt x="4661" y="6080"/>
                  </a:lnTo>
                  <a:cubicBezTo>
                    <a:pt x="4670" y="6143"/>
                    <a:pt x="4715" y="6188"/>
                    <a:pt x="4778" y="6197"/>
                  </a:cubicBezTo>
                  <a:cubicBezTo>
                    <a:pt x="4922" y="6215"/>
                    <a:pt x="5057" y="6242"/>
                    <a:pt x="5193" y="6260"/>
                  </a:cubicBezTo>
                  <a:cubicBezTo>
                    <a:pt x="5337" y="6279"/>
                    <a:pt x="5472" y="6297"/>
                    <a:pt x="5607" y="6306"/>
                  </a:cubicBezTo>
                  <a:cubicBezTo>
                    <a:pt x="5742" y="6315"/>
                    <a:pt x="5887" y="6324"/>
                    <a:pt x="6022" y="6324"/>
                  </a:cubicBezTo>
                  <a:cubicBezTo>
                    <a:pt x="6133" y="6324"/>
                    <a:pt x="6243" y="6318"/>
                    <a:pt x="6358" y="6316"/>
                  </a:cubicBezTo>
                  <a:lnTo>
                    <a:pt x="6358" y="6316"/>
                  </a:lnTo>
                  <a:cubicBezTo>
                    <a:pt x="6479" y="6347"/>
                    <a:pt x="6594" y="6371"/>
                    <a:pt x="6716" y="6396"/>
                  </a:cubicBezTo>
                  <a:cubicBezTo>
                    <a:pt x="6851" y="6423"/>
                    <a:pt x="6986" y="6441"/>
                    <a:pt x="7122" y="6450"/>
                  </a:cubicBezTo>
                  <a:cubicBezTo>
                    <a:pt x="7185" y="6454"/>
                    <a:pt x="7247" y="6456"/>
                    <a:pt x="7308" y="6456"/>
                  </a:cubicBezTo>
                  <a:cubicBezTo>
                    <a:pt x="7485" y="6456"/>
                    <a:pt x="7658" y="6441"/>
                    <a:pt x="7841" y="6424"/>
                  </a:cubicBezTo>
                  <a:lnTo>
                    <a:pt x="7841" y="6424"/>
                  </a:lnTo>
                  <a:cubicBezTo>
                    <a:pt x="8064" y="6538"/>
                    <a:pt x="8301" y="6612"/>
                    <a:pt x="8546" y="6612"/>
                  </a:cubicBezTo>
                  <a:cubicBezTo>
                    <a:pt x="8578" y="6614"/>
                    <a:pt x="8609" y="6615"/>
                    <a:pt x="8641" y="6615"/>
                  </a:cubicBezTo>
                  <a:cubicBezTo>
                    <a:pt x="8860" y="6615"/>
                    <a:pt x="9068" y="6567"/>
                    <a:pt x="9276" y="6515"/>
                  </a:cubicBezTo>
                  <a:lnTo>
                    <a:pt x="9276" y="6515"/>
                  </a:lnTo>
                  <a:cubicBezTo>
                    <a:pt x="15516" y="6831"/>
                    <a:pt x="21748" y="7298"/>
                    <a:pt x="27980" y="7730"/>
                  </a:cubicBezTo>
                  <a:lnTo>
                    <a:pt x="46729" y="9037"/>
                  </a:lnTo>
                  <a:lnTo>
                    <a:pt x="84218" y="11678"/>
                  </a:lnTo>
                  <a:lnTo>
                    <a:pt x="84254" y="11678"/>
                  </a:lnTo>
                  <a:cubicBezTo>
                    <a:pt x="85272" y="11489"/>
                    <a:pt x="86291" y="11308"/>
                    <a:pt x="87309" y="11110"/>
                  </a:cubicBezTo>
                  <a:cubicBezTo>
                    <a:pt x="88328" y="10921"/>
                    <a:pt x="89337" y="10704"/>
                    <a:pt x="90356" y="10515"/>
                  </a:cubicBezTo>
                  <a:cubicBezTo>
                    <a:pt x="90861" y="10416"/>
                    <a:pt x="91375" y="10335"/>
                    <a:pt x="91879" y="10245"/>
                  </a:cubicBezTo>
                  <a:cubicBezTo>
                    <a:pt x="92384" y="10127"/>
                    <a:pt x="92889" y="10001"/>
                    <a:pt x="93394" y="9875"/>
                  </a:cubicBezTo>
                  <a:cubicBezTo>
                    <a:pt x="94403" y="9641"/>
                    <a:pt x="95404" y="9397"/>
                    <a:pt x="96422" y="9181"/>
                  </a:cubicBezTo>
                  <a:lnTo>
                    <a:pt x="96431" y="9172"/>
                  </a:lnTo>
                  <a:cubicBezTo>
                    <a:pt x="96504" y="9163"/>
                    <a:pt x="96558" y="9100"/>
                    <a:pt x="96576" y="9028"/>
                  </a:cubicBezTo>
                  <a:cubicBezTo>
                    <a:pt x="96594" y="8920"/>
                    <a:pt x="96522" y="8820"/>
                    <a:pt x="96422" y="8802"/>
                  </a:cubicBezTo>
                  <a:cubicBezTo>
                    <a:pt x="95422" y="8613"/>
                    <a:pt x="94439" y="8361"/>
                    <a:pt x="93457" y="8090"/>
                  </a:cubicBezTo>
                  <a:cubicBezTo>
                    <a:pt x="92970" y="7955"/>
                    <a:pt x="92474" y="7829"/>
                    <a:pt x="91988" y="7685"/>
                  </a:cubicBezTo>
                  <a:lnTo>
                    <a:pt x="90527" y="7252"/>
                  </a:lnTo>
                  <a:cubicBezTo>
                    <a:pt x="90041" y="7099"/>
                    <a:pt x="89554" y="6955"/>
                    <a:pt x="89067" y="6819"/>
                  </a:cubicBezTo>
                  <a:cubicBezTo>
                    <a:pt x="88580" y="6675"/>
                    <a:pt x="88094" y="6531"/>
                    <a:pt x="87607" y="6396"/>
                  </a:cubicBezTo>
                  <a:lnTo>
                    <a:pt x="84668" y="5566"/>
                  </a:lnTo>
                  <a:cubicBezTo>
                    <a:pt x="84659" y="5557"/>
                    <a:pt x="84650" y="5557"/>
                    <a:pt x="84641" y="5557"/>
                  </a:cubicBezTo>
                  <a:lnTo>
                    <a:pt x="47143" y="2988"/>
                  </a:lnTo>
                  <a:lnTo>
                    <a:pt x="28403" y="1708"/>
                  </a:lnTo>
                  <a:lnTo>
                    <a:pt x="19029" y="1059"/>
                  </a:lnTo>
                  <a:cubicBezTo>
                    <a:pt x="15901" y="834"/>
                    <a:pt x="12773" y="672"/>
                    <a:pt x="9663" y="320"/>
                  </a:cubicBezTo>
                  <a:lnTo>
                    <a:pt x="9663" y="320"/>
                  </a:lnTo>
                  <a:lnTo>
                    <a:pt x="9727" y="338"/>
                  </a:lnTo>
                  <a:cubicBezTo>
                    <a:pt x="9474" y="293"/>
                    <a:pt x="9231" y="248"/>
                    <a:pt x="8987" y="239"/>
                  </a:cubicBezTo>
                  <a:cubicBezTo>
                    <a:pt x="8898" y="233"/>
                    <a:pt x="8808" y="231"/>
                    <a:pt x="8717" y="231"/>
                  </a:cubicBezTo>
                  <a:cubicBezTo>
                    <a:pt x="8618" y="231"/>
                    <a:pt x="8519" y="233"/>
                    <a:pt x="8419" y="233"/>
                  </a:cubicBezTo>
                  <a:cubicBezTo>
                    <a:pt x="8391" y="233"/>
                    <a:pt x="8363" y="233"/>
                    <a:pt x="8335" y="232"/>
                  </a:cubicBezTo>
                  <a:lnTo>
                    <a:pt x="8335" y="232"/>
                  </a:lnTo>
                  <a:cubicBezTo>
                    <a:pt x="8081" y="150"/>
                    <a:pt x="7827" y="85"/>
                    <a:pt x="7572" y="68"/>
                  </a:cubicBezTo>
                  <a:cubicBezTo>
                    <a:pt x="7534" y="66"/>
                    <a:pt x="7496" y="64"/>
                    <a:pt x="7458" y="64"/>
                  </a:cubicBezTo>
                  <a:cubicBezTo>
                    <a:pt x="7355" y="64"/>
                    <a:pt x="7254" y="73"/>
                    <a:pt x="7149" y="86"/>
                  </a:cubicBezTo>
                  <a:cubicBezTo>
                    <a:pt x="7039" y="93"/>
                    <a:pt x="6930" y="112"/>
                    <a:pt x="6811" y="129"/>
                  </a:cubicBezTo>
                  <a:lnTo>
                    <a:pt x="6811" y="129"/>
                  </a:lnTo>
                  <a:cubicBezTo>
                    <a:pt x="6696" y="97"/>
                    <a:pt x="6584" y="71"/>
                    <a:pt x="6473" y="50"/>
                  </a:cubicBezTo>
                  <a:cubicBezTo>
                    <a:pt x="6328" y="23"/>
                    <a:pt x="6184" y="5"/>
                    <a:pt x="6049" y="5"/>
                  </a:cubicBezTo>
                  <a:cubicBezTo>
                    <a:pt x="6001" y="2"/>
                    <a:pt x="5954" y="1"/>
                    <a:pt x="5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194"/>
            <p:cNvSpPr/>
            <p:nvPr/>
          </p:nvSpPr>
          <p:spPr>
            <a:xfrm>
              <a:off x="2297125" y="3977050"/>
              <a:ext cx="10375" cy="58250"/>
            </a:xfrm>
            <a:custGeom>
              <a:avLst/>
              <a:gdLst/>
              <a:ahLst/>
              <a:cxnLst/>
              <a:rect l="l" t="t" r="r" b="b"/>
              <a:pathLst>
                <a:path w="415" h="2330" extrusionOk="0">
                  <a:moveTo>
                    <a:pt x="214" y="0"/>
                  </a:moveTo>
                  <a:cubicBezTo>
                    <a:pt x="203" y="0"/>
                    <a:pt x="192" y="1"/>
                    <a:pt x="180" y="3"/>
                  </a:cubicBezTo>
                  <a:cubicBezTo>
                    <a:pt x="72" y="12"/>
                    <a:pt x="0" y="111"/>
                    <a:pt x="18" y="219"/>
                  </a:cubicBezTo>
                  <a:cubicBezTo>
                    <a:pt x="63" y="535"/>
                    <a:pt x="63" y="850"/>
                    <a:pt x="63" y="1175"/>
                  </a:cubicBezTo>
                  <a:cubicBezTo>
                    <a:pt x="54" y="1490"/>
                    <a:pt x="45" y="1806"/>
                    <a:pt x="18" y="2121"/>
                  </a:cubicBezTo>
                  <a:cubicBezTo>
                    <a:pt x="18" y="2130"/>
                    <a:pt x="18" y="2139"/>
                    <a:pt x="18" y="2157"/>
                  </a:cubicBezTo>
                  <a:cubicBezTo>
                    <a:pt x="27" y="2251"/>
                    <a:pt x="116" y="2329"/>
                    <a:pt x="218" y="2329"/>
                  </a:cubicBezTo>
                  <a:cubicBezTo>
                    <a:pt x="223" y="2329"/>
                    <a:pt x="229" y="2329"/>
                    <a:pt x="234" y="2329"/>
                  </a:cubicBezTo>
                  <a:cubicBezTo>
                    <a:pt x="343" y="2320"/>
                    <a:pt x="415" y="2229"/>
                    <a:pt x="406" y="2121"/>
                  </a:cubicBezTo>
                  <a:lnTo>
                    <a:pt x="406" y="2103"/>
                  </a:lnTo>
                  <a:cubicBezTo>
                    <a:pt x="379" y="1797"/>
                    <a:pt x="370" y="1481"/>
                    <a:pt x="361" y="1166"/>
                  </a:cubicBezTo>
                  <a:cubicBezTo>
                    <a:pt x="361" y="859"/>
                    <a:pt x="361" y="544"/>
                    <a:pt x="406" y="228"/>
                  </a:cubicBezTo>
                  <a:lnTo>
                    <a:pt x="406" y="219"/>
                  </a:lnTo>
                  <a:cubicBezTo>
                    <a:pt x="406" y="201"/>
                    <a:pt x="406" y="183"/>
                    <a:pt x="406" y="165"/>
                  </a:cubicBezTo>
                  <a:cubicBezTo>
                    <a:pt x="390" y="68"/>
                    <a:pt x="308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194"/>
            <p:cNvSpPr/>
            <p:nvPr/>
          </p:nvSpPr>
          <p:spPr>
            <a:xfrm>
              <a:off x="2334525" y="3993050"/>
              <a:ext cx="10850" cy="45625"/>
            </a:xfrm>
            <a:custGeom>
              <a:avLst/>
              <a:gdLst/>
              <a:ahLst/>
              <a:cxnLst/>
              <a:rect l="l" t="t" r="r" b="b"/>
              <a:pathLst>
                <a:path w="434" h="1825" extrusionOk="0">
                  <a:moveTo>
                    <a:pt x="211" y="0"/>
                  </a:moveTo>
                  <a:cubicBezTo>
                    <a:pt x="201" y="0"/>
                    <a:pt x="191" y="1"/>
                    <a:pt x="181" y="3"/>
                  </a:cubicBezTo>
                  <a:cubicBezTo>
                    <a:pt x="73" y="21"/>
                    <a:pt x="0" y="120"/>
                    <a:pt x="9" y="228"/>
                  </a:cubicBezTo>
                  <a:cubicBezTo>
                    <a:pt x="45" y="454"/>
                    <a:pt x="55" y="679"/>
                    <a:pt x="55" y="904"/>
                  </a:cubicBezTo>
                  <a:cubicBezTo>
                    <a:pt x="64" y="1130"/>
                    <a:pt x="64" y="1355"/>
                    <a:pt x="18" y="1589"/>
                  </a:cubicBezTo>
                  <a:cubicBezTo>
                    <a:pt x="9" y="1616"/>
                    <a:pt x="9" y="1653"/>
                    <a:pt x="18" y="1680"/>
                  </a:cubicBezTo>
                  <a:cubicBezTo>
                    <a:pt x="48" y="1767"/>
                    <a:pt x="124" y="1825"/>
                    <a:pt x="209" y="1825"/>
                  </a:cubicBezTo>
                  <a:cubicBezTo>
                    <a:pt x="229" y="1825"/>
                    <a:pt x="250" y="1822"/>
                    <a:pt x="271" y="1815"/>
                  </a:cubicBezTo>
                  <a:cubicBezTo>
                    <a:pt x="370" y="1788"/>
                    <a:pt x="433" y="1671"/>
                    <a:pt x="406" y="1571"/>
                  </a:cubicBezTo>
                  <a:cubicBezTo>
                    <a:pt x="343" y="1346"/>
                    <a:pt x="325" y="1130"/>
                    <a:pt x="325" y="904"/>
                  </a:cubicBezTo>
                  <a:cubicBezTo>
                    <a:pt x="334" y="679"/>
                    <a:pt x="352" y="463"/>
                    <a:pt x="397" y="246"/>
                  </a:cubicBezTo>
                  <a:cubicBezTo>
                    <a:pt x="406" y="219"/>
                    <a:pt x="406" y="192"/>
                    <a:pt x="406" y="174"/>
                  </a:cubicBezTo>
                  <a:cubicBezTo>
                    <a:pt x="390" y="76"/>
                    <a:pt x="307" y="0"/>
                    <a:pt x="211" y="0"/>
                  </a:cubicBezTo>
                  <a:close/>
                </a:path>
              </a:pathLst>
            </a:custGeom>
            <a:solidFill>
              <a:srgbClr val="42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194"/>
            <p:cNvSpPr/>
            <p:nvPr/>
          </p:nvSpPr>
          <p:spPr>
            <a:xfrm>
              <a:off x="2368775" y="3930000"/>
              <a:ext cx="1895650" cy="136475"/>
            </a:xfrm>
            <a:custGeom>
              <a:avLst/>
              <a:gdLst/>
              <a:ahLst/>
              <a:cxnLst/>
              <a:rect l="l" t="t" r="r" b="b"/>
              <a:pathLst>
                <a:path w="75826" h="5459" extrusionOk="0">
                  <a:moveTo>
                    <a:pt x="334" y="0"/>
                  </a:moveTo>
                  <a:cubicBezTo>
                    <a:pt x="234" y="0"/>
                    <a:pt x="153" y="70"/>
                    <a:pt x="145" y="163"/>
                  </a:cubicBezTo>
                  <a:lnTo>
                    <a:pt x="145" y="172"/>
                  </a:lnTo>
                  <a:cubicBezTo>
                    <a:pt x="154" y="848"/>
                    <a:pt x="91" y="1515"/>
                    <a:pt x="64" y="2191"/>
                  </a:cubicBezTo>
                  <a:cubicBezTo>
                    <a:pt x="46" y="2525"/>
                    <a:pt x="37" y="2859"/>
                    <a:pt x="28" y="3192"/>
                  </a:cubicBezTo>
                  <a:lnTo>
                    <a:pt x="1" y="4202"/>
                  </a:lnTo>
                  <a:cubicBezTo>
                    <a:pt x="1" y="4211"/>
                    <a:pt x="1" y="4220"/>
                    <a:pt x="1" y="4229"/>
                  </a:cubicBezTo>
                  <a:cubicBezTo>
                    <a:pt x="9" y="4331"/>
                    <a:pt x="98" y="4401"/>
                    <a:pt x="199" y="4401"/>
                  </a:cubicBezTo>
                  <a:cubicBezTo>
                    <a:pt x="205" y="4401"/>
                    <a:pt x="211" y="4400"/>
                    <a:pt x="217" y="4400"/>
                  </a:cubicBezTo>
                  <a:cubicBezTo>
                    <a:pt x="325" y="4391"/>
                    <a:pt x="397" y="4292"/>
                    <a:pt x="388" y="4184"/>
                  </a:cubicBezTo>
                  <a:cubicBezTo>
                    <a:pt x="352" y="3850"/>
                    <a:pt x="325" y="3526"/>
                    <a:pt x="316" y="3192"/>
                  </a:cubicBezTo>
                  <a:cubicBezTo>
                    <a:pt x="307" y="2859"/>
                    <a:pt x="307" y="2525"/>
                    <a:pt x="316" y="2191"/>
                  </a:cubicBezTo>
                  <a:cubicBezTo>
                    <a:pt x="332" y="1593"/>
                    <a:pt x="356" y="988"/>
                    <a:pt x="482" y="395"/>
                  </a:cubicBezTo>
                  <a:lnTo>
                    <a:pt x="482" y="395"/>
                  </a:lnTo>
                  <a:cubicBezTo>
                    <a:pt x="3476" y="513"/>
                    <a:pt x="6462" y="726"/>
                    <a:pt x="9447" y="930"/>
                  </a:cubicBezTo>
                  <a:lnTo>
                    <a:pt x="18569" y="1552"/>
                  </a:lnTo>
                  <a:lnTo>
                    <a:pt x="36804" y="2804"/>
                  </a:lnTo>
                  <a:lnTo>
                    <a:pt x="55039" y="4075"/>
                  </a:lnTo>
                  <a:lnTo>
                    <a:pt x="64162" y="4715"/>
                  </a:lnTo>
                  <a:lnTo>
                    <a:pt x="68714" y="5031"/>
                  </a:lnTo>
                  <a:lnTo>
                    <a:pt x="70994" y="5193"/>
                  </a:lnTo>
                  <a:cubicBezTo>
                    <a:pt x="71760" y="5256"/>
                    <a:pt x="72517" y="5265"/>
                    <a:pt x="73275" y="5446"/>
                  </a:cubicBezTo>
                  <a:lnTo>
                    <a:pt x="73284" y="5455"/>
                  </a:lnTo>
                  <a:cubicBezTo>
                    <a:pt x="73296" y="5457"/>
                    <a:pt x="73307" y="5458"/>
                    <a:pt x="73319" y="5458"/>
                  </a:cubicBezTo>
                  <a:cubicBezTo>
                    <a:pt x="73385" y="5458"/>
                    <a:pt x="73440" y="5416"/>
                    <a:pt x="73455" y="5346"/>
                  </a:cubicBezTo>
                  <a:cubicBezTo>
                    <a:pt x="73473" y="5274"/>
                    <a:pt x="73545" y="5175"/>
                    <a:pt x="73617" y="5094"/>
                  </a:cubicBezTo>
                  <a:cubicBezTo>
                    <a:pt x="73689" y="5013"/>
                    <a:pt x="73770" y="4932"/>
                    <a:pt x="73861" y="4851"/>
                  </a:cubicBezTo>
                  <a:cubicBezTo>
                    <a:pt x="74041" y="4706"/>
                    <a:pt x="74239" y="4571"/>
                    <a:pt x="74428" y="4436"/>
                  </a:cubicBezTo>
                  <a:cubicBezTo>
                    <a:pt x="74627" y="4301"/>
                    <a:pt x="74825" y="4175"/>
                    <a:pt x="75032" y="4057"/>
                  </a:cubicBezTo>
                  <a:cubicBezTo>
                    <a:pt x="75240" y="3949"/>
                    <a:pt x="75456" y="3841"/>
                    <a:pt x="75681" y="3751"/>
                  </a:cubicBezTo>
                  <a:cubicBezTo>
                    <a:pt x="75699" y="3742"/>
                    <a:pt x="75717" y="3733"/>
                    <a:pt x="75735" y="3715"/>
                  </a:cubicBezTo>
                  <a:cubicBezTo>
                    <a:pt x="75817" y="3643"/>
                    <a:pt x="75826" y="3517"/>
                    <a:pt x="75753" y="3435"/>
                  </a:cubicBezTo>
                  <a:cubicBezTo>
                    <a:pt x="75714" y="3391"/>
                    <a:pt x="75659" y="3368"/>
                    <a:pt x="75604" y="3368"/>
                  </a:cubicBezTo>
                  <a:cubicBezTo>
                    <a:pt x="75557" y="3368"/>
                    <a:pt x="75511" y="3384"/>
                    <a:pt x="75474" y="3417"/>
                  </a:cubicBezTo>
                  <a:cubicBezTo>
                    <a:pt x="75294" y="3580"/>
                    <a:pt x="75104" y="3733"/>
                    <a:pt x="74915" y="3868"/>
                  </a:cubicBezTo>
                  <a:cubicBezTo>
                    <a:pt x="74726" y="4012"/>
                    <a:pt x="74528" y="4148"/>
                    <a:pt x="74329" y="4283"/>
                  </a:cubicBezTo>
                  <a:lnTo>
                    <a:pt x="73725" y="4670"/>
                  </a:lnTo>
                  <a:cubicBezTo>
                    <a:pt x="73617" y="4733"/>
                    <a:pt x="73518" y="4806"/>
                    <a:pt x="73419" y="4878"/>
                  </a:cubicBezTo>
                  <a:cubicBezTo>
                    <a:pt x="73347" y="4937"/>
                    <a:pt x="73270" y="4991"/>
                    <a:pt x="73195" y="5068"/>
                  </a:cubicBezTo>
                  <a:lnTo>
                    <a:pt x="73195" y="5068"/>
                  </a:lnTo>
                  <a:cubicBezTo>
                    <a:pt x="73017" y="5083"/>
                    <a:pt x="72839" y="5089"/>
                    <a:pt x="72662" y="5089"/>
                  </a:cubicBezTo>
                  <a:cubicBezTo>
                    <a:pt x="72107" y="5089"/>
                    <a:pt x="71560" y="5030"/>
                    <a:pt x="71012" y="5004"/>
                  </a:cubicBezTo>
                  <a:lnTo>
                    <a:pt x="68732" y="4842"/>
                  </a:lnTo>
                  <a:lnTo>
                    <a:pt x="64171" y="4535"/>
                  </a:lnTo>
                  <a:lnTo>
                    <a:pt x="55048" y="3904"/>
                  </a:lnTo>
                  <a:lnTo>
                    <a:pt x="36813" y="2651"/>
                  </a:lnTo>
                  <a:lnTo>
                    <a:pt x="18578" y="1371"/>
                  </a:lnTo>
                  <a:lnTo>
                    <a:pt x="9456" y="731"/>
                  </a:lnTo>
                  <a:cubicBezTo>
                    <a:pt x="6418" y="515"/>
                    <a:pt x="3381" y="308"/>
                    <a:pt x="352" y="1"/>
                  </a:cubicBezTo>
                  <a:cubicBezTo>
                    <a:pt x="346" y="1"/>
                    <a:pt x="340" y="0"/>
                    <a:pt x="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5744;p194"/>
            <p:cNvSpPr/>
            <p:nvPr/>
          </p:nvSpPr>
          <p:spPr>
            <a:xfrm>
              <a:off x="4430700" y="4072425"/>
              <a:ext cx="13325" cy="57275"/>
            </a:xfrm>
            <a:custGeom>
              <a:avLst/>
              <a:gdLst/>
              <a:ahLst/>
              <a:cxnLst/>
              <a:rect l="l" t="t" r="r" b="b"/>
              <a:pathLst>
                <a:path w="533" h="2291" fill="none" extrusionOk="0">
                  <a:moveTo>
                    <a:pt x="533" y="1"/>
                  </a:moveTo>
                  <a:cubicBezTo>
                    <a:pt x="46" y="902"/>
                    <a:pt x="1" y="1668"/>
                    <a:pt x="397" y="2290"/>
                  </a:cubicBezTo>
                </a:path>
              </a:pathLst>
            </a:custGeom>
            <a:noFill/>
            <a:ln w="9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5745;p194"/>
            <p:cNvSpPr/>
            <p:nvPr/>
          </p:nvSpPr>
          <p:spPr>
            <a:xfrm>
              <a:off x="4195450" y="4056625"/>
              <a:ext cx="126900" cy="115300"/>
            </a:xfrm>
            <a:custGeom>
              <a:avLst/>
              <a:gdLst/>
              <a:ahLst/>
              <a:cxnLst/>
              <a:rect l="l" t="t" r="r" b="b"/>
              <a:pathLst>
                <a:path w="5076" h="4612" extrusionOk="0">
                  <a:moveTo>
                    <a:pt x="660" y="2885"/>
                  </a:moveTo>
                  <a:cubicBezTo>
                    <a:pt x="657" y="2892"/>
                    <a:pt x="655" y="2895"/>
                    <a:pt x="649" y="2895"/>
                  </a:cubicBezTo>
                  <a:cubicBezTo>
                    <a:pt x="653" y="2892"/>
                    <a:pt x="656" y="2888"/>
                    <a:pt x="660" y="2885"/>
                  </a:cubicBezTo>
                  <a:close/>
                  <a:moveTo>
                    <a:pt x="218" y="0"/>
                  </a:moveTo>
                  <a:cubicBezTo>
                    <a:pt x="177" y="0"/>
                    <a:pt x="136" y="12"/>
                    <a:pt x="99" y="38"/>
                  </a:cubicBezTo>
                  <a:cubicBezTo>
                    <a:pt x="18" y="101"/>
                    <a:pt x="0" y="218"/>
                    <a:pt x="63" y="308"/>
                  </a:cubicBezTo>
                  <a:cubicBezTo>
                    <a:pt x="126" y="381"/>
                    <a:pt x="190" y="408"/>
                    <a:pt x="244" y="444"/>
                  </a:cubicBezTo>
                  <a:cubicBezTo>
                    <a:pt x="298" y="471"/>
                    <a:pt x="343" y="489"/>
                    <a:pt x="397" y="516"/>
                  </a:cubicBezTo>
                  <a:cubicBezTo>
                    <a:pt x="496" y="552"/>
                    <a:pt x="604" y="588"/>
                    <a:pt x="703" y="624"/>
                  </a:cubicBezTo>
                  <a:lnTo>
                    <a:pt x="1289" y="804"/>
                  </a:lnTo>
                  <a:cubicBezTo>
                    <a:pt x="1686" y="921"/>
                    <a:pt x="2074" y="1048"/>
                    <a:pt x="2461" y="1183"/>
                  </a:cubicBezTo>
                  <a:cubicBezTo>
                    <a:pt x="2840" y="1318"/>
                    <a:pt x="3236" y="1453"/>
                    <a:pt x="3624" y="1588"/>
                  </a:cubicBezTo>
                  <a:cubicBezTo>
                    <a:pt x="3795" y="1643"/>
                    <a:pt x="3964" y="1697"/>
                    <a:pt x="4135" y="1750"/>
                  </a:cubicBezTo>
                  <a:lnTo>
                    <a:pt x="4135" y="1750"/>
                  </a:lnTo>
                  <a:cubicBezTo>
                    <a:pt x="4004" y="1784"/>
                    <a:pt x="3873" y="1817"/>
                    <a:pt x="3741" y="1850"/>
                  </a:cubicBezTo>
                  <a:lnTo>
                    <a:pt x="2668" y="2111"/>
                  </a:lnTo>
                  <a:lnTo>
                    <a:pt x="2137" y="2237"/>
                  </a:lnTo>
                  <a:cubicBezTo>
                    <a:pt x="1956" y="2282"/>
                    <a:pt x="1776" y="2309"/>
                    <a:pt x="1596" y="2355"/>
                  </a:cubicBezTo>
                  <a:cubicBezTo>
                    <a:pt x="1406" y="2391"/>
                    <a:pt x="1226" y="2445"/>
                    <a:pt x="1055" y="2508"/>
                  </a:cubicBezTo>
                  <a:cubicBezTo>
                    <a:pt x="875" y="2571"/>
                    <a:pt x="694" y="2643"/>
                    <a:pt x="541" y="2787"/>
                  </a:cubicBezTo>
                  <a:lnTo>
                    <a:pt x="550" y="2787"/>
                  </a:lnTo>
                  <a:cubicBezTo>
                    <a:pt x="541" y="2796"/>
                    <a:pt x="523" y="2814"/>
                    <a:pt x="523" y="2823"/>
                  </a:cubicBezTo>
                  <a:cubicBezTo>
                    <a:pt x="514" y="2850"/>
                    <a:pt x="523" y="2850"/>
                    <a:pt x="514" y="2859"/>
                  </a:cubicBezTo>
                  <a:cubicBezTo>
                    <a:pt x="514" y="2877"/>
                    <a:pt x="523" y="2886"/>
                    <a:pt x="523" y="2895"/>
                  </a:cubicBezTo>
                  <a:cubicBezTo>
                    <a:pt x="532" y="2913"/>
                    <a:pt x="541" y="2931"/>
                    <a:pt x="541" y="2940"/>
                  </a:cubicBezTo>
                  <a:cubicBezTo>
                    <a:pt x="559" y="2967"/>
                    <a:pt x="577" y="2986"/>
                    <a:pt x="586" y="3004"/>
                  </a:cubicBezTo>
                  <a:cubicBezTo>
                    <a:pt x="613" y="3040"/>
                    <a:pt x="649" y="3076"/>
                    <a:pt x="676" y="3112"/>
                  </a:cubicBezTo>
                  <a:cubicBezTo>
                    <a:pt x="739" y="3184"/>
                    <a:pt x="794" y="3247"/>
                    <a:pt x="857" y="3319"/>
                  </a:cubicBezTo>
                  <a:cubicBezTo>
                    <a:pt x="983" y="3445"/>
                    <a:pt x="1109" y="3571"/>
                    <a:pt x="1226" y="3707"/>
                  </a:cubicBezTo>
                  <a:cubicBezTo>
                    <a:pt x="1352" y="3833"/>
                    <a:pt x="1488" y="3959"/>
                    <a:pt x="1605" y="4094"/>
                  </a:cubicBezTo>
                  <a:lnTo>
                    <a:pt x="1794" y="4293"/>
                  </a:lnTo>
                  <a:cubicBezTo>
                    <a:pt x="1830" y="4329"/>
                    <a:pt x="1866" y="4365"/>
                    <a:pt x="1902" y="4401"/>
                  </a:cubicBezTo>
                  <a:cubicBezTo>
                    <a:pt x="1947" y="4437"/>
                    <a:pt x="1983" y="4473"/>
                    <a:pt x="2046" y="4509"/>
                  </a:cubicBezTo>
                  <a:lnTo>
                    <a:pt x="2173" y="4581"/>
                  </a:lnTo>
                  <a:cubicBezTo>
                    <a:pt x="2211" y="4600"/>
                    <a:pt x="2254" y="4611"/>
                    <a:pt x="2298" y="4611"/>
                  </a:cubicBezTo>
                  <a:cubicBezTo>
                    <a:pt x="2337" y="4611"/>
                    <a:pt x="2378" y="4602"/>
                    <a:pt x="2416" y="4581"/>
                  </a:cubicBezTo>
                  <a:cubicBezTo>
                    <a:pt x="2533" y="4509"/>
                    <a:pt x="2578" y="4356"/>
                    <a:pt x="2506" y="4238"/>
                  </a:cubicBezTo>
                  <a:cubicBezTo>
                    <a:pt x="2462" y="4157"/>
                    <a:pt x="2376" y="4111"/>
                    <a:pt x="2284" y="4111"/>
                  </a:cubicBezTo>
                  <a:cubicBezTo>
                    <a:pt x="2244" y="4111"/>
                    <a:pt x="2202" y="4120"/>
                    <a:pt x="2164" y="4139"/>
                  </a:cubicBezTo>
                  <a:cubicBezTo>
                    <a:pt x="2160" y="4146"/>
                    <a:pt x="2151" y="4149"/>
                    <a:pt x="2140" y="4149"/>
                  </a:cubicBezTo>
                  <a:cubicBezTo>
                    <a:pt x="2122" y="4149"/>
                    <a:pt x="2096" y="4141"/>
                    <a:pt x="2074" y="4130"/>
                  </a:cubicBezTo>
                  <a:cubicBezTo>
                    <a:pt x="2037" y="4121"/>
                    <a:pt x="2001" y="4103"/>
                    <a:pt x="1956" y="4085"/>
                  </a:cubicBezTo>
                  <a:cubicBezTo>
                    <a:pt x="1884" y="4049"/>
                    <a:pt x="1812" y="3995"/>
                    <a:pt x="1740" y="3941"/>
                  </a:cubicBezTo>
                  <a:cubicBezTo>
                    <a:pt x="1596" y="3842"/>
                    <a:pt x="1470" y="3716"/>
                    <a:pt x="1343" y="3589"/>
                  </a:cubicBezTo>
                  <a:cubicBezTo>
                    <a:pt x="1217" y="3463"/>
                    <a:pt x="1091" y="3337"/>
                    <a:pt x="965" y="3211"/>
                  </a:cubicBezTo>
                  <a:cubicBezTo>
                    <a:pt x="902" y="3148"/>
                    <a:pt x="848" y="3085"/>
                    <a:pt x="785" y="3013"/>
                  </a:cubicBezTo>
                  <a:cubicBezTo>
                    <a:pt x="757" y="2986"/>
                    <a:pt x="730" y="2949"/>
                    <a:pt x="703" y="2913"/>
                  </a:cubicBezTo>
                  <a:cubicBezTo>
                    <a:pt x="695" y="2896"/>
                    <a:pt x="686" y="2887"/>
                    <a:pt x="677" y="2870"/>
                  </a:cubicBezTo>
                  <a:lnTo>
                    <a:pt x="677" y="2870"/>
                  </a:lnTo>
                  <a:cubicBezTo>
                    <a:pt x="792" y="2769"/>
                    <a:pt x="950" y="2710"/>
                    <a:pt x="1100" y="2652"/>
                  </a:cubicBezTo>
                  <a:cubicBezTo>
                    <a:pt x="1271" y="2598"/>
                    <a:pt x="1452" y="2562"/>
                    <a:pt x="1632" y="2526"/>
                  </a:cubicBezTo>
                  <a:cubicBezTo>
                    <a:pt x="1803" y="2490"/>
                    <a:pt x="1992" y="2472"/>
                    <a:pt x="2173" y="2427"/>
                  </a:cubicBezTo>
                  <a:lnTo>
                    <a:pt x="2713" y="2328"/>
                  </a:lnTo>
                  <a:lnTo>
                    <a:pt x="3804" y="2120"/>
                  </a:lnTo>
                  <a:cubicBezTo>
                    <a:pt x="4165" y="2057"/>
                    <a:pt x="4534" y="1994"/>
                    <a:pt x="4895" y="1949"/>
                  </a:cubicBezTo>
                  <a:cubicBezTo>
                    <a:pt x="4985" y="1931"/>
                    <a:pt x="5048" y="1868"/>
                    <a:pt x="5057" y="1778"/>
                  </a:cubicBezTo>
                  <a:cubicBezTo>
                    <a:pt x="5075" y="1669"/>
                    <a:pt x="4994" y="1579"/>
                    <a:pt x="4895" y="1570"/>
                  </a:cubicBezTo>
                  <a:lnTo>
                    <a:pt x="4886" y="1570"/>
                  </a:lnTo>
                  <a:lnTo>
                    <a:pt x="4886" y="1561"/>
                  </a:lnTo>
                  <a:cubicBezTo>
                    <a:pt x="4489" y="1525"/>
                    <a:pt x="4093" y="1444"/>
                    <a:pt x="3696" y="1336"/>
                  </a:cubicBezTo>
                  <a:cubicBezTo>
                    <a:pt x="3299" y="1237"/>
                    <a:pt x="2921" y="1111"/>
                    <a:pt x="2533" y="975"/>
                  </a:cubicBezTo>
                  <a:cubicBezTo>
                    <a:pt x="2146" y="840"/>
                    <a:pt x="1758" y="705"/>
                    <a:pt x="1370" y="561"/>
                  </a:cubicBezTo>
                  <a:cubicBezTo>
                    <a:pt x="1181" y="489"/>
                    <a:pt x="992" y="417"/>
                    <a:pt x="812" y="335"/>
                  </a:cubicBezTo>
                  <a:cubicBezTo>
                    <a:pt x="712" y="290"/>
                    <a:pt x="631" y="254"/>
                    <a:pt x="541" y="200"/>
                  </a:cubicBezTo>
                  <a:cubicBezTo>
                    <a:pt x="505" y="182"/>
                    <a:pt x="460" y="155"/>
                    <a:pt x="433" y="128"/>
                  </a:cubicBezTo>
                  <a:cubicBezTo>
                    <a:pt x="397" y="110"/>
                    <a:pt x="370" y="74"/>
                    <a:pt x="370" y="74"/>
                  </a:cubicBezTo>
                  <a:cubicBezTo>
                    <a:pt x="332" y="26"/>
                    <a:pt x="276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194"/>
            <p:cNvSpPr/>
            <p:nvPr/>
          </p:nvSpPr>
          <p:spPr>
            <a:xfrm>
              <a:off x="2368100" y="3995375"/>
              <a:ext cx="1847425" cy="137250"/>
            </a:xfrm>
            <a:custGeom>
              <a:avLst/>
              <a:gdLst/>
              <a:ahLst/>
              <a:cxnLst/>
              <a:rect l="l" t="t" r="r" b="b"/>
              <a:pathLst>
                <a:path w="73897" h="5490" extrusionOk="0">
                  <a:moveTo>
                    <a:pt x="208" y="0"/>
                  </a:moveTo>
                  <a:cubicBezTo>
                    <a:pt x="100" y="0"/>
                    <a:pt x="10" y="81"/>
                    <a:pt x="0" y="189"/>
                  </a:cubicBezTo>
                  <a:cubicBezTo>
                    <a:pt x="0" y="289"/>
                    <a:pt x="82" y="388"/>
                    <a:pt x="190" y="388"/>
                  </a:cubicBezTo>
                  <a:cubicBezTo>
                    <a:pt x="6319" y="694"/>
                    <a:pt x="12440" y="1136"/>
                    <a:pt x="18569" y="1560"/>
                  </a:cubicBezTo>
                  <a:lnTo>
                    <a:pt x="36940" y="2840"/>
                  </a:lnTo>
                  <a:lnTo>
                    <a:pt x="55310" y="4138"/>
                  </a:lnTo>
                  <a:lnTo>
                    <a:pt x="64495" y="4787"/>
                  </a:lnTo>
                  <a:lnTo>
                    <a:pt x="69092" y="5111"/>
                  </a:lnTo>
                  <a:lnTo>
                    <a:pt x="71382" y="5273"/>
                  </a:lnTo>
                  <a:cubicBezTo>
                    <a:pt x="72148" y="5327"/>
                    <a:pt x="72914" y="5381"/>
                    <a:pt x="73680" y="5490"/>
                  </a:cubicBezTo>
                  <a:lnTo>
                    <a:pt x="73698" y="5490"/>
                  </a:lnTo>
                  <a:cubicBezTo>
                    <a:pt x="73806" y="5490"/>
                    <a:pt x="73897" y="5399"/>
                    <a:pt x="73897" y="5291"/>
                  </a:cubicBezTo>
                  <a:cubicBezTo>
                    <a:pt x="73897" y="5183"/>
                    <a:pt x="73815" y="5102"/>
                    <a:pt x="73707" y="5102"/>
                  </a:cubicBezTo>
                  <a:cubicBezTo>
                    <a:pt x="72932" y="5093"/>
                    <a:pt x="72166" y="5048"/>
                    <a:pt x="71409" y="4994"/>
                  </a:cubicBezTo>
                  <a:lnTo>
                    <a:pt x="69110" y="4832"/>
                  </a:lnTo>
                  <a:lnTo>
                    <a:pt x="64513" y="4525"/>
                  </a:lnTo>
                  <a:lnTo>
                    <a:pt x="55328" y="3903"/>
                  </a:lnTo>
                  <a:lnTo>
                    <a:pt x="36949" y="2650"/>
                  </a:lnTo>
                  <a:lnTo>
                    <a:pt x="18578" y="1379"/>
                  </a:lnTo>
                  <a:cubicBezTo>
                    <a:pt x="12458" y="956"/>
                    <a:pt x="6328" y="550"/>
                    <a:pt x="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1" name="Google Shape;5751;p195"/>
          <p:cNvGrpSpPr/>
          <p:nvPr/>
        </p:nvGrpSpPr>
        <p:grpSpPr>
          <a:xfrm>
            <a:off x="6187575" y="1875331"/>
            <a:ext cx="2985325" cy="1573469"/>
            <a:chOff x="5666981" y="1904019"/>
            <a:chExt cx="2985325" cy="1573469"/>
          </a:xfrm>
        </p:grpSpPr>
        <p:grpSp>
          <p:nvGrpSpPr>
            <p:cNvPr id="5752" name="Google Shape;5752;p195"/>
            <p:cNvGrpSpPr/>
            <p:nvPr/>
          </p:nvGrpSpPr>
          <p:grpSpPr>
            <a:xfrm rot="534783">
              <a:off x="6866714" y="1926899"/>
              <a:ext cx="1040892" cy="664991"/>
              <a:chOff x="4345425" y="2175475"/>
              <a:chExt cx="800750" cy="176025"/>
            </a:xfrm>
          </p:grpSpPr>
          <p:sp>
            <p:nvSpPr>
              <p:cNvPr id="5753" name="Google Shape;5753;p195"/>
              <p:cNvSpPr/>
              <p:nvPr/>
            </p:nvSpPr>
            <p:spPr>
              <a:xfrm>
                <a:off x="4351850" y="2175475"/>
                <a:ext cx="763000" cy="156275"/>
              </a:xfrm>
              <a:custGeom>
                <a:avLst/>
                <a:gdLst/>
                <a:ahLst/>
                <a:cxnLst/>
                <a:rect l="l" t="t" r="r" b="b"/>
                <a:pathLst>
                  <a:path w="30520" h="6251" extrusionOk="0">
                    <a:moveTo>
                      <a:pt x="28815" y="0"/>
                    </a:moveTo>
                    <a:cubicBezTo>
                      <a:pt x="19166" y="50"/>
                      <a:pt x="9617" y="1178"/>
                      <a:pt x="243" y="3359"/>
                    </a:cubicBezTo>
                    <a:cubicBezTo>
                      <a:pt x="1" y="3431"/>
                      <a:pt x="1096" y="6250"/>
                      <a:pt x="1871" y="6250"/>
                    </a:cubicBezTo>
                    <a:cubicBezTo>
                      <a:pt x="1897" y="6250"/>
                      <a:pt x="1923" y="6247"/>
                      <a:pt x="1948" y="6241"/>
                    </a:cubicBezTo>
                    <a:cubicBezTo>
                      <a:pt x="11321" y="4060"/>
                      <a:pt x="20870" y="2933"/>
                      <a:pt x="30494" y="2882"/>
                    </a:cubicBezTo>
                    <a:cubicBezTo>
                      <a:pt x="30519" y="2882"/>
                      <a:pt x="29742" y="0"/>
                      <a:pt x="28815" y="0"/>
                    </a:cubicBezTo>
                    <a:close/>
                  </a:path>
                </a:pathLst>
              </a:custGeom>
              <a:solidFill>
                <a:srgbClr val="B0D5F7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4" name="Google Shape;5754;p195"/>
              <p:cNvSpPr/>
              <p:nvPr/>
            </p:nvSpPr>
            <p:spPr>
              <a:xfrm>
                <a:off x="4345425" y="2195925"/>
                <a:ext cx="80075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2030" h="6223" extrusionOk="0">
                    <a:moveTo>
                      <a:pt x="28845" y="0"/>
                    </a:moveTo>
                    <a:cubicBezTo>
                      <a:pt x="27445" y="0"/>
                      <a:pt x="25887" y="355"/>
                      <a:pt x="24736" y="435"/>
                    </a:cubicBezTo>
                    <a:cubicBezTo>
                      <a:pt x="22004" y="611"/>
                      <a:pt x="19247" y="811"/>
                      <a:pt x="16490" y="987"/>
                    </a:cubicBezTo>
                    <a:cubicBezTo>
                      <a:pt x="11578" y="1338"/>
                      <a:pt x="6240" y="1112"/>
                      <a:pt x="1603" y="3042"/>
                    </a:cubicBezTo>
                    <a:cubicBezTo>
                      <a:pt x="0" y="3697"/>
                      <a:pt x="919" y="6222"/>
                      <a:pt x="2308" y="6222"/>
                    </a:cubicBezTo>
                    <a:cubicBezTo>
                      <a:pt x="2461" y="6222"/>
                      <a:pt x="2620" y="6192"/>
                      <a:pt x="2781" y="6125"/>
                    </a:cubicBezTo>
                    <a:cubicBezTo>
                      <a:pt x="6967" y="4370"/>
                      <a:pt x="11653" y="4546"/>
                      <a:pt x="16115" y="4220"/>
                    </a:cubicBezTo>
                    <a:cubicBezTo>
                      <a:pt x="18596" y="4069"/>
                      <a:pt x="21052" y="3894"/>
                      <a:pt x="23533" y="3719"/>
                    </a:cubicBezTo>
                    <a:cubicBezTo>
                      <a:pt x="24636" y="3643"/>
                      <a:pt x="25739" y="3568"/>
                      <a:pt x="26841" y="3493"/>
                    </a:cubicBezTo>
                    <a:cubicBezTo>
                      <a:pt x="27393" y="3468"/>
                      <a:pt x="27944" y="3418"/>
                      <a:pt x="28496" y="3393"/>
                    </a:cubicBezTo>
                    <a:cubicBezTo>
                      <a:pt x="28558" y="3393"/>
                      <a:pt x="29066" y="3437"/>
                      <a:pt x="29482" y="3437"/>
                    </a:cubicBezTo>
                    <a:cubicBezTo>
                      <a:pt x="29580" y="3437"/>
                      <a:pt x="29673" y="3434"/>
                      <a:pt x="29754" y="3428"/>
                    </a:cubicBezTo>
                    <a:lnTo>
                      <a:pt x="29754" y="3428"/>
                    </a:lnTo>
                    <a:cubicBezTo>
                      <a:pt x="30007" y="3587"/>
                      <a:pt x="30293" y="3683"/>
                      <a:pt x="30597" y="3683"/>
                    </a:cubicBezTo>
                    <a:cubicBezTo>
                      <a:pt x="30664" y="3683"/>
                      <a:pt x="30732" y="3678"/>
                      <a:pt x="30801" y="3668"/>
                    </a:cubicBezTo>
                    <a:cubicBezTo>
                      <a:pt x="30877" y="3668"/>
                      <a:pt x="30952" y="3643"/>
                      <a:pt x="31002" y="3643"/>
                    </a:cubicBezTo>
                    <a:cubicBezTo>
                      <a:pt x="31528" y="3568"/>
                      <a:pt x="31829" y="2992"/>
                      <a:pt x="31904" y="2516"/>
                    </a:cubicBezTo>
                    <a:lnTo>
                      <a:pt x="31929" y="2265"/>
                    </a:lnTo>
                    <a:cubicBezTo>
                      <a:pt x="32029" y="1563"/>
                      <a:pt x="31578" y="811"/>
                      <a:pt x="30977" y="460"/>
                    </a:cubicBezTo>
                    <a:cubicBezTo>
                      <a:pt x="30386" y="115"/>
                      <a:pt x="29641" y="0"/>
                      <a:pt x="28845" y="0"/>
                    </a:cubicBezTo>
                    <a:close/>
                  </a:path>
                </a:pathLst>
              </a:custGeom>
              <a:solidFill>
                <a:srgbClr val="B0D5F7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55" name="Google Shape;5755;p195"/>
            <p:cNvCxnSpPr>
              <a:stCxn id="5756" idx="2"/>
              <a:endCxn id="5757" idx="0"/>
            </p:cNvCxnSpPr>
            <p:nvPr/>
          </p:nvCxnSpPr>
          <p:spPr>
            <a:xfrm>
              <a:off x="7413312" y="2480994"/>
              <a:ext cx="0" cy="132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58" name="Google Shape;5758;p195"/>
            <p:cNvCxnSpPr>
              <a:stCxn id="5759" idx="3"/>
              <a:endCxn id="5756" idx="1"/>
            </p:cNvCxnSpPr>
            <p:nvPr/>
          </p:nvCxnSpPr>
          <p:spPr>
            <a:xfrm rot="10800000" flipH="1">
              <a:off x="5666981" y="2259413"/>
              <a:ext cx="1163400" cy="15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57" name="Google Shape;5757;p195"/>
            <p:cNvSpPr txBox="1"/>
            <p:nvPr/>
          </p:nvSpPr>
          <p:spPr>
            <a:xfrm>
              <a:off x="6174306" y="2613788"/>
              <a:ext cx="2478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Muli"/>
                  <a:ea typeface="Muli"/>
                  <a:cs typeface="Muli"/>
                  <a:sym typeface="Muli"/>
                </a:rPr>
                <a:t>Amazing! </a:t>
              </a:r>
              <a:endParaRPr sz="23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Muli"/>
                  <a:ea typeface="Muli"/>
                  <a:cs typeface="Muli"/>
                  <a:sym typeface="Muli"/>
                </a:rPr>
                <a:t>You got it!</a:t>
              </a:r>
              <a:endParaRPr sz="23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5756" name="Google Shape;5756;p195"/>
            <p:cNvSpPr txBox="1"/>
            <p:nvPr/>
          </p:nvSpPr>
          <p:spPr>
            <a:xfrm>
              <a:off x="6830412" y="2037594"/>
              <a:ext cx="11658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dk1"/>
                  </a:solidFill>
                  <a:latin typeface="Itim"/>
                  <a:ea typeface="Itim"/>
                  <a:cs typeface="Itim"/>
                  <a:sym typeface="Itim"/>
                </a:rPr>
                <a:t>4</a:t>
              </a:r>
              <a:endParaRPr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endParaRPr>
            </a:p>
          </p:txBody>
        </p:sp>
      </p:grpSp>
      <p:grpSp>
        <p:nvGrpSpPr>
          <p:cNvPr id="5760" name="Google Shape;5760;p195"/>
          <p:cNvGrpSpPr/>
          <p:nvPr/>
        </p:nvGrpSpPr>
        <p:grpSpPr>
          <a:xfrm>
            <a:off x="3671594" y="1905300"/>
            <a:ext cx="3310231" cy="1957775"/>
            <a:chOff x="3843375" y="1905300"/>
            <a:chExt cx="3310231" cy="1957775"/>
          </a:xfrm>
        </p:grpSpPr>
        <p:grpSp>
          <p:nvGrpSpPr>
            <p:cNvPr id="5761" name="Google Shape;5761;p195"/>
            <p:cNvGrpSpPr/>
            <p:nvPr/>
          </p:nvGrpSpPr>
          <p:grpSpPr>
            <a:xfrm rot="534783">
              <a:off x="5192485" y="1935699"/>
              <a:ext cx="1119651" cy="648672"/>
              <a:chOff x="4485824" y="2166827"/>
              <a:chExt cx="861339" cy="171705"/>
            </a:xfrm>
          </p:grpSpPr>
          <p:sp>
            <p:nvSpPr>
              <p:cNvPr id="5762" name="Google Shape;5762;p195"/>
              <p:cNvSpPr/>
              <p:nvPr/>
            </p:nvSpPr>
            <p:spPr>
              <a:xfrm>
                <a:off x="4485824" y="2166827"/>
                <a:ext cx="763000" cy="156275"/>
              </a:xfrm>
              <a:custGeom>
                <a:avLst/>
                <a:gdLst/>
                <a:ahLst/>
                <a:cxnLst/>
                <a:rect l="l" t="t" r="r" b="b"/>
                <a:pathLst>
                  <a:path w="30520" h="6251" extrusionOk="0">
                    <a:moveTo>
                      <a:pt x="28815" y="0"/>
                    </a:moveTo>
                    <a:cubicBezTo>
                      <a:pt x="19166" y="50"/>
                      <a:pt x="9617" y="1178"/>
                      <a:pt x="243" y="3359"/>
                    </a:cubicBezTo>
                    <a:cubicBezTo>
                      <a:pt x="1" y="3431"/>
                      <a:pt x="1096" y="6250"/>
                      <a:pt x="1871" y="6250"/>
                    </a:cubicBezTo>
                    <a:cubicBezTo>
                      <a:pt x="1897" y="6250"/>
                      <a:pt x="1923" y="6247"/>
                      <a:pt x="1948" y="6241"/>
                    </a:cubicBezTo>
                    <a:cubicBezTo>
                      <a:pt x="11321" y="4060"/>
                      <a:pt x="20870" y="2933"/>
                      <a:pt x="30494" y="2882"/>
                    </a:cubicBezTo>
                    <a:cubicBezTo>
                      <a:pt x="30519" y="2882"/>
                      <a:pt x="29742" y="0"/>
                      <a:pt x="28815" y="0"/>
                    </a:cubicBezTo>
                    <a:close/>
                  </a:path>
                </a:pathLst>
              </a:custGeom>
              <a:solidFill>
                <a:srgbClr val="FFD400">
                  <a:alpha val="172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3" name="Google Shape;5763;p195"/>
              <p:cNvSpPr/>
              <p:nvPr/>
            </p:nvSpPr>
            <p:spPr>
              <a:xfrm>
                <a:off x="4546412" y="2182958"/>
                <a:ext cx="80075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2030" h="6223" extrusionOk="0">
                    <a:moveTo>
                      <a:pt x="28845" y="0"/>
                    </a:moveTo>
                    <a:cubicBezTo>
                      <a:pt x="27445" y="0"/>
                      <a:pt x="25887" y="355"/>
                      <a:pt x="24736" y="435"/>
                    </a:cubicBezTo>
                    <a:cubicBezTo>
                      <a:pt x="22004" y="611"/>
                      <a:pt x="19247" y="811"/>
                      <a:pt x="16490" y="987"/>
                    </a:cubicBezTo>
                    <a:cubicBezTo>
                      <a:pt x="11578" y="1338"/>
                      <a:pt x="6240" y="1112"/>
                      <a:pt x="1603" y="3042"/>
                    </a:cubicBezTo>
                    <a:cubicBezTo>
                      <a:pt x="0" y="3697"/>
                      <a:pt x="919" y="6222"/>
                      <a:pt x="2308" y="6222"/>
                    </a:cubicBezTo>
                    <a:cubicBezTo>
                      <a:pt x="2461" y="6222"/>
                      <a:pt x="2620" y="6192"/>
                      <a:pt x="2781" y="6125"/>
                    </a:cubicBezTo>
                    <a:cubicBezTo>
                      <a:pt x="6967" y="4370"/>
                      <a:pt x="11653" y="4546"/>
                      <a:pt x="16115" y="4220"/>
                    </a:cubicBezTo>
                    <a:cubicBezTo>
                      <a:pt x="18596" y="4069"/>
                      <a:pt x="21052" y="3894"/>
                      <a:pt x="23533" y="3719"/>
                    </a:cubicBezTo>
                    <a:cubicBezTo>
                      <a:pt x="24636" y="3643"/>
                      <a:pt x="25739" y="3568"/>
                      <a:pt x="26841" y="3493"/>
                    </a:cubicBezTo>
                    <a:cubicBezTo>
                      <a:pt x="27393" y="3468"/>
                      <a:pt x="27944" y="3418"/>
                      <a:pt x="28496" y="3393"/>
                    </a:cubicBezTo>
                    <a:cubicBezTo>
                      <a:pt x="28558" y="3393"/>
                      <a:pt x="29066" y="3437"/>
                      <a:pt x="29482" y="3437"/>
                    </a:cubicBezTo>
                    <a:cubicBezTo>
                      <a:pt x="29580" y="3437"/>
                      <a:pt x="29673" y="3434"/>
                      <a:pt x="29754" y="3428"/>
                    </a:cubicBezTo>
                    <a:lnTo>
                      <a:pt x="29754" y="3428"/>
                    </a:lnTo>
                    <a:cubicBezTo>
                      <a:pt x="30007" y="3587"/>
                      <a:pt x="30293" y="3683"/>
                      <a:pt x="30597" y="3683"/>
                    </a:cubicBezTo>
                    <a:cubicBezTo>
                      <a:pt x="30664" y="3683"/>
                      <a:pt x="30732" y="3678"/>
                      <a:pt x="30801" y="3668"/>
                    </a:cubicBezTo>
                    <a:cubicBezTo>
                      <a:pt x="30877" y="3668"/>
                      <a:pt x="30952" y="3643"/>
                      <a:pt x="31002" y="3643"/>
                    </a:cubicBezTo>
                    <a:cubicBezTo>
                      <a:pt x="31528" y="3568"/>
                      <a:pt x="31829" y="2992"/>
                      <a:pt x="31904" y="2516"/>
                    </a:cubicBezTo>
                    <a:lnTo>
                      <a:pt x="31929" y="2265"/>
                    </a:lnTo>
                    <a:cubicBezTo>
                      <a:pt x="32029" y="1563"/>
                      <a:pt x="31578" y="811"/>
                      <a:pt x="30977" y="460"/>
                    </a:cubicBezTo>
                    <a:cubicBezTo>
                      <a:pt x="30386" y="115"/>
                      <a:pt x="29641" y="0"/>
                      <a:pt x="28845" y="0"/>
                    </a:cubicBezTo>
                    <a:close/>
                  </a:path>
                </a:pathLst>
              </a:custGeom>
              <a:solidFill>
                <a:srgbClr val="FFD400">
                  <a:alpha val="172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64" name="Google Shape;5764;p195"/>
            <p:cNvCxnSpPr>
              <a:stCxn id="5759" idx="2"/>
              <a:endCxn id="5765" idx="0"/>
            </p:cNvCxnSpPr>
            <p:nvPr/>
          </p:nvCxnSpPr>
          <p:spPr>
            <a:xfrm>
              <a:off x="5774056" y="2468025"/>
              <a:ext cx="0" cy="146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66" name="Google Shape;5766;p195"/>
            <p:cNvCxnSpPr>
              <a:stCxn id="5767" idx="3"/>
              <a:endCxn id="5759" idx="1"/>
            </p:cNvCxnSpPr>
            <p:nvPr/>
          </p:nvCxnSpPr>
          <p:spPr>
            <a:xfrm rot="10800000" flipH="1">
              <a:off x="3843375" y="2246469"/>
              <a:ext cx="1345500" cy="1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65" name="Google Shape;5765;p195"/>
            <p:cNvSpPr txBox="1"/>
            <p:nvPr/>
          </p:nvSpPr>
          <p:spPr>
            <a:xfrm>
              <a:off x="4394506" y="2614775"/>
              <a:ext cx="2759100" cy="124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Muli"/>
                  <a:ea typeface="Muli"/>
                  <a:cs typeface="Muli"/>
                  <a:sym typeface="Muli"/>
                </a:rPr>
                <a:t>What’s 4.5 </a:t>
              </a:r>
              <a:r>
                <a:rPr lang="en" sz="2300" b="1" i="1">
                  <a:solidFill>
                    <a:schemeClr val="dk2"/>
                  </a:solidFill>
                  <a:latin typeface="Muli"/>
                  <a:ea typeface="Muli"/>
                  <a:cs typeface="Muli"/>
                  <a:sym typeface="Muli"/>
                </a:rPr>
                <a:t>rounded down</a:t>
              </a:r>
              <a:r>
                <a:rPr lang="en" sz="2300">
                  <a:solidFill>
                    <a:schemeClr val="dk2"/>
                  </a:solidFill>
                  <a:latin typeface="Muli"/>
                  <a:ea typeface="Muli"/>
                  <a:cs typeface="Muli"/>
                  <a:sym typeface="Muli"/>
                </a:rPr>
                <a:t> to a Whole Number ?</a:t>
              </a:r>
              <a:endParaRPr sz="23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5759" name="Google Shape;5759;p195"/>
            <p:cNvSpPr txBox="1"/>
            <p:nvPr/>
          </p:nvSpPr>
          <p:spPr>
            <a:xfrm>
              <a:off x="5188756" y="2024625"/>
              <a:ext cx="11706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dk1"/>
                  </a:solidFill>
                  <a:latin typeface="Itim"/>
                  <a:ea typeface="Itim"/>
                  <a:cs typeface="Itim"/>
                  <a:sym typeface="Itim"/>
                </a:rPr>
                <a:t>4.5</a:t>
              </a:r>
              <a:endParaRPr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endParaRPr>
            </a:p>
          </p:txBody>
        </p:sp>
      </p:grpSp>
      <p:sp>
        <p:nvSpPr>
          <p:cNvPr id="5768" name="Google Shape;5768;p19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do Floor Division?</a:t>
            </a:r>
            <a:endParaRPr/>
          </a:p>
        </p:txBody>
      </p:sp>
      <p:grpSp>
        <p:nvGrpSpPr>
          <p:cNvPr id="5769" name="Google Shape;5769;p195"/>
          <p:cNvGrpSpPr/>
          <p:nvPr/>
        </p:nvGrpSpPr>
        <p:grpSpPr>
          <a:xfrm flipH="1">
            <a:off x="1915432" y="974633"/>
            <a:ext cx="5313136" cy="176025"/>
            <a:chOff x="4345425" y="2175475"/>
            <a:chExt cx="800750" cy="176025"/>
          </a:xfrm>
        </p:grpSpPr>
        <p:sp>
          <p:nvSpPr>
            <p:cNvPr id="5770" name="Google Shape;5770;p195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195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72" name="Google Shape;5772;p195"/>
          <p:cNvGrpSpPr/>
          <p:nvPr/>
        </p:nvGrpSpPr>
        <p:grpSpPr>
          <a:xfrm>
            <a:off x="1542757" y="1892344"/>
            <a:ext cx="2720743" cy="1883006"/>
            <a:chOff x="2131001" y="1904019"/>
            <a:chExt cx="2720743" cy="1883006"/>
          </a:xfrm>
        </p:grpSpPr>
        <p:grpSp>
          <p:nvGrpSpPr>
            <p:cNvPr id="5773" name="Google Shape;5773;p195"/>
            <p:cNvGrpSpPr/>
            <p:nvPr/>
          </p:nvGrpSpPr>
          <p:grpSpPr>
            <a:xfrm rot="534783">
              <a:off x="3112614" y="1926899"/>
              <a:ext cx="1040892" cy="664991"/>
              <a:chOff x="4345425" y="2175475"/>
              <a:chExt cx="800750" cy="176025"/>
            </a:xfrm>
          </p:grpSpPr>
          <p:sp>
            <p:nvSpPr>
              <p:cNvPr id="5774" name="Google Shape;5774;p195"/>
              <p:cNvSpPr/>
              <p:nvPr/>
            </p:nvSpPr>
            <p:spPr>
              <a:xfrm>
                <a:off x="4351850" y="2175475"/>
                <a:ext cx="763000" cy="156275"/>
              </a:xfrm>
              <a:custGeom>
                <a:avLst/>
                <a:gdLst/>
                <a:ahLst/>
                <a:cxnLst/>
                <a:rect l="l" t="t" r="r" b="b"/>
                <a:pathLst>
                  <a:path w="30520" h="6251" extrusionOk="0">
                    <a:moveTo>
                      <a:pt x="28815" y="0"/>
                    </a:moveTo>
                    <a:cubicBezTo>
                      <a:pt x="19166" y="50"/>
                      <a:pt x="9617" y="1178"/>
                      <a:pt x="243" y="3359"/>
                    </a:cubicBezTo>
                    <a:cubicBezTo>
                      <a:pt x="1" y="3431"/>
                      <a:pt x="1096" y="6250"/>
                      <a:pt x="1871" y="6250"/>
                    </a:cubicBezTo>
                    <a:cubicBezTo>
                      <a:pt x="1897" y="6250"/>
                      <a:pt x="1923" y="6247"/>
                      <a:pt x="1948" y="6241"/>
                    </a:cubicBezTo>
                    <a:cubicBezTo>
                      <a:pt x="11321" y="4060"/>
                      <a:pt x="20870" y="2933"/>
                      <a:pt x="30494" y="2882"/>
                    </a:cubicBezTo>
                    <a:cubicBezTo>
                      <a:pt x="30519" y="2882"/>
                      <a:pt x="29742" y="0"/>
                      <a:pt x="28815" y="0"/>
                    </a:cubicBezTo>
                    <a:close/>
                  </a:path>
                </a:pathLst>
              </a:custGeom>
              <a:solidFill>
                <a:schemeClr val="accent4">
                  <a:alpha val="6145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5" name="Google Shape;5775;p195"/>
              <p:cNvSpPr/>
              <p:nvPr/>
            </p:nvSpPr>
            <p:spPr>
              <a:xfrm>
                <a:off x="4345425" y="2195925"/>
                <a:ext cx="80075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2030" h="6223" extrusionOk="0">
                    <a:moveTo>
                      <a:pt x="28845" y="0"/>
                    </a:moveTo>
                    <a:cubicBezTo>
                      <a:pt x="27445" y="0"/>
                      <a:pt x="25887" y="355"/>
                      <a:pt x="24736" y="435"/>
                    </a:cubicBezTo>
                    <a:cubicBezTo>
                      <a:pt x="22004" y="611"/>
                      <a:pt x="19247" y="811"/>
                      <a:pt x="16490" y="987"/>
                    </a:cubicBezTo>
                    <a:cubicBezTo>
                      <a:pt x="11578" y="1338"/>
                      <a:pt x="6240" y="1112"/>
                      <a:pt x="1603" y="3042"/>
                    </a:cubicBezTo>
                    <a:cubicBezTo>
                      <a:pt x="0" y="3697"/>
                      <a:pt x="919" y="6222"/>
                      <a:pt x="2308" y="6222"/>
                    </a:cubicBezTo>
                    <a:cubicBezTo>
                      <a:pt x="2461" y="6222"/>
                      <a:pt x="2620" y="6192"/>
                      <a:pt x="2781" y="6125"/>
                    </a:cubicBezTo>
                    <a:cubicBezTo>
                      <a:pt x="6967" y="4370"/>
                      <a:pt x="11653" y="4546"/>
                      <a:pt x="16115" y="4220"/>
                    </a:cubicBezTo>
                    <a:cubicBezTo>
                      <a:pt x="18596" y="4069"/>
                      <a:pt x="21052" y="3894"/>
                      <a:pt x="23533" y="3719"/>
                    </a:cubicBezTo>
                    <a:cubicBezTo>
                      <a:pt x="24636" y="3643"/>
                      <a:pt x="25739" y="3568"/>
                      <a:pt x="26841" y="3493"/>
                    </a:cubicBezTo>
                    <a:cubicBezTo>
                      <a:pt x="27393" y="3468"/>
                      <a:pt x="27944" y="3418"/>
                      <a:pt x="28496" y="3393"/>
                    </a:cubicBezTo>
                    <a:cubicBezTo>
                      <a:pt x="28558" y="3393"/>
                      <a:pt x="29066" y="3437"/>
                      <a:pt x="29482" y="3437"/>
                    </a:cubicBezTo>
                    <a:cubicBezTo>
                      <a:pt x="29580" y="3437"/>
                      <a:pt x="29673" y="3434"/>
                      <a:pt x="29754" y="3428"/>
                    </a:cubicBezTo>
                    <a:lnTo>
                      <a:pt x="29754" y="3428"/>
                    </a:lnTo>
                    <a:cubicBezTo>
                      <a:pt x="30007" y="3587"/>
                      <a:pt x="30293" y="3683"/>
                      <a:pt x="30597" y="3683"/>
                    </a:cubicBezTo>
                    <a:cubicBezTo>
                      <a:pt x="30664" y="3683"/>
                      <a:pt x="30732" y="3678"/>
                      <a:pt x="30801" y="3668"/>
                    </a:cubicBezTo>
                    <a:cubicBezTo>
                      <a:pt x="30877" y="3668"/>
                      <a:pt x="30952" y="3643"/>
                      <a:pt x="31002" y="3643"/>
                    </a:cubicBezTo>
                    <a:cubicBezTo>
                      <a:pt x="31528" y="3568"/>
                      <a:pt x="31829" y="2992"/>
                      <a:pt x="31904" y="2516"/>
                    </a:cubicBezTo>
                    <a:lnTo>
                      <a:pt x="31929" y="2265"/>
                    </a:lnTo>
                    <a:cubicBezTo>
                      <a:pt x="32029" y="1563"/>
                      <a:pt x="31578" y="811"/>
                      <a:pt x="30977" y="460"/>
                    </a:cubicBezTo>
                    <a:cubicBezTo>
                      <a:pt x="30386" y="115"/>
                      <a:pt x="29641" y="0"/>
                      <a:pt x="28845" y="0"/>
                    </a:cubicBezTo>
                    <a:close/>
                  </a:path>
                </a:pathLst>
              </a:custGeom>
              <a:solidFill>
                <a:schemeClr val="accent4">
                  <a:alpha val="6145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76" name="Google Shape;5776;p195"/>
            <p:cNvCxnSpPr>
              <a:stCxn id="5767" idx="2"/>
              <a:endCxn id="5777" idx="0"/>
            </p:cNvCxnSpPr>
            <p:nvPr/>
          </p:nvCxnSpPr>
          <p:spPr>
            <a:xfrm flipH="1">
              <a:off x="3657738" y="2481044"/>
              <a:ext cx="19200" cy="102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78" name="Google Shape;5778;p195"/>
            <p:cNvCxnSpPr>
              <a:stCxn id="5779" idx="3"/>
              <a:endCxn id="5767" idx="1"/>
            </p:cNvCxnSpPr>
            <p:nvPr/>
          </p:nvCxnSpPr>
          <p:spPr>
            <a:xfrm>
              <a:off x="2131001" y="2249569"/>
              <a:ext cx="963000" cy="9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77" name="Google Shape;5777;p195"/>
            <p:cNvSpPr txBox="1"/>
            <p:nvPr/>
          </p:nvSpPr>
          <p:spPr>
            <a:xfrm>
              <a:off x="2463744" y="2583425"/>
              <a:ext cx="2388000" cy="120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Muli"/>
                  <a:ea typeface="Muli"/>
                  <a:cs typeface="Muli"/>
                  <a:sym typeface="Muli"/>
                </a:rPr>
                <a:t>First, let’s use </a:t>
              </a:r>
              <a:r>
                <a:rPr lang="en" sz="2300" b="1">
                  <a:solidFill>
                    <a:schemeClr val="dk2"/>
                  </a:solidFill>
                  <a:latin typeface="Muli"/>
                  <a:ea typeface="Muli"/>
                  <a:cs typeface="Muli"/>
                  <a:sym typeface="Muli"/>
                </a:rPr>
                <a:t>normal division</a:t>
              </a:r>
              <a:endParaRPr sz="23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5767" name="Google Shape;5767;p195"/>
            <p:cNvSpPr txBox="1"/>
            <p:nvPr/>
          </p:nvSpPr>
          <p:spPr>
            <a:xfrm>
              <a:off x="3094038" y="2037644"/>
              <a:ext cx="11658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dk1"/>
                  </a:solidFill>
                  <a:latin typeface="Itim"/>
                  <a:ea typeface="Itim"/>
                  <a:cs typeface="Itim"/>
                  <a:sym typeface="Itim"/>
                </a:rPr>
                <a:t>9 / 2</a:t>
              </a:r>
              <a:endParaRPr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endParaRPr>
            </a:p>
          </p:txBody>
        </p:sp>
      </p:grpSp>
      <p:grpSp>
        <p:nvGrpSpPr>
          <p:cNvPr id="5780" name="Google Shape;5780;p195"/>
          <p:cNvGrpSpPr/>
          <p:nvPr/>
        </p:nvGrpSpPr>
        <p:grpSpPr>
          <a:xfrm>
            <a:off x="51749" y="1892357"/>
            <a:ext cx="1816200" cy="1554843"/>
            <a:chOff x="849556" y="1913857"/>
            <a:chExt cx="1816200" cy="1554843"/>
          </a:xfrm>
        </p:grpSpPr>
        <p:grpSp>
          <p:nvGrpSpPr>
            <p:cNvPr id="5781" name="Google Shape;5781;p195"/>
            <p:cNvGrpSpPr/>
            <p:nvPr/>
          </p:nvGrpSpPr>
          <p:grpSpPr>
            <a:xfrm rot="504584">
              <a:off x="1259086" y="1922105"/>
              <a:ext cx="965273" cy="674579"/>
              <a:chOff x="4345425" y="2175475"/>
              <a:chExt cx="800750" cy="176025"/>
            </a:xfrm>
          </p:grpSpPr>
          <p:sp>
            <p:nvSpPr>
              <p:cNvPr id="5782" name="Google Shape;5782;p195"/>
              <p:cNvSpPr/>
              <p:nvPr/>
            </p:nvSpPr>
            <p:spPr>
              <a:xfrm>
                <a:off x="4351850" y="2175475"/>
                <a:ext cx="763000" cy="156275"/>
              </a:xfrm>
              <a:custGeom>
                <a:avLst/>
                <a:gdLst/>
                <a:ahLst/>
                <a:cxnLst/>
                <a:rect l="l" t="t" r="r" b="b"/>
                <a:pathLst>
                  <a:path w="30520" h="6251" extrusionOk="0">
                    <a:moveTo>
                      <a:pt x="28815" y="0"/>
                    </a:moveTo>
                    <a:cubicBezTo>
                      <a:pt x="19166" y="50"/>
                      <a:pt x="9617" y="1178"/>
                      <a:pt x="243" y="3359"/>
                    </a:cubicBezTo>
                    <a:cubicBezTo>
                      <a:pt x="1" y="3431"/>
                      <a:pt x="1096" y="6250"/>
                      <a:pt x="1871" y="6250"/>
                    </a:cubicBezTo>
                    <a:cubicBezTo>
                      <a:pt x="1897" y="6250"/>
                      <a:pt x="1923" y="6247"/>
                      <a:pt x="1948" y="6241"/>
                    </a:cubicBezTo>
                    <a:cubicBezTo>
                      <a:pt x="11321" y="4060"/>
                      <a:pt x="20870" y="2933"/>
                      <a:pt x="30494" y="2882"/>
                    </a:cubicBezTo>
                    <a:cubicBezTo>
                      <a:pt x="30519" y="2882"/>
                      <a:pt x="29742" y="0"/>
                      <a:pt x="28815" y="0"/>
                    </a:cubicBezTo>
                    <a:close/>
                  </a:path>
                </a:pathLst>
              </a:custGeom>
              <a:solidFill>
                <a:srgbClr val="00FF00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3" name="Google Shape;5783;p195"/>
              <p:cNvSpPr/>
              <p:nvPr/>
            </p:nvSpPr>
            <p:spPr>
              <a:xfrm>
                <a:off x="4345425" y="2195925"/>
                <a:ext cx="80075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2030" h="6223" extrusionOk="0">
                    <a:moveTo>
                      <a:pt x="28845" y="0"/>
                    </a:moveTo>
                    <a:cubicBezTo>
                      <a:pt x="27445" y="0"/>
                      <a:pt x="25887" y="355"/>
                      <a:pt x="24736" y="435"/>
                    </a:cubicBezTo>
                    <a:cubicBezTo>
                      <a:pt x="22004" y="611"/>
                      <a:pt x="19247" y="811"/>
                      <a:pt x="16490" y="987"/>
                    </a:cubicBezTo>
                    <a:cubicBezTo>
                      <a:pt x="11578" y="1338"/>
                      <a:pt x="6240" y="1112"/>
                      <a:pt x="1603" y="3042"/>
                    </a:cubicBezTo>
                    <a:cubicBezTo>
                      <a:pt x="0" y="3697"/>
                      <a:pt x="919" y="6222"/>
                      <a:pt x="2308" y="6222"/>
                    </a:cubicBezTo>
                    <a:cubicBezTo>
                      <a:pt x="2461" y="6222"/>
                      <a:pt x="2620" y="6192"/>
                      <a:pt x="2781" y="6125"/>
                    </a:cubicBezTo>
                    <a:cubicBezTo>
                      <a:pt x="6967" y="4370"/>
                      <a:pt x="11653" y="4546"/>
                      <a:pt x="16115" y="4220"/>
                    </a:cubicBezTo>
                    <a:cubicBezTo>
                      <a:pt x="18596" y="4069"/>
                      <a:pt x="21052" y="3894"/>
                      <a:pt x="23533" y="3719"/>
                    </a:cubicBezTo>
                    <a:cubicBezTo>
                      <a:pt x="24636" y="3643"/>
                      <a:pt x="25739" y="3568"/>
                      <a:pt x="26841" y="3493"/>
                    </a:cubicBezTo>
                    <a:cubicBezTo>
                      <a:pt x="27393" y="3468"/>
                      <a:pt x="27944" y="3418"/>
                      <a:pt x="28496" y="3393"/>
                    </a:cubicBezTo>
                    <a:cubicBezTo>
                      <a:pt x="28558" y="3393"/>
                      <a:pt x="29066" y="3437"/>
                      <a:pt x="29482" y="3437"/>
                    </a:cubicBezTo>
                    <a:cubicBezTo>
                      <a:pt x="29580" y="3437"/>
                      <a:pt x="29673" y="3434"/>
                      <a:pt x="29754" y="3428"/>
                    </a:cubicBezTo>
                    <a:lnTo>
                      <a:pt x="29754" y="3428"/>
                    </a:lnTo>
                    <a:cubicBezTo>
                      <a:pt x="30007" y="3587"/>
                      <a:pt x="30293" y="3683"/>
                      <a:pt x="30597" y="3683"/>
                    </a:cubicBezTo>
                    <a:cubicBezTo>
                      <a:pt x="30664" y="3683"/>
                      <a:pt x="30732" y="3678"/>
                      <a:pt x="30801" y="3668"/>
                    </a:cubicBezTo>
                    <a:cubicBezTo>
                      <a:pt x="30877" y="3668"/>
                      <a:pt x="30952" y="3643"/>
                      <a:pt x="31002" y="3643"/>
                    </a:cubicBezTo>
                    <a:cubicBezTo>
                      <a:pt x="31528" y="3568"/>
                      <a:pt x="31829" y="2992"/>
                      <a:pt x="31904" y="2516"/>
                    </a:cubicBezTo>
                    <a:lnTo>
                      <a:pt x="31929" y="2265"/>
                    </a:lnTo>
                    <a:cubicBezTo>
                      <a:pt x="32029" y="1563"/>
                      <a:pt x="31578" y="811"/>
                      <a:pt x="30977" y="460"/>
                    </a:cubicBezTo>
                    <a:cubicBezTo>
                      <a:pt x="30386" y="115"/>
                      <a:pt x="29641" y="0"/>
                      <a:pt x="28845" y="0"/>
                    </a:cubicBezTo>
                    <a:close/>
                  </a:path>
                </a:pathLst>
              </a:custGeom>
              <a:solidFill>
                <a:srgbClr val="00FF00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84" name="Google Shape;5784;p195"/>
            <p:cNvCxnSpPr>
              <a:stCxn id="5779" idx="2"/>
              <a:endCxn id="5785" idx="0"/>
            </p:cNvCxnSpPr>
            <p:nvPr/>
          </p:nvCxnSpPr>
          <p:spPr>
            <a:xfrm>
              <a:off x="1757663" y="2481094"/>
              <a:ext cx="0" cy="123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85" name="Google Shape;5785;p195"/>
            <p:cNvSpPr txBox="1"/>
            <p:nvPr/>
          </p:nvSpPr>
          <p:spPr>
            <a:xfrm>
              <a:off x="849556" y="2605000"/>
              <a:ext cx="18162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Muli"/>
                  <a:ea typeface="Muli"/>
                  <a:cs typeface="Muli"/>
                  <a:sym typeface="Muli"/>
                </a:rPr>
                <a:t>Here’s our Question</a:t>
              </a:r>
              <a:endParaRPr sz="23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5779" name="Google Shape;5779;p195"/>
            <p:cNvSpPr txBox="1"/>
            <p:nvPr/>
          </p:nvSpPr>
          <p:spPr>
            <a:xfrm>
              <a:off x="1174763" y="2037694"/>
              <a:ext cx="11658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dk1"/>
                  </a:solidFill>
                  <a:latin typeface="Itim"/>
                  <a:ea typeface="Itim"/>
                  <a:cs typeface="Itim"/>
                  <a:sym typeface="Itim"/>
                </a:rPr>
                <a:t>9 // 2</a:t>
              </a:r>
              <a:endParaRPr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endParaRPr>
            </a:p>
          </p:txBody>
        </p:sp>
      </p:grpSp>
      <p:grpSp>
        <p:nvGrpSpPr>
          <p:cNvPr id="5786" name="Google Shape;5786;p195"/>
          <p:cNvGrpSpPr/>
          <p:nvPr/>
        </p:nvGrpSpPr>
        <p:grpSpPr>
          <a:xfrm flipH="1">
            <a:off x="-44790" y="3963429"/>
            <a:ext cx="1346914" cy="1248196"/>
            <a:chOff x="1256913" y="1751975"/>
            <a:chExt cx="1802615" cy="1639558"/>
          </a:xfrm>
        </p:grpSpPr>
        <p:sp>
          <p:nvSpPr>
            <p:cNvPr id="5787" name="Google Shape;5787;p195"/>
            <p:cNvSpPr/>
            <p:nvPr/>
          </p:nvSpPr>
          <p:spPr>
            <a:xfrm>
              <a:off x="2147118" y="1869638"/>
              <a:ext cx="15470" cy="18361"/>
            </a:xfrm>
            <a:custGeom>
              <a:avLst/>
              <a:gdLst/>
              <a:ahLst/>
              <a:cxnLst/>
              <a:rect l="l" t="t" r="r" b="b"/>
              <a:pathLst>
                <a:path w="198" h="235" extrusionOk="0">
                  <a:moveTo>
                    <a:pt x="198" y="0"/>
                  </a:moveTo>
                  <a:cubicBezTo>
                    <a:pt x="148" y="0"/>
                    <a:pt x="87" y="12"/>
                    <a:pt x="50" y="37"/>
                  </a:cubicBezTo>
                  <a:cubicBezTo>
                    <a:pt x="25" y="62"/>
                    <a:pt x="0" y="74"/>
                    <a:pt x="0" y="99"/>
                  </a:cubicBezTo>
                  <a:cubicBezTo>
                    <a:pt x="0" y="136"/>
                    <a:pt x="25" y="173"/>
                    <a:pt x="50" y="210"/>
                  </a:cubicBezTo>
                  <a:lnTo>
                    <a:pt x="74" y="235"/>
                  </a:lnTo>
                  <a:cubicBezTo>
                    <a:pt x="111" y="148"/>
                    <a:pt x="148" y="74"/>
                    <a:pt x="198" y="0"/>
                  </a:cubicBezTo>
                  <a:close/>
                </a:path>
              </a:pathLst>
            </a:custGeom>
            <a:solidFill>
              <a:srgbClr val="FF6E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8" name="Google Shape;5788;p195"/>
            <p:cNvSpPr/>
            <p:nvPr/>
          </p:nvSpPr>
          <p:spPr>
            <a:xfrm>
              <a:off x="2225247" y="1900499"/>
              <a:ext cx="30939" cy="17423"/>
            </a:xfrm>
            <a:custGeom>
              <a:avLst/>
              <a:gdLst/>
              <a:ahLst/>
              <a:cxnLst/>
              <a:rect l="l" t="t" r="r" b="b"/>
              <a:pathLst>
                <a:path w="396" h="223" extrusionOk="0">
                  <a:moveTo>
                    <a:pt x="124" y="0"/>
                  </a:moveTo>
                  <a:cubicBezTo>
                    <a:pt x="87" y="74"/>
                    <a:pt x="49" y="148"/>
                    <a:pt x="0" y="210"/>
                  </a:cubicBezTo>
                  <a:cubicBezTo>
                    <a:pt x="49" y="222"/>
                    <a:pt x="99" y="222"/>
                    <a:pt x="148" y="222"/>
                  </a:cubicBezTo>
                  <a:cubicBezTo>
                    <a:pt x="210" y="222"/>
                    <a:pt x="309" y="222"/>
                    <a:pt x="346" y="173"/>
                  </a:cubicBezTo>
                  <a:cubicBezTo>
                    <a:pt x="395" y="111"/>
                    <a:pt x="346" y="74"/>
                    <a:pt x="309" y="49"/>
                  </a:cubicBezTo>
                  <a:cubicBezTo>
                    <a:pt x="247" y="25"/>
                    <a:pt x="185" y="12"/>
                    <a:pt x="124" y="0"/>
                  </a:cubicBezTo>
                  <a:close/>
                </a:path>
              </a:pathLst>
            </a:custGeom>
            <a:solidFill>
              <a:srgbClr val="FF6E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9" name="Google Shape;5789;p195"/>
            <p:cNvSpPr/>
            <p:nvPr/>
          </p:nvSpPr>
          <p:spPr>
            <a:xfrm>
              <a:off x="1941638" y="1820651"/>
              <a:ext cx="799661" cy="969125"/>
            </a:xfrm>
            <a:custGeom>
              <a:avLst/>
              <a:gdLst/>
              <a:ahLst/>
              <a:cxnLst/>
              <a:rect l="l" t="t" r="r" b="b"/>
              <a:pathLst>
                <a:path w="10235" h="12404" extrusionOk="0">
                  <a:moveTo>
                    <a:pt x="2654" y="1"/>
                  </a:moveTo>
                  <a:cubicBezTo>
                    <a:pt x="2523" y="1"/>
                    <a:pt x="2391" y="8"/>
                    <a:pt x="2260" y="22"/>
                  </a:cubicBezTo>
                  <a:cubicBezTo>
                    <a:pt x="1902" y="35"/>
                    <a:pt x="1556" y="109"/>
                    <a:pt x="1235" y="257"/>
                  </a:cubicBezTo>
                  <a:cubicBezTo>
                    <a:pt x="791" y="491"/>
                    <a:pt x="396" y="788"/>
                    <a:pt x="63" y="1158"/>
                  </a:cubicBezTo>
                  <a:lnTo>
                    <a:pt x="1" y="1232"/>
                  </a:lnTo>
                  <a:cubicBezTo>
                    <a:pt x="294" y="1121"/>
                    <a:pt x="607" y="1076"/>
                    <a:pt x="925" y="1076"/>
                  </a:cubicBezTo>
                  <a:cubicBezTo>
                    <a:pt x="1383" y="1076"/>
                    <a:pt x="1849" y="1170"/>
                    <a:pt x="2272" y="1294"/>
                  </a:cubicBezTo>
                  <a:cubicBezTo>
                    <a:pt x="3284" y="1602"/>
                    <a:pt x="4235" y="2133"/>
                    <a:pt x="5124" y="2701"/>
                  </a:cubicBezTo>
                  <a:cubicBezTo>
                    <a:pt x="6012" y="3269"/>
                    <a:pt x="6975" y="4071"/>
                    <a:pt x="7247" y="5157"/>
                  </a:cubicBezTo>
                  <a:cubicBezTo>
                    <a:pt x="7370" y="5737"/>
                    <a:pt x="7407" y="6342"/>
                    <a:pt x="7346" y="6935"/>
                  </a:cubicBezTo>
                  <a:cubicBezTo>
                    <a:pt x="7296" y="7527"/>
                    <a:pt x="7197" y="8120"/>
                    <a:pt x="7037" y="8688"/>
                  </a:cubicBezTo>
                  <a:cubicBezTo>
                    <a:pt x="6864" y="9280"/>
                    <a:pt x="6654" y="9860"/>
                    <a:pt x="6420" y="10440"/>
                  </a:cubicBezTo>
                  <a:cubicBezTo>
                    <a:pt x="6309" y="10737"/>
                    <a:pt x="6198" y="11033"/>
                    <a:pt x="6087" y="11329"/>
                  </a:cubicBezTo>
                  <a:cubicBezTo>
                    <a:pt x="6012" y="11588"/>
                    <a:pt x="5914" y="11848"/>
                    <a:pt x="5803" y="12095"/>
                  </a:cubicBezTo>
                  <a:cubicBezTo>
                    <a:pt x="5790" y="12193"/>
                    <a:pt x="5766" y="12292"/>
                    <a:pt x="5753" y="12403"/>
                  </a:cubicBezTo>
                  <a:cubicBezTo>
                    <a:pt x="5889" y="12243"/>
                    <a:pt x="6050" y="12095"/>
                    <a:pt x="6222" y="11983"/>
                  </a:cubicBezTo>
                  <a:cubicBezTo>
                    <a:pt x="6716" y="11662"/>
                    <a:pt x="7296" y="11490"/>
                    <a:pt x="7901" y="11465"/>
                  </a:cubicBezTo>
                  <a:cubicBezTo>
                    <a:pt x="8027" y="11437"/>
                    <a:pt x="8155" y="11424"/>
                    <a:pt x="8283" y="11424"/>
                  </a:cubicBezTo>
                  <a:cubicBezTo>
                    <a:pt x="8558" y="11424"/>
                    <a:pt x="8834" y="11487"/>
                    <a:pt x="9086" y="11613"/>
                  </a:cubicBezTo>
                  <a:cubicBezTo>
                    <a:pt x="9173" y="11008"/>
                    <a:pt x="9321" y="10403"/>
                    <a:pt x="9432" y="9811"/>
                  </a:cubicBezTo>
                  <a:cubicBezTo>
                    <a:pt x="9605" y="8873"/>
                    <a:pt x="9765" y="7935"/>
                    <a:pt x="9913" y="6996"/>
                  </a:cubicBezTo>
                  <a:cubicBezTo>
                    <a:pt x="10086" y="6009"/>
                    <a:pt x="10234" y="4923"/>
                    <a:pt x="9802" y="3972"/>
                  </a:cubicBezTo>
                  <a:cubicBezTo>
                    <a:pt x="9543" y="3404"/>
                    <a:pt x="9061" y="2972"/>
                    <a:pt x="8568" y="2614"/>
                  </a:cubicBezTo>
                  <a:cubicBezTo>
                    <a:pt x="8345" y="2466"/>
                    <a:pt x="8123" y="2318"/>
                    <a:pt x="7889" y="2182"/>
                  </a:cubicBezTo>
                  <a:cubicBezTo>
                    <a:pt x="7839" y="2479"/>
                    <a:pt x="7753" y="2763"/>
                    <a:pt x="7630" y="3022"/>
                  </a:cubicBezTo>
                  <a:cubicBezTo>
                    <a:pt x="7778" y="3059"/>
                    <a:pt x="7913" y="3219"/>
                    <a:pt x="7839" y="3355"/>
                  </a:cubicBezTo>
                  <a:cubicBezTo>
                    <a:pt x="7780" y="3452"/>
                    <a:pt x="7671" y="3481"/>
                    <a:pt x="7559" y="3481"/>
                  </a:cubicBezTo>
                  <a:cubicBezTo>
                    <a:pt x="7485" y="3481"/>
                    <a:pt x="7409" y="3468"/>
                    <a:pt x="7346" y="3454"/>
                  </a:cubicBezTo>
                  <a:cubicBezTo>
                    <a:pt x="7321" y="3454"/>
                    <a:pt x="7284" y="3441"/>
                    <a:pt x="7272" y="3429"/>
                  </a:cubicBezTo>
                  <a:cubicBezTo>
                    <a:pt x="7074" y="3355"/>
                    <a:pt x="6901" y="3269"/>
                    <a:pt x="6728" y="3158"/>
                  </a:cubicBezTo>
                  <a:cubicBezTo>
                    <a:pt x="6679" y="3133"/>
                    <a:pt x="6617" y="3108"/>
                    <a:pt x="6568" y="3071"/>
                  </a:cubicBezTo>
                  <a:cubicBezTo>
                    <a:pt x="6556" y="3071"/>
                    <a:pt x="6543" y="3059"/>
                    <a:pt x="6531" y="3046"/>
                  </a:cubicBezTo>
                  <a:cubicBezTo>
                    <a:pt x="6420" y="2985"/>
                    <a:pt x="6346" y="2874"/>
                    <a:pt x="6333" y="2750"/>
                  </a:cubicBezTo>
                  <a:cubicBezTo>
                    <a:pt x="6333" y="2603"/>
                    <a:pt x="6451" y="2541"/>
                    <a:pt x="6574" y="2541"/>
                  </a:cubicBezTo>
                  <a:cubicBezTo>
                    <a:pt x="6605" y="2541"/>
                    <a:pt x="6637" y="2545"/>
                    <a:pt x="6667" y="2553"/>
                  </a:cubicBezTo>
                  <a:lnTo>
                    <a:pt x="6667" y="2516"/>
                  </a:lnTo>
                  <a:cubicBezTo>
                    <a:pt x="6679" y="2380"/>
                    <a:pt x="6704" y="2256"/>
                    <a:pt x="6716" y="2121"/>
                  </a:cubicBezTo>
                  <a:cubicBezTo>
                    <a:pt x="6728" y="1948"/>
                    <a:pt x="6741" y="1763"/>
                    <a:pt x="6741" y="1578"/>
                  </a:cubicBezTo>
                  <a:cubicBezTo>
                    <a:pt x="6222" y="1294"/>
                    <a:pt x="5729" y="985"/>
                    <a:pt x="5198" y="738"/>
                  </a:cubicBezTo>
                  <a:cubicBezTo>
                    <a:pt x="4902" y="602"/>
                    <a:pt x="4593" y="467"/>
                    <a:pt x="4284" y="355"/>
                  </a:cubicBezTo>
                  <a:cubicBezTo>
                    <a:pt x="4112" y="467"/>
                    <a:pt x="3963" y="627"/>
                    <a:pt x="3852" y="800"/>
                  </a:cubicBezTo>
                  <a:cubicBezTo>
                    <a:pt x="3840" y="837"/>
                    <a:pt x="3815" y="862"/>
                    <a:pt x="3803" y="899"/>
                  </a:cubicBezTo>
                  <a:cubicBezTo>
                    <a:pt x="3963" y="899"/>
                    <a:pt x="4161" y="1071"/>
                    <a:pt x="4074" y="1220"/>
                  </a:cubicBezTo>
                  <a:cubicBezTo>
                    <a:pt x="4015" y="1339"/>
                    <a:pt x="3888" y="1372"/>
                    <a:pt x="3759" y="1372"/>
                  </a:cubicBezTo>
                  <a:cubicBezTo>
                    <a:pt x="3674" y="1372"/>
                    <a:pt x="3588" y="1358"/>
                    <a:pt x="3519" y="1343"/>
                  </a:cubicBezTo>
                  <a:cubicBezTo>
                    <a:pt x="3321" y="1281"/>
                    <a:pt x="3136" y="1207"/>
                    <a:pt x="2951" y="1121"/>
                  </a:cubicBezTo>
                  <a:cubicBezTo>
                    <a:pt x="2791" y="1047"/>
                    <a:pt x="2556" y="936"/>
                    <a:pt x="2531" y="738"/>
                  </a:cubicBezTo>
                  <a:cubicBezTo>
                    <a:pt x="2511" y="571"/>
                    <a:pt x="2657" y="510"/>
                    <a:pt x="2800" y="510"/>
                  </a:cubicBezTo>
                  <a:cubicBezTo>
                    <a:pt x="2826" y="510"/>
                    <a:pt x="2852" y="512"/>
                    <a:pt x="2877" y="516"/>
                  </a:cubicBezTo>
                  <a:cubicBezTo>
                    <a:pt x="2988" y="355"/>
                    <a:pt x="3112" y="195"/>
                    <a:pt x="3247" y="47"/>
                  </a:cubicBezTo>
                  <a:cubicBezTo>
                    <a:pt x="3053" y="17"/>
                    <a:pt x="2854" y="1"/>
                    <a:pt x="2654" y="1"/>
                  </a:cubicBezTo>
                  <a:close/>
                </a:path>
              </a:pathLst>
            </a:custGeom>
            <a:solidFill>
              <a:srgbClr val="FFA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0" name="Google Shape;5790;p195"/>
            <p:cNvSpPr/>
            <p:nvPr/>
          </p:nvSpPr>
          <p:spPr>
            <a:xfrm>
              <a:off x="2524170" y="2066369"/>
              <a:ext cx="26095" cy="16564"/>
            </a:xfrm>
            <a:custGeom>
              <a:avLst/>
              <a:gdLst/>
              <a:ahLst/>
              <a:cxnLst/>
              <a:rect l="l" t="t" r="r" b="b"/>
              <a:pathLst>
                <a:path w="334" h="212" extrusionOk="0">
                  <a:moveTo>
                    <a:pt x="124" y="0"/>
                  </a:moveTo>
                  <a:cubicBezTo>
                    <a:pt x="87" y="74"/>
                    <a:pt x="38" y="136"/>
                    <a:pt x="1" y="198"/>
                  </a:cubicBezTo>
                  <a:cubicBezTo>
                    <a:pt x="25" y="210"/>
                    <a:pt x="50" y="210"/>
                    <a:pt x="75" y="210"/>
                  </a:cubicBezTo>
                  <a:cubicBezTo>
                    <a:pt x="95" y="210"/>
                    <a:pt x="121" y="211"/>
                    <a:pt x="148" y="211"/>
                  </a:cubicBezTo>
                  <a:cubicBezTo>
                    <a:pt x="202" y="211"/>
                    <a:pt x="260" y="206"/>
                    <a:pt x="285" y="173"/>
                  </a:cubicBezTo>
                  <a:cubicBezTo>
                    <a:pt x="334" y="124"/>
                    <a:pt x="285" y="87"/>
                    <a:pt x="248" y="62"/>
                  </a:cubicBezTo>
                  <a:cubicBezTo>
                    <a:pt x="211" y="25"/>
                    <a:pt x="161" y="13"/>
                    <a:pt x="124" y="0"/>
                  </a:cubicBezTo>
                  <a:close/>
                </a:path>
              </a:pathLst>
            </a:custGeom>
            <a:solidFill>
              <a:srgbClr val="FF6E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1" name="Google Shape;5791;p195"/>
            <p:cNvSpPr/>
            <p:nvPr/>
          </p:nvSpPr>
          <p:spPr>
            <a:xfrm>
              <a:off x="2328378" y="1826198"/>
              <a:ext cx="117742" cy="63754"/>
            </a:xfrm>
            <a:custGeom>
              <a:avLst/>
              <a:gdLst/>
              <a:ahLst/>
              <a:cxnLst/>
              <a:rect l="l" t="t" r="r" b="b"/>
              <a:pathLst>
                <a:path w="1507" h="816" extrusionOk="0">
                  <a:moveTo>
                    <a:pt x="470" y="1"/>
                  </a:moveTo>
                  <a:cubicBezTo>
                    <a:pt x="309" y="87"/>
                    <a:pt x="149" y="173"/>
                    <a:pt x="1" y="260"/>
                  </a:cubicBezTo>
                  <a:cubicBezTo>
                    <a:pt x="408" y="433"/>
                    <a:pt x="791" y="618"/>
                    <a:pt x="1186" y="815"/>
                  </a:cubicBezTo>
                  <a:cubicBezTo>
                    <a:pt x="1285" y="766"/>
                    <a:pt x="1396" y="704"/>
                    <a:pt x="1507" y="667"/>
                  </a:cubicBezTo>
                  <a:cubicBezTo>
                    <a:pt x="1346" y="445"/>
                    <a:pt x="1124" y="260"/>
                    <a:pt x="890" y="136"/>
                  </a:cubicBezTo>
                  <a:cubicBezTo>
                    <a:pt x="754" y="62"/>
                    <a:pt x="618" y="25"/>
                    <a:pt x="4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2" name="Google Shape;5792;p195"/>
            <p:cNvSpPr/>
            <p:nvPr/>
          </p:nvSpPr>
          <p:spPr>
            <a:xfrm>
              <a:off x="2159619" y="1764476"/>
              <a:ext cx="380102" cy="313536"/>
            </a:xfrm>
            <a:custGeom>
              <a:avLst/>
              <a:gdLst/>
              <a:ahLst/>
              <a:cxnLst/>
              <a:rect l="l" t="t" r="r" b="b"/>
              <a:pathLst>
                <a:path w="4865" h="4013" extrusionOk="0">
                  <a:moveTo>
                    <a:pt x="2576" y="1"/>
                  </a:moveTo>
                  <a:cubicBezTo>
                    <a:pt x="1478" y="1"/>
                    <a:pt x="469" y="637"/>
                    <a:pt x="1" y="1655"/>
                  </a:cubicBezTo>
                  <a:cubicBezTo>
                    <a:pt x="87" y="1716"/>
                    <a:pt x="198" y="1766"/>
                    <a:pt x="297" y="1803"/>
                  </a:cubicBezTo>
                  <a:cubicBezTo>
                    <a:pt x="445" y="1840"/>
                    <a:pt x="581" y="1889"/>
                    <a:pt x="729" y="1926"/>
                  </a:cubicBezTo>
                  <a:cubicBezTo>
                    <a:pt x="877" y="1544"/>
                    <a:pt x="1124" y="1210"/>
                    <a:pt x="1445" y="963"/>
                  </a:cubicBezTo>
                  <a:cubicBezTo>
                    <a:pt x="1752" y="724"/>
                    <a:pt x="2133" y="590"/>
                    <a:pt x="2530" y="590"/>
                  </a:cubicBezTo>
                  <a:cubicBezTo>
                    <a:pt x="2563" y="590"/>
                    <a:pt x="2596" y="591"/>
                    <a:pt x="2630" y="593"/>
                  </a:cubicBezTo>
                  <a:cubicBezTo>
                    <a:pt x="3062" y="605"/>
                    <a:pt x="3457" y="803"/>
                    <a:pt x="3741" y="1136"/>
                  </a:cubicBezTo>
                  <a:cubicBezTo>
                    <a:pt x="4037" y="1457"/>
                    <a:pt x="4198" y="1877"/>
                    <a:pt x="4198" y="2309"/>
                  </a:cubicBezTo>
                  <a:cubicBezTo>
                    <a:pt x="4198" y="2556"/>
                    <a:pt x="4161" y="2803"/>
                    <a:pt x="4087" y="3037"/>
                  </a:cubicBezTo>
                  <a:cubicBezTo>
                    <a:pt x="4062" y="3136"/>
                    <a:pt x="4025" y="3247"/>
                    <a:pt x="3963" y="3346"/>
                  </a:cubicBezTo>
                  <a:cubicBezTo>
                    <a:pt x="3914" y="3469"/>
                    <a:pt x="3877" y="3593"/>
                    <a:pt x="3852" y="3741"/>
                  </a:cubicBezTo>
                  <a:cubicBezTo>
                    <a:pt x="3914" y="3778"/>
                    <a:pt x="3988" y="3815"/>
                    <a:pt x="4062" y="3852"/>
                  </a:cubicBezTo>
                  <a:cubicBezTo>
                    <a:pt x="4198" y="3901"/>
                    <a:pt x="4333" y="3963"/>
                    <a:pt x="4469" y="4012"/>
                  </a:cubicBezTo>
                  <a:cubicBezTo>
                    <a:pt x="4605" y="3728"/>
                    <a:pt x="4704" y="3432"/>
                    <a:pt x="4765" y="3124"/>
                  </a:cubicBezTo>
                  <a:cubicBezTo>
                    <a:pt x="4827" y="2864"/>
                    <a:pt x="4864" y="2605"/>
                    <a:pt x="4852" y="2346"/>
                  </a:cubicBezTo>
                  <a:cubicBezTo>
                    <a:pt x="4840" y="1778"/>
                    <a:pt x="4630" y="1247"/>
                    <a:pt x="4259" y="828"/>
                  </a:cubicBezTo>
                  <a:cubicBezTo>
                    <a:pt x="3901" y="433"/>
                    <a:pt x="3371" y="75"/>
                    <a:pt x="2840" y="13"/>
                  </a:cubicBezTo>
                  <a:cubicBezTo>
                    <a:pt x="2752" y="5"/>
                    <a:pt x="2664" y="1"/>
                    <a:pt x="25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3" name="Google Shape;5793;p195"/>
            <p:cNvSpPr/>
            <p:nvPr/>
          </p:nvSpPr>
          <p:spPr>
            <a:xfrm>
              <a:off x="2467292" y="1779555"/>
              <a:ext cx="267205" cy="219389"/>
            </a:xfrm>
            <a:custGeom>
              <a:avLst/>
              <a:gdLst/>
              <a:ahLst/>
              <a:cxnLst/>
              <a:rect l="l" t="t" r="r" b="b"/>
              <a:pathLst>
                <a:path w="3420" h="2808" extrusionOk="0">
                  <a:moveTo>
                    <a:pt x="806" y="1"/>
                  </a:moveTo>
                  <a:cubicBezTo>
                    <a:pt x="533" y="1"/>
                    <a:pt x="261" y="35"/>
                    <a:pt x="0" y="104"/>
                  </a:cubicBezTo>
                  <a:cubicBezTo>
                    <a:pt x="235" y="264"/>
                    <a:pt x="445" y="449"/>
                    <a:pt x="618" y="672"/>
                  </a:cubicBezTo>
                  <a:cubicBezTo>
                    <a:pt x="729" y="820"/>
                    <a:pt x="840" y="968"/>
                    <a:pt x="926" y="1141"/>
                  </a:cubicBezTo>
                  <a:cubicBezTo>
                    <a:pt x="1358" y="1202"/>
                    <a:pt x="1753" y="1400"/>
                    <a:pt x="2062" y="1709"/>
                  </a:cubicBezTo>
                  <a:cubicBezTo>
                    <a:pt x="2346" y="2005"/>
                    <a:pt x="2531" y="2400"/>
                    <a:pt x="2568" y="2807"/>
                  </a:cubicBezTo>
                  <a:cubicBezTo>
                    <a:pt x="2840" y="2696"/>
                    <a:pt x="3123" y="2610"/>
                    <a:pt x="3420" y="2536"/>
                  </a:cubicBezTo>
                  <a:cubicBezTo>
                    <a:pt x="3148" y="1462"/>
                    <a:pt x="2593" y="338"/>
                    <a:pt x="1457" y="67"/>
                  </a:cubicBezTo>
                  <a:cubicBezTo>
                    <a:pt x="1243" y="23"/>
                    <a:pt x="1024" y="1"/>
                    <a:pt x="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4" name="Google Shape;5794;p195"/>
            <p:cNvSpPr/>
            <p:nvPr/>
          </p:nvSpPr>
          <p:spPr>
            <a:xfrm>
              <a:off x="2444166" y="2028710"/>
              <a:ext cx="18361" cy="22267"/>
            </a:xfrm>
            <a:custGeom>
              <a:avLst/>
              <a:gdLst/>
              <a:ahLst/>
              <a:cxnLst/>
              <a:rect l="l" t="t" r="r" b="b"/>
              <a:pathLst>
                <a:path w="235" h="285" extrusionOk="0">
                  <a:moveTo>
                    <a:pt x="235" y="1"/>
                  </a:moveTo>
                  <a:cubicBezTo>
                    <a:pt x="173" y="1"/>
                    <a:pt x="111" y="1"/>
                    <a:pt x="62" y="25"/>
                  </a:cubicBezTo>
                  <a:cubicBezTo>
                    <a:pt x="25" y="38"/>
                    <a:pt x="0" y="50"/>
                    <a:pt x="0" y="63"/>
                  </a:cubicBezTo>
                  <a:cubicBezTo>
                    <a:pt x="0" y="100"/>
                    <a:pt x="13" y="149"/>
                    <a:pt x="37" y="186"/>
                  </a:cubicBezTo>
                  <a:cubicBezTo>
                    <a:pt x="50" y="223"/>
                    <a:pt x="87" y="260"/>
                    <a:pt x="124" y="285"/>
                  </a:cubicBezTo>
                  <a:cubicBezTo>
                    <a:pt x="161" y="211"/>
                    <a:pt x="185" y="137"/>
                    <a:pt x="210" y="63"/>
                  </a:cubicBezTo>
                  <a:cubicBezTo>
                    <a:pt x="222" y="38"/>
                    <a:pt x="222" y="25"/>
                    <a:pt x="235" y="1"/>
                  </a:cubicBezTo>
                  <a:close/>
                </a:path>
              </a:pathLst>
            </a:custGeom>
            <a:solidFill>
              <a:srgbClr val="FF6E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5" name="Google Shape;5795;p195"/>
            <p:cNvSpPr/>
            <p:nvPr/>
          </p:nvSpPr>
          <p:spPr>
            <a:xfrm>
              <a:off x="2458620" y="3001814"/>
              <a:ext cx="34768" cy="125633"/>
            </a:xfrm>
            <a:custGeom>
              <a:avLst/>
              <a:gdLst/>
              <a:ahLst/>
              <a:cxnLst/>
              <a:rect l="l" t="t" r="r" b="b"/>
              <a:pathLst>
                <a:path w="445" h="1608" extrusionOk="0">
                  <a:moveTo>
                    <a:pt x="161" y="1"/>
                  </a:moveTo>
                  <a:cubicBezTo>
                    <a:pt x="37" y="396"/>
                    <a:pt x="0" y="815"/>
                    <a:pt x="74" y="1223"/>
                  </a:cubicBezTo>
                  <a:cubicBezTo>
                    <a:pt x="87" y="1334"/>
                    <a:pt x="124" y="1445"/>
                    <a:pt x="185" y="1556"/>
                  </a:cubicBezTo>
                  <a:cubicBezTo>
                    <a:pt x="196" y="1577"/>
                    <a:pt x="216" y="1608"/>
                    <a:pt x="237" y="1608"/>
                  </a:cubicBezTo>
                  <a:cubicBezTo>
                    <a:pt x="240" y="1608"/>
                    <a:pt x="244" y="1607"/>
                    <a:pt x="247" y="1605"/>
                  </a:cubicBezTo>
                  <a:cubicBezTo>
                    <a:pt x="260" y="1605"/>
                    <a:pt x="321" y="1519"/>
                    <a:pt x="346" y="1494"/>
                  </a:cubicBezTo>
                  <a:cubicBezTo>
                    <a:pt x="358" y="1457"/>
                    <a:pt x="371" y="1433"/>
                    <a:pt x="383" y="1396"/>
                  </a:cubicBezTo>
                  <a:cubicBezTo>
                    <a:pt x="383" y="1359"/>
                    <a:pt x="395" y="1334"/>
                    <a:pt x="395" y="1297"/>
                  </a:cubicBezTo>
                  <a:cubicBezTo>
                    <a:pt x="420" y="1198"/>
                    <a:pt x="420" y="1099"/>
                    <a:pt x="420" y="1001"/>
                  </a:cubicBezTo>
                  <a:cubicBezTo>
                    <a:pt x="445" y="766"/>
                    <a:pt x="432" y="532"/>
                    <a:pt x="408" y="297"/>
                  </a:cubicBezTo>
                  <a:cubicBezTo>
                    <a:pt x="395" y="211"/>
                    <a:pt x="371" y="137"/>
                    <a:pt x="334" y="62"/>
                  </a:cubicBezTo>
                  <a:lnTo>
                    <a:pt x="321" y="38"/>
                  </a:lnTo>
                  <a:lnTo>
                    <a:pt x="321" y="25"/>
                  </a:lnTo>
                  <a:cubicBezTo>
                    <a:pt x="309" y="13"/>
                    <a:pt x="309" y="13"/>
                    <a:pt x="309" y="13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rgbClr val="7E6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6" name="Google Shape;5796;p195"/>
            <p:cNvSpPr/>
            <p:nvPr/>
          </p:nvSpPr>
          <p:spPr>
            <a:xfrm>
              <a:off x="2224232" y="2808912"/>
              <a:ext cx="190090" cy="550816"/>
            </a:xfrm>
            <a:custGeom>
              <a:avLst/>
              <a:gdLst/>
              <a:ahLst/>
              <a:cxnLst/>
              <a:rect l="l" t="t" r="r" b="b"/>
              <a:pathLst>
                <a:path w="2433" h="7050" extrusionOk="0">
                  <a:moveTo>
                    <a:pt x="2161" y="1"/>
                  </a:moveTo>
                  <a:cubicBezTo>
                    <a:pt x="1741" y="606"/>
                    <a:pt x="1494" y="1359"/>
                    <a:pt x="1210" y="2013"/>
                  </a:cubicBezTo>
                  <a:cubicBezTo>
                    <a:pt x="852" y="2840"/>
                    <a:pt x="556" y="3679"/>
                    <a:pt x="248" y="4531"/>
                  </a:cubicBezTo>
                  <a:cubicBezTo>
                    <a:pt x="124" y="4864"/>
                    <a:pt x="1" y="5210"/>
                    <a:pt x="87" y="5568"/>
                  </a:cubicBezTo>
                  <a:cubicBezTo>
                    <a:pt x="161" y="5926"/>
                    <a:pt x="445" y="6148"/>
                    <a:pt x="704" y="6383"/>
                  </a:cubicBezTo>
                  <a:cubicBezTo>
                    <a:pt x="976" y="6642"/>
                    <a:pt x="1285" y="6852"/>
                    <a:pt x="1630" y="7025"/>
                  </a:cubicBezTo>
                  <a:lnTo>
                    <a:pt x="1717" y="7049"/>
                  </a:lnTo>
                  <a:cubicBezTo>
                    <a:pt x="1729" y="6938"/>
                    <a:pt x="1741" y="6827"/>
                    <a:pt x="1766" y="6716"/>
                  </a:cubicBezTo>
                  <a:cubicBezTo>
                    <a:pt x="1791" y="6519"/>
                    <a:pt x="1828" y="6321"/>
                    <a:pt x="1852" y="6111"/>
                  </a:cubicBezTo>
                  <a:cubicBezTo>
                    <a:pt x="1889" y="5729"/>
                    <a:pt x="1951" y="5358"/>
                    <a:pt x="2000" y="4976"/>
                  </a:cubicBezTo>
                  <a:cubicBezTo>
                    <a:pt x="2124" y="4173"/>
                    <a:pt x="2247" y="3371"/>
                    <a:pt x="2297" y="2569"/>
                  </a:cubicBezTo>
                  <a:cubicBezTo>
                    <a:pt x="2297" y="2482"/>
                    <a:pt x="2433" y="186"/>
                    <a:pt x="21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7" name="Google Shape;5797;p195"/>
            <p:cNvSpPr/>
            <p:nvPr/>
          </p:nvSpPr>
          <p:spPr>
            <a:xfrm>
              <a:off x="1473956" y="2335291"/>
              <a:ext cx="832319" cy="951389"/>
            </a:xfrm>
            <a:custGeom>
              <a:avLst/>
              <a:gdLst/>
              <a:ahLst/>
              <a:cxnLst/>
              <a:rect l="l" t="t" r="r" b="b"/>
              <a:pathLst>
                <a:path w="10653" h="12177" extrusionOk="0">
                  <a:moveTo>
                    <a:pt x="2331" y="0"/>
                  </a:moveTo>
                  <a:cubicBezTo>
                    <a:pt x="1845" y="0"/>
                    <a:pt x="1362" y="83"/>
                    <a:pt x="938" y="298"/>
                  </a:cubicBezTo>
                  <a:cubicBezTo>
                    <a:pt x="593" y="484"/>
                    <a:pt x="272" y="718"/>
                    <a:pt x="0" y="990"/>
                  </a:cubicBezTo>
                  <a:cubicBezTo>
                    <a:pt x="62" y="977"/>
                    <a:pt x="124" y="953"/>
                    <a:pt x="185" y="940"/>
                  </a:cubicBezTo>
                  <a:cubicBezTo>
                    <a:pt x="478" y="885"/>
                    <a:pt x="769" y="860"/>
                    <a:pt x="1059" y="860"/>
                  </a:cubicBezTo>
                  <a:cubicBezTo>
                    <a:pt x="1736" y="860"/>
                    <a:pt x="2405" y="993"/>
                    <a:pt x="3061" y="1175"/>
                  </a:cubicBezTo>
                  <a:cubicBezTo>
                    <a:pt x="4160" y="1471"/>
                    <a:pt x="5222" y="1915"/>
                    <a:pt x="6197" y="2496"/>
                  </a:cubicBezTo>
                  <a:cubicBezTo>
                    <a:pt x="7110" y="3026"/>
                    <a:pt x="7950" y="3705"/>
                    <a:pt x="8517" y="4606"/>
                  </a:cubicBezTo>
                  <a:cubicBezTo>
                    <a:pt x="8826" y="5100"/>
                    <a:pt x="9011" y="5643"/>
                    <a:pt x="9085" y="6223"/>
                  </a:cubicBezTo>
                  <a:cubicBezTo>
                    <a:pt x="9122" y="6816"/>
                    <a:pt x="9048" y="7421"/>
                    <a:pt x="8863" y="7989"/>
                  </a:cubicBezTo>
                  <a:cubicBezTo>
                    <a:pt x="8555" y="9063"/>
                    <a:pt x="8061" y="10186"/>
                    <a:pt x="7271" y="11001"/>
                  </a:cubicBezTo>
                  <a:cubicBezTo>
                    <a:pt x="6913" y="11359"/>
                    <a:pt x="6481" y="11655"/>
                    <a:pt x="5950" y="11655"/>
                  </a:cubicBezTo>
                  <a:cubicBezTo>
                    <a:pt x="5678" y="11642"/>
                    <a:pt x="5394" y="11605"/>
                    <a:pt x="5123" y="11544"/>
                  </a:cubicBezTo>
                  <a:lnTo>
                    <a:pt x="5123" y="11544"/>
                  </a:lnTo>
                  <a:cubicBezTo>
                    <a:pt x="5407" y="11667"/>
                    <a:pt x="5703" y="11778"/>
                    <a:pt x="5999" y="11852"/>
                  </a:cubicBezTo>
                  <a:cubicBezTo>
                    <a:pt x="6530" y="12013"/>
                    <a:pt x="7061" y="12111"/>
                    <a:pt x="7604" y="12161"/>
                  </a:cubicBezTo>
                  <a:cubicBezTo>
                    <a:pt x="7721" y="12171"/>
                    <a:pt x="7839" y="12177"/>
                    <a:pt x="7957" y="12177"/>
                  </a:cubicBezTo>
                  <a:cubicBezTo>
                    <a:pt x="8289" y="12177"/>
                    <a:pt x="8618" y="12127"/>
                    <a:pt x="8900" y="11963"/>
                  </a:cubicBezTo>
                  <a:cubicBezTo>
                    <a:pt x="9122" y="11716"/>
                    <a:pt x="9307" y="11445"/>
                    <a:pt x="9468" y="11161"/>
                  </a:cubicBezTo>
                  <a:cubicBezTo>
                    <a:pt x="9517" y="10840"/>
                    <a:pt x="9604" y="10531"/>
                    <a:pt x="9715" y="10223"/>
                  </a:cubicBezTo>
                  <a:cubicBezTo>
                    <a:pt x="9851" y="9816"/>
                    <a:pt x="9986" y="9408"/>
                    <a:pt x="10147" y="9001"/>
                  </a:cubicBezTo>
                  <a:cubicBezTo>
                    <a:pt x="10233" y="8556"/>
                    <a:pt x="10307" y="8100"/>
                    <a:pt x="10381" y="7643"/>
                  </a:cubicBezTo>
                  <a:cubicBezTo>
                    <a:pt x="10493" y="6878"/>
                    <a:pt x="10653" y="6075"/>
                    <a:pt x="10554" y="5285"/>
                  </a:cubicBezTo>
                  <a:cubicBezTo>
                    <a:pt x="10455" y="4446"/>
                    <a:pt x="9962" y="3804"/>
                    <a:pt x="9345" y="3261"/>
                  </a:cubicBezTo>
                  <a:cubicBezTo>
                    <a:pt x="8234" y="2310"/>
                    <a:pt x="6999" y="1520"/>
                    <a:pt x="5666" y="903"/>
                  </a:cubicBezTo>
                  <a:cubicBezTo>
                    <a:pt x="4962" y="558"/>
                    <a:pt x="4209" y="298"/>
                    <a:pt x="3444" y="126"/>
                  </a:cubicBezTo>
                  <a:cubicBezTo>
                    <a:pt x="3088" y="50"/>
                    <a:pt x="2709" y="0"/>
                    <a:pt x="2331" y="0"/>
                  </a:cubicBezTo>
                  <a:close/>
                </a:path>
              </a:pathLst>
            </a:custGeom>
            <a:solidFill>
              <a:srgbClr val="FFA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8" name="Google Shape;5798;p195"/>
            <p:cNvSpPr/>
            <p:nvPr/>
          </p:nvSpPr>
          <p:spPr>
            <a:xfrm>
              <a:off x="1278164" y="2422874"/>
              <a:ext cx="897948" cy="804114"/>
            </a:xfrm>
            <a:custGeom>
              <a:avLst/>
              <a:gdLst/>
              <a:ahLst/>
              <a:cxnLst/>
              <a:rect l="l" t="t" r="r" b="b"/>
              <a:pathLst>
                <a:path w="11493" h="10292" extrusionOk="0">
                  <a:moveTo>
                    <a:pt x="2288" y="1039"/>
                  </a:moveTo>
                  <a:cubicBezTo>
                    <a:pt x="2439" y="1039"/>
                    <a:pt x="2596" y="1117"/>
                    <a:pt x="2716" y="1177"/>
                  </a:cubicBezTo>
                  <a:cubicBezTo>
                    <a:pt x="3025" y="1313"/>
                    <a:pt x="3333" y="1424"/>
                    <a:pt x="3654" y="1560"/>
                  </a:cubicBezTo>
                  <a:cubicBezTo>
                    <a:pt x="4308" y="1819"/>
                    <a:pt x="4950" y="2128"/>
                    <a:pt x="5592" y="2436"/>
                  </a:cubicBezTo>
                  <a:cubicBezTo>
                    <a:pt x="6222" y="2745"/>
                    <a:pt x="6876" y="3053"/>
                    <a:pt x="7505" y="3399"/>
                  </a:cubicBezTo>
                  <a:cubicBezTo>
                    <a:pt x="8123" y="3708"/>
                    <a:pt x="8728" y="4066"/>
                    <a:pt x="9308" y="4448"/>
                  </a:cubicBezTo>
                  <a:cubicBezTo>
                    <a:pt x="9555" y="4633"/>
                    <a:pt x="9826" y="4794"/>
                    <a:pt x="10073" y="4967"/>
                  </a:cubicBezTo>
                  <a:cubicBezTo>
                    <a:pt x="10332" y="5115"/>
                    <a:pt x="10554" y="5300"/>
                    <a:pt x="10740" y="5534"/>
                  </a:cubicBezTo>
                  <a:cubicBezTo>
                    <a:pt x="10770" y="5595"/>
                    <a:pt x="10718" y="5671"/>
                    <a:pt x="10658" y="5671"/>
                  </a:cubicBezTo>
                  <a:cubicBezTo>
                    <a:pt x="10644" y="5671"/>
                    <a:pt x="10630" y="5667"/>
                    <a:pt x="10616" y="5658"/>
                  </a:cubicBezTo>
                  <a:cubicBezTo>
                    <a:pt x="10542" y="5609"/>
                    <a:pt x="10468" y="5534"/>
                    <a:pt x="10394" y="5473"/>
                  </a:cubicBezTo>
                  <a:cubicBezTo>
                    <a:pt x="10394" y="5572"/>
                    <a:pt x="10394" y="5658"/>
                    <a:pt x="10369" y="5744"/>
                  </a:cubicBezTo>
                  <a:cubicBezTo>
                    <a:pt x="10332" y="6028"/>
                    <a:pt x="10246" y="6324"/>
                    <a:pt x="10135" y="6596"/>
                  </a:cubicBezTo>
                  <a:cubicBezTo>
                    <a:pt x="10098" y="6695"/>
                    <a:pt x="10061" y="6781"/>
                    <a:pt x="9999" y="6868"/>
                  </a:cubicBezTo>
                  <a:cubicBezTo>
                    <a:pt x="9937" y="6991"/>
                    <a:pt x="9826" y="7065"/>
                    <a:pt x="9690" y="7090"/>
                  </a:cubicBezTo>
                  <a:cubicBezTo>
                    <a:pt x="9687" y="7090"/>
                    <a:pt x="9683" y="7090"/>
                    <a:pt x="9680" y="7090"/>
                  </a:cubicBezTo>
                  <a:cubicBezTo>
                    <a:pt x="9432" y="7090"/>
                    <a:pt x="9468" y="6643"/>
                    <a:pt x="9493" y="6473"/>
                  </a:cubicBezTo>
                  <a:cubicBezTo>
                    <a:pt x="9542" y="6004"/>
                    <a:pt x="9727" y="5559"/>
                    <a:pt x="10024" y="5189"/>
                  </a:cubicBezTo>
                  <a:cubicBezTo>
                    <a:pt x="9950" y="5139"/>
                    <a:pt x="9875" y="5090"/>
                    <a:pt x="9801" y="5041"/>
                  </a:cubicBezTo>
                  <a:cubicBezTo>
                    <a:pt x="9518" y="4856"/>
                    <a:pt x="9246" y="4658"/>
                    <a:pt x="8962" y="4473"/>
                  </a:cubicBezTo>
                  <a:cubicBezTo>
                    <a:pt x="8394" y="4127"/>
                    <a:pt x="7814" y="3806"/>
                    <a:pt x="7222" y="3522"/>
                  </a:cubicBezTo>
                  <a:lnTo>
                    <a:pt x="7209" y="3522"/>
                  </a:lnTo>
                  <a:lnTo>
                    <a:pt x="5358" y="2597"/>
                  </a:lnTo>
                  <a:cubicBezTo>
                    <a:pt x="4740" y="2288"/>
                    <a:pt x="4123" y="1992"/>
                    <a:pt x="3494" y="1733"/>
                  </a:cubicBezTo>
                  <a:cubicBezTo>
                    <a:pt x="3247" y="1621"/>
                    <a:pt x="2988" y="1535"/>
                    <a:pt x="2741" y="1424"/>
                  </a:cubicBezTo>
                  <a:cubicBezTo>
                    <a:pt x="2580" y="1332"/>
                    <a:pt x="2366" y="1187"/>
                    <a:pt x="2168" y="1187"/>
                  </a:cubicBezTo>
                  <a:cubicBezTo>
                    <a:pt x="2153" y="1187"/>
                    <a:pt x="2138" y="1188"/>
                    <a:pt x="2123" y="1189"/>
                  </a:cubicBezTo>
                  <a:cubicBezTo>
                    <a:pt x="2074" y="1189"/>
                    <a:pt x="2062" y="1115"/>
                    <a:pt x="2099" y="1091"/>
                  </a:cubicBezTo>
                  <a:cubicBezTo>
                    <a:pt x="2159" y="1053"/>
                    <a:pt x="2223" y="1039"/>
                    <a:pt x="2288" y="1039"/>
                  </a:cubicBezTo>
                  <a:close/>
                  <a:moveTo>
                    <a:pt x="3587" y="0"/>
                  </a:moveTo>
                  <a:cubicBezTo>
                    <a:pt x="3094" y="0"/>
                    <a:pt x="2602" y="72"/>
                    <a:pt x="2161" y="251"/>
                  </a:cubicBezTo>
                  <a:lnTo>
                    <a:pt x="2136" y="251"/>
                  </a:lnTo>
                  <a:cubicBezTo>
                    <a:pt x="1914" y="498"/>
                    <a:pt x="1704" y="770"/>
                    <a:pt x="1519" y="1054"/>
                  </a:cubicBezTo>
                  <a:cubicBezTo>
                    <a:pt x="1025" y="1745"/>
                    <a:pt x="655" y="2510"/>
                    <a:pt x="395" y="3325"/>
                  </a:cubicBezTo>
                  <a:cubicBezTo>
                    <a:pt x="383" y="3337"/>
                    <a:pt x="383" y="3350"/>
                    <a:pt x="371" y="3362"/>
                  </a:cubicBezTo>
                  <a:cubicBezTo>
                    <a:pt x="223" y="3819"/>
                    <a:pt x="111" y="4288"/>
                    <a:pt x="62" y="4757"/>
                  </a:cubicBezTo>
                  <a:cubicBezTo>
                    <a:pt x="0" y="5238"/>
                    <a:pt x="74" y="5720"/>
                    <a:pt x="284" y="6152"/>
                  </a:cubicBezTo>
                  <a:cubicBezTo>
                    <a:pt x="531" y="6596"/>
                    <a:pt x="877" y="6979"/>
                    <a:pt x="1309" y="7275"/>
                  </a:cubicBezTo>
                  <a:cubicBezTo>
                    <a:pt x="2235" y="7942"/>
                    <a:pt x="3197" y="8596"/>
                    <a:pt x="4271" y="8991"/>
                  </a:cubicBezTo>
                  <a:cubicBezTo>
                    <a:pt x="4814" y="9201"/>
                    <a:pt x="5333" y="9435"/>
                    <a:pt x="5864" y="9657"/>
                  </a:cubicBezTo>
                  <a:cubicBezTo>
                    <a:pt x="6382" y="9867"/>
                    <a:pt x="6901" y="10028"/>
                    <a:pt x="7444" y="10139"/>
                  </a:cubicBezTo>
                  <a:cubicBezTo>
                    <a:pt x="7755" y="10211"/>
                    <a:pt x="8082" y="10292"/>
                    <a:pt x="8402" y="10292"/>
                  </a:cubicBezTo>
                  <a:cubicBezTo>
                    <a:pt x="8629" y="10292"/>
                    <a:pt x="8851" y="10251"/>
                    <a:pt x="9061" y="10139"/>
                  </a:cubicBezTo>
                  <a:cubicBezTo>
                    <a:pt x="9493" y="9880"/>
                    <a:pt x="9851" y="9509"/>
                    <a:pt x="10110" y="9065"/>
                  </a:cubicBezTo>
                  <a:cubicBezTo>
                    <a:pt x="10406" y="8583"/>
                    <a:pt x="10653" y="8065"/>
                    <a:pt x="10851" y="7534"/>
                  </a:cubicBezTo>
                  <a:cubicBezTo>
                    <a:pt x="11061" y="6991"/>
                    <a:pt x="11307" y="6423"/>
                    <a:pt x="11369" y="5843"/>
                  </a:cubicBezTo>
                  <a:cubicBezTo>
                    <a:pt x="11493" y="4707"/>
                    <a:pt x="11036" y="3683"/>
                    <a:pt x="10246" y="2881"/>
                  </a:cubicBezTo>
                  <a:cubicBezTo>
                    <a:pt x="9518" y="2177"/>
                    <a:pt x="8616" y="1634"/>
                    <a:pt x="7728" y="1177"/>
                  </a:cubicBezTo>
                  <a:cubicBezTo>
                    <a:pt x="6777" y="696"/>
                    <a:pt x="5765" y="338"/>
                    <a:pt x="4728" y="116"/>
                  </a:cubicBezTo>
                  <a:cubicBezTo>
                    <a:pt x="4364" y="45"/>
                    <a:pt x="3975" y="0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9" name="Google Shape;5799;p195"/>
            <p:cNvSpPr/>
            <p:nvPr/>
          </p:nvSpPr>
          <p:spPr>
            <a:xfrm>
              <a:off x="2646677" y="1981520"/>
              <a:ext cx="394556" cy="1221953"/>
            </a:xfrm>
            <a:custGeom>
              <a:avLst/>
              <a:gdLst/>
              <a:ahLst/>
              <a:cxnLst/>
              <a:rect l="l" t="t" r="r" b="b"/>
              <a:pathLst>
                <a:path w="5050" h="15640" extrusionOk="0">
                  <a:moveTo>
                    <a:pt x="2147" y="1"/>
                  </a:moveTo>
                  <a:cubicBezTo>
                    <a:pt x="1422" y="1"/>
                    <a:pt x="670" y="256"/>
                    <a:pt x="0" y="481"/>
                  </a:cubicBezTo>
                  <a:cubicBezTo>
                    <a:pt x="235" y="654"/>
                    <a:pt x="445" y="864"/>
                    <a:pt x="642" y="1086"/>
                  </a:cubicBezTo>
                  <a:cubicBezTo>
                    <a:pt x="741" y="1197"/>
                    <a:pt x="827" y="1321"/>
                    <a:pt x="902" y="1457"/>
                  </a:cubicBezTo>
                  <a:cubicBezTo>
                    <a:pt x="1229" y="1278"/>
                    <a:pt x="1586" y="1192"/>
                    <a:pt x="1941" y="1192"/>
                  </a:cubicBezTo>
                  <a:cubicBezTo>
                    <a:pt x="2497" y="1192"/>
                    <a:pt x="3047" y="1403"/>
                    <a:pt x="3469" y="1802"/>
                  </a:cubicBezTo>
                  <a:cubicBezTo>
                    <a:pt x="4234" y="2555"/>
                    <a:pt x="4037" y="3851"/>
                    <a:pt x="3716" y="4765"/>
                  </a:cubicBezTo>
                  <a:cubicBezTo>
                    <a:pt x="3259" y="6036"/>
                    <a:pt x="2457" y="7184"/>
                    <a:pt x="2247" y="8542"/>
                  </a:cubicBezTo>
                  <a:cubicBezTo>
                    <a:pt x="2037" y="9900"/>
                    <a:pt x="2654" y="11307"/>
                    <a:pt x="2049" y="12615"/>
                  </a:cubicBezTo>
                  <a:cubicBezTo>
                    <a:pt x="1766" y="13220"/>
                    <a:pt x="1321" y="13726"/>
                    <a:pt x="778" y="14109"/>
                  </a:cubicBezTo>
                  <a:cubicBezTo>
                    <a:pt x="679" y="14627"/>
                    <a:pt x="544" y="15134"/>
                    <a:pt x="395" y="15640"/>
                  </a:cubicBezTo>
                  <a:cubicBezTo>
                    <a:pt x="642" y="15479"/>
                    <a:pt x="902" y="15343"/>
                    <a:pt x="1148" y="15171"/>
                  </a:cubicBezTo>
                  <a:cubicBezTo>
                    <a:pt x="1494" y="14961"/>
                    <a:pt x="1803" y="14701"/>
                    <a:pt x="2074" y="14418"/>
                  </a:cubicBezTo>
                  <a:cubicBezTo>
                    <a:pt x="2370" y="14109"/>
                    <a:pt x="2543" y="13714"/>
                    <a:pt x="2568" y="13282"/>
                  </a:cubicBezTo>
                  <a:cubicBezTo>
                    <a:pt x="2568" y="12875"/>
                    <a:pt x="2531" y="12455"/>
                    <a:pt x="2556" y="12048"/>
                  </a:cubicBezTo>
                  <a:cubicBezTo>
                    <a:pt x="2580" y="11319"/>
                    <a:pt x="2728" y="10591"/>
                    <a:pt x="3000" y="9912"/>
                  </a:cubicBezTo>
                  <a:cubicBezTo>
                    <a:pt x="3284" y="9221"/>
                    <a:pt x="3617" y="8554"/>
                    <a:pt x="3938" y="7875"/>
                  </a:cubicBezTo>
                  <a:cubicBezTo>
                    <a:pt x="4284" y="7209"/>
                    <a:pt x="4568" y="6517"/>
                    <a:pt x="4790" y="5802"/>
                  </a:cubicBezTo>
                  <a:cubicBezTo>
                    <a:pt x="4975" y="5123"/>
                    <a:pt x="5049" y="4431"/>
                    <a:pt x="5000" y="3740"/>
                  </a:cubicBezTo>
                  <a:cubicBezTo>
                    <a:pt x="4901" y="2518"/>
                    <a:pt x="4494" y="1000"/>
                    <a:pt x="3370" y="321"/>
                  </a:cubicBezTo>
                  <a:cubicBezTo>
                    <a:pt x="2987" y="88"/>
                    <a:pt x="2572" y="1"/>
                    <a:pt x="21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195"/>
            <p:cNvSpPr/>
            <p:nvPr/>
          </p:nvSpPr>
          <p:spPr>
            <a:xfrm>
              <a:off x="2374709" y="2957437"/>
              <a:ext cx="326036" cy="409089"/>
            </a:xfrm>
            <a:custGeom>
              <a:avLst/>
              <a:gdLst/>
              <a:ahLst/>
              <a:cxnLst/>
              <a:rect l="l" t="t" r="r" b="b"/>
              <a:pathLst>
                <a:path w="4173" h="5236" extrusionOk="0">
                  <a:moveTo>
                    <a:pt x="4173" y="1"/>
                  </a:moveTo>
                  <a:lnTo>
                    <a:pt x="4173" y="1"/>
                  </a:lnTo>
                  <a:cubicBezTo>
                    <a:pt x="3963" y="124"/>
                    <a:pt x="3728" y="198"/>
                    <a:pt x="3481" y="235"/>
                  </a:cubicBezTo>
                  <a:cubicBezTo>
                    <a:pt x="3185" y="285"/>
                    <a:pt x="2901" y="334"/>
                    <a:pt x="2605" y="384"/>
                  </a:cubicBezTo>
                  <a:cubicBezTo>
                    <a:pt x="2284" y="445"/>
                    <a:pt x="1963" y="507"/>
                    <a:pt x="1630" y="556"/>
                  </a:cubicBezTo>
                  <a:lnTo>
                    <a:pt x="1580" y="556"/>
                  </a:lnTo>
                  <a:cubicBezTo>
                    <a:pt x="1617" y="643"/>
                    <a:pt x="1642" y="729"/>
                    <a:pt x="1654" y="828"/>
                  </a:cubicBezTo>
                  <a:cubicBezTo>
                    <a:pt x="1679" y="1112"/>
                    <a:pt x="1679" y="1396"/>
                    <a:pt x="1654" y="1680"/>
                  </a:cubicBezTo>
                  <a:cubicBezTo>
                    <a:pt x="1630" y="1877"/>
                    <a:pt x="1605" y="2161"/>
                    <a:pt x="1408" y="2285"/>
                  </a:cubicBezTo>
                  <a:cubicBezTo>
                    <a:pt x="1372" y="2306"/>
                    <a:pt x="1339" y="2316"/>
                    <a:pt x="1309" y="2316"/>
                  </a:cubicBezTo>
                  <a:cubicBezTo>
                    <a:pt x="1120" y="2316"/>
                    <a:pt x="1034" y="1929"/>
                    <a:pt x="1013" y="1791"/>
                  </a:cubicBezTo>
                  <a:cubicBezTo>
                    <a:pt x="951" y="1383"/>
                    <a:pt x="988" y="951"/>
                    <a:pt x="1136" y="569"/>
                  </a:cubicBezTo>
                  <a:cubicBezTo>
                    <a:pt x="963" y="556"/>
                    <a:pt x="790" y="532"/>
                    <a:pt x="630" y="507"/>
                  </a:cubicBezTo>
                  <a:cubicBezTo>
                    <a:pt x="618" y="779"/>
                    <a:pt x="605" y="1063"/>
                    <a:pt x="568" y="1334"/>
                  </a:cubicBezTo>
                  <a:cubicBezTo>
                    <a:pt x="507" y="2013"/>
                    <a:pt x="420" y="2692"/>
                    <a:pt x="309" y="3371"/>
                  </a:cubicBezTo>
                  <a:cubicBezTo>
                    <a:pt x="260" y="3716"/>
                    <a:pt x="210" y="4062"/>
                    <a:pt x="149" y="4395"/>
                  </a:cubicBezTo>
                  <a:cubicBezTo>
                    <a:pt x="124" y="4568"/>
                    <a:pt x="87" y="4741"/>
                    <a:pt x="50" y="4914"/>
                  </a:cubicBezTo>
                  <a:cubicBezTo>
                    <a:pt x="25" y="5013"/>
                    <a:pt x="25" y="5111"/>
                    <a:pt x="0" y="5210"/>
                  </a:cubicBezTo>
                  <a:cubicBezTo>
                    <a:pt x="135" y="5226"/>
                    <a:pt x="272" y="5235"/>
                    <a:pt x="410" y="5235"/>
                  </a:cubicBezTo>
                  <a:cubicBezTo>
                    <a:pt x="587" y="5235"/>
                    <a:pt x="765" y="5220"/>
                    <a:pt x="939" y="5185"/>
                  </a:cubicBezTo>
                  <a:cubicBezTo>
                    <a:pt x="1358" y="5099"/>
                    <a:pt x="1766" y="5000"/>
                    <a:pt x="2173" y="4877"/>
                  </a:cubicBezTo>
                  <a:cubicBezTo>
                    <a:pt x="2506" y="4778"/>
                    <a:pt x="2790" y="4729"/>
                    <a:pt x="3025" y="4457"/>
                  </a:cubicBezTo>
                  <a:cubicBezTo>
                    <a:pt x="3432" y="3988"/>
                    <a:pt x="3555" y="3309"/>
                    <a:pt x="3716" y="2729"/>
                  </a:cubicBezTo>
                  <a:cubicBezTo>
                    <a:pt x="3938" y="1902"/>
                    <a:pt x="4086" y="1050"/>
                    <a:pt x="4160" y="198"/>
                  </a:cubicBezTo>
                  <a:cubicBezTo>
                    <a:pt x="4160" y="149"/>
                    <a:pt x="4160" y="75"/>
                    <a:pt x="4173" y="1"/>
                  </a:cubicBezTo>
                  <a:close/>
                </a:path>
              </a:pathLst>
            </a:custGeom>
            <a:solidFill>
              <a:srgbClr val="FFA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195"/>
            <p:cNvSpPr/>
            <p:nvPr/>
          </p:nvSpPr>
          <p:spPr>
            <a:xfrm>
              <a:off x="2029455" y="2833055"/>
              <a:ext cx="47347" cy="131493"/>
            </a:xfrm>
            <a:custGeom>
              <a:avLst/>
              <a:gdLst/>
              <a:ahLst/>
              <a:cxnLst/>
              <a:rect l="l" t="t" r="r" b="b"/>
              <a:pathLst>
                <a:path w="606" h="1683" extrusionOk="0">
                  <a:moveTo>
                    <a:pt x="482" y="1"/>
                  </a:moveTo>
                  <a:cubicBezTo>
                    <a:pt x="222" y="371"/>
                    <a:pt x="62" y="803"/>
                    <a:pt x="13" y="1260"/>
                  </a:cubicBezTo>
                  <a:cubicBezTo>
                    <a:pt x="0" y="1358"/>
                    <a:pt x="0" y="1469"/>
                    <a:pt x="25" y="1581"/>
                  </a:cubicBezTo>
                  <a:cubicBezTo>
                    <a:pt x="42" y="1640"/>
                    <a:pt x="53" y="1682"/>
                    <a:pt x="87" y="1682"/>
                  </a:cubicBezTo>
                  <a:cubicBezTo>
                    <a:pt x="102" y="1682"/>
                    <a:pt x="122" y="1674"/>
                    <a:pt x="148" y="1655"/>
                  </a:cubicBezTo>
                  <a:cubicBezTo>
                    <a:pt x="173" y="1630"/>
                    <a:pt x="210" y="1605"/>
                    <a:pt x="235" y="1581"/>
                  </a:cubicBezTo>
                  <a:cubicBezTo>
                    <a:pt x="253" y="1562"/>
                    <a:pt x="253" y="1562"/>
                    <a:pt x="252" y="1562"/>
                  </a:cubicBezTo>
                  <a:cubicBezTo>
                    <a:pt x="250" y="1562"/>
                    <a:pt x="247" y="1562"/>
                    <a:pt x="259" y="1544"/>
                  </a:cubicBezTo>
                  <a:cubicBezTo>
                    <a:pt x="272" y="1519"/>
                    <a:pt x="284" y="1494"/>
                    <a:pt x="309" y="1457"/>
                  </a:cubicBezTo>
                  <a:cubicBezTo>
                    <a:pt x="346" y="1371"/>
                    <a:pt x="383" y="1272"/>
                    <a:pt x="408" y="1186"/>
                  </a:cubicBezTo>
                  <a:cubicBezTo>
                    <a:pt x="494" y="939"/>
                    <a:pt x="556" y="692"/>
                    <a:pt x="593" y="445"/>
                  </a:cubicBezTo>
                  <a:cubicBezTo>
                    <a:pt x="605" y="359"/>
                    <a:pt x="605" y="272"/>
                    <a:pt x="593" y="186"/>
                  </a:cubicBezTo>
                  <a:cubicBezTo>
                    <a:pt x="580" y="161"/>
                    <a:pt x="568" y="136"/>
                    <a:pt x="556" y="112"/>
                  </a:cubicBezTo>
                  <a:lnTo>
                    <a:pt x="519" y="87"/>
                  </a:lnTo>
                  <a:cubicBezTo>
                    <a:pt x="506" y="62"/>
                    <a:pt x="506" y="50"/>
                    <a:pt x="519" y="25"/>
                  </a:cubicBezTo>
                  <a:lnTo>
                    <a:pt x="482" y="1"/>
                  </a:lnTo>
                  <a:close/>
                </a:path>
              </a:pathLst>
            </a:custGeom>
            <a:solidFill>
              <a:srgbClr val="7E6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195"/>
            <p:cNvSpPr/>
            <p:nvPr/>
          </p:nvSpPr>
          <p:spPr>
            <a:xfrm>
              <a:off x="2723791" y="2097230"/>
              <a:ext cx="25158" cy="67582"/>
            </a:xfrm>
            <a:custGeom>
              <a:avLst/>
              <a:gdLst/>
              <a:ahLst/>
              <a:cxnLst/>
              <a:rect l="l" t="t" r="r" b="b"/>
              <a:pathLst>
                <a:path w="322" h="865" extrusionOk="0">
                  <a:moveTo>
                    <a:pt x="322" y="0"/>
                  </a:moveTo>
                  <a:cubicBezTo>
                    <a:pt x="211" y="37"/>
                    <a:pt x="100" y="74"/>
                    <a:pt x="1" y="124"/>
                  </a:cubicBezTo>
                  <a:cubicBezTo>
                    <a:pt x="112" y="358"/>
                    <a:pt x="211" y="605"/>
                    <a:pt x="260" y="864"/>
                  </a:cubicBezTo>
                  <a:cubicBezTo>
                    <a:pt x="310" y="580"/>
                    <a:pt x="322" y="296"/>
                    <a:pt x="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195"/>
            <p:cNvSpPr/>
            <p:nvPr/>
          </p:nvSpPr>
          <p:spPr>
            <a:xfrm>
              <a:off x="2329394" y="2316149"/>
              <a:ext cx="62738" cy="122273"/>
            </a:xfrm>
            <a:custGeom>
              <a:avLst/>
              <a:gdLst/>
              <a:ahLst/>
              <a:cxnLst/>
              <a:rect l="l" t="t" r="r" b="b"/>
              <a:pathLst>
                <a:path w="803" h="1565" extrusionOk="0">
                  <a:moveTo>
                    <a:pt x="704" y="0"/>
                  </a:moveTo>
                  <a:cubicBezTo>
                    <a:pt x="395" y="321"/>
                    <a:pt x="173" y="692"/>
                    <a:pt x="50" y="1111"/>
                  </a:cubicBezTo>
                  <a:cubicBezTo>
                    <a:pt x="25" y="1210"/>
                    <a:pt x="0" y="1333"/>
                    <a:pt x="0" y="1444"/>
                  </a:cubicBezTo>
                  <a:cubicBezTo>
                    <a:pt x="0" y="1482"/>
                    <a:pt x="0" y="1519"/>
                    <a:pt x="25" y="1556"/>
                  </a:cubicBezTo>
                  <a:cubicBezTo>
                    <a:pt x="31" y="1562"/>
                    <a:pt x="37" y="1565"/>
                    <a:pt x="45" y="1565"/>
                  </a:cubicBezTo>
                  <a:cubicBezTo>
                    <a:pt x="53" y="1565"/>
                    <a:pt x="62" y="1562"/>
                    <a:pt x="74" y="1556"/>
                  </a:cubicBezTo>
                  <a:cubicBezTo>
                    <a:pt x="259" y="1494"/>
                    <a:pt x="358" y="1284"/>
                    <a:pt x="445" y="1136"/>
                  </a:cubicBezTo>
                  <a:cubicBezTo>
                    <a:pt x="568" y="914"/>
                    <a:pt x="667" y="679"/>
                    <a:pt x="753" y="432"/>
                  </a:cubicBezTo>
                  <a:cubicBezTo>
                    <a:pt x="790" y="346"/>
                    <a:pt x="803" y="259"/>
                    <a:pt x="803" y="161"/>
                  </a:cubicBezTo>
                  <a:lnTo>
                    <a:pt x="803" y="124"/>
                  </a:lnTo>
                  <a:cubicBezTo>
                    <a:pt x="766" y="124"/>
                    <a:pt x="729" y="99"/>
                    <a:pt x="716" y="50"/>
                  </a:cubicBezTo>
                  <a:cubicBezTo>
                    <a:pt x="716" y="37"/>
                    <a:pt x="704" y="25"/>
                    <a:pt x="704" y="0"/>
                  </a:cubicBezTo>
                  <a:close/>
                </a:path>
              </a:pathLst>
            </a:custGeom>
            <a:solidFill>
              <a:srgbClr val="7E6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195"/>
            <p:cNvSpPr/>
            <p:nvPr/>
          </p:nvSpPr>
          <p:spPr>
            <a:xfrm>
              <a:off x="1645606" y="1917454"/>
              <a:ext cx="852633" cy="1012096"/>
            </a:xfrm>
            <a:custGeom>
              <a:avLst/>
              <a:gdLst/>
              <a:ahLst/>
              <a:cxnLst/>
              <a:rect l="l" t="t" r="r" b="b"/>
              <a:pathLst>
                <a:path w="10913" h="12954" extrusionOk="0">
                  <a:moveTo>
                    <a:pt x="4106" y="1542"/>
                  </a:moveTo>
                  <a:cubicBezTo>
                    <a:pt x="4199" y="1542"/>
                    <a:pt x="4291" y="1544"/>
                    <a:pt x="4382" y="1548"/>
                  </a:cubicBezTo>
                  <a:cubicBezTo>
                    <a:pt x="5617" y="1585"/>
                    <a:pt x="6814" y="1980"/>
                    <a:pt x="7826" y="2696"/>
                  </a:cubicBezTo>
                  <a:cubicBezTo>
                    <a:pt x="8271" y="3005"/>
                    <a:pt x="8678" y="3363"/>
                    <a:pt x="9048" y="3770"/>
                  </a:cubicBezTo>
                  <a:cubicBezTo>
                    <a:pt x="9357" y="4128"/>
                    <a:pt x="9703" y="4610"/>
                    <a:pt x="9666" y="5103"/>
                  </a:cubicBezTo>
                  <a:cubicBezTo>
                    <a:pt x="9703" y="5140"/>
                    <a:pt x="9727" y="5190"/>
                    <a:pt x="9740" y="5239"/>
                  </a:cubicBezTo>
                  <a:cubicBezTo>
                    <a:pt x="9740" y="5362"/>
                    <a:pt x="9715" y="5498"/>
                    <a:pt x="9666" y="5609"/>
                  </a:cubicBezTo>
                  <a:cubicBezTo>
                    <a:pt x="9567" y="5893"/>
                    <a:pt x="9431" y="6165"/>
                    <a:pt x="9271" y="6412"/>
                  </a:cubicBezTo>
                  <a:cubicBezTo>
                    <a:pt x="9221" y="6510"/>
                    <a:pt x="9160" y="6585"/>
                    <a:pt x="9086" y="6659"/>
                  </a:cubicBezTo>
                  <a:cubicBezTo>
                    <a:pt x="8999" y="6757"/>
                    <a:pt x="8876" y="6807"/>
                    <a:pt x="8740" y="6807"/>
                  </a:cubicBezTo>
                  <a:cubicBezTo>
                    <a:pt x="8505" y="6733"/>
                    <a:pt x="8629" y="6313"/>
                    <a:pt x="8678" y="6152"/>
                  </a:cubicBezTo>
                  <a:cubicBezTo>
                    <a:pt x="8814" y="5708"/>
                    <a:pt x="9073" y="5325"/>
                    <a:pt x="9406" y="5017"/>
                  </a:cubicBezTo>
                  <a:cubicBezTo>
                    <a:pt x="9234" y="4535"/>
                    <a:pt x="8950" y="4091"/>
                    <a:pt x="8579" y="3733"/>
                  </a:cubicBezTo>
                  <a:cubicBezTo>
                    <a:pt x="7826" y="2931"/>
                    <a:pt x="6876" y="2351"/>
                    <a:pt x="5827" y="2017"/>
                  </a:cubicBezTo>
                  <a:cubicBezTo>
                    <a:pt x="5308" y="1857"/>
                    <a:pt x="4777" y="1783"/>
                    <a:pt x="4247" y="1758"/>
                  </a:cubicBezTo>
                  <a:cubicBezTo>
                    <a:pt x="4155" y="1756"/>
                    <a:pt x="4059" y="1754"/>
                    <a:pt x="3962" y="1754"/>
                  </a:cubicBezTo>
                  <a:cubicBezTo>
                    <a:pt x="3537" y="1754"/>
                    <a:pt x="3078" y="1789"/>
                    <a:pt x="2716" y="1980"/>
                  </a:cubicBezTo>
                  <a:cubicBezTo>
                    <a:pt x="2706" y="1987"/>
                    <a:pt x="2695" y="1989"/>
                    <a:pt x="2686" y="1989"/>
                  </a:cubicBezTo>
                  <a:cubicBezTo>
                    <a:pt x="2641" y="1989"/>
                    <a:pt x="2615" y="1925"/>
                    <a:pt x="2667" y="1894"/>
                  </a:cubicBezTo>
                  <a:cubicBezTo>
                    <a:pt x="3095" y="1612"/>
                    <a:pt x="3602" y="1542"/>
                    <a:pt x="4106" y="1542"/>
                  </a:cubicBezTo>
                  <a:close/>
                  <a:moveTo>
                    <a:pt x="4727" y="0"/>
                  </a:moveTo>
                  <a:cubicBezTo>
                    <a:pt x="4325" y="0"/>
                    <a:pt x="3931" y="73"/>
                    <a:pt x="3568" y="252"/>
                  </a:cubicBezTo>
                  <a:cubicBezTo>
                    <a:pt x="3309" y="561"/>
                    <a:pt x="3074" y="906"/>
                    <a:pt x="2827" y="1227"/>
                  </a:cubicBezTo>
                  <a:cubicBezTo>
                    <a:pt x="2346" y="1857"/>
                    <a:pt x="1889" y="2499"/>
                    <a:pt x="1420" y="3128"/>
                  </a:cubicBezTo>
                  <a:cubicBezTo>
                    <a:pt x="988" y="3721"/>
                    <a:pt x="568" y="4301"/>
                    <a:pt x="136" y="4881"/>
                  </a:cubicBezTo>
                  <a:cubicBezTo>
                    <a:pt x="87" y="4943"/>
                    <a:pt x="50" y="5017"/>
                    <a:pt x="0" y="5079"/>
                  </a:cubicBezTo>
                  <a:cubicBezTo>
                    <a:pt x="95" y="5074"/>
                    <a:pt x="190" y="5072"/>
                    <a:pt x="285" y="5072"/>
                  </a:cubicBezTo>
                  <a:cubicBezTo>
                    <a:pt x="761" y="5072"/>
                    <a:pt x="1241" y="5124"/>
                    <a:pt x="1704" y="5227"/>
                  </a:cubicBezTo>
                  <a:cubicBezTo>
                    <a:pt x="2469" y="5400"/>
                    <a:pt x="3210" y="5659"/>
                    <a:pt x="3901" y="6004"/>
                  </a:cubicBezTo>
                  <a:cubicBezTo>
                    <a:pt x="4580" y="6338"/>
                    <a:pt x="5234" y="6720"/>
                    <a:pt x="5864" y="7140"/>
                  </a:cubicBezTo>
                  <a:cubicBezTo>
                    <a:pt x="6592" y="7597"/>
                    <a:pt x="7259" y="8152"/>
                    <a:pt x="7851" y="8782"/>
                  </a:cubicBezTo>
                  <a:cubicBezTo>
                    <a:pt x="8876" y="9905"/>
                    <a:pt x="8728" y="11534"/>
                    <a:pt x="8518" y="12954"/>
                  </a:cubicBezTo>
                  <a:lnTo>
                    <a:pt x="8567" y="12855"/>
                  </a:lnTo>
                  <a:cubicBezTo>
                    <a:pt x="8740" y="12448"/>
                    <a:pt x="8937" y="12053"/>
                    <a:pt x="9160" y="11670"/>
                  </a:cubicBezTo>
                  <a:cubicBezTo>
                    <a:pt x="9209" y="11510"/>
                    <a:pt x="9271" y="11349"/>
                    <a:pt x="9308" y="11176"/>
                  </a:cubicBezTo>
                  <a:cubicBezTo>
                    <a:pt x="9332" y="11078"/>
                    <a:pt x="9357" y="10979"/>
                    <a:pt x="9394" y="10893"/>
                  </a:cubicBezTo>
                  <a:cubicBezTo>
                    <a:pt x="9382" y="10868"/>
                    <a:pt x="9382" y="10856"/>
                    <a:pt x="9394" y="10843"/>
                  </a:cubicBezTo>
                  <a:cubicBezTo>
                    <a:pt x="9456" y="10510"/>
                    <a:pt x="9555" y="10189"/>
                    <a:pt x="9666" y="9868"/>
                  </a:cubicBezTo>
                  <a:cubicBezTo>
                    <a:pt x="9752" y="9559"/>
                    <a:pt x="9863" y="9263"/>
                    <a:pt x="9974" y="8967"/>
                  </a:cubicBezTo>
                  <a:cubicBezTo>
                    <a:pt x="10196" y="8350"/>
                    <a:pt x="10419" y="7745"/>
                    <a:pt x="10591" y="7115"/>
                  </a:cubicBezTo>
                  <a:cubicBezTo>
                    <a:pt x="10740" y="6585"/>
                    <a:pt x="10826" y="6029"/>
                    <a:pt x="10863" y="5474"/>
                  </a:cubicBezTo>
                  <a:cubicBezTo>
                    <a:pt x="10900" y="4918"/>
                    <a:pt x="10912" y="4313"/>
                    <a:pt x="10727" y="3782"/>
                  </a:cubicBezTo>
                  <a:cubicBezTo>
                    <a:pt x="10369" y="2746"/>
                    <a:pt x="9406" y="1968"/>
                    <a:pt x="8518" y="1412"/>
                  </a:cubicBezTo>
                  <a:cubicBezTo>
                    <a:pt x="7703" y="869"/>
                    <a:pt x="6802" y="450"/>
                    <a:pt x="5864" y="166"/>
                  </a:cubicBezTo>
                  <a:cubicBezTo>
                    <a:pt x="5488" y="64"/>
                    <a:pt x="5104" y="0"/>
                    <a:pt x="47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195"/>
            <p:cNvSpPr/>
            <p:nvPr/>
          </p:nvSpPr>
          <p:spPr>
            <a:xfrm>
              <a:off x="2400726" y="2731799"/>
              <a:ext cx="309707" cy="258532"/>
            </a:xfrm>
            <a:custGeom>
              <a:avLst/>
              <a:gdLst/>
              <a:ahLst/>
              <a:cxnLst/>
              <a:rect l="l" t="t" r="r" b="b"/>
              <a:pathLst>
                <a:path w="3964" h="3309" extrusionOk="0">
                  <a:moveTo>
                    <a:pt x="2112" y="0"/>
                  </a:moveTo>
                  <a:cubicBezTo>
                    <a:pt x="1803" y="13"/>
                    <a:pt x="1494" y="62"/>
                    <a:pt x="1186" y="136"/>
                  </a:cubicBezTo>
                  <a:cubicBezTo>
                    <a:pt x="828" y="223"/>
                    <a:pt x="470" y="334"/>
                    <a:pt x="198" y="605"/>
                  </a:cubicBezTo>
                  <a:cubicBezTo>
                    <a:pt x="136" y="692"/>
                    <a:pt x="62" y="766"/>
                    <a:pt x="1" y="852"/>
                  </a:cubicBezTo>
                  <a:cubicBezTo>
                    <a:pt x="161" y="914"/>
                    <a:pt x="223" y="1198"/>
                    <a:pt x="248" y="1346"/>
                  </a:cubicBezTo>
                  <a:cubicBezTo>
                    <a:pt x="297" y="1642"/>
                    <a:pt x="309" y="1938"/>
                    <a:pt x="309" y="2235"/>
                  </a:cubicBezTo>
                  <a:cubicBezTo>
                    <a:pt x="309" y="2593"/>
                    <a:pt x="297" y="2938"/>
                    <a:pt x="297" y="3296"/>
                  </a:cubicBezTo>
                  <a:cubicBezTo>
                    <a:pt x="386" y="3305"/>
                    <a:pt x="476" y="3309"/>
                    <a:pt x="566" y="3309"/>
                  </a:cubicBezTo>
                  <a:cubicBezTo>
                    <a:pt x="1133" y="3309"/>
                    <a:pt x="1704" y="3156"/>
                    <a:pt x="2247" y="3049"/>
                  </a:cubicBezTo>
                  <a:cubicBezTo>
                    <a:pt x="2531" y="2988"/>
                    <a:pt x="2803" y="2951"/>
                    <a:pt x="3087" y="2889"/>
                  </a:cubicBezTo>
                  <a:cubicBezTo>
                    <a:pt x="3346" y="2840"/>
                    <a:pt x="3593" y="2753"/>
                    <a:pt x="3864" y="2716"/>
                  </a:cubicBezTo>
                  <a:cubicBezTo>
                    <a:pt x="3926" y="2050"/>
                    <a:pt x="3963" y="1309"/>
                    <a:pt x="3655" y="729"/>
                  </a:cubicBezTo>
                  <a:cubicBezTo>
                    <a:pt x="3358" y="198"/>
                    <a:pt x="2692" y="13"/>
                    <a:pt x="2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195"/>
            <p:cNvSpPr/>
            <p:nvPr/>
          </p:nvSpPr>
          <p:spPr>
            <a:xfrm>
              <a:off x="1846164" y="2034492"/>
              <a:ext cx="562380" cy="416745"/>
            </a:xfrm>
            <a:custGeom>
              <a:avLst/>
              <a:gdLst/>
              <a:ahLst/>
              <a:cxnLst/>
              <a:rect l="l" t="t" r="r" b="b"/>
              <a:pathLst>
                <a:path w="7198" h="5334" extrusionOk="0">
                  <a:moveTo>
                    <a:pt x="6864" y="3667"/>
                  </a:moveTo>
                  <a:cubicBezTo>
                    <a:pt x="6877" y="3716"/>
                    <a:pt x="6914" y="3753"/>
                    <a:pt x="6963" y="3766"/>
                  </a:cubicBezTo>
                  <a:lnTo>
                    <a:pt x="6963" y="3778"/>
                  </a:lnTo>
                  <a:cubicBezTo>
                    <a:pt x="6951" y="3864"/>
                    <a:pt x="6938" y="3951"/>
                    <a:pt x="6901" y="4025"/>
                  </a:cubicBezTo>
                  <a:cubicBezTo>
                    <a:pt x="6827" y="4272"/>
                    <a:pt x="6716" y="4506"/>
                    <a:pt x="6593" y="4729"/>
                  </a:cubicBezTo>
                  <a:lnTo>
                    <a:pt x="6568" y="4778"/>
                  </a:lnTo>
                  <a:cubicBezTo>
                    <a:pt x="6494" y="4914"/>
                    <a:pt x="6407" y="5087"/>
                    <a:pt x="6247" y="5124"/>
                  </a:cubicBezTo>
                  <a:cubicBezTo>
                    <a:pt x="6235" y="5124"/>
                    <a:pt x="6222" y="5124"/>
                    <a:pt x="6222" y="5136"/>
                  </a:cubicBezTo>
                  <a:cubicBezTo>
                    <a:pt x="6210" y="5111"/>
                    <a:pt x="6210" y="5074"/>
                    <a:pt x="6210" y="5049"/>
                  </a:cubicBezTo>
                  <a:cubicBezTo>
                    <a:pt x="6210" y="4938"/>
                    <a:pt x="6222" y="4827"/>
                    <a:pt x="6259" y="4716"/>
                  </a:cubicBezTo>
                  <a:cubicBezTo>
                    <a:pt x="6370" y="4334"/>
                    <a:pt x="6580" y="3963"/>
                    <a:pt x="6864" y="3667"/>
                  </a:cubicBezTo>
                  <a:close/>
                  <a:moveTo>
                    <a:pt x="1544" y="1"/>
                  </a:moveTo>
                  <a:cubicBezTo>
                    <a:pt x="902" y="1"/>
                    <a:pt x="458" y="112"/>
                    <a:pt x="75" y="359"/>
                  </a:cubicBezTo>
                  <a:cubicBezTo>
                    <a:pt x="1" y="408"/>
                    <a:pt x="38" y="507"/>
                    <a:pt x="112" y="507"/>
                  </a:cubicBezTo>
                  <a:lnTo>
                    <a:pt x="124" y="519"/>
                  </a:lnTo>
                  <a:cubicBezTo>
                    <a:pt x="137" y="519"/>
                    <a:pt x="149" y="519"/>
                    <a:pt x="161" y="507"/>
                  </a:cubicBezTo>
                  <a:cubicBezTo>
                    <a:pt x="445" y="359"/>
                    <a:pt x="816" y="285"/>
                    <a:pt x="1322" y="285"/>
                  </a:cubicBezTo>
                  <a:cubicBezTo>
                    <a:pt x="1445" y="285"/>
                    <a:pt x="1556" y="285"/>
                    <a:pt x="1680" y="297"/>
                  </a:cubicBezTo>
                  <a:cubicBezTo>
                    <a:pt x="2210" y="309"/>
                    <a:pt x="2741" y="396"/>
                    <a:pt x="3260" y="544"/>
                  </a:cubicBezTo>
                  <a:cubicBezTo>
                    <a:pt x="4297" y="877"/>
                    <a:pt x="5235" y="1457"/>
                    <a:pt x="5988" y="2247"/>
                  </a:cubicBezTo>
                  <a:cubicBezTo>
                    <a:pt x="6358" y="2593"/>
                    <a:pt x="6630" y="3025"/>
                    <a:pt x="6815" y="3507"/>
                  </a:cubicBezTo>
                  <a:cubicBezTo>
                    <a:pt x="6469" y="3815"/>
                    <a:pt x="6222" y="4198"/>
                    <a:pt x="6086" y="4642"/>
                  </a:cubicBezTo>
                  <a:cubicBezTo>
                    <a:pt x="6037" y="4766"/>
                    <a:pt x="5951" y="5062"/>
                    <a:pt x="6049" y="5222"/>
                  </a:cubicBezTo>
                  <a:cubicBezTo>
                    <a:pt x="6074" y="5272"/>
                    <a:pt x="6111" y="5309"/>
                    <a:pt x="6173" y="5321"/>
                  </a:cubicBezTo>
                  <a:cubicBezTo>
                    <a:pt x="6185" y="5333"/>
                    <a:pt x="6210" y="5333"/>
                    <a:pt x="6222" y="5333"/>
                  </a:cubicBezTo>
                  <a:cubicBezTo>
                    <a:pt x="6346" y="5321"/>
                    <a:pt x="6457" y="5272"/>
                    <a:pt x="6543" y="5185"/>
                  </a:cubicBezTo>
                  <a:cubicBezTo>
                    <a:pt x="6617" y="5111"/>
                    <a:pt x="6667" y="5025"/>
                    <a:pt x="6716" y="4951"/>
                  </a:cubicBezTo>
                  <a:lnTo>
                    <a:pt x="6728" y="4926"/>
                  </a:lnTo>
                  <a:cubicBezTo>
                    <a:pt x="6901" y="4679"/>
                    <a:pt x="7025" y="4408"/>
                    <a:pt x="7136" y="4111"/>
                  </a:cubicBezTo>
                  <a:cubicBezTo>
                    <a:pt x="7185" y="3988"/>
                    <a:pt x="7197" y="3864"/>
                    <a:pt x="7197" y="3729"/>
                  </a:cubicBezTo>
                  <a:cubicBezTo>
                    <a:pt x="7185" y="3679"/>
                    <a:pt x="7173" y="3630"/>
                    <a:pt x="7136" y="3593"/>
                  </a:cubicBezTo>
                  <a:cubicBezTo>
                    <a:pt x="7148" y="3198"/>
                    <a:pt x="6938" y="2754"/>
                    <a:pt x="6494" y="2247"/>
                  </a:cubicBezTo>
                  <a:cubicBezTo>
                    <a:pt x="6136" y="1828"/>
                    <a:pt x="5716" y="1470"/>
                    <a:pt x="5259" y="1161"/>
                  </a:cubicBezTo>
                  <a:cubicBezTo>
                    <a:pt x="4260" y="445"/>
                    <a:pt x="3050" y="38"/>
                    <a:pt x="18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195"/>
            <p:cNvSpPr/>
            <p:nvPr/>
          </p:nvSpPr>
          <p:spPr>
            <a:xfrm>
              <a:off x="1438251" y="2500300"/>
              <a:ext cx="682856" cy="478468"/>
            </a:xfrm>
            <a:custGeom>
              <a:avLst/>
              <a:gdLst/>
              <a:ahLst/>
              <a:cxnLst/>
              <a:rect l="l" t="t" r="r" b="b"/>
              <a:pathLst>
                <a:path w="8740" h="6124" extrusionOk="0">
                  <a:moveTo>
                    <a:pt x="8061" y="4309"/>
                  </a:moveTo>
                  <a:cubicBezTo>
                    <a:pt x="8061" y="4334"/>
                    <a:pt x="8073" y="4346"/>
                    <a:pt x="8086" y="4358"/>
                  </a:cubicBezTo>
                  <a:cubicBezTo>
                    <a:pt x="8098" y="4371"/>
                    <a:pt x="8098" y="4383"/>
                    <a:pt x="8098" y="4395"/>
                  </a:cubicBezTo>
                  <a:lnTo>
                    <a:pt x="8110" y="4408"/>
                  </a:lnTo>
                  <a:cubicBezTo>
                    <a:pt x="8123" y="4420"/>
                    <a:pt x="8123" y="4432"/>
                    <a:pt x="8135" y="4457"/>
                  </a:cubicBezTo>
                  <a:cubicBezTo>
                    <a:pt x="8147" y="4531"/>
                    <a:pt x="8147" y="4618"/>
                    <a:pt x="8135" y="4704"/>
                  </a:cubicBezTo>
                  <a:cubicBezTo>
                    <a:pt x="8098" y="4951"/>
                    <a:pt x="8036" y="5198"/>
                    <a:pt x="7950" y="5432"/>
                  </a:cubicBezTo>
                  <a:cubicBezTo>
                    <a:pt x="7925" y="5519"/>
                    <a:pt x="7888" y="5617"/>
                    <a:pt x="7851" y="5704"/>
                  </a:cubicBezTo>
                  <a:cubicBezTo>
                    <a:pt x="7839" y="5741"/>
                    <a:pt x="7826" y="5766"/>
                    <a:pt x="7802" y="5790"/>
                  </a:cubicBezTo>
                  <a:lnTo>
                    <a:pt x="7802" y="5803"/>
                  </a:lnTo>
                  <a:lnTo>
                    <a:pt x="7777" y="5827"/>
                  </a:lnTo>
                  <a:cubicBezTo>
                    <a:pt x="7765" y="5852"/>
                    <a:pt x="7740" y="5877"/>
                    <a:pt x="7703" y="5889"/>
                  </a:cubicBezTo>
                  <a:cubicBezTo>
                    <a:pt x="7691" y="5901"/>
                    <a:pt x="7678" y="5914"/>
                    <a:pt x="7666" y="5914"/>
                  </a:cubicBezTo>
                  <a:cubicBezTo>
                    <a:pt x="7654" y="5914"/>
                    <a:pt x="7641" y="5889"/>
                    <a:pt x="7629" y="5840"/>
                  </a:cubicBezTo>
                  <a:cubicBezTo>
                    <a:pt x="7617" y="5728"/>
                    <a:pt x="7617" y="5617"/>
                    <a:pt x="7629" y="5506"/>
                  </a:cubicBezTo>
                  <a:cubicBezTo>
                    <a:pt x="7678" y="5074"/>
                    <a:pt x="7826" y="4667"/>
                    <a:pt x="8061" y="4309"/>
                  </a:cubicBezTo>
                  <a:close/>
                  <a:moveTo>
                    <a:pt x="260" y="1"/>
                  </a:moveTo>
                  <a:cubicBezTo>
                    <a:pt x="186" y="1"/>
                    <a:pt x="112" y="26"/>
                    <a:pt x="50" y="75"/>
                  </a:cubicBezTo>
                  <a:cubicBezTo>
                    <a:pt x="25" y="87"/>
                    <a:pt x="0" y="124"/>
                    <a:pt x="13" y="161"/>
                  </a:cubicBezTo>
                  <a:cubicBezTo>
                    <a:pt x="25" y="198"/>
                    <a:pt x="50" y="223"/>
                    <a:pt x="87" y="223"/>
                  </a:cubicBezTo>
                  <a:lnTo>
                    <a:pt x="112" y="223"/>
                  </a:lnTo>
                  <a:cubicBezTo>
                    <a:pt x="284" y="235"/>
                    <a:pt x="432" y="297"/>
                    <a:pt x="581" y="396"/>
                  </a:cubicBezTo>
                  <a:lnTo>
                    <a:pt x="692" y="458"/>
                  </a:lnTo>
                  <a:cubicBezTo>
                    <a:pt x="840" y="532"/>
                    <a:pt x="1000" y="593"/>
                    <a:pt x="1173" y="655"/>
                  </a:cubicBezTo>
                  <a:lnTo>
                    <a:pt x="1432" y="766"/>
                  </a:lnTo>
                  <a:cubicBezTo>
                    <a:pt x="2136" y="1050"/>
                    <a:pt x="2803" y="1383"/>
                    <a:pt x="3296" y="1630"/>
                  </a:cubicBezTo>
                  <a:lnTo>
                    <a:pt x="3815" y="1890"/>
                  </a:lnTo>
                  <a:cubicBezTo>
                    <a:pt x="4259" y="2112"/>
                    <a:pt x="4703" y="2334"/>
                    <a:pt x="5148" y="2568"/>
                  </a:cubicBezTo>
                  <a:lnTo>
                    <a:pt x="5506" y="2741"/>
                  </a:lnTo>
                  <a:cubicBezTo>
                    <a:pt x="5987" y="2976"/>
                    <a:pt x="6456" y="3223"/>
                    <a:pt x="6901" y="3507"/>
                  </a:cubicBezTo>
                  <a:cubicBezTo>
                    <a:pt x="7036" y="3593"/>
                    <a:pt x="7172" y="3692"/>
                    <a:pt x="7308" y="3778"/>
                  </a:cubicBezTo>
                  <a:cubicBezTo>
                    <a:pt x="7431" y="3865"/>
                    <a:pt x="7592" y="3976"/>
                    <a:pt x="7740" y="4074"/>
                  </a:cubicBezTo>
                  <a:cubicBezTo>
                    <a:pt x="7814" y="4111"/>
                    <a:pt x="7876" y="4161"/>
                    <a:pt x="7938" y="4210"/>
                  </a:cubicBezTo>
                  <a:cubicBezTo>
                    <a:pt x="7654" y="4581"/>
                    <a:pt x="7469" y="5013"/>
                    <a:pt x="7419" y="5482"/>
                  </a:cubicBezTo>
                  <a:cubicBezTo>
                    <a:pt x="7394" y="5667"/>
                    <a:pt x="7382" y="5938"/>
                    <a:pt x="7493" y="6062"/>
                  </a:cubicBezTo>
                  <a:cubicBezTo>
                    <a:pt x="7530" y="6099"/>
                    <a:pt x="7592" y="6124"/>
                    <a:pt x="7654" y="6124"/>
                  </a:cubicBezTo>
                  <a:lnTo>
                    <a:pt x="7666" y="6124"/>
                  </a:lnTo>
                  <a:cubicBezTo>
                    <a:pt x="7802" y="6099"/>
                    <a:pt x="7913" y="6012"/>
                    <a:pt x="7987" y="5889"/>
                  </a:cubicBezTo>
                  <a:cubicBezTo>
                    <a:pt x="8036" y="5815"/>
                    <a:pt x="8086" y="5716"/>
                    <a:pt x="8110" y="5630"/>
                  </a:cubicBezTo>
                  <a:lnTo>
                    <a:pt x="8110" y="5605"/>
                  </a:lnTo>
                  <a:cubicBezTo>
                    <a:pt x="8234" y="5333"/>
                    <a:pt x="8308" y="5037"/>
                    <a:pt x="8357" y="4741"/>
                  </a:cubicBezTo>
                  <a:cubicBezTo>
                    <a:pt x="8357" y="4679"/>
                    <a:pt x="8370" y="4618"/>
                    <a:pt x="8370" y="4556"/>
                  </a:cubicBezTo>
                  <a:cubicBezTo>
                    <a:pt x="8431" y="4593"/>
                    <a:pt x="8493" y="4642"/>
                    <a:pt x="8555" y="4692"/>
                  </a:cubicBezTo>
                  <a:cubicBezTo>
                    <a:pt x="8567" y="4704"/>
                    <a:pt x="8592" y="4704"/>
                    <a:pt x="8617" y="4704"/>
                  </a:cubicBezTo>
                  <a:cubicBezTo>
                    <a:pt x="8654" y="4704"/>
                    <a:pt x="8691" y="4679"/>
                    <a:pt x="8715" y="4642"/>
                  </a:cubicBezTo>
                  <a:cubicBezTo>
                    <a:pt x="8740" y="4605"/>
                    <a:pt x="8740" y="4568"/>
                    <a:pt x="8715" y="4531"/>
                  </a:cubicBezTo>
                  <a:cubicBezTo>
                    <a:pt x="8542" y="4309"/>
                    <a:pt x="8333" y="4111"/>
                    <a:pt x="8098" y="3976"/>
                  </a:cubicBezTo>
                  <a:lnTo>
                    <a:pt x="8049" y="3939"/>
                  </a:lnTo>
                  <a:cubicBezTo>
                    <a:pt x="7950" y="3877"/>
                    <a:pt x="7839" y="3803"/>
                    <a:pt x="7740" y="3729"/>
                  </a:cubicBezTo>
                  <a:cubicBezTo>
                    <a:pt x="7592" y="3630"/>
                    <a:pt x="7431" y="3531"/>
                    <a:pt x="7283" y="3420"/>
                  </a:cubicBezTo>
                  <a:cubicBezTo>
                    <a:pt x="6802" y="3099"/>
                    <a:pt x="6308" y="2803"/>
                    <a:pt x="5790" y="2531"/>
                  </a:cubicBezTo>
                  <a:lnTo>
                    <a:pt x="5481" y="2371"/>
                  </a:lnTo>
                  <a:cubicBezTo>
                    <a:pt x="4975" y="2099"/>
                    <a:pt x="4457" y="1840"/>
                    <a:pt x="3950" y="1593"/>
                  </a:cubicBezTo>
                  <a:lnTo>
                    <a:pt x="3555" y="1408"/>
                  </a:lnTo>
                  <a:cubicBezTo>
                    <a:pt x="2790" y="1038"/>
                    <a:pt x="2198" y="766"/>
                    <a:pt x="1630" y="532"/>
                  </a:cubicBezTo>
                  <a:lnTo>
                    <a:pt x="1321" y="408"/>
                  </a:lnTo>
                  <a:cubicBezTo>
                    <a:pt x="1111" y="322"/>
                    <a:pt x="902" y="248"/>
                    <a:pt x="704" y="149"/>
                  </a:cubicBezTo>
                  <a:lnTo>
                    <a:pt x="667" y="137"/>
                  </a:lnTo>
                  <a:cubicBezTo>
                    <a:pt x="544" y="63"/>
                    <a:pt x="408" y="26"/>
                    <a:pt x="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195"/>
            <p:cNvSpPr/>
            <p:nvPr/>
          </p:nvSpPr>
          <p:spPr>
            <a:xfrm>
              <a:off x="1256913" y="1751975"/>
              <a:ext cx="1802615" cy="1639558"/>
            </a:xfrm>
            <a:custGeom>
              <a:avLst/>
              <a:gdLst/>
              <a:ahLst/>
              <a:cxnLst/>
              <a:rect l="l" t="t" r="r" b="b"/>
              <a:pathLst>
                <a:path w="23072" h="20985" extrusionOk="0">
                  <a:moveTo>
                    <a:pt x="13762" y="977"/>
                  </a:moveTo>
                  <a:cubicBezTo>
                    <a:pt x="13676" y="1026"/>
                    <a:pt x="13603" y="1074"/>
                    <a:pt x="13542" y="1111"/>
                  </a:cubicBezTo>
                  <a:lnTo>
                    <a:pt x="13406" y="1062"/>
                  </a:lnTo>
                  <a:cubicBezTo>
                    <a:pt x="13525" y="1014"/>
                    <a:pt x="13633" y="989"/>
                    <a:pt x="13762" y="977"/>
                  </a:cubicBezTo>
                  <a:close/>
                  <a:moveTo>
                    <a:pt x="11530" y="1543"/>
                  </a:moveTo>
                  <a:cubicBezTo>
                    <a:pt x="11505" y="1592"/>
                    <a:pt x="11481" y="1642"/>
                    <a:pt x="11456" y="1691"/>
                  </a:cubicBezTo>
                  <a:cubicBezTo>
                    <a:pt x="11431" y="1667"/>
                    <a:pt x="11419" y="1629"/>
                    <a:pt x="11419" y="1605"/>
                  </a:cubicBezTo>
                  <a:cubicBezTo>
                    <a:pt x="11419" y="1592"/>
                    <a:pt x="11419" y="1592"/>
                    <a:pt x="11444" y="1580"/>
                  </a:cubicBezTo>
                  <a:cubicBezTo>
                    <a:pt x="11468" y="1568"/>
                    <a:pt x="11505" y="1555"/>
                    <a:pt x="11530" y="1543"/>
                  </a:cubicBezTo>
                  <a:close/>
                  <a:moveTo>
                    <a:pt x="14172" y="988"/>
                  </a:moveTo>
                  <a:cubicBezTo>
                    <a:pt x="14307" y="1000"/>
                    <a:pt x="14443" y="1049"/>
                    <a:pt x="14567" y="1111"/>
                  </a:cubicBezTo>
                  <a:cubicBezTo>
                    <a:pt x="14801" y="1222"/>
                    <a:pt x="15011" y="1395"/>
                    <a:pt x="15171" y="1605"/>
                  </a:cubicBezTo>
                  <a:lnTo>
                    <a:pt x="15147" y="1605"/>
                  </a:lnTo>
                  <a:cubicBezTo>
                    <a:pt x="15060" y="1642"/>
                    <a:pt x="14962" y="1679"/>
                    <a:pt x="14875" y="1741"/>
                  </a:cubicBezTo>
                  <a:cubicBezTo>
                    <a:pt x="14505" y="1531"/>
                    <a:pt x="14135" y="1358"/>
                    <a:pt x="13764" y="1210"/>
                  </a:cubicBezTo>
                  <a:cubicBezTo>
                    <a:pt x="13900" y="1136"/>
                    <a:pt x="14036" y="1049"/>
                    <a:pt x="14172" y="988"/>
                  </a:cubicBezTo>
                  <a:close/>
                  <a:moveTo>
                    <a:pt x="15283" y="1802"/>
                  </a:moveTo>
                  <a:cubicBezTo>
                    <a:pt x="15320" y="1864"/>
                    <a:pt x="15369" y="1938"/>
                    <a:pt x="15394" y="2000"/>
                  </a:cubicBezTo>
                  <a:lnTo>
                    <a:pt x="15381" y="2000"/>
                  </a:lnTo>
                  <a:cubicBezTo>
                    <a:pt x="15320" y="1975"/>
                    <a:pt x="15246" y="1938"/>
                    <a:pt x="15184" y="1901"/>
                  </a:cubicBezTo>
                  <a:lnTo>
                    <a:pt x="15134" y="1864"/>
                  </a:lnTo>
                  <a:cubicBezTo>
                    <a:pt x="15184" y="1852"/>
                    <a:pt x="15233" y="1827"/>
                    <a:pt x="15283" y="1802"/>
                  </a:cubicBezTo>
                  <a:close/>
                  <a:moveTo>
                    <a:pt x="12528" y="1942"/>
                  </a:moveTo>
                  <a:lnTo>
                    <a:pt x="12555" y="1950"/>
                  </a:lnTo>
                  <a:cubicBezTo>
                    <a:pt x="12604" y="1950"/>
                    <a:pt x="12641" y="1963"/>
                    <a:pt x="12666" y="1987"/>
                  </a:cubicBezTo>
                  <a:cubicBezTo>
                    <a:pt x="12690" y="1987"/>
                    <a:pt x="12703" y="2012"/>
                    <a:pt x="12715" y="2037"/>
                  </a:cubicBezTo>
                  <a:cubicBezTo>
                    <a:pt x="12715" y="2037"/>
                    <a:pt x="12715" y="2049"/>
                    <a:pt x="12715" y="2049"/>
                  </a:cubicBezTo>
                  <a:cubicBezTo>
                    <a:pt x="12690" y="2086"/>
                    <a:pt x="12629" y="2099"/>
                    <a:pt x="12530" y="2099"/>
                  </a:cubicBezTo>
                  <a:lnTo>
                    <a:pt x="12431" y="2099"/>
                  </a:lnTo>
                  <a:cubicBezTo>
                    <a:pt x="12467" y="2050"/>
                    <a:pt x="12504" y="2002"/>
                    <a:pt x="12528" y="1942"/>
                  </a:cubicBezTo>
                  <a:close/>
                  <a:moveTo>
                    <a:pt x="16295" y="395"/>
                  </a:moveTo>
                  <a:cubicBezTo>
                    <a:pt x="16505" y="395"/>
                    <a:pt x="16714" y="407"/>
                    <a:pt x="16912" y="457"/>
                  </a:cubicBezTo>
                  <a:cubicBezTo>
                    <a:pt x="18072" y="728"/>
                    <a:pt x="18615" y="1913"/>
                    <a:pt x="18838" y="2864"/>
                  </a:cubicBezTo>
                  <a:cubicBezTo>
                    <a:pt x="18578" y="2938"/>
                    <a:pt x="18332" y="3024"/>
                    <a:pt x="18085" y="3123"/>
                  </a:cubicBezTo>
                  <a:lnTo>
                    <a:pt x="18072" y="3123"/>
                  </a:lnTo>
                  <a:cubicBezTo>
                    <a:pt x="18023" y="2716"/>
                    <a:pt x="17850" y="2333"/>
                    <a:pt x="17554" y="2049"/>
                  </a:cubicBezTo>
                  <a:cubicBezTo>
                    <a:pt x="17245" y="1741"/>
                    <a:pt x="16850" y="1543"/>
                    <a:pt x="16418" y="1469"/>
                  </a:cubicBezTo>
                  <a:cubicBezTo>
                    <a:pt x="16332" y="1296"/>
                    <a:pt x="16233" y="1148"/>
                    <a:pt x="16110" y="1000"/>
                  </a:cubicBezTo>
                  <a:cubicBezTo>
                    <a:pt x="15949" y="802"/>
                    <a:pt x="15752" y="630"/>
                    <a:pt x="15542" y="469"/>
                  </a:cubicBezTo>
                  <a:cubicBezTo>
                    <a:pt x="15789" y="420"/>
                    <a:pt x="16048" y="395"/>
                    <a:pt x="16295" y="395"/>
                  </a:cubicBezTo>
                  <a:close/>
                  <a:moveTo>
                    <a:pt x="16566" y="1765"/>
                  </a:moveTo>
                  <a:lnTo>
                    <a:pt x="16566" y="1765"/>
                  </a:lnTo>
                  <a:cubicBezTo>
                    <a:pt x="16838" y="1852"/>
                    <a:pt x="17097" y="1987"/>
                    <a:pt x="17319" y="2185"/>
                  </a:cubicBezTo>
                  <a:cubicBezTo>
                    <a:pt x="17603" y="2457"/>
                    <a:pt x="17776" y="2839"/>
                    <a:pt x="17788" y="3234"/>
                  </a:cubicBezTo>
                  <a:lnTo>
                    <a:pt x="17665" y="3296"/>
                  </a:lnTo>
                  <a:cubicBezTo>
                    <a:pt x="17443" y="3123"/>
                    <a:pt x="17208" y="2963"/>
                    <a:pt x="16974" y="2827"/>
                  </a:cubicBezTo>
                  <a:lnTo>
                    <a:pt x="16949" y="2827"/>
                  </a:lnTo>
                  <a:cubicBezTo>
                    <a:pt x="16887" y="2777"/>
                    <a:pt x="16813" y="2740"/>
                    <a:pt x="16739" y="2703"/>
                  </a:cubicBezTo>
                  <a:lnTo>
                    <a:pt x="16714" y="2691"/>
                  </a:lnTo>
                  <a:lnTo>
                    <a:pt x="16714" y="2679"/>
                  </a:lnTo>
                  <a:cubicBezTo>
                    <a:pt x="16727" y="2370"/>
                    <a:pt x="16677" y="2062"/>
                    <a:pt x="16566" y="1765"/>
                  </a:cubicBezTo>
                  <a:close/>
                  <a:moveTo>
                    <a:pt x="15381" y="3568"/>
                  </a:moveTo>
                  <a:lnTo>
                    <a:pt x="15381" y="3592"/>
                  </a:lnTo>
                  <a:cubicBezTo>
                    <a:pt x="15357" y="3654"/>
                    <a:pt x="15332" y="3716"/>
                    <a:pt x="15307" y="3777"/>
                  </a:cubicBezTo>
                  <a:cubicBezTo>
                    <a:pt x="15283" y="3753"/>
                    <a:pt x="15270" y="3728"/>
                    <a:pt x="15258" y="3703"/>
                  </a:cubicBezTo>
                  <a:cubicBezTo>
                    <a:pt x="15233" y="3679"/>
                    <a:pt x="15221" y="3654"/>
                    <a:pt x="15221" y="3617"/>
                  </a:cubicBezTo>
                  <a:cubicBezTo>
                    <a:pt x="15233" y="3605"/>
                    <a:pt x="15246" y="3605"/>
                    <a:pt x="15270" y="3592"/>
                  </a:cubicBezTo>
                  <a:cubicBezTo>
                    <a:pt x="15304" y="3581"/>
                    <a:pt x="15338" y="3570"/>
                    <a:pt x="15381" y="3568"/>
                  </a:cubicBezTo>
                  <a:close/>
                  <a:moveTo>
                    <a:pt x="14135" y="198"/>
                  </a:moveTo>
                  <a:cubicBezTo>
                    <a:pt x="14221" y="198"/>
                    <a:pt x="14307" y="198"/>
                    <a:pt x="14394" y="210"/>
                  </a:cubicBezTo>
                  <a:cubicBezTo>
                    <a:pt x="14937" y="272"/>
                    <a:pt x="15468" y="667"/>
                    <a:pt x="15789" y="1012"/>
                  </a:cubicBezTo>
                  <a:cubicBezTo>
                    <a:pt x="16159" y="1420"/>
                    <a:pt x="16369" y="1950"/>
                    <a:pt x="16381" y="2506"/>
                  </a:cubicBezTo>
                  <a:lnTo>
                    <a:pt x="16369" y="2506"/>
                  </a:lnTo>
                  <a:cubicBezTo>
                    <a:pt x="16369" y="2765"/>
                    <a:pt x="16344" y="3024"/>
                    <a:pt x="16282" y="3284"/>
                  </a:cubicBezTo>
                  <a:cubicBezTo>
                    <a:pt x="16221" y="3580"/>
                    <a:pt x="16134" y="3864"/>
                    <a:pt x="15999" y="4135"/>
                  </a:cubicBezTo>
                  <a:cubicBezTo>
                    <a:pt x="15875" y="4098"/>
                    <a:pt x="15752" y="4037"/>
                    <a:pt x="15616" y="3987"/>
                  </a:cubicBezTo>
                  <a:cubicBezTo>
                    <a:pt x="15554" y="3962"/>
                    <a:pt x="15492" y="3925"/>
                    <a:pt x="15431" y="3888"/>
                  </a:cubicBezTo>
                  <a:cubicBezTo>
                    <a:pt x="15431" y="3864"/>
                    <a:pt x="15443" y="3839"/>
                    <a:pt x="15443" y="3827"/>
                  </a:cubicBezTo>
                  <a:cubicBezTo>
                    <a:pt x="15468" y="3716"/>
                    <a:pt x="15492" y="3617"/>
                    <a:pt x="15542" y="3518"/>
                  </a:cubicBezTo>
                  <a:cubicBezTo>
                    <a:pt x="15591" y="3419"/>
                    <a:pt x="15641" y="3308"/>
                    <a:pt x="15665" y="3209"/>
                  </a:cubicBezTo>
                  <a:cubicBezTo>
                    <a:pt x="15739" y="2963"/>
                    <a:pt x="15776" y="2716"/>
                    <a:pt x="15776" y="2481"/>
                  </a:cubicBezTo>
                  <a:cubicBezTo>
                    <a:pt x="15776" y="2024"/>
                    <a:pt x="15604" y="1605"/>
                    <a:pt x="15295" y="1284"/>
                  </a:cubicBezTo>
                  <a:cubicBezTo>
                    <a:pt x="15011" y="938"/>
                    <a:pt x="14604" y="741"/>
                    <a:pt x="14172" y="728"/>
                  </a:cubicBezTo>
                  <a:lnTo>
                    <a:pt x="14098" y="728"/>
                  </a:lnTo>
                  <a:cubicBezTo>
                    <a:pt x="14081" y="728"/>
                    <a:pt x="14064" y="728"/>
                    <a:pt x="14047" y="728"/>
                  </a:cubicBezTo>
                  <a:cubicBezTo>
                    <a:pt x="13657" y="728"/>
                    <a:pt x="13281" y="863"/>
                    <a:pt x="12962" y="1111"/>
                  </a:cubicBezTo>
                  <a:cubicBezTo>
                    <a:pt x="12653" y="1358"/>
                    <a:pt x="12406" y="1679"/>
                    <a:pt x="12246" y="2062"/>
                  </a:cubicBezTo>
                  <a:cubicBezTo>
                    <a:pt x="12160" y="2037"/>
                    <a:pt x="12061" y="2000"/>
                    <a:pt x="11962" y="1963"/>
                  </a:cubicBezTo>
                  <a:lnTo>
                    <a:pt x="11851" y="1938"/>
                  </a:lnTo>
                  <a:cubicBezTo>
                    <a:pt x="11752" y="1901"/>
                    <a:pt x="11666" y="1864"/>
                    <a:pt x="11579" y="1815"/>
                  </a:cubicBezTo>
                  <a:cubicBezTo>
                    <a:pt x="11826" y="1321"/>
                    <a:pt x="12197" y="901"/>
                    <a:pt x="12666" y="617"/>
                  </a:cubicBezTo>
                  <a:cubicBezTo>
                    <a:pt x="13110" y="346"/>
                    <a:pt x="13616" y="198"/>
                    <a:pt x="14135" y="198"/>
                  </a:cubicBezTo>
                  <a:close/>
                  <a:moveTo>
                    <a:pt x="16344" y="4061"/>
                  </a:moveTo>
                  <a:cubicBezTo>
                    <a:pt x="16381" y="4074"/>
                    <a:pt x="16418" y="4086"/>
                    <a:pt x="16443" y="4111"/>
                  </a:cubicBezTo>
                  <a:cubicBezTo>
                    <a:pt x="16443" y="4111"/>
                    <a:pt x="16492" y="4148"/>
                    <a:pt x="16480" y="4172"/>
                  </a:cubicBezTo>
                  <a:cubicBezTo>
                    <a:pt x="16452" y="4200"/>
                    <a:pt x="16417" y="4214"/>
                    <a:pt x="16381" y="4214"/>
                  </a:cubicBezTo>
                  <a:cubicBezTo>
                    <a:pt x="16369" y="4214"/>
                    <a:pt x="16357" y="4212"/>
                    <a:pt x="16344" y="4209"/>
                  </a:cubicBezTo>
                  <a:lnTo>
                    <a:pt x="16258" y="4209"/>
                  </a:lnTo>
                  <a:cubicBezTo>
                    <a:pt x="16295" y="4160"/>
                    <a:pt x="16319" y="4111"/>
                    <a:pt x="16344" y="4061"/>
                  </a:cubicBezTo>
                  <a:close/>
                  <a:moveTo>
                    <a:pt x="19060" y="4469"/>
                  </a:moveTo>
                  <a:cubicBezTo>
                    <a:pt x="19060" y="4678"/>
                    <a:pt x="19047" y="4901"/>
                    <a:pt x="19023" y="5123"/>
                  </a:cubicBezTo>
                  <a:cubicBezTo>
                    <a:pt x="18973" y="4925"/>
                    <a:pt x="18899" y="4740"/>
                    <a:pt x="18825" y="4555"/>
                  </a:cubicBezTo>
                  <a:lnTo>
                    <a:pt x="18813" y="4555"/>
                  </a:lnTo>
                  <a:cubicBezTo>
                    <a:pt x="18887" y="4518"/>
                    <a:pt x="18973" y="4493"/>
                    <a:pt x="19060" y="4469"/>
                  </a:cubicBezTo>
                  <a:close/>
                  <a:moveTo>
                    <a:pt x="11444" y="914"/>
                  </a:moveTo>
                  <a:cubicBezTo>
                    <a:pt x="11604" y="914"/>
                    <a:pt x="11777" y="926"/>
                    <a:pt x="11937" y="951"/>
                  </a:cubicBezTo>
                  <a:cubicBezTo>
                    <a:pt x="11826" y="1074"/>
                    <a:pt x="11728" y="1222"/>
                    <a:pt x="11641" y="1370"/>
                  </a:cubicBezTo>
                  <a:lnTo>
                    <a:pt x="11629" y="1370"/>
                  </a:lnTo>
                  <a:cubicBezTo>
                    <a:pt x="11616" y="1364"/>
                    <a:pt x="11604" y="1361"/>
                    <a:pt x="11590" y="1361"/>
                  </a:cubicBezTo>
                  <a:cubicBezTo>
                    <a:pt x="11576" y="1361"/>
                    <a:pt x="11561" y="1364"/>
                    <a:pt x="11542" y="1370"/>
                  </a:cubicBezTo>
                  <a:cubicBezTo>
                    <a:pt x="11531" y="1369"/>
                    <a:pt x="11520" y="1368"/>
                    <a:pt x="11509" y="1368"/>
                  </a:cubicBezTo>
                  <a:cubicBezTo>
                    <a:pt x="11434" y="1368"/>
                    <a:pt x="11362" y="1403"/>
                    <a:pt x="11308" y="1457"/>
                  </a:cubicBezTo>
                  <a:cubicBezTo>
                    <a:pt x="11271" y="1494"/>
                    <a:pt x="11246" y="1555"/>
                    <a:pt x="11258" y="1629"/>
                  </a:cubicBezTo>
                  <a:cubicBezTo>
                    <a:pt x="11283" y="1839"/>
                    <a:pt x="11542" y="1963"/>
                    <a:pt x="11703" y="2024"/>
                  </a:cubicBezTo>
                  <a:lnTo>
                    <a:pt x="11728" y="2049"/>
                  </a:lnTo>
                  <a:cubicBezTo>
                    <a:pt x="11900" y="2136"/>
                    <a:pt x="12085" y="2197"/>
                    <a:pt x="12283" y="2259"/>
                  </a:cubicBezTo>
                  <a:cubicBezTo>
                    <a:pt x="12357" y="2271"/>
                    <a:pt x="12443" y="2284"/>
                    <a:pt x="12530" y="2284"/>
                  </a:cubicBezTo>
                  <a:cubicBezTo>
                    <a:pt x="12541" y="2285"/>
                    <a:pt x="12553" y="2285"/>
                    <a:pt x="12564" y="2285"/>
                  </a:cubicBezTo>
                  <a:cubicBezTo>
                    <a:pt x="12686" y="2285"/>
                    <a:pt x="12795" y="2225"/>
                    <a:pt x="12863" y="2123"/>
                  </a:cubicBezTo>
                  <a:cubicBezTo>
                    <a:pt x="12900" y="2062"/>
                    <a:pt x="12888" y="1975"/>
                    <a:pt x="12851" y="1913"/>
                  </a:cubicBezTo>
                  <a:cubicBezTo>
                    <a:pt x="12801" y="1827"/>
                    <a:pt x="12715" y="1778"/>
                    <a:pt x="12616" y="1753"/>
                  </a:cubicBezTo>
                  <a:cubicBezTo>
                    <a:pt x="12629" y="1741"/>
                    <a:pt x="12629" y="1716"/>
                    <a:pt x="12641" y="1704"/>
                  </a:cubicBezTo>
                  <a:cubicBezTo>
                    <a:pt x="12752" y="1531"/>
                    <a:pt x="12888" y="1383"/>
                    <a:pt x="13048" y="1272"/>
                  </a:cubicBezTo>
                  <a:cubicBezTo>
                    <a:pt x="13320" y="1370"/>
                    <a:pt x="13616" y="1494"/>
                    <a:pt x="13949" y="1642"/>
                  </a:cubicBezTo>
                  <a:cubicBezTo>
                    <a:pt x="14283" y="1802"/>
                    <a:pt x="14641" y="2000"/>
                    <a:pt x="14962" y="2197"/>
                  </a:cubicBezTo>
                  <a:cubicBezTo>
                    <a:pt x="15134" y="2296"/>
                    <a:pt x="15295" y="2382"/>
                    <a:pt x="15468" y="2481"/>
                  </a:cubicBezTo>
                  <a:cubicBezTo>
                    <a:pt x="15468" y="2617"/>
                    <a:pt x="15468" y="2753"/>
                    <a:pt x="15455" y="2876"/>
                  </a:cubicBezTo>
                  <a:lnTo>
                    <a:pt x="15455" y="3000"/>
                  </a:lnTo>
                  <a:cubicBezTo>
                    <a:pt x="15455" y="3111"/>
                    <a:pt x="15431" y="3209"/>
                    <a:pt x="15418" y="3308"/>
                  </a:cubicBezTo>
                  <a:cubicBezTo>
                    <a:pt x="15418" y="3308"/>
                    <a:pt x="15406" y="3382"/>
                    <a:pt x="15406" y="3395"/>
                  </a:cubicBezTo>
                  <a:lnTo>
                    <a:pt x="15344" y="3395"/>
                  </a:lnTo>
                  <a:cubicBezTo>
                    <a:pt x="15333" y="3393"/>
                    <a:pt x="15322" y="3392"/>
                    <a:pt x="15311" y="3392"/>
                  </a:cubicBezTo>
                  <a:cubicBezTo>
                    <a:pt x="15239" y="3392"/>
                    <a:pt x="15177" y="3426"/>
                    <a:pt x="15134" y="3469"/>
                  </a:cubicBezTo>
                  <a:cubicBezTo>
                    <a:pt x="15085" y="3506"/>
                    <a:pt x="15073" y="3567"/>
                    <a:pt x="15073" y="3629"/>
                  </a:cubicBezTo>
                  <a:cubicBezTo>
                    <a:pt x="15085" y="3753"/>
                    <a:pt x="15159" y="3876"/>
                    <a:pt x="15270" y="3938"/>
                  </a:cubicBezTo>
                  <a:cubicBezTo>
                    <a:pt x="15283" y="3950"/>
                    <a:pt x="15295" y="3962"/>
                    <a:pt x="15320" y="3975"/>
                  </a:cubicBezTo>
                  <a:cubicBezTo>
                    <a:pt x="15369" y="4012"/>
                    <a:pt x="15431" y="4037"/>
                    <a:pt x="15468" y="4074"/>
                  </a:cubicBezTo>
                  <a:cubicBezTo>
                    <a:pt x="15641" y="4172"/>
                    <a:pt x="15826" y="4259"/>
                    <a:pt x="16011" y="4333"/>
                  </a:cubicBezTo>
                  <a:cubicBezTo>
                    <a:pt x="16036" y="4345"/>
                    <a:pt x="16060" y="4357"/>
                    <a:pt x="16085" y="4357"/>
                  </a:cubicBezTo>
                  <a:lnTo>
                    <a:pt x="16097" y="4357"/>
                  </a:lnTo>
                  <a:cubicBezTo>
                    <a:pt x="16171" y="4382"/>
                    <a:pt x="16245" y="4395"/>
                    <a:pt x="16332" y="4395"/>
                  </a:cubicBezTo>
                  <a:cubicBezTo>
                    <a:pt x="16341" y="4396"/>
                    <a:pt x="16351" y="4396"/>
                    <a:pt x="16360" y="4396"/>
                  </a:cubicBezTo>
                  <a:cubicBezTo>
                    <a:pt x="16462" y="4396"/>
                    <a:pt x="16560" y="4337"/>
                    <a:pt x="16628" y="4246"/>
                  </a:cubicBezTo>
                  <a:cubicBezTo>
                    <a:pt x="16653" y="4197"/>
                    <a:pt x="16665" y="4123"/>
                    <a:pt x="16640" y="4074"/>
                  </a:cubicBezTo>
                  <a:cubicBezTo>
                    <a:pt x="16591" y="3987"/>
                    <a:pt x="16529" y="3913"/>
                    <a:pt x="16443" y="3888"/>
                  </a:cubicBezTo>
                  <a:cubicBezTo>
                    <a:pt x="16554" y="3642"/>
                    <a:pt x="16628" y="3382"/>
                    <a:pt x="16677" y="3111"/>
                  </a:cubicBezTo>
                  <a:cubicBezTo>
                    <a:pt x="16887" y="3234"/>
                    <a:pt x="17109" y="3370"/>
                    <a:pt x="17307" y="3518"/>
                  </a:cubicBezTo>
                  <a:cubicBezTo>
                    <a:pt x="17739" y="3827"/>
                    <a:pt x="18257" y="4259"/>
                    <a:pt x="18529" y="4864"/>
                  </a:cubicBezTo>
                  <a:cubicBezTo>
                    <a:pt x="18973" y="5839"/>
                    <a:pt x="18788" y="7011"/>
                    <a:pt x="18640" y="7875"/>
                  </a:cubicBezTo>
                  <a:cubicBezTo>
                    <a:pt x="18492" y="8764"/>
                    <a:pt x="18332" y="9690"/>
                    <a:pt x="18159" y="10678"/>
                  </a:cubicBezTo>
                  <a:cubicBezTo>
                    <a:pt x="18109" y="10912"/>
                    <a:pt x="18060" y="11147"/>
                    <a:pt x="18011" y="11381"/>
                  </a:cubicBezTo>
                  <a:cubicBezTo>
                    <a:pt x="17937" y="11727"/>
                    <a:pt x="17862" y="12085"/>
                    <a:pt x="17813" y="12443"/>
                  </a:cubicBezTo>
                  <a:cubicBezTo>
                    <a:pt x="17566" y="12319"/>
                    <a:pt x="17307" y="12270"/>
                    <a:pt x="17035" y="12270"/>
                  </a:cubicBezTo>
                  <a:cubicBezTo>
                    <a:pt x="16900" y="12270"/>
                    <a:pt x="16776" y="12282"/>
                    <a:pt x="16640" y="12319"/>
                  </a:cubicBezTo>
                  <a:cubicBezTo>
                    <a:pt x="16048" y="12332"/>
                    <a:pt x="15455" y="12504"/>
                    <a:pt x="14949" y="12825"/>
                  </a:cubicBezTo>
                  <a:cubicBezTo>
                    <a:pt x="14801" y="12936"/>
                    <a:pt x="14665" y="13048"/>
                    <a:pt x="14542" y="13183"/>
                  </a:cubicBezTo>
                  <a:lnTo>
                    <a:pt x="14554" y="13085"/>
                  </a:lnTo>
                  <a:lnTo>
                    <a:pt x="14579" y="12986"/>
                  </a:lnTo>
                  <a:cubicBezTo>
                    <a:pt x="14665" y="12801"/>
                    <a:pt x="14739" y="12616"/>
                    <a:pt x="14789" y="12430"/>
                  </a:cubicBezTo>
                  <a:cubicBezTo>
                    <a:pt x="14814" y="12356"/>
                    <a:pt x="14838" y="12282"/>
                    <a:pt x="14863" y="12221"/>
                  </a:cubicBezTo>
                  <a:cubicBezTo>
                    <a:pt x="14962" y="11949"/>
                    <a:pt x="15060" y="11677"/>
                    <a:pt x="15196" y="11332"/>
                  </a:cubicBezTo>
                  <a:lnTo>
                    <a:pt x="15233" y="11233"/>
                  </a:lnTo>
                  <a:cubicBezTo>
                    <a:pt x="15443" y="10702"/>
                    <a:pt x="15653" y="10147"/>
                    <a:pt x="15813" y="9579"/>
                  </a:cubicBezTo>
                  <a:cubicBezTo>
                    <a:pt x="15974" y="8999"/>
                    <a:pt x="16073" y="8406"/>
                    <a:pt x="16122" y="7814"/>
                  </a:cubicBezTo>
                  <a:cubicBezTo>
                    <a:pt x="16171" y="7221"/>
                    <a:pt x="16147" y="6616"/>
                    <a:pt x="16023" y="6024"/>
                  </a:cubicBezTo>
                  <a:cubicBezTo>
                    <a:pt x="15789" y="5135"/>
                    <a:pt x="15097" y="4320"/>
                    <a:pt x="13888" y="3555"/>
                  </a:cubicBezTo>
                  <a:cubicBezTo>
                    <a:pt x="13073" y="3049"/>
                    <a:pt x="12110" y="2481"/>
                    <a:pt x="11024" y="2148"/>
                  </a:cubicBezTo>
                  <a:cubicBezTo>
                    <a:pt x="10592" y="2012"/>
                    <a:pt x="10135" y="1938"/>
                    <a:pt x="9678" y="1926"/>
                  </a:cubicBezTo>
                  <a:cubicBezTo>
                    <a:pt x="9395" y="1926"/>
                    <a:pt x="9123" y="1963"/>
                    <a:pt x="8851" y="2049"/>
                  </a:cubicBezTo>
                  <a:cubicBezTo>
                    <a:pt x="9185" y="1691"/>
                    <a:pt x="9567" y="1395"/>
                    <a:pt x="9999" y="1173"/>
                  </a:cubicBezTo>
                  <a:cubicBezTo>
                    <a:pt x="10320" y="1025"/>
                    <a:pt x="10666" y="938"/>
                    <a:pt x="11012" y="938"/>
                  </a:cubicBezTo>
                  <a:cubicBezTo>
                    <a:pt x="11184" y="926"/>
                    <a:pt x="11320" y="914"/>
                    <a:pt x="11444" y="914"/>
                  </a:cubicBezTo>
                  <a:close/>
                  <a:moveTo>
                    <a:pt x="9715" y="2148"/>
                  </a:moveTo>
                  <a:cubicBezTo>
                    <a:pt x="10086" y="2148"/>
                    <a:pt x="10468" y="2210"/>
                    <a:pt x="10826" y="2308"/>
                  </a:cubicBezTo>
                  <a:cubicBezTo>
                    <a:pt x="11629" y="2531"/>
                    <a:pt x="12456" y="2913"/>
                    <a:pt x="13480" y="3555"/>
                  </a:cubicBezTo>
                  <a:cubicBezTo>
                    <a:pt x="14665" y="4308"/>
                    <a:pt x="15381" y="5073"/>
                    <a:pt x="15665" y="5900"/>
                  </a:cubicBezTo>
                  <a:cubicBezTo>
                    <a:pt x="15850" y="6431"/>
                    <a:pt x="15838" y="7024"/>
                    <a:pt x="15801" y="7604"/>
                  </a:cubicBezTo>
                  <a:cubicBezTo>
                    <a:pt x="15764" y="8159"/>
                    <a:pt x="15678" y="8703"/>
                    <a:pt x="15529" y="9233"/>
                  </a:cubicBezTo>
                  <a:cubicBezTo>
                    <a:pt x="15381" y="9826"/>
                    <a:pt x="15171" y="10394"/>
                    <a:pt x="14962" y="10949"/>
                  </a:cubicBezTo>
                  <a:lnTo>
                    <a:pt x="14912" y="11085"/>
                  </a:lnTo>
                  <a:cubicBezTo>
                    <a:pt x="14814" y="11356"/>
                    <a:pt x="14702" y="11677"/>
                    <a:pt x="14604" y="11986"/>
                  </a:cubicBezTo>
                  <a:cubicBezTo>
                    <a:pt x="14579" y="12085"/>
                    <a:pt x="14554" y="12171"/>
                    <a:pt x="14517" y="12270"/>
                  </a:cubicBezTo>
                  <a:cubicBezTo>
                    <a:pt x="14443" y="12492"/>
                    <a:pt x="14381" y="12727"/>
                    <a:pt x="14332" y="12961"/>
                  </a:cubicBezTo>
                  <a:cubicBezTo>
                    <a:pt x="14332" y="12986"/>
                    <a:pt x="14332" y="12998"/>
                    <a:pt x="14332" y="13011"/>
                  </a:cubicBezTo>
                  <a:cubicBezTo>
                    <a:pt x="14307" y="13109"/>
                    <a:pt x="14283" y="13196"/>
                    <a:pt x="14258" y="13294"/>
                  </a:cubicBezTo>
                  <a:cubicBezTo>
                    <a:pt x="14209" y="13443"/>
                    <a:pt x="14159" y="13603"/>
                    <a:pt x="14098" y="13788"/>
                  </a:cubicBezTo>
                  <a:cubicBezTo>
                    <a:pt x="13900" y="14134"/>
                    <a:pt x="13715" y="14492"/>
                    <a:pt x="13554" y="14862"/>
                  </a:cubicBezTo>
                  <a:cubicBezTo>
                    <a:pt x="13740" y="13480"/>
                    <a:pt x="13826" y="11949"/>
                    <a:pt x="12851" y="10887"/>
                  </a:cubicBezTo>
                  <a:cubicBezTo>
                    <a:pt x="12258" y="10258"/>
                    <a:pt x="11579" y="9702"/>
                    <a:pt x="10851" y="9233"/>
                  </a:cubicBezTo>
                  <a:cubicBezTo>
                    <a:pt x="10222" y="8814"/>
                    <a:pt x="9567" y="8431"/>
                    <a:pt x="8888" y="8098"/>
                  </a:cubicBezTo>
                  <a:cubicBezTo>
                    <a:pt x="8185" y="7752"/>
                    <a:pt x="7444" y="7493"/>
                    <a:pt x="6679" y="7320"/>
                  </a:cubicBezTo>
                  <a:cubicBezTo>
                    <a:pt x="6234" y="7221"/>
                    <a:pt x="5790" y="7172"/>
                    <a:pt x="5333" y="7172"/>
                  </a:cubicBezTo>
                  <a:lnTo>
                    <a:pt x="5025" y="7172"/>
                  </a:lnTo>
                  <a:cubicBezTo>
                    <a:pt x="5062" y="7123"/>
                    <a:pt x="5099" y="7073"/>
                    <a:pt x="5136" y="7024"/>
                  </a:cubicBezTo>
                  <a:cubicBezTo>
                    <a:pt x="5420" y="6641"/>
                    <a:pt x="5704" y="6258"/>
                    <a:pt x="5975" y="5876"/>
                  </a:cubicBezTo>
                  <a:lnTo>
                    <a:pt x="6420" y="5271"/>
                  </a:lnTo>
                  <a:cubicBezTo>
                    <a:pt x="6876" y="4654"/>
                    <a:pt x="7345" y="4000"/>
                    <a:pt x="7814" y="3370"/>
                  </a:cubicBezTo>
                  <a:lnTo>
                    <a:pt x="7975" y="3160"/>
                  </a:lnTo>
                  <a:cubicBezTo>
                    <a:pt x="8160" y="2913"/>
                    <a:pt x="8358" y="2642"/>
                    <a:pt x="8555" y="2407"/>
                  </a:cubicBezTo>
                  <a:cubicBezTo>
                    <a:pt x="8913" y="2234"/>
                    <a:pt x="9320" y="2148"/>
                    <a:pt x="9715" y="2148"/>
                  </a:cubicBezTo>
                  <a:close/>
                  <a:moveTo>
                    <a:pt x="16752" y="12579"/>
                  </a:moveTo>
                  <a:cubicBezTo>
                    <a:pt x="17455" y="12591"/>
                    <a:pt x="18023" y="12862"/>
                    <a:pt x="18257" y="13294"/>
                  </a:cubicBezTo>
                  <a:cubicBezTo>
                    <a:pt x="18566" y="13850"/>
                    <a:pt x="18529" y="14554"/>
                    <a:pt x="18455" y="15245"/>
                  </a:cubicBezTo>
                  <a:cubicBezTo>
                    <a:pt x="18319" y="15269"/>
                    <a:pt x="18171" y="15294"/>
                    <a:pt x="18035" y="15344"/>
                  </a:cubicBezTo>
                  <a:cubicBezTo>
                    <a:pt x="17924" y="15368"/>
                    <a:pt x="17825" y="15393"/>
                    <a:pt x="17727" y="15418"/>
                  </a:cubicBezTo>
                  <a:cubicBezTo>
                    <a:pt x="17591" y="15430"/>
                    <a:pt x="17455" y="15455"/>
                    <a:pt x="17319" y="15479"/>
                  </a:cubicBezTo>
                  <a:cubicBezTo>
                    <a:pt x="17159" y="15504"/>
                    <a:pt x="17023" y="15529"/>
                    <a:pt x="16875" y="15553"/>
                  </a:cubicBezTo>
                  <a:lnTo>
                    <a:pt x="16566" y="15627"/>
                  </a:lnTo>
                  <a:cubicBezTo>
                    <a:pt x="16110" y="15739"/>
                    <a:pt x="15641" y="15800"/>
                    <a:pt x="15171" y="15825"/>
                  </a:cubicBezTo>
                  <a:lnTo>
                    <a:pt x="14962" y="15825"/>
                  </a:lnTo>
                  <a:cubicBezTo>
                    <a:pt x="14974" y="15504"/>
                    <a:pt x="14974" y="15158"/>
                    <a:pt x="14974" y="14776"/>
                  </a:cubicBezTo>
                  <a:cubicBezTo>
                    <a:pt x="14974" y="14479"/>
                    <a:pt x="14962" y="14183"/>
                    <a:pt x="14925" y="13887"/>
                  </a:cubicBezTo>
                  <a:cubicBezTo>
                    <a:pt x="14900" y="13739"/>
                    <a:pt x="14838" y="13480"/>
                    <a:pt x="14690" y="13393"/>
                  </a:cubicBezTo>
                  <a:cubicBezTo>
                    <a:pt x="14739" y="13319"/>
                    <a:pt x="14801" y="13245"/>
                    <a:pt x="14863" y="13183"/>
                  </a:cubicBezTo>
                  <a:cubicBezTo>
                    <a:pt x="15110" y="12912"/>
                    <a:pt x="15455" y="12813"/>
                    <a:pt x="15838" y="12714"/>
                  </a:cubicBezTo>
                  <a:cubicBezTo>
                    <a:pt x="16134" y="12640"/>
                    <a:pt x="16443" y="12591"/>
                    <a:pt x="16752" y="12579"/>
                  </a:cubicBezTo>
                  <a:close/>
                  <a:moveTo>
                    <a:pt x="19759" y="4369"/>
                  </a:moveTo>
                  <a:cubicBezTo>
                    <a:pt x="20225" y="4369"/>
                    <a:pt x="20676" y="4553"/>
                    <a:pt x="21023" y="4864"/>
                  </a:cubicBezTo>
                  <a:cubicBezTo>
                    <a:pt x="21615" y="5394"/>
                    <a:pt x="21664" y="6345"/>
                    <a:pt x="21171" y="7690"/>
                  </a:cubicBezTo>
                  <a:cubicBezTo>
                    <a:pt x="21010" y="8110"/>
                    <a:pt x="20825" y="8530"/>
                    <a:pt x="20628" y="8925"/>
                  </a:cubicBezTo>
                  <a:cubicBezTo>
                    <a:pt x="20319" y="9628"/>
                    <a:pt x="19986" y="10344"/>
                    <a:pt x="19813" y="11122"/>
                  </a:cubicBezTo>
                  <a:cubicBezTo>
                    <a:pt x="19702" y="11751"/>
                    <a:pt x="19689" y="12393"/>
                    <a:pt x="19763" y="13035"/>
                  </a:cubicBezTo>
                  <a:lnTo>
                    <a:pt x="19788" y="13233"/>
                  </a:lnTo>
                  <a:cubicBezTo>
                    <a:pt x="19850" y="13813"/>
                    <a:pt x="19912" y="14418"/>
                    <a:pt x="19763" y="14998"/>
                  </a:cubicBezTo>
                  <a:cubicBezTo>
                    <a:pt x="19603" y="15627"/>
                    <a:pt x="19220" y="16183"/>
                    <a:pt x="18690" y="16566"/>
                  </a:cubicBezTo>
                  <a:cubicBezTo>
                    <a:pt x="18714" y="16417"/>
                    <a:pt x="18727" y="16282"/>
                    <a:pt x="18739" y="16146"/>
                  </a:cubicBezTo>
                  <a:lnTo>
                    <a:pt x="18776" y="15911"/>
                  </a:lnTo>
                  <a:cubicBezTo>
                    <a:pt x="18887" y="14998"/>
                    <a:pt x="19010" y="13973"/>
                    <a:pt x="18578" y="13159"/>
                  </a:cubicBezTo>
                  <a:cubicBezTo>
                    <a:pt x="18480" y="12949"/>
                    <a:pt x="18319" y="12776"/>
                    <a:pt x="18134" y="12628"/>
                  </a:cubicBezTo>
                  <a:cubicBezTo>
                    <a:pt x="18159" y="12566"/>
                    <a:pt x="18171" y="12504"/>
                    <a:pt x="18183" y="12430"/>
                  </a:cubicBezTo>
                  <a:cubicBezTo>
                    <a:pt x="18257" y="12097"/>
                    <a:pt x="18332" y="11764"/>
                    <a:pt x="18393" y="11431"/>
                  </a:cubicBezTo>
                  <a:cubicBezTo>
                    <a:pt x="18554" y="10579"/>
                    <a:pt x="18739" y="9579"/>
                    <a:pt x="18887" y="8567"/>
                  </a:cubicBezTo>
                  <a:cubicBezTo>
                    <a:pt x="18949" y="8196"/>
                    <a:pt x="18998" y="7814"/>
                    <a:pt x="19047" y="7443"/>
                  </a:cubicBezTo>
                  <a:lnTo>
                    <a:pt x="19072" y="7209"/>
                  </a:lnTo>
                  <a:cubicBezTo>
                    <a:pt x="19134" y="6789"/>
                    <a:pt x="19171" y="6370"/>
                    <a:pt x="19159" y="5950"/>
                  </a:cubicBezTo>
                  <a:lnTo>
                    <a:pt x="19208" y="5789"/>
                  </a:lnTo>
                  <a:cubicBezTo>
                    <a:pt x="19307" y="5333"/>
                    <a:pt x="19356" y="4864"/>
                    <a:pt x="19344" y="4395"/>
                  </a:cubicBezTo>
                  <a:cubicBezTo>
                    <a:pt x="19467" y="4382"/>
                    <a:pt x="19591" y="4370"/>
                    <a:pt x="19714" y="4370"/>
                  </a:cubicBezTo>
                  <a:cubicBezTo>
                    <a:pt x="19729" y="4369"/>
                    <a:pt x="19744" y="4369"/>
                    <a:pt x="19759" y="4369"/>
                  </a:cubicBezTo>
                  <a:close/>
                  <a:moveTo>
                    <a:pt x="15665" y="16035"/>
                  </a:moveTo>
                  <a:lnTo>
                    <a:pt x="15678" y="16059"/>
                  </a:lnTo>
                  <a:lnTo>
                    <a:pt x="15690" y="16072"/>
                  </a:lnTo>
                  <a:cubicBezTo>
                    <a:pt x="15727" y="16146"/>
                    <a:pt x="15739" y="16220"/>
                    <a:pt x="15752" y="16294"/>
                  </a:cubicBezTo>
                  <a:cubicBezTo>
                    <a:pt x="15776" y="16529"/>
                    <a:pt x="15789" y="16763"/>
                    <a:pt x="15776" y="16985"/>
                  </a:cubicBezTo>
                  <a:cubicBezTo>
                    <a:pt x="15776" y="17084"/>
                    <a:pt x="15764" y="17183"/>
                    <a:pt x="15752" y="17282"/>
                  </a:cubicBezTo>
                  <a:cubicBezTo>
                    <a:pt x="15752" y="17319"/>
                    <a:pt x="15739" y="17356"/>
                    <a:pt x="15727" y="17393"/>
                  </a:cubicBezTo>
                  <a:cubicBezTo>
                    <a:pt x="15727" y="17405"/>
                    <a:pt x="15715" y="17430"/>
                    <a:pt x="15702" y="17454"/>
                  </a:cubicBezTo>
                  <a:lnTo>
                    <a:pt x="15690" y="17479"/>
                  </a:lnTo>
                  <a:cubicBezTo>
                    <a:pt x="15678" y="17504"/>
                    <a:pt x="15641" y="17565"/>
                    <a:pt x="15616" y="17578"/>
                  </a:cubicBezTo>
                  <a:cubicBezTo>
                    <a:pt x="15604" y="17565"/>
                    <a:pt x="15591" y="17553"/>
                    <a:pt x="15591" y="17528"/>
                  </a:cubicBezTo>
                  <a:cubicBezTo>
                    <a:pt x="15529" y="17430"/>
                    <a:pt x="15492" y="17319"/>
                    <a:pt x="15480" y="17207"/>
                  </a:cubicBezTo>
                  <a:cubicBezTo>
                    <a:pt x="15418" y="16812"/>
                    <a:pt x="15443" y="16417"/>
                    <a:pt x="15566" y="16035"/>
                  </a:cubicBezTo>
                  <a:close/>
                  <a:moveTo>
                    <a:pt x="19989" y="2974"/>
                  </a:moveTo>
                  <a:cubicBezTo>
                    <a:pt x="20398" y="2974"/>
                    <a:pt x="20794" y="3084"/>
                    <a:pt x="21134" y="3284"/>
                  </a:cubicBezTo>
                  <a:cubicBezTo>
                    <a:pt x="22417" y="4074"/>
                    <a:pt x="22677" y="5913"/>
                    <a:pt x="22738" y="6678"/>
                  </a:cubicBezTo>
                  <a:cubicBezTo>
                    <a:pt x="22800" y="7369"/>
                    <a:pt x="22726" y="8061"/>
                    <a:pt x="22541" y="8727"/>
                  </a:cubicBezTo>
                  <a:cubicBezTo>
                    <a:pt x="22319" y="9443"/>
                    <a:pt x="22035" y="10147"/>
                    <a:pt x="21689" y="10813"/>
                  </a:cubicBezTo>
                  <a:cubicBezTo>
                    <a:pt x="21627" y="10937"/>
                    <a:pt x="21566" y="11073"/>
                    <a:pt x="21504" y="11208"/>
                  </a:cubicBezTo>
                  <a:cubicBezTo>
                    <a:pt x="21245" y="11739"/>
                    <a:pt x="20973" y="12282"/>
                    <a:pt x="20751" y="12838"/>
                  </a:cubicBezTo>
                  <a:cubicBezTo>
                    <a:pt x="20479" y="13529"/>
                    <a:pt x="20319" y="14257"/>
                    <a:pt x="20294" y="14998"/>
                  </a:cubicBezTo>
                  <a:cubicBezTo>
                    <a:pt x="20294" y="15208"/>
                    <a:pt x="20307" y="15430"/>
                    <a:pt x="20307" y="15652"/>
                  </a:cubicBezTo>
                  <a:cubicBezTo>
                    <a:pt x="20307" y="15837"/>
                    <a:pt x="20319" y="16035"/>
                    <a:pt x="20307" y="16232"/>
                  </a:cubicBezTo>
                  <a:cubicBezTo>
                    <a:pt x="20294" y="16640"/>
                    <a:pt x="20121" y="17035"/>
                    <a:pt x="19837" y="17343"/>
                  </a:cubicBezTo>
                  <a:cubicBezTo>
                    <a:pt x="19554" y="17627"/>
                    <a:pt x="19245" y="17874"/>
                    <a:pt x="18912" y="18096"/>
                  </a:cubicBezTo>
                  <a:cubicBezTo>
                    <a:pt x="18739" y="18207"/>
                    <a:pt x="18554" y="18318"/>
                    <a:pt x="18381" y="18417"/>
                  </a:cubicBezTo>
                  <a:lnTo>
                    <a:pt x="18220" y="18516"/>
                  </a:lnTo>
                  <a:cubicBezTo>
                    <a:pt x="18381" y="17985"/>
                    <a:pt x="18504" y="17516"/>
                    <a:pt x="18591" y="17072"/>
                  </a:cubicBezTo>
                  <a:cubicBezTo>
                    <a:pt x="19134" y="16689"/>
                    <a:pt x="19578" y="16183"/>
                    <a:pt x="19862" y="15578"/>
                  </a:cubicBezTo>
                  <a:cubicBezTo>
                    <a:pt x="20220" y="14788"/>
                    <a:pt x="20146" y="13961"/>
                    <a:pt x="20072" y="13159"/>
                  </a:cubicBezTo>
                  <a:cubicBezTo>
                    <a:pt x="19998" y="12603"/>
                    <a:pt x="19998" y="12048"/>
                    <a:pt x="20060" y="11492"/>
                  </a:cubicBezTo>
                  <a:cubicBezTo>
                    <a:pt x="20195" y="10653"/>
                    <a:pt x="20566" y="9875"/>
                    <a:pt x="20924" y="9122"/>
                  </a:cubicBezTo>
                  <a:cubicBezTo>
                    <a:pt x="21146" y="8665"/>
                    <a:pt x="21343" y="8196"/>
                    <a:pt x="21529" y="7727"/>
                  </a:cubicBezTo>
                  <a:cubicBezTo>
                    <a:pt x="21738" y="7110"/>
                    <a:pt x="22146" y="5592"/>
                    <a:pt x="21269" y="4728"/>
                  </a:cubicBezTo>
                  <a:cubicBezTo>
                    <a:pt x="20862" y="4333"/>
                    <a:pt x="20307" y="4111"/>
                    <a:pt x="19739" y="4111"/>
                  </a:cubicBezTo>
                  <a:cubicBezTo>
                    <a:pt x="19381" y="4111"/>
                    <a:pt x="19023" y="4197"/>
                    <a:pt x="18702" y="4357"/>
                  </a:cubicBezTo>
                  <a:cubicBezTo>
                    <a:pt x="18615" y="4234"/>
                    <a:pt x="18529" y="4111"/>
                    <a:pt x="18443" y="4000"/>
                  </a:cubicBezTo>
                  <a:cubicBezTo>
                    <a:pt x="18257" y="3790"/>
                    <a:pt x="18060" y="3605"/>
                    <a:pt x="17838" y="3432"/>
                  </a:cubicBezTo>
                  <a:cubicBezTo>
                    <a:pt x="18455" y="3222"/>
                    <a:pt x="19208" y="2975"/>
                    <a:pt x="19924" y="2975"/>
                  </a:cubicBezTo>
                  <a:cubicBezTo>
                    <a:pt x="19946" y="2974"/>
                    <a:pt x="19967" y="2974"/>
                    <a:pt x="19989" y="2974"/>
                  </a:cubicBezTo>
                  <a:close/>
                  <a:moveTo>
                    <a:pt x="3751" y="8627"/>
                  </a:moveTo>
                  <a:cubicBezTo>
                    <a:pt x="3781" y="8627"/>
                    <a:pt x="3810" y="8628"/>
                    <a:pt x="3840" y="8628"/>
                  </a:cubicBezTo>
                  <a:cubicBezTo>
                    <a:pt x="4235" y="8628"/>
                    <a:pt x="4617" y="8665"/>
                    <a:pt x="4988" y="8740"/>
                  </a:cubicBezTo>
                  <a:cubicBezTo>
                    <a:pt x="6025" y="8962"/>
                    <a:pt x="7037" y="9320"/>
                    <a:pt x="7975" y="9801"/>
                  </a:cubicBezTo>
                  <a:cubicBezTo>
                    <a:pt x="8740" y="10184"/>
                    <a:pt x="9715" y="10727"/>
                    <a:pt x="10481" y="11492"/>
                  </a:cubicBezTo>
                  <a:cubicBezTo>
                    <a:pt x="11320" y="12332"/>
                    <a:pt x="11715" y="13369"/>
                    <a:pt x="11604" y="14430"/>
                  </a:cubicBezTo>
                  <a:cubicBezTo>
                    <a:pt x="11518" y="14949"/>
                    <a:pt x="11370" y="15467"/>
                    <a:pt x="11147" y="15948"/>
                  </a:cubicBezTo>
                  <a:lnTo>
                    <a:pt x="11086" y="16109"/>
                  </a:lnTo>
                  <a:cubicBezTo>
                    <a:pt x="10900" y="16640"/>
                    <a:pt x="10641" y="17158"/>
                    <a:pt x="10345" y="17639"/>
                  </a:cubicBezTo>
                  <a:cubicBezTo>
                    <a:pt x="10098" y="18072"/>
                    <a:pt x="9752" y="18442"/>
                    <a:pt x="9320" y="18701"/>
                  </a:cubicBezTo>
                  <a:cubicBezTo>
                    <a:pt x="9123" y="18800"/>
                    <a:pt x="8901" y="18849"/>
                    <a:pt x="8679" y="18849"/>
                  </a:cubicBezTo>
                  <a:cubicBezTo>
                    <a:pt x="8382" y="18837"/>
                    <a:pt x="8098" y="18800"/>
                    <a:pt x="7814" y="18726"/>
                  </a:cubicBezTo>
                  <a:lnTo>
                    <a:pt x="7716" y="18701"/>
                  </a:lnTo>
                  <a:cubicBezTo>
                    <a:pt x="7185" y="18590"/>
                    <a:pt x="6667" y="18429"/>
                    <a:pt x="6160" y="18232"/>
                  </a:cubicBezTo>
                  <a:cubicBezTo>
                    <a:pt x="5963" y="18146"/>
                    <a:pt x="5765" y="18059"/>
                    <a:pt x="5556" y="17973"/>
                  </a:cubicBezTo>
                  <a:cubicBezTo>
                    <a:pt x="5235" y="17837"/>
                    <a:pt x="4901" y="17689"/>
                    <a:pt x="4568" y="17565"/>
                  </a:cubicBezTo>
                  <a:cubicBezTo>
                    <a:pt x="3445" y="17146"/>
                    <a:pt x="2445" y="16454"/>
                    <a:pt x="1605" y="15850"/>
                  </a:cubicBezTo>
                  <a:cubicBezTo>
                    <a:pt x="1186" y="15566"/>
                    <a:pt x="840" y="15183"/>
                    <a:pt x="593" y="14739"/>
                  </a:cubicBezTo>
                  <a:cubicBezTo>
                    <a:pt x="383" y="14307"/>
                    <a:pt x="309" y="13838"/>
                    <a:pt x="371" y="13369"/>
                  </a:cubicBezTo>
                  <a:cubicBezTo>
                    <a:pt x="420" y="12887"/>
                    <a:pt x="532" y="12430"/>
                    <a:pt x="667" y="11974"/>
                  </a:cubicBezTo>
                  <a:cubicBezTo>
                    <a:pt x="680" y="11961"/>
                    <a:pt x="692" y="11949"/>
                    <a:pt x="704" y="11937"/>
                  </a:cubicBezTo>
                  <a:cubicBezTo>
                    <a:pt x="951" y="11122"/>
                    <a:pt x="1334" y="10357"/>
                    <a:pt x="1815" y="9665"/>
                  </a:cubicBezTo>
                  <a:cubicBezTo>
                    <a:pt x="2000" y="9394"/>
                    <a:pt x="2198" y="9122"/>
                    <a:pt x="2420" y="8875"/>
                  </a:cubicBezTo>
                  <a:lnTo>
                    <a:pt x="2445" y="8875"/>
                  </a:lnTo>
                  <a:cubicBezTo>
                    <a:pt x="2861" y="8713"/>
                    <a:pt x="3310" y="8627"/>
                    <a:pt x="3751" y="8627"/>
                  </a:cubicBezTo>
                  <a:close/>
                  <a:moveTo>
                    <a:pt x="5008" y="7504"/>
                  </a:moveTo>
                  <a:cubicBezTo>
                    <a:pt x="5034" y="7504"/>
                    <a:pt x="5060" y="7504"/>
                    <a:pt x="5086" y="7505"/>
                  </a:cubicBezTo>
                  <a:cubicBezTo>
                    <a:pt x="5469" y="7505"/>
                    <a:pt x="5839" y="7555"/>
                    <a:pt x="6210" y="7629"/>
                  </a:cubicBezTo>
                  <a:cubicBezTo>
                    <a:pt x="6975" y="7801"/>
                    <a:pt x="7716" y="8061"/>
                    <a:pt x="8432" y="8406"/>
                  </a:cubicBezTo>
                  <a:cubicBezTo>
                    <a:pt x="9752" y="9011"/>
                    <a:pt x="10987" y="9813"/>
                    <a:pt x="12098" y="10764"/>
                  </a:cubicBezTo>
                  <a:cubicBezTo>
                    <a:pt x="12814" y="11381"/>
                    <a:pt x="13209" y="12035"/>
                    <a:pt x="13295" y="12764"/>
                  </a:cubicBezTo>
                  <a:cubicBezTo>
                    <a:pt x="13382" y="13455"/>
                    <a:pt x="13271" y="14171"/>
                    <a:pt x="13159" y="14874"/>
                  </a:cubicBezTo>
                  <a:lnTo>
                    <a:pt x="13122" y="15109"/>
                  </a:lnTo>
                  <a:cubicBezTo>
                    <a:pt x="13036" y="15664"/>
                    <a:pt x="12962" y="16084"/>
                    <a:pt x="12888" y="16467"/>
                  </a:cubicBezTo>
                  <a:cubicBezTo>
                    <a:pt x="12727" y="16874"/>
                    <a:pt x="12592" y="17282"/>
                    <a:pt x="12456" y="17689"/>
                  </a:cubicBezTo>
                  <a:lnTo>
                    <a:pt x="12431" y="17763"/>
                  </a:lnTo>
                  <a:cubicBezTo>
                    <a:pt x="12332" y="18034"/>
                    <a:pt x="12258" y="18331"/>
                    <a:pt x="12197" y="18615"/>
                  </a:cubicBezTo>
                  <a:cubicBezTo>
                    <a:pt x="12048" y="18899"/>
                    <a:pt x="11863" y="19170"/>
                    <a:pt x="11653" y="19405"/>
                  </a:cubicBezTo>
                  <a:cubicBezTo>
                    <a:pt x="11395" y="19545"/>
                    <a:pt x="11117" y="19619"/>
                    <a:pt x="10828" y="19619"/>
                  </a:cubicBezTo>
                  <a:cubicBezTo>
                    <a:pt x="10787" y="19619"/>
                    <a:pt x="10745" y="19618"/>
                    <a:pt x="10703" y="19615"/>
                  </a:cubicBezTo>
                  <a:cubicBezTo>
                    <a:pt x="10617" y="19615"/>
                    <a:pt x="10505" y="19615"/>
                    <a:pt x="10382" y="19602"/>
                  </a:cubicBezTo>
                  <a:cubicBezTo>
                    <a:pt x="9839" y="19553"/>
                    <a:pt x="9308" y="19454"/>
                    <a:pt x="8790" y="19306"/>
                  </a:cubicBezTo>
                  <a:cubicBezTo>
                    <a:pt x="8580" y="19244"/>
                    <a:pt x="8382" y="19182"/>
                    <a:pt x="8185" y="19096"/>
                  </a:cubicBezTo>
                  <a:lnTo>
                    <a:pt x="8185" y="19096"/>
                  </a:lnTo>
                  <a:cubicBezTo>
                    <a:pt x="8358" y="19133"/>
                    <a:pt x="8543" y="19145"/>
                    <a:pt x="8728" y="19158"/>
                  </a:cubicBezTo>
                  <a:cubicBezTo>
                    <a:pt x="9197" y="19158"/>
                    <a:pt x="9641" y="18923"/>
                    <a:pt x="10073" y="18491"/>
                  </a:cubicBezTo>
                  <a:cubicBezTo>
                    <a:pt x="10740" y="17800"/>
                    <a:pt x="11283" y="16788"/>
                    <a:pt x="11666" y="15467"/>
                  </a:cubicBezTo>
                  <a:cubicBezTo>
                    <a:pt x="11851" y="14899"/>
                    <a:pt x="11925" y="14282"/>
                    <a:pt x="11888" y="13689"/>
                  </a:cubicBezTo>
                  <a:cubicBezTo>
                    <a:pt x="11814" y="13109"/>
                    <a:pt x="11629" y="12554"/>
                    <a:pt x="11320" y="12060"/>
                  </a:cubicBezTo>
                  <a:cubicBezTo>
                    <a:pt x="10826" y="11258"/>
                    <a:pt x="10061" y="10566"/>
                    <a:pt x="8987" y="9937"/>
                  </a:cubicBezTo>
                  <a:cubicBezTo>
                    <a:pt x="8012" y="9357"/>
                    <a:pt x="6950" y="8912"/>
                    <a:pt x="5852" y="8616"/>
                  </a:cubicBezTo>
                  <a:cubicBezTo>
                    <a:pt x="5198" y="8419"/>
                    <a:pt x="4519" y="8320"/>
                    <a:pt x="3840" y="8308"/>
                  </a:cubicBezTo>
                  <a:cubicBezTo>
                    <a:pt x="3543" y="8308"/>
                    <a:pt x="3247" y="8332"/>
                    <a:pt x="2951" y="8382"/>
                  </a:cubicBezTo>
                  <a:lnTo>
                    <a:pt x="2877" y="8406"/>
                  </a:lnTo>
                  <a:cubicBezTo>
                    <a:pt x="3136" y="8172"/>
                    <a:pt x="3420" y="7962"/>
                    <a:pt x="3729" y="7801"/>
                  </a:cubicBezTo>
                  <a:cubicBezTo>
                    <a:pt x="4125" y="7603"/>
                    <a:pt x="4565" y="7504"/>
                    <a:pt x="5008" y="7504"/>
                  </a:cubicBezTo>
                  <a:close/>
                  <a:moveTo>
                    <a:pt x="14554" y="13578"/>
                  </a:moveTo>
                  <a:cubicBezTo>
                    <a:pt x="14727" y="13813"/>
                    <a:pt x="14690" y="15344"/>
                    <a:pt x="14641" y="16084"/>
                  </a:cubicBezTo>
                  <a:cubicBezTo>
                    <a:pt x="14591" y="16800"/>
                    <a:pt x="14480" y="17516"/>
                    <a:pt x="14394" y="18207"/>
                  </a:cubicBezTo>
                  <a:lnTo>
                    <a:pt x="14344" y="18504"/>
                  </a:lnTo>
                  <a:cubicBezTo>
                    <a:pt x="14295" y="18899"/>
                    <a:pt x="14233" y="19269"/>
                    <a:pt x="14196" y="19652"/>
                  </a:cubicBezTo>
                  <a:cubicBezTo>
                    <a:pt x="14172" y="19763"/>
                    <a:pt x="14159" y="19861"/>
                    <a:pt x="14147" y="19972"/>
                  </a:cubicBezTo>
                  <a:lnTo>
                    <a:pt x="14110" y="20244"/>
                  </a:lnTo>
                  <a:cubicBezTo>
                    <a:pt x="14110" y="20281"/>
                    <a:pt x="14098" y="20318"/>
                    <a:pt x="14098" y="20355"/>
                  </a:cubicBezTo>
                  <a:cubicBezTo>
                    <a:pt x="14085" y="20392"/>
                    <a:pt x="14073" y="20479"/>
                    <a:pt x="14073" y="20540"/>
                  </a:cubicBezTo>
                  <a:lnTo>
                    <a:pt x="14011" y="20528"/>
                  </a:lnTo>
                  <a:cubicBezTo>
                    <a:pt x="13678" y="20355"/>
                    <a:pt x="13369" y="20145"/>
                    <a:pt x="13110" y="19886"/>
                  </a:cubicBezTo>
                  <a:lnTo>
                    <a:pt x="13073" y="19861"/>
                  </a:lnTo>
                  <a:cubicBezTo>
                    <a:pt x="12826" y="19652"/>
                    <a:pt x="12567" y="19429"/>
                    <a:pt x="12493" y="19096"/>
                  </a:cubicBezTo>
                  <a:cubicBezTo>
                    <a:pt x="12419" y="18750"/>
                    <a:pt x="12542" y="18405"/>
                    <a:pt x="12653" y="18072"/>
                  </a:cubicBezTo>
                  <a:lnTo>
                    <a:pt x="12740" y="17837"/>
                  </a:lnTo>
                  <a:cubicBezTo>
                    <a:pt x="13011" y="17084"/>
                    <a:pt x="13295" y="16306"/>
                    <a:pt x="13616" y="15553"/>
                  </a:cubicBezTo>
                  <a:cubicBezTo>
                    <a:pt x="13678" y="15405"/>
                    <a:pt x="13752" y="15232"/>
                    <a:pt x="13814" y="15072"/>
                  </a:cubicBezTo>
                  <a:cubicBezTo>
                    <a:pt x="14011" y="14554"/>
                    <a:pt x="14258" y="14047"/>
                    <a:pt x="14554" y="13578"/>
                  </a:cubicBezTo>
                  <a:close/>
                  <a:moveTo>
                    <a:pt x="18430" y="15492"/>
                  </a:moveTo>
                  <a:lnTo>
                    <a:pt x="18406" y="15640"/>
                  </a:lnTo>
                  <a:cubicBezTo>
                    <a:pt x="18332" y="16492"/>
                    <a:pt x="18183" y="17331"/>
                    <a:pt x="17961" y="18158"/>
                  </a:cubicBezTo>
                  <a:cubicBezTo>
                    <a:pt x="17937" y="18244"/>
                    <a:pt x="17912" y="18331"/>
                    <a:pt x="17899" y="18417"/>
                  </a:cubicBezTo>
                  <a:cubicBezTo>
                    <a:pt x="17764" y="18936"/>
                    <a:pt x="17616" y="19479"/>
                    <a:pt x="17282" y="19874"/>
                  </a:cubicBezTo>
                  <a:cubicBezTo>
                    <a:pt x="17072" y="20121"/>
                    <a:pt x="16813" y="20182"/>
                    <a:pt x="16529" y="20269"/>
                  </a:cubicBezTo>
                  <a:lnTo>
                    <a:pt x="16258" y="20343"/>
                  </a:lnTo>
                  <a:cubicBezTo>
                    <a:pt x="15912" y="20442"/>
                    <a:pt x="15566" y="20528"/>
                    <a:pt x="15209" y="20590"/>
                  </a:cubicBezTo>
                  <a:cubicBezTo>
                    <a:pt x="15023" y="20627"/>
                    <a:pt x="14826" y="20639"/>
                    <a:pt x="14628" y="20651"/>
                  </a:cubicBezTo>
                  <a:cubicBezTo>
                    <a:pt x="14530" y="20651"/>
                    <a:pt x="14431" y="20639"/>
                    <a:pt x="14320" y="20627"/>
                  </a:cubicBezTo>
                  <a:cubicBezTo>
                    <a:pt x="14344" y="20577"/>
                    <a:pt x="14357" y="20528"/>
                    <a:pt x="14357" y="20479"/>
                  </a:cubicBezTo>
                  <a:lnTo>
                    <a:pt x="14344" y="20479"/>
                  </a:lnTo>
                  <a:cubicBezTo>
                    <a:pt x="14344" y="20442"/>
                    <a:pt x="14357" y="20392"/>
                    <a:pt x="14369" y="20355"/>
                  </a:cubicBezTo>
                  <a:cubicBezTo>
                    <a:pt x="14381" y="20281"/>
                    <a:pt x="14394" y="20207"/>
                    <a:pt x="14419" y="20133"/>
                  </a:cubicBezTo>
                  <a:cubicBezTo>
                    <a:pt x="14431" y="20034"/>
                    <a:pt x="14456" y="19935"/>
                    <a:pt x="14468" y="19837"/>
                  </a:cubicBezTo>
                  <a:cubicBezTo>
                    <a:pt x="14517" y="19590"/>
                    <a:pt x="14554" y="19331"/>
                    <a:pt x="14591" y="19084"/>
                  </a:cubicBezTo>
                  <a:lnTo>
                    <a:pt x="14628" y="18812"/>
                  </a:lnTo>
                  <a:cubicBezTo>
                    <a:pt x="14739" y="18158"/>
                    <a:pt x="14838" y="17467"/>
                    <a:pt x="14900" y="16775"/>
                  </a:cubicBezTo>
                  <a:cubicBezTo>
                    <a:pt x="14925" y="16541"/>
                    <a:pt x="14937" y="16282"/>
                    <a:pt x="14949" y="15973"/>
                  </a:cubicBezTo>
                  <a:cubicBezTo>
                    <a:pt x="15097" y="15998"/>
                    <a:pt x="15246" y="16022"/>
                    <a:pt x="15394" y="16022"/>
                  </a:cubicBezTo>
                  <a:cubicBezTo>
                    <a:pt x="15258" y="16417"/>
                    <a:pt x="15221" y="16825"/>
                    <a:pt x="15270" y="17232"/>
                  </a:cubicBezTo>
                  <a:cubicBezTo>
                    <a:pt x="15307" y="17442"/>
                    <a:pt x="15394" y="17788"/>
                    <a:pt x="15604" y="17788"/>
                  </a:cubicBezTo>
                  <a:cubicBezTo>
                    <a:pt x="15641" y="17775"/>
                    <a:pt x="15690" y="17763"/>
                    <a:pt x="15715" y="17738"/>
                  </a:cubicBezTo>
                  <a:cubicBezTo>
                    <a:pt x="15924" y="17615"/>
                    <a:pt x="15949" y="17343"/>
                    <a:pt x="15974" y="17121"/>
                  </a:cubicBezTo>
                  <a:lnTo>
                    <a:pt x="15974" y="17109"/>
                  </a:lnTo>
                  <a:cubicBezTo>
                    <a:pt x="16011" y="16825"/>
                    <a:pt x="16011" y="16541"/>
                    <a:pt x="15974" y="16257"/>
                  </a:cubicBezTo>
                  <a:cubicBezTo>
                    <a:pt x="15961" y="16171"/>
                    <a:pt x="15949" y="16084"/>
                    <a:pt x="15912" y="16010"/>
                  </a:cubicBezTo>
                  <a:lnTo>
                    <a:pt x="15924" y="16010"/>
                  </a:lnTo>
                  <a:cubicBezTo>
                    <a:pt x="16258" y="15973"/>
                    <a:pt x="16579" y="15911"/>
                    <a:pt x="16900" y="15850"/>
                  </a:cubicBezTo>
                  <a:cubicBezTo>
                    <a:pt x="17060" y="15813"/>
                    <a:pt x="17208" y="15788"/>
                    <a:pt x="17369" y="15763"/>
                  </a:cubicBezTo>
                  <a:cubicBezTo>
                    <a:pt x="17517" y="15739"/>
                    <a:pt x="17640" y="15714"/>
                    <a:pt x="17788" y="15689"/>
                  </a:cubicBezTo>
                  <a:cubicBezTo>
                    <a:pt x="18011" y="15652"/>
                    <a:pt x="18233" y="15590"/>
                    <a:pt x="18430" y="15492"/>
                  </a:cubicBezTo>
                  <a:close/>
                  <a:moveTo>
                    <a:pt x="14147" y="0"/>
                  </a:moveTo>
                  <a:cubicBezTo>
                    <a:pt x="13690" y="0"/>
                    <a:pt x="13233" y="111"/>
                    <a:pt x="12826" y="309"/>
                  </a:cubicBezTo>
                  <a:cubicBezTo>
                    <a:pt x="12604" y="407"/>
                    <a:pt x="12394" y="543"/>
                    <a:pt x="12209" y="704"/>
                  </a:cubicBezTo>
                  <a:cubicBezTo>
                    <a:pt x="11987" y="654"/>
                    <a:pt x="11765" y="630"/>
                    <a:pt x="11530" y="630"/>
                  </a:cubicBezTo>
                  <a:lnTo>
                    <a:pt x="11333" y="630"/>
                  </a:lnTo>
                  <a:cubicBezTo>
                    <a:pt x="10715" y="667"/>
                    <a:pt x="10086" y="765"/>
                    <a:pt x="9506" y="1185"/>
                  </a:cubicBezTo>
                  <a:cubicBezTo>
                    <a:pt x="8975" y="1592"/>
                    <a:pt x="8506" y="2062"/>
                    <a:pt x="8111" y="2592"/>
                  </a:cubicBezTo>
                  <a:cubicBezTo>
                    <a:pt x="7691" y="3123"/>
                    <a:pt x="7247" y="3703"/>
                    <a:pt x="6728" y="4407"/>
                  </a:cubicBezTo>
                  <a:cubicBezTo>
                    <a:pt x="6074" y="5296"/>
                    <a:pt x="5383" y="6234"/>
                    <a:pt x="4716" y="7184"/>
                  </a:cubicBezTo>
                  <a:cubicBezTo>
                    <a:pt x="4494" y="7221"/>
                    <a:pt x="4284" y="7271"/>
                    <a:pt x="4074" y="7345"/>
                  </a:cubicBezTo>
                  <a:cubicBezTo>
                    <a:pt x="3235" y="7653"/>
                    <a:pt x="2482" y="8270"/>
                    <a:pt x="1778" y="9246"/>
                  </a:cubicBezTo>
                  <a:cubicBezTo>
                    <a:pt x="1482" y="9653"/>
                    <a:pt x="1210" y="10085"/>
                    <a:pt x="988" y="10542"/>
                  </a:cubicBezTo>
                  <a:cubicBezTo>
                    <a:pt x="927" y="10653"/>
                    <a:pt x="877" y="10764"/>
                    <a:pt x="828" y="10887"/>
                  </a:cubicBezTo>
                  <a:cubicBezTo>
                    <a:pt x="692" y="11110"/>
                    <a:pt x="581" y="11344"/>
                    <a:pt x="495" y="11591"/>
                  </a:cubicBezTo>
                  <a:lnTo>
                    <a:pt x="470" y="11653"/>
                  </a:lnTo>
                  <a:cubicBezTo>
                    <a:pt x="309" y="12060"/>
                    <a:pt x="186" y="12480"/>
                    <a:pt x="112" y="12912"/>
                  </a:cubicBezTo>
                  <a:cubicBezTo>
                    <a:pt x="13" y="13381"/>
                    <a:pt x="1" y="13887"/>
                    <a:pt x="100" y="14368"/>
                  </a:cubicBezTo>
                  <a:cubicBezTo>
                    <a:pt x="211" y="14788"/>
                    <a:pt x="408" y="15195"/>
                    <a:pt x="704" y="15529"/>
                  </a:cubicBezTo>
                  <a:cubicBezTo>
                    <a:pt x="1050" y="15887"/>
                    <a:pt x="1433" y="16208"/>
                    <a:pt x="1852" y="16479"/>
                  </a:cubicBezTo>
                  <a:lnTo>
                    <a:pt x="1976" y="16566"/>
                  </a:lnTo>
                  <a:cubicBezTo>
                    <a:pt x="2482" y="16924"/>
                    <a:pt x="3013" y="17257"/>
                    <a:pt x="3556" y="17553"/>
                  </a:cubicBezTo>
                  <a:cubicBezTo>
                    <a:pt x="3976" y="17751"/>
                    <a:pt x="4395" y="17936"/>
                    <a:pt x="4840" y="18096"/>
                  </a:cubicBezTo>
                  <a:lnTo>
                    <a:pt x="5259" y="18244"/>
                  </a:lnTo>
                  <a:lnTo>
                    <a:pt x="5284" y="18257"/>
                  </a:lnTo>
                  <a:lnTo>
                    <a:pt x="5296" y="18257"/>
                  </a:lnTo>
                  <a:cubicBezTo>
                    <a:pt x="5556" y="18429"/>
                    <a:pt x="5827" y="18565"/>
                    <a:pt x="6111" y="18652"/>
                  </a:cubicBezTo>
                  <a:lnTo>
                    <a:pt x="6247" y="18713"/>
                  </a:lnTo>
                  <a:cubicBezTo>
                    <a:pt x="6457" y="18787"/>
                    <a:pt x="6679" y="18874"/>
                    <a:pt x="6889" y="18948"/>
                  </a:cubicBezTo>
                  <a:lnTo>
                    <a:pt x="7345" y="19121"/>
                  </a:lnTo>
                  <a:cubicBezTo>
                    <a:pt x="7457" y="19170"/>
                    <a:pt x="7580" y="19220"/>
                    <a:pt x="7691" y="19257"/>
                  </a:cubicBezTo>
                  <a:cubicBezTo>
                    <a:pt x="7950" y="19380"/>
                    <a:pt x="8222" y="19479"/>
                    <a:pt x="8506" y="19553"/>
                  </a:cubicBezTo>
                  <a:cubicBezTo>
                    <a:pt x="9000" y="19676"/>
                    <a:pt x="9518" y="19775"/>
                    <a:pt x="10024" y="19837"/>
                  </a:cubicBezTo>
                  <a:cubicBezTo>
                    <a:pt x="10209" y="19849"/>
                    <a:pt x="10456" y="19874"/>
                    <a:pt x="10703" y="19874"/>
                  </a:cubicBezTo>
                  <a:cubicBezTo>
                    <a:pt x="10987" y="19874"/>
                    <a:pt x="11283" y="19837"/>
                    <a:pt x="11555" y="19750"/>
                  </a:cubicBezTo>
                  <a:cubicBezTo>
                    <a:pt x="11814" y="19664"/>
                    <a:pt x="12048" y="19503"/>
                    <a:pt x="12234" y="19294"/>
                  </a:cubicBezTo>
                  <a:cubicBezTo>
                    <a:pt x="12283" y="19479"/>
                    <a:pt x="12369" y="19652"/>
                    <a:pt x="12493" y="19787"/>
                  </a:cubicBezTo>
                  <a:cubicBezTo>
                    <a:pt x="12764" y="20108"/>
                    <a:pt x="13085" y="20392"/>
                    <a:pt x="13431" y="20614"/>
                  </a:cubicBezTo>
                  <a:cubicBezTo>
                    <a:pt x="13777" y="20849"/>
                    <a:pt x="14172" y="20985"/>
                    <a:pt x="14579" y="20985"/>
                  </a:cubicBezTo>
                  <a:cubicBezTo>
                    <a:pt x="15060" y="20985"/>
                    <a:pt x="15529" y="20898"/>
                    <a:pt x="15986" y="20762"/>
                  </a:cubicBezTo>
                  <a:cubicBezTo>
                    <a:pt x="16147" y="20713"/>
                    <a:pt x="16319" y="20651"/>
                    <a:pt x="16480" y="20602"/>
                  </a:cubicBezTo>
                  <a:lnTo>
                    <a:pt x="16640" y="20553"/>
                  </a:lnTo>
                  <a:lnTo>
                    <a:pt x="16752" y="20516"/>
                  </a:lnTo>
                  <a:cubicBezTo>
                    <a:pt x="16900" y="20479"/>
                    <a:pt x="17048" y="20417"/>
                    <a:pt x="17184" y="20343"/>
                  </a:cubicBezTo>
                  <a:cubicBezTo>
                    <a:pt x="17702" y="20034"/>
                    <a:pt x="17937" y="19417"/>
                    <a:pt x="18109" y="18849"/>
                  </a:cubicBezTo>
                  <a:cubicBezTo>
                    <a:pt x="18406" y="18726"/>
                    <a:pt x="18690" y="18565"/>
                    <a:pt x="18949" y="18380"/>
                  </a:cubicBezTo>
                  <a:cubicBezTo>
                    <a:pt x="19257" y="18183"/>
                    <a:pt x="19541" y="17960"/>
                    <a:pt x="19813" y="17726"/>
                  </a:cubicBezTo>
                  <a:cubicBezTo>
                    <a:pt x="20084" y="17504"/>
                    <a:pt x="20294" y="17220"/>
                    <a:pt x="20442" y="16899"/>
                  </a:cubicBezTo>
                  <a:cubicBezTo>
                    <a:pt x="20590" y="16553"/>
                    <a:pt x="20590" y="16208"/>
                    <a:pt x="20578" y="15800"/>
                  </a:cubicBezTo>
                  <a:cubicBezTo>
                    <a:pt x="20516" y="14998"/>
                    <a:pt x="20603" y="14196"/>
                    <a:pt x="20825" y="13418"/>
                  </a:cubicBezTo>
                  <a:cubicBezTo>
                    <a:pt x="21060" y="12751"/>
                    <a:pt x="21343" y="12097"/>
                    <a:pt x="21664" y="11468"/>
                  </a:cubicBezTo>
                  <a:lnTo>
                    <a:pt x="21837" y="11110"/>
                  </a:lnTo>
                  <a:cubicBezTo>
                    <a:pt x="22183" y="10431"/>
                    <a:pt x="22491" y="9727"/>
                    <a:pt x="22738" y="8999"/>
                  </a:cubicBezTo>
                  <a:cubicBezTo>
                    <a:pt x="22961" y="8308"/>
                    <a:pt x="23072" y="7579"/>
                    <a:pt x="23047" y="6851"/>
                  </a:cubicBezTo>
                  <a:cubicBezTo>
                    <a:pt x="23010" y="5913"/>
                    <a:pt x="22751" y="4185"/>
                    <a:pt x="21578" y="3234"/>
                  </a:cubicBezTo>
                  <a:cubicBezTo>
                    <a:pt x="21136" y="2887"/>
                    <a:pt x="20600" y="2703"/>
                    <a:pt x="20040" y="2703"/>
                  </a:cubicBezTo>
                  <a:cubicBezTo>
                    <a:pt x="20022" y="2703"/>
                    <a:pt x="20004" y="2703"/>
                    <a:pt x="19986" y="2703"/>
                  </a:cubicBezTo>
                  <a:cubicBezTo>
                    <a:pt x="19702" y="2703"/>
                    <a:pt x="19418" y="2740"/>
                    <a:pt x="19146" y="2802"/>
                  </a:cubicBezTo>
                  <a:cubicBezTo>
                    <a:pt x="18924" y="1889"/>
                    <a:pt x="18443" y="728"/>
                    <a:pt x="17381" y="296"/>
                  </a:cubicBezTo>
                  <a:cubicBezTo>
                    <a:pt x="17060" y="161"/>
                    <a:pt x="16714" y="99"/>
                    <a:pt x="16357" y="99"/>
                  </a:cubicBezTo>
                  <a:cubicBezTo>
                    <a:pt x="15974" y="111"/>
                    <a:pt x="15604" y="161"/>
                    <a:pt x="15233" y="284"/>
                  </a:cubicBezTo>
                  <a:cubicBezTo>
                    <a:pt x="15060" y="185"/>
                    <a:pt x="14875" y="111"/>
                    <a:pt x="14690" y="62"/>
                  </a:cubicBezTo>
                  <a:cubicBezTo>
                    <a:pt x="14505" y="12"/>
                    <a:pt x="14332" y="0"/>
                    <a:pt x="141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9" name="Google Shape;5809;p195"/>
          <p:cNvGrpSpPr/>
          <p:nvPr/>
        </p:nvGrpSpPr>
        <p:grpSpPr>
          <a:xfrm rot="-1419281">
            <a:off x="417284" y="739429"/>
            <a:ext cx="755394" cy="711775"/>
            <a:chOff x="378575" y="1776375"/>
            <a:chExt cx="737425" cy="578050"/>
          </a:xfrm>
        </p:grpSpPr>
        <p:sp>
          <p:nvSpPr>
            <p:cNvPr id="5810" name="Google Shape;5810;p195"/>
            <p:cNvSpPr/>
            <p:nvPr/>
          </p:nvSpPr>
          <p:spPr>
            <a:xfrm>
              <a:off x="378575" y="1776375"/>
              <a:ext cx="737425" cy="60825"/>
            </a:xfrm>
            <a:custGeom>
              <a:avLst/>
              <a:gdLst/>
              <a:ahLst/>
              <a:cxnLst/>
              <a:rect l="l" t="t" r="r" b="b"/>
              <a:pathLst>
                <a:path w="29497" h="2433" extrusionOk="0">
                  <a:moveTo>
                    <a:pt x="19316" y="1"/>
                  </a:moveTo>
                  <a:cubicBezTo>
                    <a:pt x="13215" y="1"/>
                    <a:pt x="7118" y="143"/>
                    <a:pt x="1024" y="432"/>
                  </a:cubicBezTo>
                  <a:cubicBezTo>
                    <a:pt x="0" y="478"/>
                    <a:pt x="75" y="1520"/>
                    <a:pt x="649" y="2101"/>
                  </a:cubicBezTo>
                  <a:cubicBezTo>
                    <a:pt x="635" y="1847"/>
                    <a:pt x="621" y="1595"/>
                    <a:pt x="610" y="1342"/>
                  </a:cubicBezTo>
                  <a:cubicBezTo>
                    <a:pt x="596" y="1103"/>
                    <a:pt x="760" y="1006"/>
                    <a:pt x="999" y="1006"/>
                  </a:cubicBezTo>
                  <a:cubicBezTo>
                    <a:pt x="1587" y="1006"/>
                    <a:pt x="2646" y="1609"/>
                    <a:pt x="2674" y="2172"/>
                  </a:cubicBezTo>
                  <a:cubicBezTo>
                    <a:pt x="2678" y="2261"/>
                    <a:pt x="2681" y="2347"/>
                    <a:pt x="2689" y="2433"/>
                  </a:cubicBezTo>
                  <a:cubicBezTo>
                    <a:pt x="8398" y="2179"/>
                    <a:pt x="14114" y="2051"/>
                    <a:pt x="19826" y="2051"/>
                  </a:cubicBezTo>
                  <a:cubicBezTo>
                    <a:pt x="21669" y="2051"/>
                    <a:pt x="23509" y="2066"/>
                    <a:pt x="25349" y="2090"/>
                  </a:cubicBezTo>
                  <a:cubicBezTo>
                    <a:pt x="25321" y="1798"/>
                    <a:pt x="25285" y="1502"/>
                    <a:pt x="25246" y="1205"/>
                  </a:cubicBezTo>
                  <a:cubicBezTo>
                    <a:pt x="25150" y="547"/>
                    <a:pt x="25809" y="172"/>
                    <a:pt x="26444" y="172"/>
                  </a:cubicBezTo>
                  <a:cubicBezTo>
                    <a:pt x="26950" y="172"/>
                    <a:pt x="27439" y="410"/>
                    <a:pt x="27514" y="938"/>
                  </a:cubicBezTo>
                  <a:cubicBezTo>
                    <a:pt x="27571" y="1338"/>
                    <a:pt x="27617" y="1733"/>
                    <a:pt x="27649" y="2133"/>
                  </a:cubicBezTo>
                  <a:cubicBezTo>
                    <a:pt x="27774" y="2133"/>
                    <a:pt x="27899" y="2137"/>
                    <a:pt x="28024" y="2140"/>
                  </a:cubicBezTo>
                  <a:lnTo>
                    <a:pt x="28060" y="2140"/>
                  </a:lnTo>
                  <a:cubicBezTo>
                    <a:pt x="29496" y="2140"/>
                    <a:pt x="29343" y="125"/>
                    <a:pt x="28030" y="97"/>
                  </a:cubicBezTo>
                  <a:cubicBezTo>
                    <a:pt x="25124" y="33"/>
                    <a:pt x="22219" y="1"/>
                    <a:pt x="193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195"/>
            <p:cNvSpPr/>
            <p:nvPr/>
          </p:nvSpPr>
          <p:spPr>
            <a:xfrm>
              <a:off x="1004275" y="1828625"/>
              <a:ext cx="74725" cy="327700"/>
            </a:xfrm>
            <a:custGeom>
              <a:avLst/>
              <a:gdLst/>
              <a:ahLst/>
              <a:cxnLst/>
              <a:rect l="l" t="t" r="r" b="b"/>
              <a:pathLst>
                <a:path w="2989" h="13108" extrusionOk="0">
                  <a:moveTo>
                    <a:pt x="321" y="0"/>
                  </a:moveTo>
                  <a:lnTo>
                    <a:pt x="321" y="0"/>
                  </a:lnTo>
                  <a:cubicBezTo>
                    <a:pt x="724" y="4054"/>
                    <a:pt x="0" y="8130"/>
                    <a:pt x="353" y="12184"/>
                  </a:cubicBezTo>
                  <a:cubicBezTo>
                    <a:pt x="585" y="12152"/>
                    <a:pt x="817" y="12131"/>
                    <a:pt x="1038" y="12131"/>
                  </a:cubicBezTo>
                  <a:cubicBezTo>
                    <a:pt x="1516" y="12131"/>
                    <a:pt x="1954" y="12230"/>
                    <a:pt x="2293" y="12508"/>
                  </a:cubicBezTo>
                  <a:cubicBezTo>
                    <a:pt x="2471" y="12658"/>
                    <a:pt x="2660" y="12869"/>
                    <a:pt x="2753" y="13108"/>
                  </a:cubicBezTo>
                  <a:cubicBezTo>
                    <a:pt x="2753" y="13065"/>
                    <a:pt x="2749" y="13026"/>
                    <a:pt x="2746" y="12983"/>
                  </a:cubicBezTo>
                  <a:cubicBezTo>
                    <a:pt x="2150" y="8679"/>
                    <a:pt x="2989" y="4350"/>
                    <a:pt x="2621" y="43"/>
                  </a:cubicBezTo>
                  <a:cubicBezTo>
                    <a:pt x="1855" y="25"/>
                    <a:pt x="1088" y="11"/>
                    <a:pt x="3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195"/>
            <p:cNvSpPr/>
            <p:nvPr/>
          </p:nvSpPr>
          <p:spPr>
            <a:xfrm>
              <a:off x="1007300" y="1780650"/>
              <a:ext cx="62500" cy="49075"/>
            </a:xfrm>
            <a:custGeom>
              <a:avLst/>
              <a:gdLst/>
              <a:ahLst/>
              <a:cxnLst/>
              <a:rect l="l" t="t" r="r" b="b"/>
              <a:pathLst>
                <a:path w="2500" h="1963" extrusionOk="0">
                  <a:moveTo>
                    <a:pt x="1295" y="1"/>
                  </a:moveTo>
                  <a:cubicBezTo>
                    <a:pt x="660" y="1"/>
                    <a:pt x="1" y="376"/>
                    <a:pt x="97" y="1034"/>
                  </a:cubicBezTo>
                  <a:cubicBezTo>
                    <a:pt x="136" y="1331"/>
                    <a:pt x="172" y="1627"/>
                    <a:pt x="200" y="1919"/>
                  </a:cubicBezTo>
                  <a:cubicBezTo>
                    <a:pt x="967" y="1930"/>
                    <a:pt x="1734" y="1944"/>
                    <a:pt x="2500" y="1962"/>
                  </a:cubicBezTo>
                  <a:cubicBezTo>
                    <a:pt x="2468" y="1562"/>
                    <a:pt x="2422" y="1167"/>
                    <a:pt x="2365" y="767"/>
                  </a:cubicBezTo>
                  <a:cubicBezTo>
                    <a:pt x="2290" y="239"/>
                    <a:pt x="1801" y="1"/>
                    <a:pt x="12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195"/>
            <p:cNvSpPr/>
            <p:nvPr/>
          </p:nvSpPr>
          <p:spPr>
            <a:xfrm>
              <a:off x="785225" y="2133225"/>
              <a:ext cx="290025" cy="69200"/>
            </a:xfrm>
            <a:custGeom>
              <a:avLst/>
              <a:gdLst/>
              <a:ahLst/>
              <a:cxnLst/>
              <a:rect l="l" t="t" r="r" b="b"/>
              <a:pathLst>
                <a:path w="11601" h="2768" extrusionOk="0">
                  <a:moveTo>
                    <a:pt x="9115" y="0"/>
                  </a:moveTo>
                  <a:cubicBezTo>
                    <a:pt x="8323" y="115"/>
                    <a:pt x="7503" y="378"/>
                    <a:pt x="6904" y="453"/>
                  </a:cubicBezTo>
                  <a:cubicBezTo>
                    <a:pt x="4990" y="692"/>
                    <a:pt x="3065" y="799"/>
                    <a:pt x="1135" y="799"/>
                  </a:cubicBezTo>
                  <a:cubicBezTo>
                    <a:pt x="1" y="803"/>
                    <a:pt x="126" y="1962"/>
                    <a:pt x="822" y="2507"/>
                  </a:cubicBezTo>
                  <a:cubicBezTo>
                    <a:pt x="832" y="2454"/>
                    <a:pt x="843" y="2396"/>
                    <a:pt x="857" y="2343"/>
                  </a:cubicBezTo>
                  <a:cubicBezTo>
                    <a:pt x="925" y="1993"/>
                    <a:pt x="1641" y="1861"/>
                    <a:pt x="2252" y="1861"/>
                  </a:cubicBezTo>
                  <a:cubicBezTo>
                    <a:pt x="2732" y="1861"/>
                    <a:pt x="3150" y="1947"/>
                    <a:pt x="3124" y="2069"/>
                  </a:cubicBezTo>
                  <a:cubicBezTo>
                    <a:pt x="3078" y="2304"/>
                    <a:pt x="3035" y="2536"/>
                    <a:pt x="2996" y="2768"/>
                  </a:cubicBezTo>
                  <a:cubicBezTo>
                    <a:pt x="4006" y="2742"/>
                    <a:pt x="5011" y="2686"/>
                    <a:pt x="6013" y="2589"/>
                  </a:cubicBezTo>
                  <a:cubicBezTo>
                    <a:pt x="6744" y="2521"/>
                    <a:pt x="7475" y="2432"/>
                    <a:pt x="8203" y="2329"/>
                  </a:cubicBezTo>
                  <a:cubicBezTo>
                    <a:pt x="8338" y="2307"/>
                    <a:pt x="9586" y="2154"/>
                    <a:pt x="9811" y="1972"/>
                  </a:cubicBezTo>
                  <a:cubicBezTo>
                    <a:pt x="10021" y="2079"/>
                    <a:pt x="10263" y="2143"/>
                    <a:pt x="10502" y="2143"/>
                  </a:cubicBezTo>
                  <a:cubicBezTo>
                    <a:pt x="10891" y="2143"/>
                    <a:pt x="11265" y="1980"/>
                    <a:pt x="11458" y="1591"/>
                  </a:cubicBezTo>
                  <a:cubicBezTo>
                    <a:pt x="11473" y="1562"/>
                    <a:pt x="11486" y="1534"/>
                    <a:pt x="11504" y="1505"/>
                  </a:cubicBezTo>
                  <a:cubicBezTo>
                    <a:pt x="11601" y="1309"/>
                    <a:pt x="11586" y="1109"/>
                    <a:pt x="11515" y="924"/>
                  </a:cubicBezTo>
                  <a:lnTo>
                    <a:pt x="11515" y="924"/>
                  </a:lnTo>
                  <a:cubicBezTo>
                    <a:pt x="11511" y="1505"/>
                    <a:pt x="10898" y="1833"/>
                    <a:pt x="10306" y="1833"/>
                  </a:cubicBezTo>
                  <a:cubicBezTo>
                    <a:pt x="9796" y="1833"/>
                    <a:pt x="9307" y="1594"/>
                    <a:pt x="9236" y="1066"/>
                  </a:cubicBezTo>
                  <a:cubicBezTo>
                    <a:pt x="9187" y="710"/>
                    <a:pt x="9147" y="357"/>
                    <a:pt x="91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195"/>
            <p:cNvSpPr/>
            <p:nvPr/>
          </p:nvSpPr>
          <p:spPr>
            <a:xfrm>
              <a:off x="1013075" y="2131900"/>
              <a:ext cx="60050" cy="47175"/>
            </a:xfrm>
            <a:custGeom>
              <a:avLst/>
              <a:gdLst/>
              <a:ahLst/>
              <a:cxnLst/>
              <a:rect l="l" t="t" r="r" b="b"/>
              <a:pathLst>
                <a:path w="2402" h="1887" extrusionOk="0">
                  <a:moveTo>
                    <a:pt x="686" y="0"/>
                  </a:moveTo>
                  <a:cubicBezTo>
                    <a:pt x="465" y="0"/>
                    <a:pt x="233" y="21"/>
                    <a:pt x="1" y="53"/>
                  </a:cubicBezTo>
                  <a:cubicBezTo>
                    <a:pt x="33" y="410"/>
                    <a:pt x="73" y="763"/>
                    <a:pt x="122" y="1119"/>
                  </a:cubicBezTo>
                  <a:cubicBezTo>
                    <a:pt x="193" y="1647"/>
                    <a:pt x="682" y="1886"/>
                    <a:pt x="1192" y="1886"/>
                  </a:cubicBezTo>
                  <a:cubicBezTo>
                    <a:pt x="1784" y="1886"/>
                    <a:pt x="2397" y="1558"/>
                    <a:pt x="2401" y="977"/>
                  </a:cubicBezTo>
                  <a:cubicBezTo>
                    <a:pt x="2308" y="738"/>
                    <a:pt x="2119" y="527"/>
                    <a:pt x="1941" y="377"/>
                  </a:cubicBezTo>
                  <a:cubicBezTo>
                    <a:pt x="1602" y="99"/>
                    <a:pt x="1164" y="0"/>
                    <a:pt x="6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195"/>
            <p:cNvSpPr/>
            <p:nvPr/>
          </p:nvSpPr>
          <p:spPr>
            <a:xfrm>
              <a:off x="798250" y="2195875"/>
              <a:ext cx="62525" cy="151150"/>
            </a:xfrm>
            <a:custGeom>
              <a:avLst/>
              <a:gdLst/>
              <a:ahLst/>
              <a:cxnLst/>
              <a:rect l="l" t="t" r="r" b="b"/>
              <a:pathLst>
                <a:path w="2501" h="6046" extrusionOk="0">
                  <a:moveTo>
                    <a:pt x="301" y="1"/>
                  </a:moveTo>
                  <a:cubicBezTo>
                    <a:pt x="129" y="886"/>
                    <a:pt x="29" y="1766"/>
                    <a:pt x="1" y="2647"/>
                  </a:cubicBezTo>
                  <a:cubicBezTo>
                    <a:pt x="464" y="3367"/>
                    <a:pt x="928" y="4084"/>
                    <a:pt x="1388" y="4801"/>
                  </a:cubicBezTo>
                  <a:cubicBezTo>
                    <a:pt x="1652" y="5207"/>
                    <a:pt x="1709" y="5724"/>
                    <a:pt x="1612" y="6045"/>
                  </a:cubicBezTo>
                  <a:cubicBezTo>
                    <a:pt x="2094" y="5956"/>
                    <a:pt x="2501" y="5785"/>
                    <a:pt x="2468" y="5581"/>
                  </a:cubicBezTo>
                  <a:cubicBezTo>
                    <a:pt x="2190" y="3799"/>
                    <a:pt x="2190" y="2033"/>
                    <a:pt x="2475" y="262"/>
                  </a:cubicBezTo>
                  <a:lnTo>
                    <a:pt x="2475" y="262"/>
                  </a:lnTo>
                  <a:cubicBezTo>
                    <a:pt x="2016" y="275"/>
                    <a:pt x="1552" y="279"/>
                    <a:pt x="1089" y="279"/>
                  </a:cubicBezTo>
                  <a:cubicBezTo>
                    <a:pt x="785" y="279"/>
                    <a:pt x="518" y="172"/>
                    <a:pt x="3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195"/>
            <p:cNvSpPr/>
            <p:nvPr/>
          </p:nvSpPr>
          <p:spPr>
            <a:xfrm>
              <a:off x="805750" y="2179750"/>
              <a:ext cx="58250" cy="23100"/>
            </a:xfrm>
            <a:custGeom>
              <a:avLst/>
              <a:gdLst/>
              <a:ahLst/>
              <a:cxnLst/>
              <a:rect l="l" t="t" r="r" b="b"/>
              <a:pathLst>
                <a:path w="2330" h="924" extrusionOk="0">
                  <a:moveTo>
                    <a:pt x="1431" y="0"/>
                  </a:moveTo>
                  <a:cubicBezTo>
                    <a:pt x="820" y="0"/>
                    <a:pt x="104" y="132"/>
                    <a:pt x="36" y="482"/>
                  </a:cubicBezTo>
                  <a:cubicBezTo>
                    <a:pt x="22" y="535"/>
                    <a:pt x="11" y="593"/>
                    <a:pt x="1" y="646"/>
                  </a:cubicBezTo>
                  <a:cubicBezTo>
                    <a:pt x="218" y="817"/>
                    <a:pt x="485" y="924"/>
                    <a:pt x="789" y="924"/>
                  </a:cubicBezTo>
                  <a:cubicBezTo>
                    <a:pt x="1252" y="924"/>
                    <a:pt x="1716" y="920"/>
                    <a:pt x="2175" y="907"/>
                  </a:cubicBezTo>
                  <a:cubicBezTo>
                    <a:pt x="2214" y="675"/>
                    <a:pt x="2257" y="443"/>
                    <a:pt x="2303" y="208"/>
                  </a:cubicBezTo>
                  <a:cubicBezTo>
                    <a:pt x="2329" y="86"/>
                    <a:pt x="1911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195"/>
            <p:cNvSpPr/>
            <p:nvPr/>
          </p:nvSpPr>
          <p:spPr>
            <a:xfrm>
              <a:off x="799950" y="2316150"/>
              <a:ext cx="21675" cy="32475"/>
            </a:xfrm>
            <a:custGeom>
              <a:avLst/>
              <a:gdLst/>
              <a:ahLst/>
              <a:cxnLst/>
              <a:rect l="l" t="t" r="r" b="b"/>
              <a:pathLst>
                <a:path w="867" h="1299" extrusionOk="0">
                  <a:moveTo>
                    <a:pt x="1" y="0"/>
                  </a:moveTo>
                  <a:lnTo>
                    <a:pt x="1" y="0"/>
                  </a:lnTo>
                  <a:cubicBezTo>
                    <a:pt x="32" y="350"/>
                    <a:pt x="79" y="696"/>
                    <a:pt x="132" y="1045"/>
                  </a:cubicBezTo>
                  <a:cubicBezTo>
                    <a:pt x="161" y="1223"/>
                    <a:pt x="475" y="1298"/>
                    <a:pt x="863" y="1298"/>
                  </a:cubicBezTo>
                  <a:lnTo>
                    <a:pt x="867" y="1298"/>
                  </a:lnTo>
                  <a:cubicBezTo>
                    <a:pt x="799" y="1223"/>
                    <a:pt x="728" y="1127"/>
                    <a:pt x="653" y="1013"/>
                  </a:cubicBezTo>
                  <a:cubicBezTo>
                    <a:pt x="435" y="674"/>
                    <a:pt x="218" y="33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195"/>
            <p:cNvSpPr/>
            <p:nvPr/>
          </p:nvSpPr>
          <p:spPr>
            <a:xfrm>
              <a:off x="475450" y="2160675"/>
              <a:ext cx="363125" cy="193750"/>
            </a:xfrm>
            <a:custGeom>
              <a:avLst/>
              <a:gdLst/>
              <a:ahLst/>
              <a:cxnLst/>
              <a:rect l="l" t="t" r="r" b="b"/>
              <a:pathLst>
                <a:path w="14525" h="7750" extrusionOk="0">
                  <a:moveTo>
                    <a:pt x="2935" y="1"/>
                  </a:moveTo>
                  <a:cubicBezTo>
                    <a:pt x="2012" y="1"/>
                    <a:pt x="1095" y="82"/>
                    <a:pt x="197" y="403"/>
                  </a:cubicBezTo>
                  <a:cubicBezTo>
                    <a:pt x="101" y="436"/>
                    <a:pt x="37" y="507"/>
                    <a:pt x="1" y="603"/>
                  </a:cubicBezTo>
                  <a:cubicBezTo>
                    <a:pt x="26" y="710"/>
                    <a:pt x="55" y="814"/>
                    <a:pt x="83" y="921"/>
                  </a:cubicBezTo>
                  <a:cubicBezTo>
                    <a:pt x="843" y="1199"/>
                    <a:pt x="1702" y="2108"/>
                    <a:pt x="911" y="2368"/>
                  </a:cubicBezTo>
                  <a:cubicBezTo>
                    <a:pt x="882" y="2379"/>
                    <a:pt x="853" y="2386"/>
                    <a:pt x="825" y="2393"/>
                  </a:cubicBezTo>
                  <a:cubicBezTo>
                    <a:pt x="914" y="2440"/>
                    <a:pt x="1000" y="2468"/>
                    <a:pt x="1089" y="2468"/>
                  </a:cubicBezTo>
                  <a:cubicBezTo>
                    <a:pt x="1135" y="2468"/>
                    <a:pt x="1181" y="2461"/>
                    <a:pt x="1228" y="2443"/>
                  </a:cubicBezTo>
                  <a:cubicBezTo>
                    <a:pt x="2048" y="2151"/>
                    <a:pt x="2914" y="2069"/>
                    <a:pt x="3791" y="2069"/>
                  </a:cubicBezTo>
                  <a:cubicBezTo>
                    <a:pt x="4775" y="2069"/>
                    <a:pt x="5771" y="2172"/>
                    <a:pt x="6722" y="2215"/>
                  </a:cubicBezTo>
                  <a:cubicBezTo>
                    <a:pt x="7571" y="2251"/>
                    <a:pt x="8417" y="2290"/>
                    <a:pt x="9265" y="2325"/>
                  </a:cubicBezTo>
                  <a:cubicBezTo>
                    <a:pt x="9525" y="2336"/>
                    <a:pt x="9989" y="2432"/>
                    <a:pt x="10399" y="2432"/>
                  </a:cubicBezTo>
                  <a:cubicBezTo>
                    <a:pt x="10445" y="2432"/>
                    <a:pt x="10492" y="2432"/>
                    <a:pt x="10535" y="2429"/>
                  </a:cubicBezTo>
                  <a:cubicBezTo>
                    <a:pt x="11351" y="3691"/>
                    <a:pt x="12164" y="4957"/>
                    <a:pt x="12981" y="6219"/>
                  </a:cubicBezTo>
                  <a:cubicBezTo>
                    <a:pt x="12910" y="5495"/>
                    <a:pt x="12888" y="4775"/>
                    <a:pt x="12913" y="4055"/>
                  </a:cubicBezTo>
                  <a:cubicBezTo>
                    <a:pt x="12342" y="3171"/>
                    <a:pt x="11768" y="2282"/>
                    <a:pt x="11198" y="1398"/>
                  </a:cubicBezTo>
                  <a:cubicBezTo>
                    <a:pt x="11126" y="1138"/>
                    <a:pt x="10991" y="892"/>
                    <a:pt x="10873" y="735"/>
                  </a:cubicBezTo>
                  <a:cubicBezTo>
                    <a:pt x="10851" y="710"/>
                    <a:pt x="10830" y="681"/>
                    <a:pt x="10809" y="653"/>
                  </a:cubicBezTo>
                  <a:cubicBezTo>
                    <a:pt x="10698" y="510"/>
                    <a:pt x="10377" y="100"/>
                    <a:pt x="10103" y="100"/>
                  </a:cubicBezTo>
                  <a:cubicBezTo>
                    <a:pt x="10053" y="100"/>
                    <a:pt x="10003" y="115"/>
                    <a:pt x="9957" y="146"/>
                  </a:cubicBezTo>
                  <a:cubicBezTo>
                    <a:pt x="9936" y="161"/>
                    <a:pt x="9918" y="176"/>
                    <a:pt x="9896" y="189"/>
                  </a:cubicBezTo>
                  <a:cubicBezTo>
                    <a:pt x="9839" y="229"/>
                    <a:pt x="9796" y="275"/>
                    <a:pt x="9765" y="329"/>
                  </a:cubicBezTo>
                  <a:cubicBezTo>
                    <a:pt x="9658" y="350"/>
                    <a:pt x="9533" y="357"/>
                    <a:pt x="9397" y="357"/>
                  </a:cubicBezTo>
                  <a:cubicBezTo>
                    <a:pt x="8798" y="357"/>
                    <a:pt x="7989" y="204"/>
                    <a:pt x="7682" y="189"/>
                  </a:cubicBezTo>
                  <a:cubicBezTo>
                    <a:pt x="6740" y="151"/>
                    <a:pt x="5799" y="108"/>
                    <a:pt x="4858" y="69"/>
                  </a:cubicBezTo>
                  <a:cubicBezTo>
                    <a:pt x="4212" y="39"/>
                    <a:pt x="3570" y="1"/>
                    <a:pt x="2935" y="1"/>
                  </a:cubicBezTo>
                  <a:close/>
                  <a:moveTo>
                    <a:pt x="14524" y="7453"/>
                  </a:moveTo>
                  <a:lnTo>
                    <a:pt x="14524" y="7453"/>
                  </a:lnTo>
                  <a:cubicBezTo>
                    <a:pt x="14304" y="7493"/>
                    <a:pt x="14065" y="7517"/>
                    <a:pt x="13847" y="7517"/>
                  </a:cubicBezTo>
                  <a:cubicBezTo>
                    <a:pt x="13996" y="7682"/>
                    <a:pt x="14125" y="7749"/>
                    <a:pt x="14232" y="7749"/>
                  </a:cubicBezTo>
                  <a:cubicBezTo>
                    <a:pt x="14371" y="7749"/>
                    <a:pt x="14475" y="7631"/>
                    <a:pt x="14524" y="7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195"/>
            <p:cNvSpPr/>
            <p:nvPr/>
          </p:nvSpPr>
          <p:spPr>
            <a:xfrm>
              <a:off x="797650" y="2262025"/>
              <a:ext cx="43350" cy="86600"/>
            </a:xfrm>
            <a:custGeom>
              <a:avLst/>
              <a:gdLst/>
              <a:ahLst/>
              <a:cxnLst/>
              <a:rect l="l" t="t" r="r" b="b"/>
              <a:pathLst>
                <a:path w="1734" h="3464" extrusionOk="0">
                  <a:moveTo>
                    <a:pt x="25" y="1"/>
                  </a:moveTo>
                  <a:lnTo>
                    <a:pt x="25" y="1"/>
                  </a:lnTo>
                  <a:cubicBezTo>
                    <a:pt x="0" y="721"/>
                    <a:pt x="22" y="1441"/>
                    <a:pt x="93" y="2165"/>
                  </a:cubicBezTo>
                  <a:cubicBezTo>
                    <a:pt x="310" y="2504"/>
                    <a:pt x="527" y="2839"/>
                    <a:pt x="745" y="3178"/>
                  </a:cubicBezTo>
                  <a:cubicBezTo>
                    <a:pt x="820" y="3292"/>
                    <a:pt x="891" y="3388"/>
                    <a:pt x="959" y="3463"/>
                  </a:cubicBezTo>
                  <a:cubicBezTo>
                    <a:pt x="1177" y="3463"/>
                    <a:pt x="1416" y="3439"/>
                    <a:pt x="1636" y="3399"/>
                  </a:cubicBezTo>
                  <a:cubicBezTo>
                    <a:pt x="1733" y="3078"/>
                    <a:pt x="1676" y="2561"/>
                    <a:pt x="1412" y="2155"/>
                  </a:cubicBezTo>
                  <a:cubicBezTo>
                    <a:pt x="952" y="1438"/>
                    <a:pt x="488" y="721"/>
                    <a:pt x="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195"/>
            <p:cNvSpPr/>
            <p:nvPr/>
          </p:nvSpPr>
          <p:spPr>
            <a:xfrm>
              <a:off x="394775" y="1828875"/>
              <a:ext cx="101325" cy="394500"/>
            </a:xfrm>
            <a:custGeom>
              <a:avLst/>
              <a:gdLst/>
              <a:ahLst/>
              <a:cxnLst/>
              <a:rect l="l" t="t" r="r" b="b"/>
              <a:pathLst>
                <a:path w="4053" h="15780" extrusionOk="0">
                  <a:moveTo>
                    <a:pt x="1" y="1"/>
                  </a:moveTo>
                  <a:cubicBezTo>
                    <a:pt x="190" y="3417"/>
                    <a:pt x="465" y="6825"/>
                    <a:pt x="839" y="10224"/>
                  </a:cubicBezTo>
                  <a:cubicBezTo>
                    <a:pt x="1017" y="11864"/>
                    <a:pt x="1078" y="15780"/>
                    <a:pt x="3338" y="15780"/>
                  </a:cubicBezTo>
                  <a:cubicBezTo>
                    <a:pt x="3557" y="15780"/>
                    <a:pt x="3792" y="15744"/>
                    <a:pt x="4052" y="15665"/>
                  </a:cubicBezTo>
                  <a:cubicBezTo>
                    <a:pt x="3524" y="15383"/>
                    <a:pt x="3057" y="14338"/>
                    <a:pt x="3228" y="13875"/>
                  </a:cubicBezTo>
                  <a:cubicBezTo>
                    <a:pt x="3017" y="12955"/>
                    <a:pt x="3000" y="11947"/>
                    <a:pt x="2904" y="11055"/>
                  </a:cubicBezTo>
                  <a:cubicBezTo>
                    <a:pt x="2775" y="9871"/>
                    <a:pt x="2654" y="8683"/>
                    <a:pt x="2547" y="7492"/>
                  </a:cubicBezTo>
                  <a:cubicBezTo>
                    <a:pt x="2333" y="5110"/>
                    <a:pt x="2166" y="2721"/>
                    <a:pt x="2041" y="333"/>
                  </a:cubicBezTo>
                  <a:cubicBezTo>
                    <a:pt x="1666" y="351"/>
                    <a:pt x="1296" y="368"/>
                    <a:pt x="925" y="386"/>
                  </a:cubicBezTo>
                  <a:lnTo>
                    <a:pt x="871" y="386"/>
                  </a:lnTo>
                  <a:cubicBezTo>
                    <a:pt x="529" y="386"/>
                    <a:pt x="226" y="22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195"/>
            <p:cNvSpPr/>
            <p:nvPr/>
          </p:nvSpPr>
          <p:spPr>
            <a:xfrm>
              <a:off x="471175" y="2175750"/>
              <a:ext cx="46850" cy="44750"/>
            </a:xfrm>
            <a:custGeom>
              <a:avLst/>
              <a:gdLst/>
              <a:ahLst/>
              <a:cxnLst/>
              <a:rect l="l" t="t" r="r" b="b"/>
              <a:pathLst>
                <a:path w="1874" h="1790" extrusionOk="0">
                  <a:moveTo>
                    <a:pt x="172" y="0"/>
                  </a:moveTo>
                  <a:lnTo>
                    <a:pt x="172" y="0"/>
                  </a:lnTo>
                  <a:cubicBezTo>
                    <a:pt x="1" y="463"/>
                    <a:pt x="468" y="1508"/>
                    <a:pt x="996" y="1790"/>
                  </a:cubicBezTo>
                  <a:cubicBezTo>
                    <a:pt x="1024" y="1783"/>
                    <a:pt x="1053" y="1776"/>
                    <a:pt x="1082" y="1765"/>
                  </a:cubicBezTo>
                  <a:cubicBezTo>
                    <a:pt x="1873" y="1505"/>
                    <a:pt x="1014" y="596"/>
                    <a:pt x="254" y="318"/>
                  </a:cubicBezTo>
                  <a:cubicBezTo>
                    <a:pt x="226" y="211"/>
                    <a:pt x="197" y="107"/>
                    <a:pt x="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22" name="Google Shape;5822;p195"/>
          <p:cNvSpPr txBox="1"/>
          <p:nvPr/>
        </p:nvSpPr>
        <p:spPr>
          <a:xfrm>
            <a:off x="2216300" y="4365825"/>
            <a:ext cx="18639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9 / 2 = 4.5</a:t>
            </a:r>
            <a:endParaRPr sz="26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5823" name="Google Shape;5823;p195"/>
          <p:cNvSpPr txBox="1"/>
          <p:nvPr/>
        </p:nvSpPr>
        <p:spPr>
          <a:xfrm>
            <a:off x="4572002" y="4365825"/>
            <a:ext cx="20112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4.5 rounds down to 4</a:t>
            </a:r>
            <a:endParaRPr sz="26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5824" name="Google Shape;5824;p195"/>
          <p:cNvSpPr txBox="1"/>
          <p:nvPr/>
        </p:nvSpPr>
        <p:spPr>
          <a:xfrm>
            <a:off x="6905151" y="4365825"/>
            <a:ext cx="18162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9 // 2 = 4</a:t>
            </a:r>
            <a:endParaRPr sz="26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cxnSp>
        <p:nvCxnSpPr>
          <p:cNvPr id="5825" name="Google Shape;5825;p195"/>
          <p:cNvCxnSpPr/>
          <p:nvPr/>
        </p:nvCxnSpPr>
        <p:spPr>
          <a:xfrm rot="10800000" flipH="1">
            <a:off x="1578669" y="2247669"/>
            <a:ext cx="963000" cy="5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26" name="Google Shape;5826;p195"/>
          <p:cNvCxnSpPr/>
          <p:nvPr/>
        </p:nvCxnSpPr>
        <p:spPr>
          <a:xfrm rot="10800000" flipH="1">
            <a:off x="4080194" y="2247669"/>
            <a:ext cx="963000" cy="5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27" name="Google Shape;5827;p195"/>
          <p:cNvCxnSpPr/>
          <p:nvPr/>
        </p:nvCxnSpPr>
        <p:spPr>
          <a:xfrm rot="10800000" flipH="1">
            <a:off x="6413269" y="2230419"/>
            <a:ext cx="963000" cy="5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2" name="Google Shape;5832;p196"/>
          <p:cNvPicPr preferRelativeResize="0"/>
          <p:nvPr/>
        </p:nvPicPr>
        <p:blipFill rotWithShape="1">
          <a:blip r:embed="rId3">
            <a:alphaModFix/>
          </a:blip>
          <a:srcRect r="23908"/>
          <a:stretch/>
        </p:blipFill>
        <p:spPr>
          <a:xfrm>
            <a:off x="188175" y="1485038"/>
            <a:ext cx="8767650" cy="2993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33" name="Google Shape;5833;p196"/>
          <p:cNvGrpSpPr/>
          <p:nvPr/>
        </p:nvGrpSpPr>
        <p:grpSpPr>
          <a:xfrm>
            <a:off x="6285145" y="606758"/>
            <a:ext cx="2798301" cy="176025"/>
            <a:chOff x="4345425" y="2175475"/>
            <a:chExt cx="800750" cy="176025"/>
          </a:xfrm>
        </p:grpSpPr>
        <p:sp>
          <p:nvSpPr>
            <p:cNvPr id="5834" name="Google Shape;5834;p19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19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6" name="Google Shape;5836;p196"/>
          <p:cNvGrpSpPr/>
          <p:nvPr/>
        </p:nvGrpSpPr>
        <p:grpSpPr>
          <a:xfrm>
            <a:off x="6799507" y="1045900"/>
            <a:ext cx="2235214" cy="176025"/>
            <a:chOff x="4345425" y="2175475"/>
            <a:chExt cx="800750" cy="176025"/>
          </a:xfrm>
        </p:grpSpPr>
        <p:sp>
          <p:nvSpPr>
            <p:cNvPr id="5837" name="Google Shape;5837;p19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19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39" name="Google Shape;5839;p196"/>
          <p:cNvSpPr txBox="1">
            <a:spLocks noGrp="1"/>
          </p:cNvSpPr>
          <p:nvPr>
            <p:ph type="title"/>
          </p:nvPr>
        </p:nvSpPr>
        <p:spPr>
          <a:xfrm>
            <a:off x="5973875" y="200622"/>
            <a:ext cx="3109500" cy="9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Floor Division Example:</a:t>
            </a:r>
            <a:endParaRPr/>
          </a:p>
        </p:txBody>
      </p:sp>
      <p:sp>
        <p:nvSpPr>
          <p:cNvPr id="5840" name="Google Shape;5840;p196"/>
          <p:cNvSpPr/>
          <p:nvPr/>
        </p:nvSpPr>
        <p:spPr>
          <a:xfrm rot="-1160172">
            <a:off x="4446135" y="1032588"/>
            <a:ext cx="251710" cy="574784"/>
          </a:xfrm>
          <a:custGeom>
            <a:avLst/>
            <a:gdLst/>
            <a:ahLst/>
            <a:cxnLst/>
            <a:rect l="l" t="t" r="r" b="b"/>
            <a:pathLst>
              <a:path w="8183" h="18686" extrusionOk="0">
                <a:moveTo>
                  <a:pt x="5016" y="818"/>
                </a:moveTo>
                <a:cubicBezTo>
                  <a:pt x="4812" y="826"/>
                  <a:pt x="4609" y="830"/>
                  <a:pt x="4405" y="830"/>
                </a:cubicBezTo>
                <a:cubicBezTo>
                  <a:pt x="4201" y="830"/>
                  <a:pt x="3997" y="826"/>
                  <a:pt x="3793" y="818"/>
                </a:cubicBezTo>
                <a:close/>
                <a:moveTo>
                  <a:pt x="1395" y="818"/>
                </a:moveTo>
                <a:cubicBezTo>
                  <a:pt x="1489" y="834"/>
                  <a:pt x="1583" y="834"/>
                  <a:pt x="1677" y="834"/>
                </a:cubicBezTo>
                <a:cubicBezTo>
                  <a:pt x="1646" y="881"/>
                  <a:pt x="1630" y="928"/>
                  <a:pt x="1630" y="991"/>
                </a:cubicBezTo>
                <a:cubicBezTo>
                  <a:pt x="1646" y="1085"/>
                  <a:pt x="1646" y="1179"/>
                  <a:pt x="1646" y="1273"/>
                </a:cubicBezTo>
                <a:cubicBezTo>
                  <a:pt x="1630" y="1288"/>
                  <a:pt x="1615" y="1304"/>
                  <a:pt x="1599" y="1335"/>
                </a:cubicBezTo>
                <a:cubicBezTo>
                  <a:pt x="1552" y="1116"/>
                  <a:pt x="1489" y="944"/>
                  <a:pt x="1395" y="818"/>
                </a:cubicBezTo>
                <a:close/>
                <a:moveTo>
                  <a:pt x="2289" y="1273"/>
                </a:moveTo>
                <a:lnTo>
                  <a:pt x="2289" y="1273"/>
                </a:lnTo>
                <a:cubicBezTo>
                  <a:pt x="2602" y="1304"/>
                  <a:pt x="2916" y="1320"/>
                  <a:pt x="3245" y="1335"/>
                </a:cubicBezTo>
                <a:cubicBezTo>
                  <a:pt x="3182" y="1367"/>
                  <a:pt x="3151" y="1429"/>
                  <a:pt x="3151" y="1523"/>
                </a:cubicBezTo>
                <a:cubicBezTo>
                  <a:pt x="3214" y="2386"/>
                  <a:pt x="3245" y="3248"/>
                  <a:pt x="3261" y="4110"/>
                </a:cubicBezTo>
                <a:cubicBezTo>
                  <a:pt x="3151" y="3279"/>
                  <a:pt x="3025" y="2448"/>
                  <a:pt x="2916" y="1633"/>
                </a:cubicBezTo>
                <a:cubicBezTo>
                  <a:pt x="2901" y="1508"/>
                  <a:pt x="2806" y="1448"/>
                  <a:pt x="2712" y="1448"/>
                </a:cubicBezTo>
                <a:cubicBezTo>
                  <a:pt x="2606" y="1448"/>
                  <a:pt x="2500" y="1523"/>
                  <a:pt x="2508" y="1665"/>
                </a:cubicBezTo>
                <a:cubicBezTo>
                  <a:pt x="2555" y="2307"/>
                  <a:pt x="2634" y="2950"/>
                  <a:pt x="2696" y="3624"/>
                </a:cubicBezTo>
                <a:cubicBezTo>
                  <a:pt x="2571" y="2840"/>
                  <a:pt x="2445" y="2056"/>
                  <a:pt x="2289" y="1273"/>
                </a:cubicBezTo>
                <a:close/>
                <a:moveTo>
                  <a:pt x="3793" y="1335"/>
                </a:moveTo>
                <a:cubicBezTo>
                  <a:pt x="3825" y="2260"/>
                  <a:pt x="3872" y="3185"/>
                  <a:pt x="3888" y="4110"/>
                </a:cubicBezTo>
                <a:cubicBezTo>
                  <a:pt x="3793" y="3232"/>
                  <a:pt x="3699" y="2354"/>
                  <a:pt x="3605" y="1476"/>
                </a:cubicBezTo>
                <a:cubicBezTo>
                  <a:pt x="3605" y="1414"/>
                  <a:pt x="3574" y="1367"/>
                  <a:pt x="3543" y="1335"/>
                </a:cubicBezTo>
                <a:close/>
                <a:moveTo>
                  <a:pt x="4938" y="1288"/>
                </a:moveTo>
                <a:cubicBezTo>
                  <a:pt x="4938" y="1304"/>
                  <a:pt x="4922" y="1320"/>
                  <a:pt x="4922" y="1351"/>
                </a:cubicBezTo>
                <a:cubicBezTo>
                  <a:pt x="4969" y="2260"/>
                  <a:pt x="5047" y="3201"/>
                  <a:pt x="5094" y="4157"/>
                </a:cubicBezTo>
                <a:cubicBezTo>
                  <a:pt x="5000" y="3201"/>
                  <a:pt x="4906" y="2244"/>
                  <a:pt x="4812" y="1288"/>
                </a:cubicBezTo>
                <a:close/>
                <a:moveTo>
                  <a:pt x="4436" y="1320"/>
                </a:moveTo>
                <a:cubicBezTo>
                  <a:pt x="4483" y="2542"/>
                  <a:pt x="4593" y="3812"/>
                  <a:pt x="4577" y="5066"/>
                </a:cubicBezTo>
                <a:cubicBezTo>
                  <a:pt x="4436" y="3828"/>
                  <a:pt x="4295" y="2589"/>
                  <a:pt x="4138" y="1351"/>
                </a:cubicBezTo>
                <a:cubicBezTo>
                  <a:pt x="4232" y="1335"/>
                  <a:pt x="4326" y="1335"/>
                  <a:pt x="4436" y="1320"/>
                </a:cubicBezTo>
                <a:close/>
                <a:moveTo>
                  <a:pt x="2367" y="3922"/>
                </a:moveTo>
                <a:lnTo>
                  <a:pt x="2367" y="3922"/>
                </a:lnTo>
                <a:cubicBezTo>
                  <a:pt x="2414" y="4376"/>
                  <a:pt x="2477" y="4815"/>
                  <a:pt x="2524" y="5270"/>
                </a:cubicBezTo>
                <a:cubicBezTo>
                  <a:pt x="2555" y="5677"/>
                  <a:pt x="2555" y="6085"/>
                  <a:pt x="2555" y="6508"/>
                </a:cubicBezTo>
                <a:cubicBezTo>
                  <a:pt x="2524" y="6383"/>
                  <a:pt x="2508" y="6241"/>
                  <a:pt x="2493" y="6116"/>
                </a:cubicBezTo>
                <a:cubicBezTo>
                  <a:pt x="2445" y="5379"/>
                  <a:pt x="2398" y="4658"/>
                  <a:pt x="2367" y="3922"/>
                </a:cubicBezTo>
                <a:close/>
                <a:moveTo>
                  <a:pt x="6787" y="755"/>
                </a:moveTo>
                <a:lnTo>
                  <a:pt x="6787" y="755"/>
                </a:lnTo>
                <a:cubicBezTo>
                  <a:pt x="6364" y="1257"/>
                  <a:pt x="6333" y="1727"/>
                  <a:pt x="6333" y="2652"/>
                </a:cubicBezTo>
                <a:cubicBezTo>
                  <a:pt x="6317" y="4266"/>
                  <a:pt x="6301" y="5865"/>
                  <a:pt x="6286" y="7480"/>
                </a:cubicBezTo>
                <a:cubicBezTo>
                  <a:pt x="6270" y="7495"/>
                  <a:pt x="6270" y="7511"/>
                  <a:pt x="6270" y="7542"/>
                </a:cubicBezTo>
                <a:cubicBezTo>
                  <a:pt x="6270" y="7605"/>
                  <a:pt x="6270" y="7668"/>
                  <a:pt x="6270" y="7715"/>
                </a:cubicBezTo>
                <a:cubicBezTo>
                  <a:pt x="6239" y="7715"/>
                  <a:pt x="6207" y="7715"/>
                  <a:pt x="6160" y="7730"/>
                </a:cubicBezTo>
                <a:cubicBezTo>
                  <a:pt x="6004" y="7793"/>
                  <a:pt x="5831" y="7825"/>
                  <a:pt x="5643" y="7840"/>
                </a:cubicBezTo>
                <a:cubicBezTo>
                  <a:pt x="5612" y="7840"/>
                  <a:pt x="5565" y="7840"/>
                  <a:pt x="5518" y="7856"/>
                </a:cubicBezTo>
                <a:cubicBezTo>
                  <a:pt x="5392" y="7864"/>
                  <a:pt x="5263" y="7868"/>
                  <a:pt x="5134" y="7868"/>
                </a:cubicBezTo>
                <a:cubicBezTo>
                  <a:pt x="5004" y="7868"/>
                  <a:pt x="4875" y="7864"/>
                  <a:pt x="4750" y="7856"/>
                </a:cubicBezTo>
                <a:cubicBezTo>
                  <a:pt x="4700" y="7826"/>
                  <a:pt x="4644" y="7815"/>
                  <a:pt x="4590" y="7815"/>
                </a:cubicBezTo>
                <a:cubicBezTo>
                  <a:pt x="4558" y="7815"/>
                  <a:pt x="4528" y="7819"/>
                  <a:pt x="4499" y="7825"/>
                </a:cubicBezTo>
                <a:lnTo>
                  <a:pt x="4295" y="7825"/>
                </a:lnTo>
                <a:cubicBezTo>
                  <a:pt x="4295" y="7636"/>
                  <a:pt x="4311" y="7464"/>
                  <a:pt x="4326" y="7292"/>
                </a:cubicBezTo>
                <a:cubicBezTo>
                  <a:pt x="4326" y="7354"/>
                  <a:pt x="4326" y="7417"/>
                  <a:pt x="4342" y="7480"/>
                </a:cubicBezTo>
                <a:cubicBezTo>
                  <a:pt x="4350" y="7630"/>
                  <a:pt x="4479" y="7714"/>
                  <a:pt x="4605" y="7714"/>
                </a:cubicBezTo>
                <a:cubicBezTo>
                  <a:pt x="4715" y="7714"/>
                  <a:pt x="4822" y="7650"/>
                  <a:pt x="4844" y="7511"/>
                </a:cubicBezTo>
                <a:cubicBezTo>
                  <a:pt x="4844" y="7527"/>
                  <a:pt x="4844" y="7558"/>
                  <a:pt x="4859" y="7574"/>
                </a:cubicBezTo>
                <a:cubicBezTo>
                  <a:pt x="4868" y="7738"/>
                  <a:pt x="5001" y="7825"/>
                  <a:pt x="5135" y="7825"/>
                </a:cubicBezTo>
                <a:cubicBezTo>
                  <a:pt x="5256" y="7825"/>
                  <a:pt x="5378" y="7754"/>
                  <a:pt x="5408" y="7605"/>
                </a:cubicBezTo>
                <a:cubicBezTo>
                  <a:pt x="5408" y="7589"/>
                  <a:pt x="5408" y="7558"/>
                  <a:pt x="5408" y="7542"/>
                </a:cubicBezTo>
                <a:cubicBezTo>
                  <a:pt x="5424" y="7542"/>
                  <a:pt x="5424" y="7542"/>
                  <a:pt x="5424" y="7558"/>
                </a:cubicBezTo>
                <a:cubicBezTo>
                  <a:pt x="5436" y="7716"/>
                  <a:pt x="5561" y="7799"/>
                  <a:pt x="5682" y="7799"/>
                </a:cubicBezTo>
                <a:cubicBezTo>
                  <a:pt x="5717" y="7799"/>
                  <a:pt x="5752" y="7792"/>
                  <a:pt x="5784" y="7778"/>
                </a:cubicBezTo>
                <a:cubicBezTo>
                  <a:pt x="5813" y="7785"/>
                  <a:pt x="5843" y="7789"/>
                  <a:pt x="5873" y="7789"/>
                </a:cubicBezTo>
                <a:cubicBezTo>
                  <a:pt x="6024" y="7789"/>
                  <a:pt x="6176" y="7691"/>
                  <a:pt x="6176" y="7495"/>
                </a:cubicBezTo>
                <a:cubicBezTo>
                  <a:pt x="6145" y="5332"/>
                  <a:pt x="6098" y="3169"/>
                  <a:pt x="6113" y="1006"/>
                </a:cubicBezTo>
                <a:cubicBezTo>
                  <a:pt x="6113" y="912"/>
                  <a:pt x="6035" y="834"/>
                  <a:pt x="5957" y="802"/>
                </a:cubicBezTo>
                <a:cubicBezTo>
                  <a:pt x="6223" y="802"/>
                  <a:pt x="6505" y="787"/>
                  <a:pt x="6787" y="755"/>
                </a:cubicBezTo>
                <a:close/>
                <a:moveTo>
                  <a:pt x="3731" y="7558"/>
                </a:moveTo>
                <a:cubicBezTo>
                  <a:pt x="3746" y="7636"/>
                  <a:pt x="3746" y="7715"/>
                  <a:pt x="3762" y="7793"/>
                </a:cubicBezTo>
                <a:lnTo>
                  <a:pt x="3637" y="7793"/>
                </a:lnTo>
                <a:cubicBezTo>
                  <a:pt x="3608" y="7771"/>
                  <a:pt x="3568" y="7760"/>
                  <a:pt x="3528" y="7760"/>
                </a:cubicBezTo>
                <a:cubicBezTo>
                  <a:pt x="3482" y="7760"/>
                  <a:pt x="3435" y="7775"/>
                  <a:pt x="3402" y="7809"/>
                </a:cubicBezTo>
                <a:cubicBezTo>
                  <a:pt x="3292" y="7809"/>
                  <a:pt x="3167" y="7840"/>
                  <a:pt x="3041" y="7872"/>
                </a:cubicBezTo>
                <a:cubicBezTo>
                  <a:pt x="3029" y="7867"/>
                  <a:pt x="3015" y="7865"/>
                  <a:pt x="3001" y="7865"/>
                </a:cubicBezTo>
                <a:cubicBezTo>
                  <a:pt x="2962" y="7865"/>
                  <a:pt x="2919" y="7880"/>
                  <a:pt x="2884" y="7903"/>
                </a:cubicBezTo>
                <a:cubicBezTo>
                  <a:pt x="2869" y="7903"/>
                  <a:pt x="2853" y="7903"/>
                  <a:pt x="2822" y="7919"/>
                </a:cubicBezTo>
                <a:cubicBezTo>
                  <a:pt x="2837" y="7840"/>
                  <a:pt x="2837" y="7778"/>
                  <a:pt x="2853" y="7715"/>
                </a:cubicBezTo>
                <a:cubicBezTo>
                  <a:pt x="2897" y="7748"/>
                  <a:pt x="2953" y="7765"/>
                  <a:pt x="3008" y="7765"/>
                </a:cubicBezTo>
                <a:cubicBezTo>
                  <a:pt x="3110" y="7765"/>
                  <a:pt x="3209" y="7706"/>
                  <a:pt x="3229" y="7574"/>
                </a:cubicBezTo>
                <a:cubicBezTo>
                  <a:pt x="3274" y="7685"/>
                  <a:pt x="3371" y="7737"/>
                  <a:pt x="3470" y="7737"/>
                </a:cubicBezTo>
                <a:cubicBezTo>
                  <a:pt x="3579" y="7737"/>
                  <a:pt x="3690" y="7673"/>
                  <a:pt x="3731" y="7558"/>
                </a:cubicBezTo>
                <a:close/>
                <a:moveTo>
                  <a:pt x="5408" y="8420"/>
                </a:moveTo>
                <a:cubicBezTo>
                  <a:pt x="5424" y="8561"/>
                  <a:pt x="5455" y="8687"/>
                  <a:pt x="5486" y="8812"/>
                </a:cubicBezTo>
                <a:cubicBezTo>
                  <a:pt x="5377" y="8687"/>
                  <a:pt x="5283" y="8546"/>
                  <a:pt x="5173" y="8420"/>
                </a:cubicBezTo>
                <a:close/>
                <a:moveTo>
                  <a:pt x="4405" y="8357"/>
                </a:moveTo>
                <a:cubicBezTo>
                  <a:pt x="4436" y="8640"/>
                  <a:pt x="4452" y="8906"/>
                  <a:pt x="4452" y="9188"/>
                </a:cubicBezTo>
                <a:cubicBezTo>
                  <a:pt x="4389" y="8922"/>
                  <a:pt x="4373" y="8640"/>
                  <a:pt x="4358" y="8357"/>
                </a:cubicBezTo>
                <a:close/>
                <a:moveTo>
                  <a:pt x="3950" y="8342"/>
                </a:moveTo>
                <a:cubicBezTo>
                  <a:pt x="3935" y="8420"/>
                  <a:pt x="3935" y="8483"/>
                  <a:pt x="3935" y="8561"/>
                </a:cubicBezTo>
                <a:cubicBezTo>
                  <a:pt x="3919" y="8828"/>
                  <a:pt x="3872" y="9094"/>
                  <a:pt x="3825" y="9361"/>
                </a:cubicBezTo>
                <a:lnTo>
                  <a:pt x="3809" y="9361"/>
                </a:lnTo>
                <a:cubicBezTo>
                  <a:pt x="3762" y="9031"/>
                  <a:pt x="3731" y="8702"/>
                  <a:pt x="3715" y="8357"/>
                </a:cubicBezTo>
                <a:cubicBezTo>
                  <a:pt x="3793" y="8357"/>
                  <a:pt x="3872" y="8342"/>
                  <a:pt x="3950" y="8342"/>
                </a:cubicBezTo>
                <a:close/>
                <a:moveTo>
                  <a:pt x="4938" y="8969"/>
                </a:moveTo>
                <a:cubicBezTo>
                  <a:pt x="5063" y="9157"/>
                  <a:pt x="5204" y="9345"/>
                  <a:pt x="5345" y="9517"/>
                </a:cubicBezTo>
                <a:cubicBezTo>
                  <a:pt x="5204" y="9517"/>
                  <a:pt x="5079" y="9533"/>
                  <a:pt x="4938" y="9533"/>
                </a:cubicBezTo>
                <a:cubicBezTo>
                  <a:pt x="4938" y="9345"/>
                  <a:pt x="4938" y="9157"/>
                  <a:pt x="4938" y="8969"/>
                </a:cubicBezTo>
                <a:close/>
                <a:moveTo>
                  <a:pt x="6176" y="9267"/>
                </a:moveTo>
                <a:cubicBezTo>
                  <a:pt x="6270" y="9361"/>
                  <a:pt x="6364" y="9470"/>
                  <a:pt x="6458" y="9580"/>
                </a:cubicBezTo>
                <a:cubicBezTo>
                  <a:pt x="6395" y="9564"/>
                  <a:pt x="6333" y="9564"/>
                  <a:pt x="6270" y="9549"/>
                </a:cubicBezTo>
                <a:cubicBezTo>
                  <a:pt x="6239" y="9455"/>
                  <a:pt x="6207" y="9361"/>
                  <a:pt x="6176" y="9267"/>
                </a:cubicBezTo>
                <a:close/>
                <a:moveTo>
                  <a:pt x="2696" y="9643"/>
                </a:moveTo>
                <a:cubicBezTo>
                  <a:pt x="2696" y="9784"/>
                  <a:pt x="2712" y="9909"/>
                  <a:pt x="2712" y="10050"/>
                </a:cubicBezTo>
                <a:cubicBezTo>
                  <a:pt x="2681" y="10066"/>
                  <a:pt x="2665" y="10066"/>
                  <a:pt x="2634" y="10082"/>
                </a:cubicBezTo>
                <a:lnTo>
                  <a:pt x="2524" y="10082"/>
                </a:lnTo>
                <a:cubicBezTo>
                  <a:pt x="2587" y="9941"/>
                  <a:pt x="2649" y="9784"/>
                  <a:pt x="2696" y="9643"/>
                </a:cubicBezTo>
                <a:close/>
                <a:moveTo>
                  <a:pt x="6512" y="0"/>
                </a:moveTo>
                <a:cubicBezTo>
                  <a:pt x="5667" y="0"/>
                  <a:pt x="4808" y="74"/>
                  <a:pt x="3966" y="97"/>
                </a:cubicBezTo>
                <a:cubicBezTo>
                  <a:pt x="2712" y="128"/>
                  <a:pt x="1395" y="66"/>
                  <a:pt x="173" y="317"/>
                </a:cubicBezTo>
                <a:cubicBezTo>
                  <a:pt x="141" y="317"/>
                  <a:pt x="110" y="332"/>
                  <a:pt x="94" y="348"/>
                </a:cubicBezTo>
                <a:cubicBezTo>
                  <a:pt x="47" y="379"/>
                  <a:pt x="16" y="411"/>
                  <a:pt x="16" y="458"/>
                </a:cubicBezTo>
                <a:cubicBezTo>
                  <a:pt x="0" y="552"/>
                  <a:pt x="32" y="646"/>
                  <a:pt x="157" y="661"/>
                </a:cubicBezTo>
                <a:cubicBezTo>
                  <a:pt x="267" y="693"/>
                  <a:pt x="376" y="708"/>
                  <a:pt x="486" y="724"/>
                </a:cubicBezTo>
                <a:cubicBezTo>
                  <a:pt x="753" y="865"/>
                  <a:pt x="1050" y="1038"/>
                  <a:pt x="1160" y="1241"/>
                </a:cubicBezTo>
                <a:cubicBezTo>
                  <a:pt x="1254" y="1461"/>
                  <a:pt x="1207" y="1931"/>
                  <a:pt x="1223" y="2166"/>
                </a:cubicBezTo>
                <a:cubicBezTo>
                  <a:pt x="1270" y="2871"/>
                  <a:pt x="1333" y="3561"/>
                  <a:pt x="1380" y="4251"/>
                </a:cubicBezTo>
                <a:cubicBezTo>
                  <a:pt x="1442" y="5097"/>
                  <a:pt x="1301" y="6226"/>
                  <a:pt x="1568" y="7072"/>
                </a:cubicBezTo>
                <a:cubicBezTo>
                  <a:pt x="1536" y="7307"/>
                  <a:pt x="1536" y="7558"/>
                  <a:pt x="1583" y="7778"/>
                </a:cubicBezTo>
                <a:cubicBezTo>
                  <a:pt x="1568" y="7950"/>
                  <a:pt x="1552" y="8122"/>
                  <a:pt x="1521" y="8279"/>
                </a:cubicBezTo>
                <a:cubicBezTo>
                  <a:pt x="1333" y="8655"/>
                  <a:pt x="1145" y="9031"/>
                  <a:pt x="956" y="9392"/>
                </a:cubicBezTo>
                <a:cubicBezTo>
                  <a:pt x="815" y="9611"/>
                  <a:pt x="674" y="9831"/>
                  <a:pt x="549" y="10082"/>
                </a:cubicBezTo>
                <a:cubicBezTo>
                  <a:pt x="533" y="10129"/>
                  <a:pt x="533" y="10160"/>
                  <a:pt x="549" y="10207"/>
                </a:cubicBezTo>
                <a:cubicBezTo>
                  <a:pt x="486" y="10285"/>
                  <a:pt x="439" y="10379"/>
                  <a:pt x="392" y="10458"/>
                </a:cubicBezTo>
                <a:cubicBezTo>
                  <a:pt x="302" y="10593"/>
                  <a:pt x="443" y="10772"/>
                  <a:pt x="579" y="10772"/>
                </a:cubicBezTo>
                <a:cubicBezTo>
                  <a:pt x="585" y="10772"/>
                  <a:pt x="590" y="10772"/>
                  <a:pt x="596" y="10771"/>
                </a:cubicBezTo>
                <a:lnTo>
                  <a:pt x="627" y="10771"/>
                </a:lnTo>
                <a:cubicBezTo>
                  <a:pt x="690" y="10818"/>
                  <a:pt x="768" y="10865"/>
                  <a:pt x="878" y="10881"/>
                </a:cubicBezTo>
                <a:cubicBezTo>
                  <a:pt x="894" y="10889"/>
                  <a:pt x="913" y="10893"/>
                  <a:pt x="935" y="10893"/>
                </a:cubicBezTo>
                <a:cubicBezTo>
                  <a:pt x="956" y="10893"/>
                  <a:pt x="980" y="10889"/>
                  <a:pt x="1003" y="10881"/>
                </a:cubicBezTo>
                <a:cubicBezTo>
                  <a:pt x="1218" y="10939"/>
                  <a:pt x="1449" y="10961"/>
                  <a:pt x="1686" y="10961"/>
                </a:cubicBezTo>
                <a:cubicBezTo>
                  <a:pt x="2348" y="10961"/>
                  <a:pt x="3064" y="10790"/>
                  <a:pt x="3652" y="10756"/>
                </a:cubicBezTo>
                <a:cubicBezTo>
                  <a:pt x="3778" y="10740"/>
                  <a:pt x="3903" y="10740"/>
                  <a:pt x="4013" y="10724"/>
                </a:cubicBezTo>
                <a:cubicBezTo>
                  <a:pt x="4232" y="12981"/>
                  <a:pt x="4264" y="15380"/>
                  <a:pt x="4765" y="17605"/>
                </a:cubicBezTo>
                <a:cubicBezTo>
                  <a:pt x="4781" y="17887"/>
                  <a:pt x="4797" y="18185"/>
                  <a:pt x="4812" y="18467"/>
                </a:cubicBezTo>
                <a:cubicBezTo>
                  <a:pt x="4821" y="18614"/>
                  <a:pt x="4937" y="18685"/>
                  <a:pt x="5051" y="18685"/>
                </a:cubicBezTo>
                <a:cubicBezTo>
                  <a:pt x="5132" y="18685"/>
                  <a:pt x="5212" y="18649"/>
                  <a:pt x="5251" y="18577"/>
                </a:cubicBezTo>
                <a:cubicBezTo>
                  <a:pt x="5330" y="18546"/>
                  <a:pt x="5392" y="18467"/>
                  <a:pt x="5392" y="18373"/>
                </a:cubicBezTo>
                <a:cubicBezTo>
                  <a:pt x="5314" y="17668"/>
                  <a:pt x="5236" y="16978"/>
                  <a:pt x="5157" y="16289"/>
                </a:cubicBezTo>
                <a:cubicBezTo>
                  <a:pt x="5126" y="15583"/>
                  <a:pt x="5094" y="14862"/>
                  <a:pt x="5079" y="14157"/>
                </a:cubicBezTo>
                <a:cubicBezTo>
                  <a:pt x="5063" y="13091"/>
                  <a:pt x="5283" y="11727"/>
                  <a:pt x="5000" y="10662"/>
                </a:cubicBezTo>
                <a:cubicBezTo>
                  <a:pt x="5508" y="10627"/>
                  <a:pt x="6015" y="10602"/>
                  <a:pt x="6517" y="10602"/>
                </a:cubicBezTo>
                <a:cubicBezTo>
                  <a:pt x="6930" y="10602"/>
                  <a:pt x="7340" y="10619"/>
                  <a:pt x="7743" y="10662"/>
                </a:cubicBezTo>
                <a:cubicBezTo>
                  <a:pt x="7750" y="10662"/>
                  <a:pt x="7757" y="10662"/>
                  <a:pt x="7764" y="10662"/>
                </a:cubicBezTo>
                <a:cubicBezTo>
                  <a:pt x="7962" y="10662"/>
                  <a:pt x="8163" y="10451"/>
                  <a:pt x="8073" y="10270"/>
                </a:cubicBezTo>
                <a:cubicBezTo>
                  <a:pt x="8135" y="10223"/>
                  <a:pt x="8182" y="10144"/>
                  <a:pt x="8182" y="10035"/>
                </a:cubicBezTo>
                <a:cubicBezTo>
                  <a:pt x="8135" y="9533"/>
                  <a:pt x="7790" y="9078"/>
                  <a:pt x="7493" y="8718"/>
                </a:cubicBezTo>
                <a:cubicBezTo>
                  <a:pt x="7258" y="8420"/>
                  <a:pt x="7007" y="8122"/>
                  <a:pt x="6756" y="7840"/>
                </a:cubicBezTo>
                <a:lnTo>
                  <a:pt x="6787" y="4188"/>
                </a:lnTo>
                <a:cubicBezTo>
                  <a:pt x="6803" y="2950"/>
                  <a:pt x="6505" y="1461"/>
                  <a:pt x="7571" y="614"/>
                </a:cubicBezTo>
                <a:cubicBezTo>
                  <a:pt x="7618" y="567"/>
                  <a:pt x="7649" y="505"/>
                  <a:pt x="7649" y="442"/>
                </a:cubicBezTo>
                <a:cubicBezTo>
                  <a:pt x="7712" y="270"/>
                  <a:pt x="7665" y="66"/>
                  <a:pt x="7414" y="34"/>
                </a:cubicBezTo>
                <a:cubicBezTo>
                  <a:pt x="7116" y="10"/>
                  <a:pt x="6815" y="0"/>
                  <a:pt x="6512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5" name="Google Shape;5845;p1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38" y="1717521"/>
            <a:ext cx="8922925" cy="23180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46" name="Google Shape;5846;p197"/>
          <p:cNvGrpSpPr/>
          <p:nvPr/>
        </p:nvGrpSpPr>
        <p:grpSpPr>
          <a:xfrm>
            <a:off x="6285145" y="606758"/>
            <a:ext cx="2798301" cy="176025"/>
            <a:chOff x="4345425" y="2175475"/>
            <a:chExt cx="800750" cy="176025"/>
          </a:xfrm>
        </p:grpSpPr>
        <p:sp>
          <p:nvSpPr>
            <p:cNvPr id="5847" name="Google Shape;5847;p197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197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49" name="Google Shape;5849;p197"/>
          <p:cNvGrpSpPr/>
          <p:nvPr/>
        </p:nvGrpSpPr>
        <p:grpSpPr>
          <a:xfrm>
            <a:off x="6799507" y="1045900"/>
            <a:ext cx="2235214" cy="176025"/>
            <a:chOff x="4345425" y="2175475"/>
            <a:chExt cx="800750" cy="176025"/>
          </a:xfrm>
        </p:grpSpPr>
        <p:sp>
          <p:nvSpPr>
            <p:cNvPr id="5850" name="Google Shape;5850;p197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197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52" name="Google Shape;5852;p197"/>
          <p:cNvSpPr txBox="1">
            <a:spLocks noGrp="1"/>
          </p:cNvSpPr>
          <p:nvPr>
            <p:ph type="title"/>
          </p:nvPr>
        </p:nvSpPr>
        <p:spPr>
          <a:xfrm>
            <a:off x="5973875" y="200622"/>
            <a:ext cx="3109500" cy="9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Floor Division Example: Answer</a:t>
            </a:r>
            <a:endParaRPr/>
          </a:p>
        </p:txBody>
      </p:sp>
      <p:sp>
        <p:nvSpPr>
          <p:cNvPr id="5853" name="Google Shape;5853;p197"/>
          <p:cNvSpPr/>
          <p:nvPr/>
        </p:nvSpPr>
        <p:spPr>
          <a:xfrm rot="-1160172">
            <a:off x="4527198" y="1415738"/>
            <a:ext cx="251710" cy="574784"/>
          </a:xfrm>
          <a:custGeom>
            <a:avLst/>
            <a:gdLst/>
            <a:ahLst/>
            <a:cxnLst/>
            <a:rect l="l" t="t" r="r" b="b"/>
            <a:pathLst>
              <a:path w="8183" h="18686" extrusionOk="0">
                <a:moveTo>
                  <a:pt x="5016" y="818"/>
                </a:moveTo>
                <a:cubicBezTo>
                  <a:pt x="4812" y="826"/>
                  <a:pt x="4609" y="830"/>
                  <a:pt x="4405" y="830"/>
                </a:cubicBezTo>
                <a:cubicBezTo>
                  <a:pt x="4201" y="830"/>
                  <a:pt x="3997" y="826"/>
                  <a:pt x="3793" y="818"/>
                </a:cubicBezTo>
                <a:close/>
                <a:moveTo>
                  <a:pt x="1395" y="818"/>
                </a:moveTo>
                <a:cubicBezTo>
                  <a:pt x="1489" y="834"/>
                  <a:pt x="1583" y="834"/>
                  <a:pt x="1677" y="834"/>
                </a:cubicBezTo>
                <a:cubicBezTo>
                  <a:pt x="1646" y="881"/>
                  <a:pt x="1630" y="928"/>
                  <a:pt x="1630" y="991"/>
                </a:cubicBezTo>
                <a:cubicBezTo>
                  <a:pt x="1646" y="1085"/>
                  <a:pt x="1646" y="1179"/>
                  <a:pt x="1646" y="1273"/>
                </a:cubicBezTo>
                <a:cubicBezTo>
                  <a:pt x="1630" y="1288"/>
                  <a:pt x="1615" y="1304"/>
                  <a:pt x="1599" y="1335"/>
                </a:cubicBezTo>
                <a:cubicBezTo>
                  <a:pt x="1552" y="1116"/>
                  <a:pt x="1489" y="944"/>
                  <a:pt x="1395" y="818"/>
                </a:cubicBezTo>
                <a:close/>
                <a:moveTo>
                  <a:pt x="2289" y="1273"/>
                </a:moveTo>
                <a:lnTo>
                  <a:pt x="2289" y="1273"/>
                </a:lnTo>
                <a:cubicBezTo>
                  <a:pt x="2602" y="1304"/>
                  <a:pt x="2916" y="1320"/>
                  <a:pt x="3245" y="1335"/>
                </a:cubicBezTo>
                <a:cubicBezTo>
                  <a:pt x="3182" y="1367"/>
                  <a:pt x="3151" y="1429"/>
                  <a:pt x="3151" y="1523"/>
                </a:cubicBezTo>
                <a:cubicBezTo>
                  <a:pt x="3214" y="2386"/>
                  <a:pt x="3245" y="3248"/>
                  <a:pt x="3261" y="4110"/>
                </a:cubicBezTo>
                <a:cubicBezTo>
                  <a:pt x="3151" y="3279"/>
                  <a:pt x="3025" y="2448"/>
                  <a:pt x="2916" y="1633"/>
                </a:cubicBezTo>
                <a:cubicBezTo>
                  <a:pt x="2901" y="1508"/>
                  <a:pt x="2806" y="1448"/>
                  <a:pt x="2712" y="1448"/>
                </a:cubicBezTo>
                <a:cubicBezTo>
                  <a:pt x="2606" y="1448"/>
                  <a:pt x="2500" y="1523"/>
                  <a:pt x="2508" y="1665"/>
                </a:cubicBezTo>
                <a:cubicBezTo>
                  <a:pt x="2555" y="2307"/>
                  <a:pt x="2634" y="2950"/>
                  <a:pt x="2696" y="3624"/>
                </a:cubicBezTo>
                <a:cubicBezTo>
                  <a:pt x="2571" y="2840"/>
                  <a:pt x="2445" y="2056"/>
                  <a:pt x="2289" y="1273"/>
                </a:cubicBezTo>
                <a:close/>
                <a:moveTo>
                  <a:pt x="3793" y="1335"/>
                </a:moveTo>
                <a:cubicBezTo>
                  <a:pt x="3825" y="2260"/>
                  <a:pt x="3872" y="3185"/>
                  <a:pt x="3888" y="4110"/>
                </a:cubicBezTo>
                <a:cubicBezTo>
                  <a:pt x="3793" y="3232"/>
                  <a:pt x="3699" y="2354"/>
                  <a:pt x="3605" y="1476"/>
                </a:cubicBezTo>
                <a:cubicBezTo>
                  <a:pt x="3605" y="1414"/>
                  <a:pt x="3574" y="1367"/>
                  <a:pt x="3543" y="1335"/>
                </a:cubicBezTo>
                <a:close/>
                <a:moveTo>
                  <a:pt x="4938" y="1288"/>
                </a:moveTo>
                <a:cubicBezTo>
                  <a:pt x="4938" y="1304"/>
                  <a:pt x="4922" y="1320"/>
                  <a:pt x="4922" y="1351"/>
                </a:cubicBezTo>
                <a:cubicBezTo>
                  <a:pt x="4969" y="2260"/>
                  <a:pt x="5047" y="3201"/>
                  <a:pt x="5094" y="4157"/>
                </a:cubicBezTo>
                <a:cubicBezTo>
                  <a:pt x="5000" y="3201"/>
                  <a:pt x="4906" y="2244"/>
                  <a:pt x="4812" y="1288"/>
                </a:cubicBezTo>
                <a:close/>
                <a:moveTo>
                  <a:pt x="4436" y="1320"/>
                </a:moveTo>
                <a:cubicBezTo>
                  <a:pt x="4483" y="2542"/>
                  <a:pt x="4593" y="3812"/>
                  <a:pt x="4577" y="5066"/>
                </a:cubicBezTo>
                <a:cubicBezTo>
                  <a:pt x="4436" y="3828"/>
                  <a:pt x="4295" y="2589"/>
                  <a:pt x="4138" y="1351"/>
                </a:cubicBezTo>
                <a:cubicBezTo>
                  <a:pt x="4232" y="1335"/>
                  <a:pt x="4326" y="1335"/>
                  <a:pt x="4436" y="1320"/>
                </a:cubicBezTo>
                <a:close/>
                <a:moveTo>
                  <a:pt x="2367" y="3922"/>
                </a:moveTo>
                <a:lnTo>
                  <a:pt x="2367" y="3922"/>
                </a:lnTo>
                <a:cubicBezTo>
                  <a:pt x="2414" y="4376"/>
                  <a:pt x="2477" y="4815"/>
                  <a:pt x="2524" y="5270"/>
                </a:cubicBezTo>
                <a:cubicBezTo>
                  <a:pt x="2555" y="5677"/>
                  <a:pt x="2555" y="6085"/>
                  <a:pt x="2555" y="6508"/>
                </a:cubicBezTo>
                <a:cubicBezTo>
                  <a:pt x="2524" y="6383"/>
                  <a:pt x="2508" y="6241"/>
                  <a:pt x="2493" y="6116"/>
                </a:cubicBezTo>
                <a:cubicBezTo>
                  <a:pt x="2445" y="5379"/>
                  <a:pt x="2398" y="4658"/>
                  <a:pt x="2367" y="3922"/>
                </a:cubicBezTo>
                <a:close/>
                <a:moveTo>
                  <a:pt x="6787" y="755"/>
                </a:moveTo>
                <a:lnTo>
                  <a:pt x="6787" y="755"/>
                </a:lnTo>
                <a:cubicBezTo>
                  <a:pt x="6364" y="1257"/>
                  <a:pt x="6333" y="1727"/>
                  <a:pt x="6333" y="2652"/>
                </a:cubicBezTo>
                <a:cubicBezTo>
                  <a:pt x="6317" y="4266"/>
                  <a:pt x="6301" y="5865"/>
                  <a:pt x="6286" y="7480"/>
                </a:cubicBezTo>
                <a:cubicBezTo>
                  <a:pt x="6270" y="7495"/>
                  <a:pt x="6270" y="7511"/>
                  <a:pt x="6270" y="7542"/>
                </a:cubicBezTo>
                <a:cubicBezTo>
                  <a:pt x="6270" y="7605"/>
                  <a:pt x="6270" y="7668"/>
                  <a:pt x="6270" y="7715"/>
                </a:cubicBezTo>
                <a:cubicBezTo>
                  <a:pt x="6239" y="7715"/>
                  <a:pt x="6207" y="7715"/>
                  <a:pt x="6160" y="7730"/>
                </a:cubicBezTo>
                <a:cubicBezTo>
                  <a:pt x="6004" y="7793"/>
                  <a:pt x="5831" y="7825"/>
                  <a:pt x="5643" y="7840"/>
                </a:cubicBezTo>
                <a:cubicBezTo>
                  <a:pt x="5612" y="7840"/>
                  <a:pt x="5565" y="7840"/>
                  <a:pt x="5518" y="7856"/>
                </a:cubicBezTo>
                <a:cubicBezTo>
                  <a:pt x="5392" y="7864"/>
                  <a:pt x="5263" y="7868"/>
                  <a:pt x="5134" y="7868"/>
                </a:cubicBezTo>
                <a:cubicBezTo>
                  <a:pt x="5004" y="7868"/>
                  <a:pt x="4875" y="7864"/>
                  <a:pt x="4750" y="7856"/>
                </a:cubicBezTo>
                <a:cubicBezTo>
                  <a:pt x="4700" y="7826"/>
                  <a:pt x="4644" y="7815"/>
                  <a:pt x="4590" y="7815"/>
                </a:cubicBezTo>
                <a:cubicBezTo>
                  <a:pt x="4558" y="7815"/>
                  <a:pt x="4528" y="7819"/>
                  <a:pt x="4499" y="7825"/>
                </a:cubicBezTo>
                <a:lnTo>
                  <a:pt x="4295" y="7825"/>
                </a:lnTo>
                <a:cubicBezTo>
                  <a:pt x="4295" y="7636"/>
                  <a:pt x="4311" y="7464"/>
                  <a:pt x="4326" y="7292"/>
                </a:cubicBezTo>
                <a:cubicBezTo>
                  <a:pt x="4326" y="7354"/>
                  <a:pt x="4326" y="7417"/>
                  <a:pt x="4342" y="7480"/>
                </a:cubicBezTo>
                <a:cubicBezTo>
                  <a:pt x="4350" y="7630"/>
                  <a:pt x="4479" y="7714"/>
                  <a:pt x="4605" y="7714"/>
                </a:cubicBezTo>
                <a:cubicBezTo>
                  <a:pt x="4715" y="7714"/>
                  <a:pt x="4822" y="7650"/>
                  <a:pt x="4844" y="7511"/>
                </a:cubicBezTo>
                <a:cubicBezTo>
                  <a:pt x="4844" y="7527"/>
                  <a:pt x="4844" y="7558"/>
                  <a:pt x="4859" y="7574"/>
                </a:cubicBezTo>
                <a:cubicBezTo>
                  <a:pt x="4868" y="7738"/>
                  <a:pt x="5001" y="7825"/>
                  <a:pt x="5135" y="7825"/>
                </a:cubicBezTo>
                <a:cubicBezTo>
                  <a:pt x="5256" y="7825"/>
                  <a:pt x="5378" y="7754"/>
                  <a:pt x="5408" y="7605"/>
                </a:cubicBezTo>
                <a:cubicBezTo>
                  <a:pt x="5408" y="7589"/>
                  <a:pt x="5408" y="7558"/>
                  <a:pt x="5408" y="7542"/>
                </a:cubicBezTo>
                <a:cubicBezTo>
                  <a:pt x="5424" y="7542"/>
                  <a:pt x="5424" y="7542"/>
                  <a:pt x="5424" y="7558"/>
                </a:cubicBezTo>
                <a:cubicBezTo>
                  <a:pt x="5436" y="7716"/>
                  <a:pt x="5561" y="7799"/>
                  <a:pt x="5682" y="7799"/>
                </a:cubicBezTo>
                <a:cubicBezTo>
                  <a:pt x="5717" y="7799"/>
                  <a:pt x="5752" y="7792"/>
                  <a:pt x="5784" y="7778"/>
                </a:cubicBezTo>
                <a:cubicBezTo>
                  <a:pt x="5813" y="7785"/>
                  <a:pt x="5843" y="7789"/>
                  <a:pt x="5873" y="7789"/>
                </a:cubicBezTo>
                <a:cubicBezTo>
                  <a:pt x="6024" y="7789"/>
                  <a:pt x="6176" y="7691"/>
                  <a:pt x="6176" y="7495"/>
                </a:cubicBezTo>
                <a:cubicBezTo>
                  <a:pt x="6145" y="5332"/>
                  <a:pt x="6098" y="3169"/>
                  <a:pt x="6113" y="1006"/>
                </a:cubicBezTo>
                <a:cubicBezTo>
                  <a:pt x="6113" y="912"/>
                  <a:pt x="6035" y="834"/>
                  <a:pt x="5957" y="802"/>
                </a:cubicBezTo>
                <a:cubicBezTo>
                  <a:pt x="6223" y="802"/>
                  <a:pt x="6505" y="787"/>
                  <a:pt x="6787" y="755"/>
                </a:cubicBezTo>
                <a:close/>
                <a:moveTo>
                  <a:pt x="3731" y="7558"/>
                </a:moveTo>
                <a:cubicBezTo>
                  <a:pt x="3746" y="7636"/>
                  <a:pt x="3746" y="7715"/>
                  <a:pt x="3762" y="7793"/>
                </a:cubicBezTo>
                <a:lnTo>
                  <a:pt x="3637" y="7793"/>
                </a:lnTo>
                <a:cubicBezTo>
                  <a:pt x="3608" y="7771"/>
                  <a:pt x="3568" y="7760"/>
                  <a:pt x="3528" y="7760"/>
                </a:cubicBezTo>
                <a:cubicBezTo>
                  <a:pt x="3482" y="7760"/>
                  <a:pt x="3435" y="7775"/>
                  <a:pt x="3402" y="7809"/>
                </a:cubicBezTo>
                <a:cubicBezTo>
                  <a:pt x="3292" y="7809"/>
                  <a:pt x="3167" y="7840"/>
                  <a:pt x="3041" y="7872"/>
                </a:cubicBezTo>
                <a:cubicBezTo>
                  <a:pt x="3029" y="7867"/>
                  <a:pt x="3015" y="7865"/>
                  <a:pt x="3001" y="7865"/>
                </a:cubicBezTo>
                <a:cubicBezTo>
                  <a:pt x="2962" y="7865"/>
                  <a:pt x="2919" y="7880"/>
                  <a:pt x="2884" y="7903"/>
                </a:cubicBezTo>
                <a:cubicBezTo>
                  <a:pt x="2869" y="7903"/>
                  <a:pt x="2853" y="7903"/>
                  <a:pt x="2822" y="7919"/>
                </a:cubicBezTo>
                <a:cubicBezTo>
                  <a:pt x="2837" y="7840"/>
                  <a:pt x="2837" y="7778"/>
                  <a:pt x="2853" y="7715"/>
                </a:cubicBezTo>
                <a:cubicBezTo>
                  <a:pt x="2897" y="7748"/>
                  <a:pt x="2953" y="7765"/>
                  <a:pt x="3008" y="7765"/>
                </a:cubicBezTo>
                <a:cubicBezTo>
                  <a:pt x="3110" y="7765"/>
                  <a:pt x="3209" y="7706"/>
                  <a:pt x="3229" y="7574"/>
                </a:cubicBezTo>
                <a:cubicBezTo>
                  <a:pt x="3274" y="7685"/>
                  <a:pt x="3371" y="7737"/>
                  <a:pt x="3470" y="7737"/>
                </a:cubicBezTo>
                <a:cubicBezTo>
                  <a:pt x="3579" y="7737"/>
                  <a:pt x="3690" y="7673"/>
                  <a:pt x="3731" y="7558"/>
                </a:cubicBezTo>
                <a:close/>
                <a:moveTo>
                  <a:pt x="5408" y="8420"/>
                </a:moveTo>
                <a:cubicBezTo>
                  <a:pt x="5424" y="8561"/>
                  <a:pt x="5455" y="8687"/>
                  <a:pt x="5486" y="8812"/>
                </a:cubicBezTo>
                <a:cubicBezTo>
                  <a:pt x="5377" y="8687"/>
                  <a:pt x="5283" y="8546"/>
                  <a:pt x="5173" y="8420"/>
                </a:cubicBezTo>
                <a:close/>
                <a:moveTo>
                  <a:pt x="4405" y="8357"/>
                </a:moveTo>
                <a:cubicBezTo>
                  <a:pt x="4436" y="8640"/>
                  <a:pt x="4452" y="8906"/>
                  <a:pt x="4452" y="9188"/>
                </a:cubicBezTo>
                <a:cubicBezTo>
                  <a:pt x="4389" y="8922"/>
                  <a:pt x="4373" y="8640"/>
                  <a:pt x="4358" y="8357"/>
                </a:cubicBezTo>
                <a:close/>
                <a:moveTo>
                  <a:pt x="3950" y="8342"/>
                </a:moveTo>
                <a:cubicBezTo>
                  <a:pt x="3935" y="8420"/>
                  <a:pt x="3935" y="8483"/>
                  <a:pt x="3935" y="8561"/>
                </a:cubicBezTo>
                <a:cubicBezTo>
                  <a:pt x="3919" y="8828"/>
                  <a:pt x="3872" y="9094"/>
                  <a:pt x="3825" y="9361"/>
                </a:cubicBezTo>
                <a:lnTo>
                  <a:pt x="3809" y="9361"/>
                </a:lnTo>
                <a:cubicBezTo>
                  <a:pt x="3762" y="9031"/>
                  <a:pt x="3731" y="8702"/>
                  <a:pt x="3715" y="8357"/>
                </a:cubicBezTo>
                <a:cubicBezTo>
                  <a:pt x="3793" y="8357"/>
                  <a:pt x="3872" y="8342"/>
                  <a:pt x="3950" y="8342"/>
                </a:cubicBezTo>
                <a:close/>
                <a:moveTo>
                  <a:pt x="4938" y="8969"/>
                </a:moveTo>
                <a:cubicBezTo>
                  <a:pt x="5063" y="9157"/>
                  <a:pt x="5204" y="9345"/>
                  <a:pt x="5345" y="9517"/>
                </a:cubicBezTo>
                <a:cubicBezTo>
                  <a:pt x="5204" y="9517"/>
                  <a:pt x="5079" y="9533"/>
                  <a:pt x="4938" y="9533"/>
                </a:cubicBezTo>
                <a:cubicBezTo>
                  <a:pt x="4938" y="9345"/>
                  <a:pt x="4938" y="9157"/>
                  <a:pt x="4938" y="8969"/>
                </a:cubicBezTo>
                <a:close/>
                <a:moveTo>
                  <a:pt x="6176" y="9267"/>
                </a:moveTo>
                <a:cubicBezTo>
                  <a:pt x="6270" y="9361"/>
                  <a:pt x="6364" y="9470"/>
                  <a:pt x="6458" y="9580"/>
                </a:cubicBezTo>
                <a:cubicBezTo>
                  <a:pt x="6395" y="9564"/>
                  <a:pt x="6333" y="9564"/>
                  <a:pt x="6270" y="9549"/>
                </a:cubicBezTo>
                <a:cubicBezTo>
                  <a:pt x="6239" y="9455"/>
                  <a:pt x="6207" y="9361"/>
                  <a:pt x="6176" y="9267"/>
                </a:cubicBezTo>
                <a:close/>
                <a:moveTo>
                  <a:pt x="2696" y="9643"/>
                </a:moveTo>
                <a:cubicBezTo>
                  <a:pt x="2696" y="9784"/>
                  <a:pt x="2712" y="9909"/>
                  <a:pt x="2712" y="10050"/>
                </a:cubicBezTo>
                <a:cubicBezTo>
                  <a:pt x="2681" y="10066"/>
                  <a:pt x="2665" y="10066"/>
                  <a:pt x="2634" y="10082"/>
                </a:cubicBezTo>
                <a:lnTo>
                  <a:pt x="2524" y="10082"/>
                </a:lnTo>
                <a:cubicBezTo>
                  <a:pt x="2587" y="9941"/>
                  <a:pt x="2649" y="9784"/>
                  <a:pt x="2696" y="9643"/>
                </a:cubicBezTo>
                <a:close/>
                <a:moveTo>
                  <a:pt x="6512" y="0"/>
                </a:moveTo>
                <a:cubicBezTo>
                  <a:pt x="5667" y="0"/>
                  <a:pt x="4808" y="74"/>
                  <a:pt x="3966" y="97"/>
                </a:cubicBezTo>
                <a:cubicBezTo>
                  <a:pt x="2712" y="128"/>
                  <a:pt x="1395" y="66"/>
                  <a:pt x="173" y="317"/>
                </a:cubicBezTo>
                <a:cubicBezTo>
                  <a:pt x="141" y="317"/>
                  <a:pt x="110" y="332"/>
                  <a:pt x="94" y="348"/>
                </a:cubicBezTo>
                <a:cubicBezTo>
                  <a:pt x="47" y="379"/>
                  <a:pt x="16" y="411"/>
                  <a:pt x="16" y="458"/>
                </a:cubicBezTo>
                <a:cubicBezTo>
                  <a:pt x="0" y="552"/>
                  <a:pt x="32" y="646"/>
                  <a:pt x="157" y="661"/>
                </a:cubicBezTo>
                <a:cubicBezTo>
                  <a:pt x="267" y="693"/>
                  <a:pt x="376" y="708"/>
                  <a:pt x="486" y="724"/>
                </a:cubicBezTo>
                <a:cubicBezTo>
                  <a:pt x="753" y="865"/>
                  <a:pt x="1050" y="1038"/>
                  <a:pt x="1160" y="1241"/>
                </a:cubicBezTo>
                <a:cubicBezTo>
                  <a:pt x="1254" y="1461"/>
                  <a:pt x="1207" y="1931"/>
                  <a:pt x="1223" y="2166"/>
                </a:cubicBezTo>
                <a:cubicBezTo>
                  <a:pt x="1270" y="2871"/>
                  <a:pt x="1333" y="3561"/>
                  <a:pt x="1380" y="4251"/>
                </a:cubicBezTo>
                <a:cubicBezTo>
                  <a:pt x="1442" y="5097"/>
                  <a:pt x="1301" y="6226"/>
                  <a:pt x="1568" y="7072"/>
                </a:cubicBezTo>
                <a:cubicBezTo>
                  <a:pt x="1536" y="7307"/>
                  <a:pt x="1536" y="7558"/>
                  <a:pt x="1583" y="7778"/>
                </a:cubicBezTo>
                <a:cubicBezTo>
                  <a:pt x="1568" y="7950"/>
                  <a:pt x="1552" y="8122"/>
                  <a:pt x="1521" y="8279"/>
                </a:cubicBezTo>
                <a:cubicBezTo>
                  <a:pt x="1333" y="8655"/>
                  <a:pt x="1145" y="9031"/>
                  <a:pt x="956" y="9392"/>
                </a:cubicBezTo>
                <a:cubicBezTo>
                  <a:pt x="815" y="9611"/>
                  <a:pt x="674" y="9831"/>
                  <a:pt x="549" y="10082"/>
                </a:cubicBezTo>
                <a:cubicBezTo>
                  <a:pt x="533" y="10129"/>
                  <a:pt x="533" y="10160"/>
                  <a:pt x="549" y="10207"/>
                </a:cubicBezTo>
                <a:cubicBezTo>
                  <a:pt x="486" y="10285"/>
                  <a:pt x="439" y="10379"/>
                  <a:pt x="392" y="10458"/>
                </a:cubicBezTo>
                <a:cubicBezTo>
                  <a:pt x="302" y="10593"/>
                  <a:pt x="443" y="10772"/>
                  <a:pt x="579" y="10772"/>
                </a:cubicBezTo>
                <a:cubicBezTo>
                  <a:pt x="585" y="10772"/>
                  <a:pt x="590" y="10772"/>
                  <a:pt x="596" y="10771"/>
                </a:cubicBezTo>
                <a:lnTo>
                  <a:pt x="627" y="10771"/>
                </a:lnTo>
                <a:cubicBezTo>
                  <a:pt x="690" y="10818"/>
                  <a:pt x="768" y="10865"/>
                  <a:pt x="878" y="10881"/>
                </a:cubicBezTo>
                <a:cubicBezTo>
                  <a:pt x="894" y="10889"/>
                  <a:pt x="913" y="10893"/>
                  <a:pt x="935" y="10893"/>
                </a:cubicBezTo>
                <a:cubicBezTo>
                  <a:pt x="956" y="10893"/>
                  <a:pt x="980" y="10889"/>
                  <a:pt x="1003" y="10881"/>
                </a:cubicBezTo>
                <a:cubicBezTo>
                  <a:pt x="1218" y="10939"/>
                  <a:pt x="1449" y="10961"/>
                  <a:pt x="1686" y="10961"/>
                </a:cubicBezTo>
                <a:cubicBezTo>
                  <a:pt x="2348" y="10961"/>
                  <a:pt x="3064" y="10790"/>
                  <a:pt x="3652" y="10756"/>
                </a:cubicBezTo>
                <a:cubicBezTo>
                  <a:pt x="3778" y="10740"/>
                  <a:pt x="3903" y="10740"/>
                  <a:pt x="4013" y="10724"/>
                </a:cubicBezTo>
                <a:cubicBezTo>
                  <a:pt x="4232" y="12981"/>
                  <a:pt x="4264" y="15380"/>
                  <a:pt x="4765" y="17605"/>
                </a:cubicBezTo>
                <a:cubicBezTo>
                  <a:pt x="4781" y="17887"/>
                  <a:pt x="4797" y="18185"/>
                  <a:pt x="4812" y="18467"/>
                </a:cubicBezTo>
                <a:cubicBezTo>
                  <a:pt x="4821" y="18614"/>
                  <a:pt x="4937" y="18685"/>
                  <a:pt x="5051" y="18685"/>
                </a:cubicBezTo>
                <a:cubicBezTo>
                  <a:pt x="5132" y="18685"/>
                  <a:pt x="5212" y="18649"/>
                  <a:pt x="5251" y="18577"/>
                </a:cubicBezTo>
                <a:cubicBezTo>
                  <a:pt x="5330" y="18546"/>
                  <a:pt x="5392" y="18467"/>
                  <a:pt x="5392" y="18373"/>
                </a:cubicBezTo>
                <a:cubicBezTo>
                  <a:pt x="5314" y="17668"/>
                  <a:pt x="5236" y="16978"/>
                  <a:pt x="5157" y="16289"/>
                </a:cubicBezTo>
                <a:cubicBezTo>
                  <a:pt x="5126" y="15583"/>
                  <a:pt x="5094" y="14862"/>
                  <a:pt x="5079" y="14157"/>
                </a:cubicBezTo>
                <a:cubicBezTo>
                  <a:pt x="5063" y="13091"/>
                  <a:pt x="5283" y="11727"/>
                  <a:pt x="5000" y="10662"/>
                </a:cubicBezTo>
                <a:cubicBezTo>
                  <a:pt x="5508" y="10627"/>
                  <a:pt x="6015" y="10602"/>
                  <a:pt x="6517" y="10602"/>
                </a:cubicBezTo>
                <a:cubicBezTo>
                  <a:pt x="6930" y="10602"/>
                  <a:pt x="7340" y="10619"/>
                  <a:pt x="7743" y="10662"/>
                </a:cubicBezTo>
                <a:cubicBezTo>
                  <a:pt x="7750" y="10662"/>
                  <a:pt x="7757" y="10662"/>
                  <a:pt x="7764" y="10662"/>
                </a:cubicBezTo>
                <a:cubicBezTo>
                  <a:pt x="7962" y="10662"/>
                  <a:pt x="8163" y="10451"/>
                  <a:pt x="8073" y="10270"/>
                </a:cubicBezTo>
                <a:cubicBezTo>
                  <a:pt x="8135" y="10223"/>
                  <a:pt x="8182" y="10144"/>
                  <a:pt x="8182" y="10035"/>
                </a:cubicBezTo>
                <a:cubicBezTo>
                  <a:pt x="8135" y="9533"/>
                  <a:pt x="7790" y="9078"/>
                  <a:pt x="7493" y="8718"/>
                </a:cubicBezTo>
                <a:cubicBezTo>
                  <a:pt x="7258" y="8420"/>
                  <a:pt x="7007" y="8122"/>
                  <a:pt x="6756" y="7840"/>
                </a:cubicBezTo>
                <a:lnTo>
                  <a:pt x="6787" y="4188"/>
                </a:lnTo>
                <a:cubicBezTo>
                  <a:pt x="6803" y="2950"/>
                  <a:pt x="6505" y="1461"/>
                  <a:pt x="7571" y="614"/>
                </a:cubicBezTo>
                <a:cubicBezTo>
                  <a:pt x="7618" y="567"/>
                  <a:pt x="7649" y="505"/>
                  <a:pt x="7649" y="442"/>
                </a:cubicBezTo>
                <a:cubicBezTo>
                  <a:pt x="7712" y="270"/>
                  <a:pt x="7665" y="66"/>
                  <a:pt x="7414" y="34"/>
                </a:cubicBezTo>
                <a:cubicBezTo>
                  <a:pt x="7116" y="10"/>
                  <a:pt x="6815" y="0"/>
                  <a:pt x="6512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8" name="Google Shape;5858;p198"/>
          <p:cNvPicPr preferRelativeResize="0"/>
          <p:nvPr/>
        </p:nvPicPr>
        <p:blipFill rotWithShape="1">
          <a:blip r:embed="rId3">
            <a:alphaModFix/>
          </a:blip>
          <a:srcRect r="23330"/>
          <a:stretch/>
        </p:blipFill>
        <p:spPr>
          <a:xfrm>
            <a:off x="201250" y="1429850"/>
            <a:ext cx="8741500" cy="304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59" name="Google Shape;5859;p198"/>
          <p:cNvGrpSpPr/>
          <p:nvPr/>
        </p:nvGrpSpPr>
        <p:grpSpPr>
          <a:xfrm>
            <a:off x="6285145" y="606758"/>
            <a:ext cx="2798301" cy="176025"/>
            <a:chOff x="4345425" y="2175475"/>
            <a:chExt cx="800750" cy="176025"/>
          </a:xfrm>
        </p:grpSpPr>
        <p:sp>
          <p:nvSpPr>
            <p:cNvPr id="5860" name="Google Shape;5860;p198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198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62" name="Google Shape;5862;p198"/>
          <p:cNvGrpSpPr/>
          <p:nvPr/>
        </p:nvGrpSpPr>
        <p:grpSpPr>
          <a:xfrm>
            <a:off x="6799507" y="1045900"/>
            <a:ext cx="2235214" cy="176025"/>
            <a:chOff x="4345425" y="2175475"/>
            <a:chExt cx="800750" cy="176025"/>
          </a:xfrm>
        </p:grpSpPr>
        <p:sp>
          <p:nvSpPr>
            <p:cNvPr id="5863" name="Google Shape;5863;p198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198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65" name="Google Shape;5865;p198"/>
          <p:cNvSpPr txBox="1">
            <a:spLocks noGrp="1"/>
          </p:cNvSpPr>
          <p:nvPr>
            <p:ph type="title"/>
          </p:nvPr>
        </p:nvSpPr>
        <p:spPr>
          <a:xfrm>
            <a:off x="5973875" y="200622"/>
            <a:ext cx="3109500" cy="9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Floor Division Example:</a:t>
            </a:r>
            <a:endParaRPr/>
          </a:p>
        </p:txBody>
      </p:sp>
      <p:sp>
        <p:nvSpPr>
          <p:cNvPr id="5866" name="Google Shape;5866;p198"/>
          <p:cNvSpPr/>
          <p:nvPr/>
        </p:nvSpPr>
        <p:spPr>
          <a:xfrm rot="-1160172">
            <a:off x="5228648" y="1094988"/>
            <a:ext cx="251710" cy="574784"/>
          </a:xfrm>
          <a:custGeom>
            <a:avLst/>
            <a:gdLst/>
            <a:ahLst/>
            <a:cxnLst/>
            <a:rect l="l" t="t" r="r" b="b"/>
            <a:pathLst>
              <a:path w="8183" h="18686" extrusionOk="0">
                <a:moveTo>
                  <a:pt x="5016" y="818"/>
                </a:moveTo>
                <a:cubicBezTo>
                  <a:pt x="4812" y="826"/>
                  <a:pt x="4609" y="830"/>
                  <a:pt x="4405" y="830"/>
                </a:cubicBezTo>
                <a:cubicBezTo>
                  <a:pt x="4201" y="830"/>
                  <a:pt x="3997" y="826"/>
                  <a:pt x="3793" y="818"/>
                </a:cubicBezTo>
                <a:close/>
                <a:moveTo>
                  <a:pt x="1395" y="818"/>
                </a:moveTo>
                <a:cubicBezTo>
                  <a:pt x="1489" y="834"/>
                  <a:pt x="1583" y="834"/>
                  <a:pt x="1677" y="834"/>
                </a:cubicBezTo>
                <a:cubicBezTo>
                  <a:pt x="1646" y="881"/>
                  <a:pt x="1630" y="928"/>
                  <a:pt x="1630" y="991"/>
                </a:cubicBezTo>
                <a:cubicBezTo>
                  <a:pt x="1646" y="1085"/>
                  <a:pt x="1646" y="1179"/>
                  <a:pt x="1646" y="1273"/>
                </a:cubicBezTo>
                <a:cubicBezTo>
                  <a:pt x="1630" y="1288"/>
                  <a:pt x="1615" y="1304"/>
                  <a:pt x="1599" y="1335"/>
                </a:cubicBezTo>
                <a:cubicBezTo>
                  <a:pt x="1552" y="1116"/>
                  <a:pt x="1489" y="944"/>
                  <a:pt x="1395" y="818"/>
                </a:cubicBezTo>
                <a:close/>
                <a:moveTo>
                  <a:pt x="2289" y="1273"/>
                </a:moveTo>
                <a:lnTo>
                  <a:pt x="2289" y="1273"/>
                </a:lnTo>
                <a:cubicBezTo>
                  <a:pt x="2602" y="1304"/>
                  <a:pt x="2916" y="1320"/>
                  <a:pt x="3245" y="1335"/>
                </a:cubicBezTo>
                <a:cubicBezTo>
                  <a:pt x="3182" y="1367"/>
                  <a:pt x="3151" y="1429"/>
                  <a:pt x="3151" y="1523"/>
                </a:cubicBezTo>
                <a:cubicBezTo>
                  <a:pt x="3214" y="2386"/>
                  <a:pt x="3245" y="3248"/>
                  <a:pt x="3261" y="4110"/>
                </a:cubicBezTo>
                <a:cubicBezTo>
                  <a:pt x="3151" y="3279"/>
                  <a:pt x="3025" y="2448"/>
                  <a:pt x="2916" y="1633"/>
                </a:cubicBezTo>
                <a:cubicBezTo>
                  <a:pt x="2901" y="1508"/>
                  <a:pt x="2806" y="1448"/>
                  <a:pt x="2712" y="1448"/>
                </a:cubicBezTo>
                <a:cubicBezTo>
                  <a:pt x="2606" y="1448"/>
                  <a:pt x="2500" y="1523"/>
                  <a:pt x="2508" y="1665"/>
                </a:cubicBezTo>
                <a:cubicBezTo>
                  <a:pt x="2555" y="2307"/>
                  <a:pt x="2634" y="2950"/>
                  <a:pt x="2696" y="3624"/>
                </a:cubicBezTo>
                <a:cubicBezTo>
                  <a:pt x="2571" y="2840"/>
                  <a:pt x="2445" y="2056"/>
                  <a:pt x="2289" y="1273"/>
                </a:cubicBezTo>
                <a:close/>
                <a:moveTo>
                  <a:pt x="3793" y="1335"/>
                </a:moveTo>
                <a:cubicBezTo>
                  <a:pt x="3825" y="2260"/>
                  <a:pt x="3872" y="3185"/>
                  <a:pt x="3888" y="4110"/>
                </a:cubicBezTo>
                <a:cubicBezTo>
                  <a:pt x="3793" y="3232"/>
                  <a:pt x="3699" y="2354"/>
                  <a:pt x="3605" y="1476"/>
                </a:cubicBezTo>
                <a:cubicBezTo>
                  <a:pt x="3605" y="1414"/>
                  <a:pt x="3574" y="1367"/>
                  <a:pt x="3543" y="1335"/>
                </a:cubicBezTo>
                <a:close/>
                <a:moveTo>
                  <a:pt x="4938" y="1288"/>
                </a:moveTo>
                <a:cubicBezTo>
                  <a:pt x="4938" y="1304"/>
                  <a:pt x="4922" y="1320"/>
                  <a:pt x="4922" y="1351"/>
                </a:cubicBezTo>
                <a:cubicBezTo>
                  <a:pt x="4969" y="2260"/>
                  <a:pt x="5047" y="3201"/>
                  <a:pt x="5094" y="4157"/>
                </a:cubicBezTo>
                <a:cubicBezTo>
                  <a:pt x="5000" y="3201"/>
                  <a:pt x="4906" y="2244"/>
                  <a:pt x="4812" y="1288"/>
                </a:cubicBezTo>
                <a:close/>
                <a:moveTo>
                  <a:pt x="4436" y="1320"/>
                </a:moveTo>
                <a:cubicBezTo>
                  <a:pt x="4483" y="2542"/>
                  <a:pt x="4593" y="3812"/>
                  <a:pt x="4577" y="5066"/>
                </a:cubicBezTo>
                <a:cubicBezTo>
                  <a:pt x="4436" y="3828"/>
                  <a:pt x="4295" y="2589"/>
                  <a:pt x="4138" y="1351"/>
                </a:cubicBezTo>
                <a:cubicBezTo>
                  <a:pt x="4232" y="1335"/>
                  <a:pt x="4326" y="1335"/>
                  <a:pt x="4436" y="1320"/>
                </a:cubicBezTo>
                <a:close/>
                <a:moveTo>
                  <a:pt x="2367" y="3922"/>
                </a:moveTo>
                <a:lnTo>
                  <a:pt x="2367" y="3922"/>
                </a:lnTo>
                <a:cubicBezTo>
                  <a:pt x="2414" y="4376"/>
                  <a:pt x="2477" y="4815"/>
                  <a:pt x="2524" y="5270"/>
                </a:cubicBezTo>
                <a:cubicBezTo>
                  <a:pt x="2555" y="5677"/>
                  <a:pt x="2555" y="6085"/>
                  <a:pt x="2555" y="6508"/>
                </a:cubicBezTo>
                <a:cubicBezTo>
                  <a:pt x="2524" y="6383"/>
                  <a:pt x="2508" y="6241"/>
                  <a:pt x="2493" y="6116"/>
                </a:cubicBezTo>
                <a:cubicBezTo>
                  <a:pt x="2445" y="5379"/>
                  <a:pt x="2398" y="4658"/>
                  <a:pt x="2367" y="3922"/>
                </a:cubicBezTo>
                <a:close/>
                <a:moveTo>
                  <a:pt x="6787" y="755"/>
                </a:moveTo>
                <a:lnTo>
                  <a:pt x="6787" y="755"/>
                </a:lnTo>
                <a:cubicBezTo>
                  <a:pt x="6364" y="1257"/>
                  <a:pt x="6333" y="1727"/>
                  <a:pt x="6333" y="2652"/>
                </a:cubicBezTo>
                <a:cubicBezTo>
                  <a:pt x="6317" y="4266"/>
                  <a:pt x="6301" y="5865"/>
                  <a:pt x="6286" y="7480"/>
                </a:cubicBezTo>
                <a:cubicBezTo>
                  <a:pt x="6270" y="7495"/>
                  <a:pt x="6270" y="7511"/>
                  <a:pt x="6270" y="7542"/>
                </a:cubicBezTo>
                <a:cubicBezTo>
                  <a:pt x="6270" y="7605"/>
                  <a:pt x="6270" y="7668"/>
                  <a:pt x="6270" y="7715"/>
                </a:cubicBezTo>
                <a:cubicBezTo>
                  <a:pt x="6239" y="7715"/>
                  <a:pt x="6207" y="7715"/>
                  <a:pt x="6160" y="7730"/>
                </a:cubicBezTo>
                <a:cubicBezTo>
                  <a:pt x="6004" y="7793"/>
                  <a:pt x="5831" y="7825"/>
                  <a:pt x="5643" y="7840"/>
                </a:cubicBezTo>
                <a:cubicBezTo>
                  <a:pt x="5612" y="7840"/>
                  <a:pt x="5565" y="7840"/>
                  <a:pt x="5518" y="7856"/>
                </a:cubicBezTo>
                <a:cubicBezTo>
                  <a:pt x="5392" y="7864"/>
                  <a:pt x="5263" y="7868"/>
                  <a:pt x="5134" y="7868"/>
                </a:cubicBezTo>
                <a:cubicBezTo>
                  <a:pt x="5004" y="7868"/>
                  <a:pt x="4875" y="7864"/>
                  <a:pt x="4750" y="7856"/>
                </a:cubicBezTo>
                <a:cubicBezTo>
                  <a:pt x="4700" y="7826"/>
                  <a:pt x="4644" y="7815"/>
                  <a:pt x="4590" y="7815"/>
                </a:cubicBezTo>
                <a:cubicBezTo>
                  <a:pt x="4558" y="7815"/>
                  <a:pt x="4528" y="7819"/>
                  <a:pt x="4499" y="7825"/>
                </a:cubicBezTo>
                <a:lnTo>
                  <a:pt x="4295" y="7825"/>
                </a:lnTo>
                <a:cubicBezTo>
                  <a:pt x="4295" y="7636"/>
                  <a:pt x="4311" y="7464"/>
                  <a:pt x="4326" y="7292"/>
                </a:cubicBezTo>
                <a:cubicBezTo>
                  <a:pt x="4326" y="7354"/>
                  <a:pt x="4326" y="7417"/>
                  <a:pt x="4342" y="7480"/>
                </a:cubicBezTo>
                <a:cubicBezTo>
                  <a:pt x="4350" y="7630"/>
                  <a:pt x="4479" y="7714"/>
                  <a:pt x="4605" y="7714"/>
                </a:cubicBezTo>
                <a:cubicBezTo>
                  <a:pt x="4715" y="7714"/>
                  <a:pt x="4822" y="7650"/>
                  <a:pt x="4844" y="7511"/>
                </a:cubicBezTo>
                <a:cubicBezTo>
                  <a:pt x="4844" y="7527"/>
                  <a:pt x="4844" y="7558"/>
                  <a:pt x="4859" y="7574"/>
                </a:cubicBezTo>
                <a:cubicBezTo>
                  <a:pt x="4868" y="7738"/>
                  <a:pt x="5001" y="7825"/>
                  <a:pt x="5135" y="7825"/>
                </a:cubicBezTo>
                <a:cubicBezTo>
                  <a:pt x="5256" y="7825"/>
                  <a:pt x="5378" y="7754"/>
                  <a:pt x="5408" y="7605"/>
                </a:cubicBezTo>
                <a:cubicBezTo>
                  <a:pt x="5408" y="7589"/>
                  <a:pt x="5408" y="7558"/>
                  <a:pt x="5408" y="7542"/>
                </a:cubicBezTo>
                <a:cubicBezTo>
                  <a:pt x="5424" y="7542"/>
                  <a:pt x="5424" y="7542"/>
                  <a:pt x="5424" y="7558"/>
                </a:cubicBezTo>
                <a:cubicBezTo>
                  <a:pt x="5436" y="7716"/>
                  <a:pt x="5561" y="7799"/>
                  <a:pt x="5682" y="7799"/>
                </a:cubicBezTo>
                <a:cubicBezTo>
                  <a:pt x="5717" y="7799"/>
                  <a:pt x="5752" y="7792"/>
                  <a:pt x="5784" y="7778"/>
                </a:cubicBezTo>
                <a:cubicBezTo>
                  <a:pt x="5813" y="7785"/>
                  <a:pt x="5843" y="7789"/>
                  <a:pt x="5873" y="7789"/>
                </a:cubicBezTo>
                <a:cubicBezTo>
                  <a:pt x="6024" y="7789"/>
                  <a:pt x="6176" y="7691"/>
                  <a:pt x="6176" y="7495"/>
                </a:cubicBezTo>
                <a:cubicBezTo>
                  <a:pt x="6145" y="5332"/>
                  <a:pt x="6098" y="3169"/>
                  <a:pt x="6113" y="1006"/>
                </a:cubicBezTo>
                <a:cubicBezTo>
                  <a:pt x="6113" y="912"/>
                  <a:pt x="6035" y="834"/>
                  <a:pt x="5957" y="802"/>
                </a:cubicBezTo>
                <a:cubicBezTo>
                  <a:pt x="6223" y="802"/>
                  <a:pt x="6505" y="787"/>
                  <a:pt x="6787" y="755"/>
                </a:cubicBezTo>
                <a:close/>
                <a:moveTo>
                  <a:pt x="3731" y="7558"/>
                </a:moveTo>
                <a:cubicBezTo>
                  <a:pt x="3746" y="7636"/>
                  <a:pt x="3746" y="7715"/>
                  <a:pt x="3762" y="7793"/>
                </a:cubicBezTo>
                <a:lnTo>
                  <a:pt x="3637" y="7793"/>
                </a:lnTo>
                <a:cubicBezTo>
                  <a:pt x="3608" y="7771"/>
                  <a:pt x="3568" y="7760"/>
                  <a:pt x="3528" y="7760"/>
                </a:cubicBezTo>
                <a:cubicBezTo>
                  <a:pt x="3482" y="7760"/>
                  <a:pt x="3435" y="7775"/>
                  <a:pt x="3402" y="7809"/>
                </a:cubicBezTo>
                <a:cubicBezTo>
                  <a:pt x="3292" y="7809"/>
                  <a:pt x="3167" y="7840"/>
                  <a:pt x="3041" y="7872"/>
                </a:cubicBezTo>
                <a:cubicBezTo>
                  <a:pt x="3029" y="7867"/>
                  <a:pt x="3015" y="7865"/>
                  <a:pt x="3001" y="7865"/>
                </a:cubicBezTo>
                <a:cubicBezTo>
                  <a:pt x="2962" y="7865"/>
                  <a:pt x="2919" y="7880"/>
                  <a:pt x="2884" y="7903"/>
                </a:cubicBezTo>
                <a:cubicBezTo>
                  <a:pt x="2869" y="7903"/>
                  <a:pt x="2853" y="7903"/>
                  <a:pt x="2822" y="7919"/>
                </a:cubicBezTo>
                <a:cubicBezTo>
                  <a:pt x="2837" y="7840"/>
                  <a:pt x="2837" y="7778"/>
                  <a:pt x="2853" y="7715"/>
                </a:cubicBezTo>
                <a:cubicBezTo>
                  <a:pt x="2897" y="7748"/>
                  <a:pt x="2953" y="7765"/>
                  <a:pt x="3008" y="7765"/>
                </a:cubicBezTo>
                <a:cubicBezTo>
                  <a:pt x="3110" y="7765"/>
                  <a:pt x="3209" y="7706"/>
                  <a:pt x="3229" y="7574"/>
                </a:cubicBezTo>
                <a:cubicBezTo>
                  <a:pt x="3274" y="7685"/>
                  <a:pt x="3371" y="7737"/>
                  <a:pt x="3470" y="7737"/>
                </a:cubicBezTo>
                <a:cubicBezTo>
                  <a:pt x="3579" y="7737"/>
                  <a:pt x="3690" y="7673"/>
                  <a:pt x="3731" y="7558"/>
                </a:cubicBezTo>
                <a:close/>
                <a:moveTo>
                  <a:pt x="5408" y="8420"/>
                </a:moveTo>
                <a:cubicBezTo>
                  <a:pt x="5424" y="8561"/>
                  <a:pt x="5455" y="8687"/>
                  <a:pt x="5486" y="8812"/>
                </a:cubicBezTo>
                <a:cubicBezTo>
                  <a:pt x="5377" y="8687"/>
                  <a:pt x="5283" y="8546"/>
                  <a:pt x="5173" y="8420"/>
                </a:cubicBezTo>
                <a:close/>
                <a:moveTo>
                  <a:pt x="4405" y="8357"/>
                </a:moveTo>
                <a:cubicBezTo>
                  <a:pt x="4436" y="8640"/>
                  <a:pt x="4452" y="8906"/>
                  <a:pt x="4452" y="9188"/>
                </a:cubicBezTo>
                <a:cubicBezTo>
                  <a:pt x="4389" y="8922"/>
                  <a:pt x="4373" y="8640"/>
                  <a:pt x="4358" y="8357"/>
                </a:cubicBezTo>
                <a:close/>
                <a:moveTo>
                  <a:pt x="3950" y="8342"/>
                </a:moveTo>
                <a:cubicBezTo>
                  <a:pt x="3935" y="8420"/>
                  <a:pt x="3935" y="8483"/>
                  <a:pt x="3935" y="8561"/>
                </a:cubicBezTo>
                <a:cubicBezTo>
                  <a:pt x="3919" y="8828"/>
                  <a:pt x="3872" y="9094"/>
                  <a:pt x="3825" y="9361"/>
                </a:cubicBezTo>
                <a:lnTo>
                  <a:pt x="3809" y="9361"/>
                </a:lnTo>
                <a:cubicBezTo>
                  <a:pt x="3762" y="9031"/>
                  <a:pt x="3731" y="8702"/>
                  <a:pt x="3715" y="8357"/>
                </a:cubicBezTo>
                <a:cubicBezTo>
                  <a:pt x="3793" y="8357"/>
                  <a:pt x="3872" y="8342"/>
                  <a:pt x="3950" y="8342"/>
                </a:cubicBezTo>
                <a:close/>
                <a:moveTo>
                  <a:pt x="4938" y="8969"/>
                </a:moveTo>
                <a:cubicBezTo>
                  <a:pt x="5063" y="9157"/>
                  <a:pt x="5204" y="9345"/>
                  <a:pt x="5345" y="9517"/>
                </a:cubicBezTo>
                <a:cubicBezTo>
                  <a:pt x="5204" y="9517"/>
                  <a:pt x="5079" y="9533"/>
                  <a:pt x="4938" y="9533"/>
                </a:cubicBezTo>
                <a:cubicBezTo>
                  <a:pt x="4938" y="9345"/>
                  <a:pt x="4938" y="9157"/>
                  <a:pt x="4938" y="8969"/>
                </a:cubicBezTo>
                <a:close/>
                <a:moveTo>
                  <a:pt x="6176" y="9267"/>
                </a:moveTo>
                <a:cubicBezTo>
                  <a:pt x="6270" y="9361"/>
                  <a:pt x="6364" y="9470"/>
                  <a:pt x="6458" y="9580"/>
                </a:cubicBezTo>
                <a:cubicBezTo>
                  <a:pt x="6395" y="9564"/>
                  <a:pt x="6333" y="9564"/>
                  <a:pt x="6270" y="9549"/>
                </a:cubicBezTo>
                <a:cubicBezTo>
                  <a:pt x="6239" y="9455"/>
                  <a:pt x="6207" y="9361"/>
                  <a:pt x="6176" y="9267"/>
                </a:cubicBezTo>
                <a:close/>
                <a:moveTo>
                  <a:pt x="2696" y="9643"/>
                </a:moveTo>
                <a:cubicBezTo>
                  <a:pt x="2696" y="9784"/>
                  <a:pt x="2712" y="9909"/>
                  <a:pt x="2712" y="10050"/>
                </a:cubicBezTo>
                <a:cubicBezTo>
                  <a:pt x="2681" y="10066"/>
                  <a:pt x="2665" y="10066"/>
                  <a:pt x="2634" y="10082"/>
                </a:cubicBezTo>
                <a:lnTo>
                  <a:pt x="2524" y="10082"/>
                </a:lnTo>
                <a:cubicBezTo>
                  <a:pt x="2587" y="9941"/>
                  <a:pt x="2649" y="9784"/>
                  <a:pt x="2696" y="9643"/>
                </a:cubicBezTo>
                <a:close/>
                <a:moveTo>
                  <a:pt x="6512" y="0"/>
                </a:moveTo>
                <a:cubicBezTo>
                  <a:pt x="5667" y="0"/>
                  <a:pt x="4808" y="74"/>
                  <a:pt x="3966" y="97"/>
                </a:cubicBezTo>
                <a:cubicBezTo>
                  <a:pt x="2712" y="128"/>
                  <a:pt x="1395" y="66"/>
                  <a:pt x="173" y="317"/>
                </a:cubicBezTo>
                <a:cubicBezTo>
                  <a:pt x="141" y="317"/>
                  <a:pt x="110" y="332"/>
                  <a:pt x="94" y="348"/>
                </a:cubicBezTo>
                <a:cubicBezTo>
                  <a:pt x="47" y="379"/>
                  <a:pt x="16" y="411"/>
                  <a:pt x="16" y="458"/>
                </a:cubicBezTo>
                <a:cubicBezTo>
                  <a:pt x="0" y="552"/>
                  <a:pt x="32" y="646"/>
                  <a:pt x="157" y="661"/>
                </a:cubicBezTo>
                <a:cubicBezTo>
                  <a:pt x="267" y="693"/>
                  <a:pt x="376" y="708"/>
                  <a:pt x="486" y="724"/>
                </a:cubicBezTo>
                <a:cubicBezTo>
                  <a:pt x="753" y="865"/>
                  <a:pt x="1050" y="1038"/>
                  <a:pt x="1160" y="1241"/>
                </a:cubicBezTo>
                <a:cubicBezTo>
                  <a:pt x="1254" y="1461"/>
                  <a:pt x="1207" y="1931"/>
                  <a:pt x="1223" y="2166"/>
                </a:cubicBezTo>
                <a:cubicBezTo>
                  <a:pt x="1270" y="2871"/>
                  <a:pt x="1333" y="3561"/>
                  <a:pt x="1380" y="4251"/>
                </a:cubicBezTo>
                <a:cubicBezTo>
                  <a:pt x="1442" y="5097"/>
                  <a:pt x="1301" y="6226"/>
                  <a:pt x="1568" y="7072"/>
                </a:cubicBezTo>
                <a:cubicBezTo>
                  <a:pt x="1536" y="7307"/>
                  <a:pt x="1536" y="7558"/>
                  <a:pt x="1583" y="7778"/>
                </a:cubicBezTo>
                <a:cubicBezTo>
                  <a:pt x="1568" y="7950"/>
                  <a:pt x="1552" y="8122"/>
                  <a:pt x="1521" y="8279"/>
                </a:cubicBezTo>
                <a:cubicBezTo>
                  <a:pt x="1333" y="8655"/>
                  <a:pt x="1145" y="9031"/>
                  <a:pt x="956" y="9392"/>
                </a:cubicBezTo>
                <a:cubicBezTo>
                  <a:pt x="815" y="9611"/>
                  <a:pt x="674" y="9831"/>
                  <a:pt x="549" y="10082"/>
                </a:cubicBezTo>
                <a:cubicBezTo>
                  <a:pt x="533" y="10129"/>
                  <a:pt x="533" y="10160"/>
                  <a:pt x="549" y="10207"/>
                </a:cubicBezTo>
                <a:cubicBezTo>
                  <a:pt x="486" y="10285"/>
                  <a:pt x="439" y="10379"/>
                  <a:pt x="392" y="10458"/>
                </a:cubicBezTo>
                <a:cubicBezTo>
                  <a:pt x="302" y="10593"/>
                  <a:pt x="443" y="10772"/>
                  <a:pt x="579" y="10772"/>
                </a:cubicBezTo>
                <a:cubicBezTo>
                  <a:pt x="585" y="10772"/>
                  <a:pt x="590" y="10772"/>
                  <a:pt x="596" y="10771"/>
                </a:cubicBezTo>
                <a:lnTo>
                  <a:pt x="627" y="10771"/>
                </a:lnTo>
                <a:cubicBezTo>
                  <a:pt x="690" y="10818"/>
                  <a:pt x="768" y="10865"/>
                  <a:pt x="878" y="10881"/>
                </a:cubicBezTo>
                <a:cubicBezTo>
                  <a:pt x="894" y="10889"/>
                  <a:pt x="913" y="10893"/>
                  <a:pt x="935" y="10893"/>
                </a:cubicBezTo>
                <a:cubicBezTo>
                  <a:pt x="956" y="10893"/>
                  <a:pt x="980" y="10889"/>
                  <a:pt x="1003" y="10881"/>
                </a:cubicBezTo>
                <a:cubicBezTo>
                  <a:pt x="1218" y="10939"/>
                  <a:pt x="1449" y="10961"/>
                  <a:pt x="1686" y="10961"/>
                </a:cubicBezTo>
                <a:cubicBezTo>
                  <a:pt x="2348" y="10961"/>
                  <a:pt x="3064" y="10790"/>
                  <a:pt x="3652" y="10756"/>
                </a:cubicBezTo>
                <a:cubicBezTo>
                  <a:pt x="3778" y="10740"/>
                  <a:pt x="3903" y="10740"/>
                  <a:pt x="4013" y="10724"/>
                </a:cubicBezTo>
                <a:cubicBezTo>
                  <a:pt x="4232" y="12981"/>
                  <a:pt x="4264" y="15380"/>
                  <a:pt x="4765" y="17605"/>
                </a:cubicBezTo>
                <a:cubicBezTo>
                  <a:pt x="4781" y="17887"/>
                  <a:pt x="4797" y="18185"/>
                  <a:pt x="4812" y="18467"/>
                </a:cubicBezTo>
                <a:cubicBezTo>
                  <a:pt x="4821" y="18614"/>
                  <a:pt x="4937" y="18685"/>
                  <a:pt x="5051" y="18685"/>
                </a:cubicBezTo>
                <a:cubicBezTo>
                  <a:pt x="5132" y="18685"/>
                  <a:pt x="5212" y="18649"/>
                  <a:pt x="5251" y="18577"/>
                </a:cubicBezTo>
                <a:cubicBezTo>
                  <a:pt x="5330" y="18546"/>
                  <a:pt x="5392" y="18467"/>
                  <a:pt x="5392" y="18373"/>
                </a:cubicBezTo>
                <a:cubicBezTo>
                  <a:pt x="5314" y="17668"/>
                  <a:pt x="5236" y="16978"/>
                  <a:pt x="5157" y="16289"/>
                </a:cubicBezTo>
                <a:cubicBezTo>
                  <a:pt x="5126" y="15583"/>
                  <a:pt x="5094" y="14862"/>
                  <a:pt x="5079" y="14157"/>
                </a:cubicBezTo>
                <a:cubicBezTo>
                  <a:pt x="5063" y="13091"/>
                  <a:pt x="5283" y="11727"/>
                  <a:pt x="5000" y="10662"/>
                </a:cubicBezTo>
                <a:cubicBezTo>
                  <a:pt x="5508" y="10627"/>
                  <a:pt x="6015" y="10602"/>
                  <a:pt x="6517" y="10602"/>
                </a:cubicBezTo>
                <a:cubicBezTo>
                  <a:pt x="6930" y="10602"/>
                  <a:pt x="7340" y="10619"/>
                  <a:pt x="7743" y="10662"/>
                </a:cubicBezTo>
                <a:cubicBezTo>
                  <a:pt x="7750" y="10662"/>
                  <a:pt x="7757" y="10662"/>
                  <a:pt x="7764" y="10662"/>
                </a:cubicBezTo>
                <a:cubicBezTo>
                  <a:pt x="7962" y="10662"/>
                  <a:pt x="8163" y="10451"/>
                  <a:pt x="8073" y="10270"/>
                </a:cubicBezTo>
                <a:cubicBezTo>
                  <a:pt x="8135" y="10223"/>
                  <a:pt x="8182" y="10144"/>
                  <a:pt x="8182" y="10035"/>
                </a:cubicBezTo>
                <a:cubicBezTo>
                  <a:pt x="8135" y="9533"/>
                  <a:pt x="7790" y="9078"/>
                  <a:pt x="7493" y="8718"/>
                </a:cubicBezTo>
                <a:cubicBezTo>
                  <a:pt x="7258" y="8420"/>
                  <a:pt x="7007" y="8122"/>
                  <a:pt x="6756" y="7840"/>
                </a:cubicBezTo>
                <a:lnTo>
                  <a:pt x="6787" y="4188"/>
                </a:lnTo>
                <a:cubicBezTo>
                  <a:pt x="6803" y="2950"/>
                  <a:pt x="6505" y="1461"/>
                  <a:pt x="7571" y="614"/>
                </a:cubicBezTo>
                <a:cubicBezTo>
                  <a:pt x="7618" y="567"/>
                  <a:pt x="7649" y="505"/>
                  <a:pt x="7649" y="442"/>
                </a:cubicBezTo>
                <a:cubicBezTo>
                  <a:pt x="7712" y="270"/>
                  <a:pt x="7665" y="66"/>
                  <a:pt x="7414" y="34"/>
                </a:cubicBezTo>
                <a:cubicBezTo>
                  <a:pt x="7116" y="10"/>
                  <a:pt x="6815" y="0"/>
                  <a:pt x="6512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1" name="Google Shape;5871;p1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50" y="1822443"/>
            <a:ext cx="9032500" cy="24130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72" name="Google Shape;5872;p199"/>
          <p:cNvGrpSpPr/>
          <p:nvPr/>
        </p:nvGrpSpPr>
        <p:grpSpPr>
          <a:xfrm>
            <a:off x="6285145" y="606758"/>
            <a:ext cx="2798301" cy="176025"/>
            <a:chOff x="4345425" y="2175475"/>
            <a:chExt cx="800750" cy="176025"/>
          </a:xfrm>
        </p:grpSpPr>
        <p:sp>
          <p:nvSpPr>
            <p:cNvPr id="5873" name="Google Shape;5873;p199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199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75" name="Google Shape;5875;p199"/>
          <p:cNvGrpSpPr/>
          <p:nvPr/>
        </p:nvGrpSpPr>
        <p:grpSpPr>
          <a:xfrm>
            <a:off x="6799507" y="1045900"/>
            <a:ext cx="2235214" cy="176025"/>
            <a:chOff x="4345425" y="2175475"/>
            <a:chExt cx="800750" cy="176025"/>
          </a:xfrm>
        </p:grpSpPr>
        <p:sp>
          <p:nvSpPr>
            <p:cNvPr id="5876" name="Google Shape;5876;p199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199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78" name="Google Shape;5878;p199"/>
          <p:cNvSpPr txBox="1">
            <a:spLocks noGrp="1"/>
          </p:cNvSpPr>
          <p:nvPr>
            <p:ph type="title"/>
          </p:nvPr>
        </p:nvSpPr>
        <p:spPr>
          <a:xfrm>
            <a:off x="5973875" y="200622"/>
            <a:ext cx="3109500" cy="9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Floor Division Example: Answer</a:t>
            </a:r>
            <a:endParaRPr/>
          </a:p>
        </p:txBody>
      </p:sp>
      <p:sp>
        <p:nvSpPr>
          <p:cNvPr id="5879" name="Google Shape;5879;p199"/>
          <p:cNvSpPr/>
          <p:nvPr/>
        </p:nvSpPr>
        <p:spPr>
          <a:xfrm rot="-1160172">
            <a:off x="4041498" y="1462763"/>
            <a:ext cx="251710" cy="574784"/>
          </a:xfrm>
          <a:custGeom>
            <a:avLst/>
            <a:gdLst/>
            <a:ahLst/>
            <a:cxnLst/>
            <a:rect l="l" t="t" r="r" b="b"/>
            <a:pathLst>
              <a:path w="8183" h="18686" extrusionOk="0">
                <a:moveTo>
                  <a:pt x="5016" y="818"/>
                </a:moveTo>
                <a:cubicBezTo>
                  <a:pt x="4812" y="826"/>
                  <a:pt x="4609" y="830"/>
                  <a:pt x="4405" y="830"/>
                </a:cubicBezTo>
                <a:cubicBezTo>
                  <a:pt x="4201" y="830"/>
                  <a:pt x="3997" y="826"/>
                  <a:pt x="3793" y="818"/>
                </a:cubicBezTo>
                <a:close/>
                <a:moveTo>
                  <a:pt x="1395" y="818"/>
                </a:moveTo>
                <a:cubicBezTo>
                  <a:pt x="1489" y="834"/>
                  <a:pt x="1583" y="834"/>
                  <a:pt x="1677" y="834"/>
                </a:cubicBezTo>
                <a:cubicBezTo>
                  <a:pt x="1646" y="881"/>
                  <a:pt x="1630" y="928"/>
                  <a:pt x="1630" y="991"/>
                </a:cubicBezTo>
                <a:cubicBezTo>
                  <a:pt x="1646" y="1085"/>
                  <a:pt x="1646" y="1179"/>
                  <a:pt x="1646" y="1273"/>
                </a:cubicBezTo>
                <a:cubicBezTo>
                  <a:pt x="1630" y="1288"/>
                  <a:pt x="1615" y="1304"/>
                  <a:pt x="1599" y="1335"/>
                </a:cubicBezTo>
                <a:cubicBezTo>
                  <a:pt x="1552" y="1116"/>
                  <a:pt x="1489" y="944"/>
                  <a:pt x="1395" y="818"/>
                </a:cubicBezTo>
                <a:close/>
                <a:moveTo>
                  <a:pt x="2289" y="1273"/>
                </a:moveTo>
                <a:lnTo>
                  <a:pt x="2289" y="1273"/>
                </a:lnTo>
                <a:cubicBezTo>
                  <a:pt x="2602" y="1304"/>
                  <a:pt x="2916" y="1320"/>
                  <a:pt x="3245" y="1335"/>
                </a:cubicBezTo>
                <a:cubicBezTo>
                  <a:pt x="3182" y="1367"/>
                  <a:pt x="3151" y="1429"/>
                  <a:pt x="3151" y="1523"/>
                </a:cubicBezTo>
                <a:cubicBezTo>
                  <a:pt x="3214" y="2386"/>
                  <a:pt x="3245" y="3248"/>
                  <a:pt x="3261" y="4110"/>
                </a:cubicBezTo>
                <a:cubicBezTo>
                  <a:pt x="3151" y="3279"/>
                  <a:pt x="3025" y="2448"/>
                  <a:pt x="2916" y="1633"/>
                </a:cubicBezTo>
                <a:cubicBezTo>
                  <a:pt x="2901" y="1508"/>
                  <a:pt x="2806" y="1448"/>
                  <a:pt x="2712" y="1448"/>
                </a:cubicBezTo>
                <a:cubicBezTo>
                  <a:pt x="2606" y="1448"/>
                  <a:pt x="2500" y="1523"/>
                  <a:pt x="2508" y="1665"/>
                </a:cubicBezTo>
                <a:cubicBezTo>
                  <a:pt x="2555" y="2307"/>
                  <a:pt x="2634" y="2950"/>
                  <a:pt x="2696" y="3624"/>
                </a:cubicBezTo>
                <a:cubicBezTo>
                  <a:pt x="2571" y="2840"/>
                  <a:pt x="2445" y="2056"/>
                  <a:pt x="2289" y="1273"/>
                </a:cubicBezTo>
                <a:close/>
                <a:moveTo>
                  <a:pt x="3793" y="1335"/>
                </a:moveTo>
                <a:cubicBezTo>
                  <a:pt x="3825" y="2260"/>
                  <a:pt x="3872" y="3185"/>
                  <a:pt x="3888" y="4110"/>
                </a:cubicBezTo>
                <a:cubicBezTo>
                  <a:pt x="3793" y="3232"/>
                  <a:pt x="3699" y="2354"/>
                  <a:pt x="3605" y="1476"/>
                </a:cubicBezTo>
                <a:cubicBezTo>
                  <a:pt x="3605" y="1414"/>
                  <a:pt x="3574" y="1367"/>
                  <a:pt x="3543" y="1335"/>
                </a:cubicBezTo>
                <a:close/>
                <a:moveTo>
                  <a:pt x="4938" y="1288"/>
                </a:moveTo>
                <a:cubicBezTo>
                  <a:pt x="4938" y="1304"/>
                  <a:pt x="4922" y="1320"/>
                  <a:pt x="4922" y="1351"/>
                </a:cubicBezTo>
                <a:cubicBezTo>
                  <a:pt x="4969" y="2260"/>
                  <a:pt x="5047" y="3201"/>
                  <a:pt x="5094" y="4157"/>
                </a:cubicBezTo>
                <a:cubicBezTo>
                  <a:pt x="5000" y="3201"/>
                  <a:pt x="4906" y="2244"/>
                  <a:pt x="4812" y="1288"/>
                </a:cubicBezTo>
                <a:close/>
                <a:moveTo>
                  <a:pt x="4436" y="1320"/>
                </a:moveTo>
                <a:cubicBezTo>
                  <a:pt x="4483" y="2542"/>
                  <a:pt x="4593" y="3812"/>
                  <a:pt x="4577" y="5066"/>
                </a:cubicBezTo>
                <a:cubicBezTo>
                  <a:pt x="4436" y="3828"/>
                  <a:pt x="4295" y="2589"/>
                  <a:pt x="4138" y="1351"/>
                </a:cubicBezTo>
                <a:cubicBezTo>
                  <a:pt x="4232" y="1335"/>
                  <a:pt x="4326" y="1335"/>
                  <a:pt x="4436" y="1320"/>
                </a:cubicBezTo>
                <a:close/>
                <a:moveTo>
                  <a:pt x="2367" y="3922"/>
                </a:moveTo>
                <a:lnTo>
                  <a:pt x="2367" y="3922"/>
                </a:lnTo>
                <a:cubicBezTo>
                  <a:pt x="2414" y="4376"/>
                  <a:pt x="2477" y="4815"/>
                  <a:pt x="2524" y="5270"/>
                </a:cubicBezTo>
                <a:cubicBezTo>
                  <a:pt x="2555" y="5677"/>
                  <a:pt x="2555" y="6085"/>
                  <a:pt x="2555" y="6508"/>
                </a:cubicBezTo>
                <a:cubicBezTo>
                  <a:pt x="2524" y="6383"/>
                  <a:pt x="2508" y="6241"/>
                  <a:pt x="2493" y="6116"/>
                </a:cubicBezTo>
                <a:cubicBezTo>
                  <a:pt x="2445" y="5379"/>
                  <a:pt x="2398" y="4658"/>
                  <a:pt x="2367" y="3922"/>
                </a:cubicBezTo>
                <a:close/>
                <a:moveTo>
                  <a:pt x="6787" y="755"/>
                </a:moveTo>
                <a:lnTo>
                  <a:pt x="6787" y="755"/>
                </a:lnTo>
                <a:cubicBezTo>
                  <a:pt x="6364" y="1257"/>
                  <a:pt x="6333" y="1727"/>
                  <a:pt x="6333" y="2652"/>
                </a:cubicBezTo>
                <a:cubicBezTo>
                  <a:pt x="6317" y="4266"/>
                  <a:pt x="6301" y="5865"/>
                  <a:pt x="6286" y="7480"/>
                </a:cubicBezTo>
                <a:cubicBezTo>
                  <a:pt x="6270" y="7495"/>
                  <a:pt x="6270" y="7511"/>
                  <a:pt x="6270" y="7542"/>
                </a:cubicBezTo>
                <a:cubicBezTo>
                  <a:pt x="6270" y="7605"/>
                  <a:pt x="6270" y="7668"/>
                  <a:pt x="6270" y="7715"/>
                </a:cubicBezTo>
                <a:cubicBezTo>
                  <a:pt x="6239" y="7715"/>
                  <a:pt x="6207" y="7715"/>
                  <a:pt x="6160" y="7730"/>
                </a:cubicBezTo>
                <a:cubicBezTo>
                  <a:pt x="6004" y="7793"/>
                  <a:pt x="5831" y="7825"/>
                  <a:pt x="5643" y="7840"/>
                </a:cubicBezTo>
                <a:cubicBezTo>
                  <a:pt x="5612" y="7840"/>
                  <a:pt x="5565" y="7840"/>
                  <a:pt x="5518" y="7856"/>
                </a:cubicBezTo>
                <a:cubicBezTo>
                  <a:pt x="5392" y="7864"/>
                  <a:pt x="5263" y="7868"/>
                  <a:pt x="5134" y="7868"/>
                </a:cubicBezTo>
                <a:cubicBezTo>
                  <a:pt x="5004" y="7868"/>
                  <a:pt x="4875" y="7864"/>
                  <a:pt x="4750" y="7856"/>
                </a:cubicBezTo>
                <a:cubicBezTo>
                  <a:pt x="4700" y="7826"/>
                  <a:pt x="4644" y="7815"/>
                  <a:pt x="4590" y="7815"/>
                </a:cubicBezTo>
                <a:cubicBezTo>
                  <a:pt x="4558" y="7815"/>
                  <a:pt x="4528" y="7819"/>
                  <a:pt x="4499" y="7825"/>
                </a:cubicBezTo>
                <a:lnTo>
                  <a:pt x="4295" y="7825"/>
                </a:lnTo>
                <a:cubicBezTo>
                  <a:pt x="4295" y="7636"/>
                  <a:pt x="4311" y="7464"/>
                  <a:pt x="4326" y="7292"/>
                </a:cubicBezTo>
                <a:cubicBezTo>
                  <a:pt x="4326" y="7354"/>
                  <a:pt x="4326" y="7417"/>
                  <a:pt x="4342" y="7480"/>
                </a:cubicBezTo>
                <a:cubicBezTo>
                  <a:pt x="4350" y="7630"/>
                  <a:pt x="4479" y="7714"/>
                  <a:pt x="4605" y="7714"/>
                </a:cubicBezTo>
                <a:cubicBezTo>
                  <a:pt x="4715" y="7714"/>
                  <a:pt x="4822" y="7650"/>
                  <a:pt x="4844" y="7511"/>
                </a:cubicBezTo>
                <a:cubicBezTo>
                  <a:pt x="4844" y="7527"/>
                  <a:pt x="4844" y="7558"/>
                  <a:pt x="4859" y="7574"/>
                </a:cubicBezTo>
                <a:cubicBezTo>
                  <a:pt x="4868" y="7738"/>
                  <a:pt x="5001" y="7825"/>
                  <a:pt x="5135" y="7825"/>
                </a:cubicBezTo>
                <a:cubicBezTo>
                  <a:pt x="5256" y="7825"/>
                  <a:pt x="5378" y="7754"/>
                  <a:pt x="5408" y="7605"/>
                </a:cubicBezTo>
                <a:cubicBezTo>
                  <a:pt x="5408" y="7589"/>
                  <a:pt x="5408" y="7558"/>
                  <a:pt x="5408" y="7542"/>
                </a:cubicBezTo>
                <a:cubicBezTo>
                  <a:pt x="5424" y="7542"/>
                  <a:pt x="5424" y="7542"/>
                  <a:pt x="5424" y="7558"/>
                </a:cubicBezTo>
                <a:cubicBezTo>
                  <a:pt x="5436" y="7716"/>
                  <a:pt x="5561" y="7799"/>
                  <a:pt x="5682" y="7799"/>
                </a:cubicBezTo>
                <a:cubicBezTo>
                  <a:pt x="5717" y="7799"/>
                  <a:pt x="5752" y="7792"/>
                  <a:pt x="5784" y="7778"/>
                </a:cubicBezTo>
                <a:cubicBezTo>
                  <a:pt x="5813" y="7785"/>
                  <a:pt x="5843" y="7789"/>
                  <a:pt x="5873" y="7789"/>
                </a:cubicBezTo>
                <a:cubicBezTo>
                  <a:pt x="6024" y="7789"/>
                  <a:pt x="6176" y="7691"/>
                  <a:pt x="6176" y="7495"/>
                </a:cubicBezTo>
                <a:cubicBezTo>
                  <a:pt x="6145" y="5332"/>
                  <a:pt x="6098" y="3169"/>
                  <a:pt x="6113" y="1006"/>
                </a:cubicBezTo>
                <a:cubicBezTo>
                  <a:pt x="6113" y="912"/>
                  <a:pt x="6035" y="834"/>
                  <a:pt x="5957" y="802"/>
                </a:cubicBezTo>
                <a:cubicBezTo>
                  <a:pt x="6223" y="802"/>
                  <a:pt x="6505" y="787"/>
                  <a:pt x="6787" y="755"/>
                </a:cubicBezTo>
                <a:close/>
                <a:moveTo>
                  <a:pt x="3731" y="7558"/>
                </a:moveTo>
                <a:cubicBezTo>
                  <a:pt x="3746" y="7636"/>
                  <a:pt x="3746" y="7715"/>
                  <a:pt x="3762" y="7793"/>
                </a:cubicBezTo>
                <a:lnTo>
                  <a:pt x="3637" y="7793"/>
                </a:lnTo>
                <a:cubicBezTo>
                  <a:pt x="3608" y="7771"/>
                  <a:pt x="3568" y="7760"/>
                  <a:pt x="3528" y="7760"/>
                </a:cubicBezTo>
                <a:cubicBezTo>
                  <a:pt x="3482" y="7760"/>
                  <a:pt x="3435" y="7775"/>
                  <a:pt x="3402" y="7809"/>
                </a:cubicBezTo>
                <a:cubicBezTo>
                  <a:pt x="3292" y="7809"/>
                  <a:pt x="3167" y="7840"/>
                  <a:pt x="3041" y="7872"/>
                </a:cubicBezTo>
                <a:cubicBezTo>
                  <a:pt x="3029" y="7867"/>
                  <a:pt x="3015" y="7865"/>
                  <a:pt x="3001" y="7865"/>
                </a:cubicBezTo>
                <a:cubicBezTo>
                  <a:pt x="2962" y="7865"/>
                  <a:pt x="2919" y="7880"/>
                  <a:pt x="2884" y="7903"/>
                </a:cubicBezTo>
                <a:cubicBezTo>
                  <a:pt x="2869" y="7903"/>
                  <a:pt x="2853" y="7903"/>
                  <a:pt x="2822" y="7919"/>
                </a:cubicBezTo>
                <a:cubicBezTo>
                  <a:pt x="2837" y="7840"/>
                  <a:pt x="2837" y="7778"/>
                  <a:pt x="2853" y="7715"/>
                </a:cubicBezTo>
                <a:cubicBezTo>
                  <a:pt x="2897" y="7748"/>
                  <a:pt x="2953" y="7765"/>
                  <a:pt x="3008" y="7765"/>
                </a:cubicBezTo>
                <a:cubicBezTo>
                  <a:pt x="3110" y="7765"/>
                  <a:pt x="3209" y="7706"/>
                  <a:pt x="3229" y="7574"/>
                </a:cubicBezTo>
                <a:cubicBezTo>
                  <a:pt x="3274" y="7685"/>
                  <a:pt x="3371" y="7737"/>
                  <a:pt x="3470" y="7737"/>
                </a:cubicBezTo>
                <a:cubicBezTo>
                  <a:pt x="3579" y="7737"/>
                  <a:pt x="3690" y="7673"/>
                  <a:pt x="3731" y="7558"/>
                </a:cubicBezTo>
                <a:close/>
                <a:moveTo>
                  <a:pt x="5408" y="8420"/>
                </a:moveTo>
                <a:cubicBezTo>
                  <a:pt x="5424" y="8561"/>
                  <a:pt x="5455" y="8687"/>
                  <a:pt x="5486" y="8812"/>
                </a:cubicBezTo>
                <a:cubicBezTo>
                  <a:pt x="5377" y="8687"/>
                  <a:pt x="5283" y="8546"/>
                  <a:pt x="5173" y="8420"/>
                </a:cubicBezTo>
                <a:close/>
                <a:moveTo>
                  <a:pt x="4405" y="8357"/>
                </a:moveTo>
                <a:cubicBezTo>
                  <a:pt x="4436" y="8640"/>
                  <a:pt x="4452" y="8906"/>
                  <a:pt x="4452" y="9188"/>
                </a:cubicBezTo>
                <a:cubicBezTo>
                  <a:pt x="4389" y="8922"/>
                  <a:pt x="4373" y="8640"/>
                  <a:pt x="4358" y="8357"/>
                </a:cubicBezTo>
                <a:close/>
                <a:moveTo>
                  <a:pt x="3950" y="8342"/>
                </a:moveTo>
                <a:cubicBezTo>
                  <a:pt x="3935" y="8420"/>
                  <a:pt x="3935" y="8483"/>
                  <a:pt x="3935" y="8561"/>
                </a:cubicBezTo>
                <a:cubicBezTo>
                  <a:pt x="3919" y="8828"/>
                  <a:pt x="3872" y="9094"/>
                  <a:pt x="3825" y="9361"/>
                </a:cubicBezTo>
                <a:lnTo>
                  <a:pt x="3809" y="9361"/>
                </a:lnTo>
                <a:cubicBezTo>
                  <a:pt x="3762" y="9031"/>
                  <a:pt x="3731" y="8702"/>
                  <a:pt x="3715" y="8357"/>
                </a:cubicBezTo>
                <a:cubicBezTo>
                  <a:pt x="3793" y="8357"/>
                  <a:pt x="3872" y="8342"/>
                  <a:pt x="3950" y="8342"/>
                </a:cubicBezTo>
                <a:close/>
                <a:moveTo>
                  <a:pt x="4938" y="8969"/>
                </a:moveTo>
                <a:cubicBezTo>
                  <a:pt x="5063" y="9157"/>
                  <a:pt x="5204" y="9345"/>
                  <a:pt x="5345" y="9517"/>
                </a:cubicBezTo>
                <a:cubicBezTo>
                  <a:pt x="5204" y="9517"/>
                  <a:pt x="5079" y="9533"/>
                  <a:pt x="4938" y="9533"/>
                </a:cubicBezTo>
                <a:cubicBezTo>
                  <a:pt x="4938" y="9345"/>
                  <a:pt x="4938" y="9157"/>
                  <a:pt x="4938" y="8969"/>
                </a:cubicBezTo>
                <a:close/>
                <a:moveTo>
                  <a:pt x="6176" y="9267"/>
                </a:moveTo>
                <a:cubicBezTo>
                  <a:pt x="6270" y="9361"/>
                  <a:pt x="6364" y="9470"/>
                  <a:pt x="6458" y="9580"/>
                </a:cubicBezTo>
                <a:cubicBezTo>
                  <a:pt x="6395" y="9564"/>
                  <a:pt x="6333" y="9564"/>
                  <a:pt x="6270" y="9549"/>
                </a:cubicBezTo>
                <a:cubicBezTo>
                  <a:pt x="6239" y="9455"/>
                  <a:pt x="6207" y="9361"/>
                  <a:pt x="6176" y="9267"/>
                </a:cubicBezTo>
                <a:close/>
                <a:moveTo>
                  <a:pt x="2696" y="9643"/>
                </a:moveTo>
                <a:cubicBezTo>
                  <a:pt x="2696" y="9784"/>
                  <a:pt x="2712" y="9909"/>
                  <a:pt x="2712" y="10050"/>
                </a:cubicBezTo>
                <a:cubicBezTo>
                  <a:pt x="2681" y="10066"/>
                  <a:pt x="2665" y="10066"/>
                  <a:pt x="2634" y="10082"/>
                </a:cubicBezTo>
                <a:lnTo>
                  <a:pt x="2524" y="10082"/>
                </a:lnTo>
                <a:cubicBezTo>
                  <a:pt x="2587" y="9941"/>
                  <a:pt x="2649" y="9784"/>
                  <a:pt x="2696" y="9643"/>
                </a:cubicBezTo>
                <a:close/>
                <a:moveTo>
                  <a:pt x="6512" y="0"/>
                </a:moveTo>
                <a:cubicBezTo>
                  <a:pt x="5667" y="0"/>
                  <a:pt x="4808" y="74"/>
                  <a:pt x="3966" y="97"/>
                </a:cubicBezTo>
                <a:cubicBezTo>
                  <a:pt x="2712" y="128"/>
                  <a:pt x="1395" y="66"/>
                  <a:pt x="173" y="317"/>
                </a:cubicBezTo>
                <a:cubicBezTo>
                  <a:pt x="141" y="317"/>
                  <a:pt x="110" y="332"/>
                  <a:pt x="94" y="348"/>
                </a:cubicBezTo>
                <a:cubicBezTo>
                  <a:pt x="47" y="379"/>
                  <a:pt x="16" y="411"/>
                  <a:pt x="16" y="458"/>
                </a:cubicBezTo>
                <a:cubicBezTo>
                  <a:pt x="0" y="552"/>
                  <a:pt x="32" y="646"/>
                  <a:pt x="157" y="661"/>
                </a:cubicBezTo>
                <a:cubicBezTo>
                  <a:pt x="267" y="693"/>
                  <a:pt x="376" y="708"/>
                  <a:pt x="486" y="724"/>
                </a:cubicBezTo>
                <a:cubicBezTo>
                  <a:pt x="753" y="865"/>
                  <a:pt x="1050" y="1038"/>
                  <a:pt x="1160" y="1241"/>
                </a:cubicBezTo>
                <a:cubicBezTo>
                  <a:pt x="1254" y="1461"/>
                  <a:pt x="1207" y="1931"/>
                  <a:pt x="1223" y="2166"/>
                </a:cubicBezTo>
                <a:cubicBezTo>
                  <a:pt x="1270" y="2871"/>
                  <a:pt x="1333" y="3561"/>
                  <a:pt x="1380" y="4251"/>
                </a:cubicBezTo>
                <a:cubicBezTo>
                  <a:pt x="1442" y="5097"/>
                  <a:pt x="1301" y="6226"/>
                  <a:pt x="1568" y="7072"/>
                </a:cubicBezTo>
                <a:cubicBezTo>
                  <a:pt x="1536" y="7307"/>
                  <a:pt x="1536" y="7558"/>
                  <a:pt x="1583" y="7778"/>
                </a:cubicBezTo>
                <a:cubicBezTo>
                  <a:pt x="1568" y="7950"/>
                  <a:pt x="1552" y="8122"/>
                  <a:pt x="1521" y="8279"/>
                </a:cubicBezTo>
                <a:cubicBezTo>
                  <a:pt x="1333" y="8655"/>
                  <a:pt x="1145" y="9031"/>
                  <a:pt x="956" y="9392"/>
                </a:cubicBezTo>
                <a:cubicBezTo>
                  <a:pt x="815" y="9611"/>
                  <a:pt x="674" y="9831"/>
                  <a:pt x="549" y="10082"/>
                </a:cubicBezTo>
                <a:cubicBezTo>
                  <a:pt x="533" y="10129"/>
                  <a:pt x="533" y="10160"/>
                  <a:pt x="549" y="10207"/>
                </a:cubicBezTo>
                <a:cubicBezTo>
                  <a:pt x="486" y="10285"/>
                  <a:pt x="439" y="10379"/>
                  <a:pt x="392" y="10458"/>
                </a:cubicBezTo>
                <a:cubicBezTo>
                  <a:pt x="302" y="10593"/>
                  <a:pt x="443" y="10772"/>
                  <a:pt x="579" y="10772"/>
                </a:cubicBezTo>
                <a:cubicBezTo>
                  <a:pt x="585" y="10772"/>
                  <a:pt x="590" y="10772"/>
                  <a:pt x="596" y="10771"/>
                </a:cubicBezTo>
                <a:lnTo>
                  <a:pt x="627" y="10771"/>
                </a:lnTo>
                <a:cubicBezTo>
                  <a:pt x="690" y="10818"/>
                  <a:pt x="768" y="10865"/>
                  <a:pt x="878" y="10881"/>
                </a:cubicBezTo>
                <a:cubicBezTo>
                  <a:pt x="894" y="10889"/>
                  <a:pt x="913" y="10893"/>
                  <a:pt x="935" y="10893"/>
                </a:cubicBezTo>
                <a:cubicBezTo>
                  <a:pt x="956" y="10893"/>
                  <a:pt x="980" y="10889"/>
                  <a:pt x="1003" y="10881"/>
                </a:cubicBezTo>
                <a:cubicBezTo>
                  <a:pt x="1218" y="10939"/>
                  <a:pt x="1449" y="10961"/>
                  <a:pt x="1686" y="10961"/>
                </a:cubicBezTo>
                <a:cubicBezTo>
                  <a:pt x="2348" y="10961"/>
                  <a:pt x="3064" y="10790"/>
                  <a:pt x="3652" y="10756"/>
                </a:cubicBezTo>
                <a:cubicBezTo>
                  <a:pt x="3778" y="10740"/>
                  <a:pt x="3903" y="10740"/>
                  <a:pt x="4013" y="10724"/>
                </a:cubicBezTo>
                <a:cubicBezTo>
                  <a:pt x="4232" y="12981"/>
                  <a:pt x="4264" y="15380"/>
                  <a:pt x="4765" y="17605"/>
                </a:cubicBezTo>
                <a:cubicBezTo>
                  <a:pt x="4781" y="17887"/>
                  <a:pt x="4797" y="18185"/>
                  <a:pt x="4812" y="18467"/>
                </a:cubicBezTo>
                <a:cubicBezTo>
                  <a:pt x="4821" y="18614"/>
                  <a:pt x="4937" y="18685"/>
                  <a:pt x="5051" y="18685"/>
                </a:cubicBezTo>
                <a:cubicBezTo>
                  <a:pt x="5132" y="18685"/>
                  <a:pt x="5212" y="18649"/>
                  <a:pt x="5251" y="18577"/>
                </a:cubicBezTo>
                <a:cubicBezTo>
                  <a:pt x="5330" y="18546"/>
                  <a:pt x="5392" y="18467"/>
                  <a:pt x="5392" y="18373"/>
                </a:cubicBezTo>
                <a:cubicBezTo>
                  <a:pt x="5314" y="17668"/>
                  <a:pt x="5236" y="16978"/>
                  <a:pt x="5157" y="16289"/>
                </a:cubicBezTo>
                <a:cubicBezTo>
                  <a:pt x="5126" y="15583"/>
                  <a:pt x="5094" y="14862"/>
                  <a:pt x="5079" y="14157"/>
                </a:cubicBezTo>
                <a:cubicBezTo>
                  <a:pt x="5063" y="13091"/>
                  <a:pt x="5283" y="11727"/>
                  <a:pt x="5000" y="10662"/>
                </a:cubicBezTo>
                <a:cubicBezTo>
                  <a:pt x="5508" y="10627"/>
                  <a:pt x="6015" y="10602"/>
                  <a:pt x="6517" y="10602"/>
                </a:cubicBezTo>
                <a:cubicBezTo>
                  <a:pt x="6930" y="10602"/>
                  <a:pt x="7340" y="10619"/>
                  <a:pt x="7743" y="10662"/>
                </a:cubicBezTo>
                <a:cubicBezTo>
                  <a:pt x="7750" y="10662"/>
                  <a:pt x="7757" y="10662"/>
                  <a:pt x="7764" y="10662"/>
                </a:cubicBezTo>
                <a:cubicBezTo>
                  <a:pt x="7962" y="10662"/>
                  <a:pt x="8163" y="10451"/>
                  <a:pt x="8073" y="10270"/>
                </a:cubicBezTo>
                <a:cubicBezTo>
                  <a:pt x="8135" y="10223"/>
                  <a:pt x="8182" y="10144"/>
                  <a:pt x="8182" y="10035"/>
                </a:cubicBezTo>
                <a:cubicBezTo>
                  <a:pt x="8135" y="9533"/>
                  <a:pt x="7790" y="9078"/>
                  <a:pt x="7493" y="8718"/>
                </a:cubicBezTo>
                <a:cubicBezTo>
                  <a:pt x="7258" y="8420"/>
                  <a:pt x="7007" y="8122"/>
                  <a:pt x="6756" y="7840"/>
                </a:cubicBezTo>
                <a:lnTo>
                  <a:pt x="6787" y="4188"/>
                </a:lnTo>
                <a:cubicBezTo>
                  <a:pt x="6803" y="2950"/>
                  <a:pt x="6505" y="1461"/>
                  <a:pt x="7571" y="614"/>
                </a:cubicBezTo>
                <a:cubicBezTo>
                  <a:pt x="7618" y="567"/>
                  <a:pt x="7649" y="505"/>
                  <a:pt x="7649" y="442"/>
                </a:cubicBezTo>
                <a:cubicBezTo>
                  <a:pt x="7712" y="270"/>
                  <a:pt x="7665" y="66"/>
                  <a:pt x="7414" y="34"/>
                </a:cubicBezTo>
                <a:cubicBezTo>
                  <a:pt x="7116" y="10"/>
                  <a:pt x="6815" y="0"/>
                  <a:pt x="6512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84" name="Google Shape;5884;p200"/>
          <p:cNvGrpSpPr/>
          <p:nvPr/>
        </p:nvGrpSpPr>
        <p:grpSpPr>
          <a:xfrm rot="474658">
            <a:off x="1302404" y="2057518"/>
            <a:ext cx="1557467" cy="585348"/>
            <a:chOff x="4345425" y="2175475"/>
            <a:chExt cx="800750" cy="176025"/>
          </a:xfrm>
        </p:grpSpPr>
        <p:sp>
          <p:nvSpPr>
            <p:cNvPr id="5885" name="Google Shape;5885;p200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5886;p200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87" name="Google Shape;5887;p200"/>
          <p:cNvGrpSpPr/>
          <p:nvPr/>
        </p:nvGrpSpPr>
        <p:grpSpPr>
          <a:xfrm rot="367883">
            <a:off x="1260796" y="3197495"/>
            <a:ext cx="1569882" cy="507904"/>
            <a:chOff x="4345425" y="2175475"/>
            <a:chExt cx="800750" cy="176025"/>
          </a:xfrm>
        </p:grpSpPr>
        <p:sp>
          <p:nvSpPr>
            <p:cNvPr id="5888" name="Google Shape;5888;p200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5889;p200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90" name="Google Shape;5890;p200"/>
          <p:cNvSpPr txBox="1">
            <a:spLocks noGrp="1"/>
          </p:cNvSpPr>
          <p:nvPr>
            <p:ph type="subTitle" idx="2"/>
          </p:nvPr>
        </p:nvSpPr>
        <p:spPr>
          <a:xfrm>
            <a:off x="792646" y="3115093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Definition:</a:t>
            </a:r>
            <a:endParaRPr sz="2600"/>
          </a:p>
        </p:txBody>
      </p:sp>
      <p:sp>
        <p:nvSpPr>
          <p:cNvPr id="5891" name="Google Shape;5891;p200"/>
          <p:cNvSpPr txBox="1">
            <a:spLocks noGrp="1"/>
          </p:cNvSpPr>
          <p:nvPr>
            <p:ph type="subTitle" idx="4"/>
          </p:nvPr>
        </p:nvSpPr>
        <p:spPr>
          <a:xfrm>
            <a:off x="828038" y="2062606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Modular</a:t>
            </a:r>
            <a:endParaRPr sz="2600"/>
          </a:p>
        </p:txBody>
      </p:sp>
      <p:sp>
        <p:nvSpPr>
          <p:cNvPr id="5892" name="Google Shape;5892;p200"/>
          <p:cNvSpPr txBox="1">
            <a:spLocks noGrp="1"/>
          </p:cNvSpPr>
          <p:nvPr>
            <p:ph type="subTitle" idx="6"/>
          </p:nvPr>
        </p:nvSpPr>
        <p:spPr>
          <a:xfrm>
            <a:off x="828038" y="2469400"/>
            <a:ext cx="250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Symbol “%”</a:t>
            </a:r>
            <a:endParaRPr sz="2300"/>
          </a:p>
        </p:txBody>
      </p:sp>
      <p:sp>
        <p:nvSpPr>
          <p:cNvPr id="5893" name="Google Shape;5893;p200"/>
          <p:cNvSpPr txBox="1">
            <a:spLocks noGrp="1"/>
          </p:cNvSpPr>
          <p:nvPr>
            <p:ph type="subTitle" idx="8"/>
          </p:nvPr>
        </p:nvSpPr>
        <p:spPr>
          <a:xfrm>
            <a:off x="336874" y="3566300"/>
            <a:ext cx="37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Modular division, also known as remainder operator calculates the remainder of division</a:t>
            </a:r>
            <a:endParaRPr sz="2300"/>
          </a:p>
        </p:txBody>
      </p:sp>
      <p:sp>
        <p:nvSpPr>
          <p:cNvPr id="5894" name="Google Shape;5894;p20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30000" cy="99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Python Artmethic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Operators</a:t>
            </a:r>
            <a:endParaRPr/>
          </a:p>
        </p:txBody>
      </p:sp>
      <p:grpSp>
        <p:nvGrpSpPr>
          <p:cNvPr id="5895" name="Google Shape;5895;p200"/>
          <p:cNvGrpSpPr/>
          <p:nvPr/>
        </p:nvGrpSpPr>
        <p:grpSpPr>
          <a:xfrm flipH="1">
            <a:off x="707931" y="947138"/>
            <a:ext cx="2961974" cy="176025"/>
            <a:chOff x="4345425" y="2175475"/>
            <a:chExt cx="800750" cy="176025"/>
          </a:xfrm>
        </p:grpSpPr>
        <p:sp>
          <p:nvSpPr>
            <p:cNvPr id="5896" name="Google Shape;5896;p200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7" name="Google Shape;5897;p200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98" name="Google Shape;5898;p200"/>
          <p:cNvGrpSpPr/>
          <p:nvPr/>
        </p:nvGrpSpPr>
        <p:grpSpPr>
          <a:xfrm flipH="1">
            <a:off x="769639" y="1409250"/>
            <a:ext cx="1324120" cy="176025"/>
            <a:chOff x="4345425" y="2175475"/>
            <a:chExt cx="800750" cy="176025"/>
          </a:xfrm>
        </p:grpSpPr>
        <p:sp>
          <p:nvSpPr>
            <p:cNvPr id="5899" name="Google Shape;5899;p200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0" name="Google Shape;5900;p200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1" name="Google Shape;5901;p200"/>
          <p:cNvGrpSpPr/>
          <p:nvPr/>
        </p:nvGrpSpPr>
        <p:grpSpPr>
          <a:xfrm rot="2210750">
            <a:off x="5461840" y="2751940"/>
            <a:ext cx="976434" cy="1313229"/>
            <a:chOff x="5941025" y="1169275"/>
            <a:chExt cx="976375" cy="1313150"/>
          </a:xfrm>
        </p:grpSpPr>
        <p:sp>
          <p:nvSpPr>
            <p:cNvPr id="5902" name="Google Shape;5902;p200"/>
            <p:cNvSpPr/>
            <p:nvPr/>
          </p:nvSpPr>
          <p:spPr>
            <a:xfrm>
              <a:off x="5957175" y="1169275"/>
              <a:ext cx="960225" cy="1294975"/>
            </a:xfrm>
            <a:custGeom>
              <a:avLst/>
              <a:gdLst/>
              <a:ahLst/>
              <a:cxnLst/>
              <a:rect l="l" t="t" r="r" b="b"/>
              <a:pathLst>
                <a:path w="38409" h="51799" extrusionOk="0">
                  <a:moveTo>
                    <a:pt x="24906" y="11400"/>
                  </a:moveTo>
                  <a:cubicBezTo>
                    <a:pt x="26915" y="11400"/>
                    <a:pt x="28559" y="13330"/>
                    <a:pt x="29437" y="15627"/>
                  </a:cubicBezTo>
                  <a:lnTo>
                    <a:pt x="29437" y="15627"/>
                  </a:lnTo>
                  <a:cubicBezTo>
                    <a:pt x="28804" y="15759"/>
                    <a:pt x="28165" y="15830"/>
                    <a:pt x="27538" y="15830"/>
                  </a:cubicBezTo>
                  <a:cubicBezTo>
                    <a:pt x="25304" y="15830"/>
                    <a:pt x="23217" y="14928"/>
                    <a:pt x="22048" y="12679"/>
                  </a:cubicBezTo>
                  <a:lnTo>
                    <a:pt x="22048" y="12679"/>
                  </a:lnTo>
                  <a:cubicBezTo>
                    <a:pt x="23050" y="11780"/>
                    <a:pt x="24014" y="11400"/>
                    <a:pt x="24906" y="11400"/>
                  </a:cubicBezTo>
                  <a:close/>
                  <a:moveTo>
                    <a:pt x="16098" y="22002"/>
                  </a:moveTo>
                  <a:cubicBezTo>
                    <a:pt x="17912" y="22002"/>
                    <a:pt x="19841" y="23543"/>
                    <a:pt x="20924" y="24766"/>
                  </a:cubicBezTo>
                  <a:cubicBezTo>
                    <a:pt x="21653" y="25600"/>
                    <a:pt x="22307" y="26598"/>
                    <a:pt x="22544" y="27617"/>
                  </a:cubicBezTo>
                  <a:lnTo>
                    <a:pt x="22544" y="27617"/>
                  </a:lnTo>
                  <a:cubicBezTo>
                    <a:pt x="22079" y="27689"/>
                    <a:pt x="21602" y="27724"/>
                    <a:pt x="21120" y="27724"/>
                  </a:cubicBezTo>
                  <a:cubicBezTo>
                    <a:pt x="18809" y="27724"/>
                    <a:pt x="16382" y="26930"/>
                    <a:pt x="14579" y="25702"/>
                  </a:cubicBezTo>
                  <a:cubicBezTo>
                    <a:pt x="14054" y="25314"/>
                    <a:pt x="13323" y="24789"/>
                    <a:pt x="13323" y="24081"/>
                  </a:cubicBezTo>
                  <a:cubicBezTo>
                    <a:pt x="13323" y="23145"/>
                    <a:pt x="14556" y="22301"/>
                    <a:pt x="15355" y="22095"/>
                  </a:cubicBezTo>
                  <a:cubicBezTo>
                    <a:pt x="15599" y="22032"/>
                    <a:pt x="15847" y="22002"/>
                    <a:pt x="16098" y="22002"/>
                  </a:cubicBezTo>
                  <a:close/>
                  <a:moveTo>
                    <a:pt x="9232" y="31775"/>
                  </a:moveTo>
                  <a:cubicBezTo>
                    <a:pt x="10916" y="31775"/>
                    <a:pt x="13002" y="32678"/>
                    <a:pt x="14389" y="33975"/>
                  </a:cubicBezTo>
                  <a:lnTo>
                    <a:pt x="14389" y="33975"/>
                  </a:lnTo>
                  <a:cubicBezTo>
                    <a:pt x="13462" y="34171"/>
                    <a:pt x="12527" y="34290"/>
                    <a:pt x="11580" y="34290"/>
                  </a:cubicBezTo>
                  <a:cubicBezTo>
                    <a:pt x="11227" y="34290"/>
                    <a:pt x="10872" y="34274"/>
                    <a:pt x="10516" y="34238"/>
                  </a:cubicBezTo>
                  <a:cubicBezTo>
                    <a:pt x="9785" y="34170"/>
                    <a:pt x="5585" y="33051"/>
                    <a:pt x="7822" y="32047"/>
                  </a:cubicBezTo>
                  <a:cubicBezTo>
                    <a:pt x="8233" y="31861"/>
                    <a:pt x="8713" y="31775"/>
                    <a:pt x="9232" y="31775"/>
                  </a:cubicBezTo>
                  <a:close/>
                  <a:moveTo>
                    <a:pt x="33094" y="0"/>
                  </a:moveTo>
                  <a:cubicBezTo>
                    <a:pt x="32622" y="0"/>
                    <a:pt x="32308" y="765"/>
                    <a:pt x="32816" y="1142"/>
                  </a:cubicBezTo>
                  <a:cubicBezTo>
                    <a:pt x="35076" y="2831"/>
                    <a:pt x="37381" y="5273"/>
                    <a:pt x="37130" y="8355"/>
                  </a:cubicBezTo>
                  <a:cubicBezTo>
                    <a:pt x="36947" y="10660"/>
                    <a:pt x="35327" y="12646"/>
                    <a:pt x="33455" y="13901"/>
                  </a:cubicBezTo>
                  <a:cubicBezTo>
                    <a:pt x="32631" y="14469"/>
                    <a:pt x="31697" y="14940"/>
                    <a:pt x="30720" y="15274"/>
                  </a:cubicBezTo>
                  <a:lnTo>
                    <a:pt x="30720" y="15274"/>
                  </a:lnTo>
                  <a:cubicBezTo>
                    <a:pt x="30421" y="14430"/>
                    <a:pt x="30015" y="13627"/>
                    <a:pt x="29506" y="12897"/>
                  </a:cubicBezTo>
                  <a:cubicBezTo>
                    <a:pt x="28280" y="11170"/>
                    <a:pt x="26642" y="10280"/>
                    <a:pt x="24956" y="10280"/>
                  </a:cubicBezTo>
                  <a:cubicBezTo>
                    <a:pt x="23568" y="10280"/>
                    <a:pt x="22149" y="10884"/>
                    <a:pt x="20901" y="12121"/>
                  </a:cubicBezTo>
                  <a:cubicBezTo>
                    <a:pt x="20696" y="12326"/>
                    <a:pt x="20696" y="12600"/>
                    <a:pt x="20810" y="12851"/>
                  </a:cubicBezTo>
                  <a:cubicBezTo>
                    <a:pt x="22100" y="15817"/>
                    <a:pt x="24703" y="17013"/>
                    <a:pt x="27487" y="17013"/>
                  </a:cubicBezTo>
                  <a:cubicBezTo>
                    <a:pt x="28251" y="17013"/>
                    <a:pt x="29030" y="16923"/>
                    <a:pt x="29799" y="16754"/>
                  </a:cubicBezTo>
                  <a:lnTo>
                    <a:pt x="29799" y="16754"/>
                  </a:lnTo>
                  <a:cubicBezTo>
                    <a:pt x="30098" y="17897"/>
                    <a:pt x="30206" y="19066"/>
                    <a:pt x="30077" y="20087"/>
                  </a:cubicBezTo>
                  <a:cubicBezTo>
                    <a:pt x="29643" y="23556"/>
                    <a:pt x="27178" y="26090"/>
                    <a:pt x="23983" y="27254"/>
                  </a:cubicBezTo>
                  <a:cubicBezTo>
                    <a:pt x="23891" y="27287"/>
                    <a:pt x="23798" y="27318"/>
                    <a:pt x="23704" y="27348"/>
                  </a:cubicBezTo>
                  <a:lnTo>
                    <a:pt x="23704" y="27348"/>
                  </a:lnTo>
                  <a:cubicBezTo>
                    <a:pt x="23640" y="27081"/>
                    <a:pt x="23551" y="26806"/>
                    <a:pt x="23435" y="26523"/>
                  </a:cubicBezTo>
                  <a:cubicBezTo>
                    <a:pt x="22361" y="23931"/>
                    <a:pt x="19065" y="20836"/>
                    <a:pt x="16037" y="20836"/>
                  </a:cubicBezTo>
                  <a:cubicBezTo>
                    <a:pt x="14879" y="20836"/>
                    <a:pt x="13761" y="21288"/>
                    <a:pt x="12821" y="22392"/>
                  </a:cubicBezTo>
                  <a:cubicBezTo>
                    <a:pt x="9785" y="25953"/>
                    <a:pt x="16884" y="28235"/>
                    <a:pt x="19235" y="28692"/>
                  </a:cubicBezTo>
                  <a:cubicBezTo>
                    <a:pt x="19868" y="28814"/>
                    <a:pt x="20509" y="28873"/>
                    <a:pt x="21148" y="28873"/>
                  </a:cubicBezTo>
                  <a:cubicBezTo>
                    <a:pt x="21640" y="28873"/>
                    <a:pt x="22131" y="28838"/>
                    <a:pt x="22617" y="28769"/>
                  </a:cubicBezTo>
                  <a:lnTo>
                    <a:pt x="22617" y="28769"/>
                  </a:lnTo>
                  <a:cubicBezTo>
                    <a:pt x="22543" y="29373"/>
                    <a:pt x="22277" y="29966"/>
                    <a:pt x="21746" y="30518"/>
                  </a:cubicBezTo>
                  <a:cubicBezTo>
                    <a:pt x="20239" y="32070"/>
                    <a:pt x="18002" y="32960"/>
                    <a:pt x="15948" y="33576"/>
                  </a:cubicBezTo>
                  <a:cubicBezTo>
                    <a:pt x="15872" y="33599"/>
                    <a:pt x="15796" y="33621"/>
                    <a:pt x="15720" y="33642"/>
                  </a:cubicBezTo>
                  <a:lnTo>
                    <a:pt x="15720" y="33642"/>
                  </a:lnTo>
                  <a:cubicBezTo>
                    <a:pt x="14484" y="32339"/>
                    <a:pt x="12654" y="31465"/>
                    <a:pt x="11018" y="31020"/>
                  </a:cubicBezTo>
                  <a:cubicBezTo>
                    <a:pt x="10410" y="30851"/>
                    <a:pt x="9597" y="30690"/>
                    <a:pt x="8797" y="30690"/>
                  </a:cubicBezTo>
                  <a:cubicBezTo>
                    <a:pt x="7764" y="30690"/>
                    <a:pt x="6752" y="30957"/>
                    <a:pt x="6225" y="31819"/>
                  </a:cubicBezTo>
                  <a:cubicBezTo>
                    <a:pt x="5426" y="33074"/>
                    <a:pt x="6590" y="34238"/>
                    <a:pt x="7685" y="34741"/>
                  </a:cubicBezTo>
                  <a:cubicBezTo>
                    <a:pt x="8836" y="35291"/>
                    <a:pt x="10132" y="35499"/>
                    <a:pt x="11432" y="35499"/>
                  </a:cubicBezTo>
                  <a:cubicBezTo>
                    <a:pt x="12503" y="35499"/>
                    <a:pt x="13578" y="35358"/>
                    <a:pt x="14579" y="35151"/>
                  </a:cubicBezTo>
                  <a:cubicBezTo>
                    <a:pt x="14799" y="35105"/>
                    <a:pt x="15030" y="35052"/>
                    <a:pt x="15268" y="34994"/>
                  </a:cubicBezTo>
                  <a:lnTo>
                    <a:pt x="15268" y="34994"/>
                  </a:lnTo>
                  <a:cubicBezTo>
                    <a:pt x="15743" y="35703"/>
                    <a:pt x="15988" y="36474"/>
                    <a:pt x="15880" y="37251"/>
                  </a:cubicBezTo>
                  <a:cubicBezTo>
                    <a:pt x="15423" y="40629"/>
                    <a:pt x="11223" y="43323"/>
                    <a:pt x="8712" y="45103"/>
                  </a:cubicBezTo>
                  <a:cubicBezTo>
                    <a:pt x="5996" y="47043"/>
                    <a:pt x="3006" y="48664"/>
                    <a:pt x="450" y="50810"/>
                  </a:cubicBezTo>
                  <a:cubicBezTo>
                    <a:pt x="0" y="51205"/>
                    <a:pt x="415" y="51799"/>
                    <a:pt x="901" y="51799"/>
                  </a:cubicBezTo>
                  <a:cubicBezTo>
                    <a:pt x="1032" y="51799"/>
                    <a:pt x="1168" y="51756"/>
                    <a:pt x="1294" y="51654"/>
                  </a:cubicBezTo>
                  <a:cubicBezTo>
                    <a:pt x="4764" y="48732"/>
                    <a:pt x="8895" y="46678"/>
                    <a:pt x="12410" y="43779"/>
                  </a:cubicBezTo>
                  <a:cubicBezTo>
                    <a:pt x="14807" y="41771"/>
                    <a:pt x="18482" y="38301"/>
                    <a:pt x="16610" y="34855"/>
                  </a:cubicBezTo>
                  <a:cubicBezTo>
                    <a:pt x="16574" y="34789"/>
                    <a:pt x="16537" y="34724"/>
                    <a:pt x="16499" y="34659"/>
                  </a:cubicBezTo>
                  <a:lnTo>
                    <a:pt x="16499" y="34659"/>
                  </a:lnTo>
                  <a:cubicBezTo>
                    <a:pt x="19757" y="33680"/>
                    <a:pt x="23709" y="31734"/>
                    <a:pt x="23827" y="28524"/>
                  </a:cubicBezTo>
                  <a:lnTo>
                    <a:pt x="23827" y="28524"/>
                  </a:lnTo>
                  <a:cubicBezTo>
                    <a:pt x="26264" y="27880"/>
                    <a:pt x="28468" y="26370"/>
                    <a:pt x="29872" y="24172"/>
                  </a:cubicBezTo>
                  <a:cubicBezTo>
                    <a:pt x="31306" y="21905"/>
                    <a:pt x="31667" y="19032"/>
                    <a:pt x="31053" y="16408"/>
                  </a:cubicBezTo>
                  <a:lnTo>
                    <a:pt x="31053" y="16408"/>
                  </a:lnTo>
                  <a:cubicBezTo>
                    <a:pt x="32330" y="15981"/>
                    <a:pt x="33542" y="15346"/>
                    <a:pt x="34574" y="14563"/>
                  </a:cubicBezTo>
                  <a:cubicBezTo>
                    <a:pt x="36628" y="13011"/>
                    <a:pt x="38271" y="10706"/>
                    <a:pt x="38340" y="8058"/>
                  </a:cubicBezTo>
                  <a:cubicBezTo>
                    <a:pt x="38408" y="4657"/>
                    <a:pt x="35966" y="2009"/>
                    <a:pt x="33409" y="115"/>
                  </a:cubicBezTo>
                  <a:cubicBezTo>
                    <a:pt x="33302" y="35"/>
                    <a:pt x="33194" y="0"/>
                    <a:pt x="3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3" name="Google Shape;5903;p200"/>
            <p:cNvSpPr/>
            <p:nvPr/>
          </p:nvSpPr>
          <p:spPr>
            <a:xfrm>
              <a:off x="5941025" y="2320575"/>
              <a:ext cx="182525" cy="161850"/>
            </a:xfrm>
            <a:custGeom>
              <a:avLst/>
              <a:gdLst/>
              <a:ahLst/>
              <a:cxnLst/>
              <a:rect l="l" t="t" r="r" b="b"/>
              <a:pathLst>
                <a:path w="7301" h="6474" extrusionOk="0">
                  <a:moveTo>
                    <a:pt x="2509" y="1"/>
                  </a:moveTo>
                  <a:cubicBezTo>
                    <a:pt x="2274" y="1"/>
                    <a:pt x="2039" y="120"/>
                    <a:pt x="1940" y="398"/>
                  </a:cubicBezTo>
                  <a:cubicBezTo>
                    <a:pt x="1347" y="2133"/>
                    <a:pt x="662" y="3844"/>
                    <a:pt x="91" y="5602"/>
                  </a:cubicBezTo>
                  <a:cubicBezTo>
                    <a:pt x="0" y="5876"/>
                    <a:pt x="206" y="6287"/>
                    <a:pt x="502" y="6332"/>
                  </a:cubicBezTo>
                  <a:cubicBezTo>
                    <a:pt x="1173" y="6430"/>
                    <a:pt x="1849" y="6474"/>
                    <a:pt x="2524" y="6474"/>
                  </a:cubicBezTo>
                  <a:cubicBezTo>
                    <a:pt x="3895" y="6474"/>
                    <a:pt x="5266" y="6296"/>
                    <a:pt x="6597" y="6036"/>
                  </a:cubicBezTo>
                  <a:cubicBezTo>
                    <a:pt x="7301" y="5886"/>
                    <a:pt x="7067" y="4879"/>
                    <a:pt x="6437" y="4879"/>
                  </a:cubicBezTo>
                  <a:cubicBezTo>
                    <a:pt x="6393" y="4879"/>
                    <a:pt x="6347" y="4884"/>
                    <a:pt x="6300" y="4894"/>
                  </a:cubicBezTo>
                  <a:cubicBezTo>
                    <a:pt x="5084" y="5131"/>
                    <a:pt x="3792" y="5303"/>
                    <a:pt x="2514" y="5303"/>
                  </a:cubicBezTo>
                  <a:cubicBezTo>
                    <a:pt x="2157" y="5303"/>
                    <a:pt x="1801" y="5289"/>
                    <a:pt x="1448" y="5260"/>
                  </a:cubicBezTo>
                  <a:lnTo>
                    <a:pt x="1448" y="5260"/>
                  </a:lnTo>
                  <a:cubicBezTo>
                    <a:pt x="1970" y="3743"/>
                    <a:pt x="2561" y="2239"/>
                    <a:pt x="3082" y="717"/>
                  </a:cubicBezTo>
                  <a:cubicBezTo>
                    <a:pt x="3234" y="287"/>
                    <a:pt x="2873" y="1"/>
                    <a:pt x="2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4" name="Google Shape;5904;p200"/>
          <p:cNvGrpSpPr/>
          <p:nvPr/>
        </p:nvGrpSpPr>
        <p:grpSpPr>
          <a:xfrm rot="1866236">
            <a:off x="5871962" y="2087001"/>
            <a:ext cx="2928624" cy="358006"/>
            <a:chOff x="2142525" y="3876725"/>
            <a:chExt cx="2414850" cy="295200"/>
          </a:xfrm>
        </p:grpSpPr>
        <p:sp>
          <p:nvSpPr>
            <p:cNvPr id="5905" name="Google Shape;5905;p200"/>
            <p:cNvSpPr/>
            <p:nvPr/>
          </p:nvSpPr>
          <p:spPr>
            <a:xfrm>
              <a:off x="2147925" y="3884850"/>
              <a:ext cx="91075" cy="132625"/>
            </a:xfrm>
            <a:custGeom>
              <a:avLst/>
              <a:gdLst/>
              <a:ahLst/>
              <a:cxnLst/>
              <a:rect l="l" t="t" r="r" b="b"/>
              <a:pathLst>
                <a:path w="3643" h="5305" extrusionOk="0">
                  <a:moveTo>
                    <a:pt x="2786" y="1"/>
                  </a:moveTo>
                  <a:cubicBezTo>
                    <a:pt x="2678" y="1"/>
                    <a:pt x="2570" y="2"/>
                    <a:pt x="2462" y="4"/>
                  </a:cubicBezTo>
                  <a:cubicBezTo>
                    <a:pt x="992" y="94"/>
                    <a:pt x="208" y="897"/>
                    <a:pt x="118" y="2420"/>
                  </a:cubicBezTo>
                  <a:cubicBezTo>
                    <a:pt x="1" y="3961"/>
                    <a:pt x="659" y="4872"/>
                    <a:pt x="2101" y="5169"/>
                  </a:cubicBezTo>
                  <a:cubicBezTo>
                    <a:pt x="2498" y="5223"/>
                    <a:pt x="2894" y="5268"/>
                    <a:pt x="3282" y="5305"/>
                  </a:cubicBezTo>
                  <a:cubicBezTo>
                    <a:pt x="3174" y="3601"/>
                    <a:pt x="3291" y="1843"/>
                    <a:pt x="3643" y="22"/>
                  </a:cubicBezTo>
                  <a:cubicBezTo>
                    <a:pt x="3365" y="9"/>
                    <a:pt x="3079" y="1"/>
                    <a:pt x="2786" y="1"/>
                  </a:cubicBez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6" name="Google Shape;5906;p200"/>
            <p:cNvSpPr/>
            <p:nvPr/>
          </p:nvSpPr>
          <p:spPr>
            <a:xfrm>
              <a:off x="2227250" y="3885400"/>
              <a:ext cx="45775" cy="135000"/>
            </a:xfrm>
            <a:custGeom>
              <a:avLst/>
              <a:gdLst/>
              <a:ahLst/>
              <a:cxnLst/>
              <a:rect l="l" t="t" r="r" b="b"/>
              <a:pathLst>
                <a:path w="1831" h="5400" extrusionOk="0">
                  <a:moveTo>
                    <a:pt x="470" y="0"/>
                  </a:moveTo>
                  <a:cubicBezTo>
                    <a:pt x="118" y="1821"/>
                    <a:pt x="1" y="3579"/>
                    <a:pt x="109" y="5283"/>
                  </a:cubicBezTo>
                  <a:cubicBezTo>
                    <a:pt x="560" y="5337"/>
                    <a:pt x="1010" y="5373"/>
                    <a:pt x="1461" y="5400"/>
                  </a:cubicBezTo>
                  <a:cubicBezTo>
                    <a:pt x="1416" y="3669"/>
                    <a:pt x="1533" y="1902"/>
                    <a:pt x="1831" y="100"/>
                  </a:cubicBezTo>
                  <a:cubicBezTo>
                    <a:pt x="1389" y="54"/>
                    <a:pt x="938" y="18"/>
                    <a:pt x="470" y="0"/>
                  </a:cubicBezTo>
                  <a:close/>
                </a:path>
              </a:pathLst>
            </a:custGeom>
            <a:solidFill>
              <a:srgbClr val="D7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7" name="Google Shape;5907;p200"/>
            <p:cNvSpPr/>
            <p:nvPr/>
          </p:nvSpPr>
          <p:spPr>
            <a:xfrm>
              <a:off x="2262625" y="3878875"/>
              <a:ext cx="121050" cy="159625"/>
            </a:xfrm>
            <a:custGeom>
              <a:avLst/>
              <a:gdLst/>
              <a:ahLst/>
              <a:cxnLst/>
              <a:rect l="l" t="t" r="r" b="b"/>
              <a:pathLst>
                <a:path w="4842" h="6385" extrusionOk="0">
                  <a:moveTo>
                    <a:pt x="3846" y="1837"/>
                  </a:moveTo>
                  <a:cubicBezTo>
                    <a:pt x="3853" y="1837"/>
                    <a:pt x="3860" y="1838"/>
                    <a:pt x="3868" y="1839"/>
                  </a:cubicBezTo>
                  <a:cubicBezTo>
                    <a:pt x="4075" y="1857"/>
                    <a:pt x="4156" y="2208"/>
                    <a:pt x="4111" y="2911"/>
                  </a:cubicBezTo>
                  <a:cubicBezTo>
                    <a:pt x="4129" y="3552"/>
                    <a:pt x="4010" y="3877"/>
                    <a:pt x="3754" y="3877"/>
                  </a:cubicBezTo>
                  <a:cubicBezTo>
                    <a:pt x="3747" y="3877"/>
                    <a:pt x="3740" y="3876"/>
                    <a:pt x="3733" y="3876"/>
                  </a:cubicBezTo>
                  <a:cubicBezTo>
                    <a:pt x="3561" y="3858"/>
                    <a:pt x="3471" y="3696"/>
                    <a:pt x="3453" y="3371"/>
                  </a:cubicBezTo>
                  <a:cubicBezTo>
                    <a:pt x="3471" y="3047"/>
                    <a:pt x="3489" y="2875"/>
                    <a:pt x="3489" y="2866"/>
                  </a:cubicBezTo>
                  <a:cubicBezTo>
                    <a:pt x="3533" y="2180"/>
                    <a:pt x="3652" y="1837"/>
                    <a:pt x="3846" y="1837"/>
                  </a:cubicBezTo>
                  <a:close/>
                  <a:moveTo>
                    <a:pt x="2439" y="1490"/>
                  </a:moveTo>
                  <a:cubicBezTo>
                    <a:pt x="2468" y="1490"/>
                    <a:pt x="2500" y="1504"/>
                    <a:pt x="2534" y="1532"/>
                  </a:cubicBezTo>
                  <a:cubicBezTo>
                    <a:pt x="2551" y="1524"/>
                    <a:pt x="2567" y="1520"/>
                    <a:pt x="2582" y="1520"/>
                  </a:cubicBezTo>
                  <a:cubicBezTo>
                    <a:pt x="2752" y="1520"/>
                    <a:pt x="2807" y="2039"/>
                    <a:pt x="2732" y="3083"/>
                  </a:cubicBezTo>
                  <a:cubicBezTo>
                    <a:pt x="2723" y="4084"/>
                    <a:pt x="2586" y="4589"/>
                    <a:pt x="2321" y="4589"/>
                  </a:cubicBezTo>
                  <a:cubicBezTo>
                    <a:pt x="2314" y="4589"/>
                    <a:pt x="2307" y="4589"/>
                    <a:pt x="2300" y="4588"/>
                  </a:cubicBezTo>
                  <a:cubicBezTo>
                    <a:pt x="2119" y="4579"/>
                    <a:pt x="2029" y="4318"/>
                    <a:pt x="2038" y="3813"/>
                  </a:cubicBezTo>
                  <a:cubicBezTo>
                    <a:pt x="2074" y="3308"/>
                    <a:pt x="2092" y="3056"/>
                    <a:pt x="2092" y="3038"/>
                  </a:cubicBezTo>
                  <a:cubicBezTo>
                    <a:pt x="2110" y="2695"/>
                    <a:pt x="2137" y="2380"/>
                    <a:pt x="2182" y="2109"/>
                  </a:cubicBezTo>
                  <a:cubicBezTo>
                    <a:pt x="2239" y="1695"/>
                    <a:pt x="2325" y="1490"/>
                    <a:pt x="2439" y="1490"/>
                  </a:cubicBezTo>
                  <a:close/>
                  <a:moveTo>
                    <a:pt x="961" y="1020"/>
                  </a:moveTo>
                  <a:cubicBezTo>
                    <a:pt x="977" y="1020"/>
                    <a:pt x="994" y="1026"/>
                    <a:pt x="1011" y="1037"/>
                  </a:cubicBezTo>
                  <a:cubicBezTo>
                    <a:pt x="1013" y="1036"/>
                    <a:pt x="1016" y="1036"/>
                    <a:pt x="1019" y="1036"/>
                  </a:cubicBezTo>
                  <a:cubicBezTo>
                    <a:pt x="1220" y="1036"/>
                    <a:pt x="1280" y="1659"/>
                    <a:pt x="1191" y="2920"/>
                  </a:cubicBezTo>
                  <a:cubicBezTo>
                    <a:pt x="1164" y="4156"/>
                    <a:pt x="1024" y="4778"/>
                    <a:pt x="760" y="4778"/>
                  </a:cubicBezTo>
                  <a:cubicBezTo>
                    <a:pt x="757" y="4778"/>
                    <a:pt x="753" y="4778"/>
                    <a:pt x="749" y="4777"/>
                  </a:cubicBezTo>
                  <a:cubicBezTo>
                    <a:pt x="578" y="4768"/>
                    <a:pt x="497" y="4444"/>
                    <a:pt x="506" y="3822"/>
                  </a:cubicBezTo>
                  <a:cubicBezTo>
                    <a:pt x="551" y="3209"/>
                    <a:pt x="569" y="2893"/>
                    <a:pt x="569" y="2875"/>
                  </a:cubicBezTo>
                  <a:cubicBezTo>
                    <a:pt x="651" y="1639"/>
                    <a:pt x="787" y="1020"/>
                    <a:pt x="961" y="1020"/>
                  </a:cubicBezTo>
                  <a:close/>
                  <a:moveTo>
                    <a:pt x="3609" y="4159"/>
                  </a:moveTo>
                  <a:cubicBezTo>
                    <a:pt x="3633" y="4159"/>
                    <a:pt x="3660" y="4161"/>
                    <a:pt x="3688" y="4164"/>
                  </a:cubicBezTo>
                  <a:cubicBezTo>
                    <a:pt x="3904" y="4191"/>
                    <a:pt x="4012" y="4309"/>
                    <a:pt x="3994" y="4516"/>
                  </a:cubicBezTo>
                  <a:cubicBezTo>
                    <a:pt x="3986" y="4714"/>
                    <a:pt x="3878" y="4805"/>
                    <a:pt x="3688" y="4805"/>
                  </a:cubicBezTo>
                  <a:cubicBezTo>
                    <a:pt x="3679" y="4805"/>
                    <a:pt x="3670" y="4805"/>
                    <a:pt x="3661" y="4804"/>
                  </a:cubicBezTo>
                  <a:cubicBezTo>
                    <a:pt x="3534" y="4795"/>
                    <a:pt x="3444" y="4732"/>
                    <a:pt x="3381" y="4624"/>
                  </a:cubicBezTo>
                  <a:cubicBezTo>
                    <a:pt x="3336" y="4543"/>
                    <a:pt x="3318" y="4480"/>
                    <a:pt x="3318" y="4426"/>
                  </a:cubicBezTo>
                  <a:cubicBezTo>
                    <a:pt x="3334" y="4244"/>
                    <a:pt x="3433" y="4159"/>
                    <a:pt x="3609" y="4159"/>
                  </a:cubicBezTo>
                  <a:close/>
                  <a:moveTo>
                    <a:pt x="1193" y="0"/>
                  </a:moveTo>
                  <a:cubicBezTo>
                    <a:pt x="966" y="0"/>
                    <a:pt x="719" y="42"/>
                    <a:pt x="452" y="126"/>
                  </a:cubicBezTo>
                  <a:cubicBezTo>
                    <a:pt x="434" y="207"/>
                    <a:pt x="416" y="279"/>
                    <a:pt x="416" y="361"/>
                  </a:cubicBezTo>
                  <a:cubicBezTo>
                    <a:pt x="118" y="2163"/>
                    <a:pt x="1" y="3930"/>
                    <a:pt x="46" y="5661"/>
                  </a:cubicBezTo>
                  <a:cubicBezTo>
                    <a:pt x="37" y="5751"/>
                    <a:pt x="37" y="5841"/>
                    <a:pt x="46" y="5931"/>
                  </a:cubicBezTo>
                  <a:cubicBezTo>
                    <a:pt x="376" y="6070"/>
                    <a:pt x="691" y="6139"/>
                    <a:pt x="991" y="6139"/>
                  </a:cubicBezTo>
                  <a:cubicBezTo>
                    <a:pt x="1200" y="6139"/>
                    <a:pt x="1401" y="6106"/>
                    <a:pt x="1596" y="6039"/>
                  </a:cubicBezTo>
                  <a:cubicBezTo>
                    <a:pt x="1886" y="6173"/>
                    <a:pt x="2179" y="6240"/>
                    <a:pt x="2475" y="6240"/>
                  </a:cubicBezTo>
                  <a:cubicBezTo>
                    <a:pt x="2677" y="6240"/>
                    <a:pt x="2879" y="6209"/>
                    <a:pt x="3084" y="6147"/>
                  </a:cubicBezTo>
                  <a:cubicBezTo>
                    <a:pt x="3292" y="6305"/>
                    <a:pt x="3525" y="6385"/>
                    <a:pt x="3784" y="6385"/>
                  </a:cubicBezTo>
                  <a:cubicBezTo>
                    <a:pt x="3986" y="6385"/>
                    <a:pt x="4203" y="6336"/>
                    <a:pt x="4436" y="6238"/>
                  </a:cubicBezTo>
                  <a:cubicBezTo>
                    <a:pt x="4418" y="5769"/>
                    <a:pt x="4418" y="5309"/>
                    <a:pt x="4418" y="4858"/>
                  </a:cubicBezTo>
                  <a:cubicBezTo>
                    <a:pt x="4427" y="3975"/>
                    <a:pt x="4481" y="3101"/>
                    <a:pt x="4580" y="2244"/>
                  </a:cubicBezTo>
                  <a:cubicBezTo>
                    <a:pt x="4652" y="1640"/>
                    <a:pt x="4733" y="1037"/>
                    <a:pt x="4841" y="433"/>
                  </a:cubicBezTo>
                  <a:cubicBezTo>
                    <a:pt x="4604" y="322"/>
                    <a:pt x="4342" y="266"/>
                    <a:pt x="4057" y="266"/>
                  </a:cubicBezTo>
                  <a:cubicBezTo>
                    <a:pt x="3877" y="266"/>
                    <a:pt x="3688" y="288"/>
                    <a:pt x="3489" y="333"/>
                  </a:cubicBezTo>
                  <a:cubicBezTo>
                    <a:pt x="3200" y="184"/>
                    <a:pt x="2913" y="108"/>
                    <a:pt x="2630" y="108"/>
                  </a:cubicBezTo>
                  <a:cubicBezTo>
                    <a:pt x="2419" y="108"/>
                    <a:pt x="2210" y="150"/>
                    <a:pt x="2002" y="234"/>
                  </a:cubicBezTo>
                  <a:cubicBezTo>
                    <a:pt x="1773" y="78"/>
                    <a:pt x="1502" y="0"/>
                    <a:pt x="1193" y="0"/>
                  </a:cubicBezTo>
                  <a:close/>
                </a:path>
              </a:pathLst>
            </a:custGeom>
            <a:solidFill>
              <a:srgbClr val="FCAD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8" name="Google Shape;5908;p200"/>
            <p:cNvSpPr/>
            <p:nvPr/>
          </p:nvSpPr>
          <p:spPr>
            <a:xfrm>
              <a:off x="2275025" y="3904375"/>
              <a:ext cx="91525" cy="94625"/>
            </a:xfrm>
            <a:custGeom>
              <a:avLst/>
              <a:gdLst/>
              <a:ahLst/>
              <a:cxnLst/>
              <a:rect l="l" t="t" r="r" b="b"/>
              <a:pathLst>
                <a:path w="3661" h="3785" extrusionOk="0">
                  <a:moveTo>
                    <a:pt x="3350" y="817"/>
                  </a:moveTo>
                  <a:cubicBezTo>
                    <a:pt x="3156" y="817"/>
                    <a:pt x="3037" y="1160"/>
                    <a:pt x="2993" y="1846"/>
                  </a:cubicBezTo>
                  <a:cubicBezTo>
                    <a:pt x="2993" y="1855"/>
                    <a:pt x="2975" y="2027"/>
                    <a:pt x="2957" y="2351"/>
                  </a:cubicBezTo>
                  <a:cubicBezTo>
                    <a:pt x="2975" y="2676"/>
                    <a:pt x="3065" y="2847"/>
                    <a:pt x="3237" y="2856"/>
                  </a:cubicBezTo>
                  <a:cubicBezTo>
                    <a:pt x="3244" y="2856"/>
                    <a:pt x="3251" y="2857"/>
                    <a:pt x="3258" y="2857"/>
                  </a:cubicBezTo>
                  <a:cubicBezTo>
                    <a:pt x="3514" y="2857"/>
                    <a:pt x="3633" y="2532"/>
                    <a:pt x="3615" y="1891"/>
                  </a:cubicBezTo>
                  <a:cubicBezTo>
                    <a:pt x="3660" y="1188"/>
                    <a:pt x="3579" y="837"/>
                    <a:pt x="3372" y="819"/>
                  </a:cubicBezTo>
                  <a:cubicBezTo>
                    <a:pt x="3364" y="818"/>
                    <a:pt x="3357" y="817"/>
                    <a:pt x="3350" y="817"/>
                  </a:cubicBezTo>
                  <a:close/>
                  <a:moveTo>
                    <a:pt x="1943" y="470"/>
                  </a:moveTo>
                  <a:cubicBezTo>
                    <a:pt x="1829" y="470"/>
                    <a:pt x="1743" y="675"/>
                    <a:pt x="1686" y="1089"/>
                  </a:cubicBezTo>
                  <a:cubicBezTo>
                    <a:pt x="1641" y="1360"/>
                    <a:pt x="1614" y="1675"/>
                    <a:pt x="1596" y="2018"/>
                  </a:cubicBezTo>
                  <a:cubicBezTo>
                    <a:pt x="1596" y="2036"/>
                    <a:pt x="1578" y="2288"/>
                    <a:pt x="1542" y="2793"/>
                  </a:cubicBezTo>
                  <a:cubicBezTo>
                    <a:pt x="1533" y="3298"/>
                    <a:pt x="1623" y="3559"/>
                    <a:pt x="1804" y="3568"/>
                  </a:cubicBezTo>
                  <a:cubicBezTo>
                    <a:pt x="1811" y="3569"/>
                    <a:pt x="1818" y="3569"/>
                    <a:pt x="1825" y="3569"/>
                  </a:cubicBezTo>
                  <a:cubicBezTo>
                    <a:pt x="2090" y="3569"/>
                    <a:pt x="2227" y="3064"/>
                    <a:pt x="2236" y="2063"/>
                  </a:cubicBezTo>
                  <a:cubicBezTo>
                    <a:pt x="2311" y="1019"/>
                    <a:pt x="2256" y="500"/>
                    <a:pt x="2086" y="500"/>
                  </a:cubicBezTo>
                  <a:cubicBezTo>
                    <a:pt x="2071" y="500"/>
                    <a:pt x="2055" y="504"/>
                    <a:pt x="2038" y="512"/>
                  </a:cubicBezTo>
                  <a:cubicBezTo>
                    <a:pt x="2004" y="484"/>
                    <a:pt x="1972" y="470"/>
                    <a:pt x="1943" y="470"/>
                  </a:cubicBezTo>
                  <a:close/>
                  <a:moveTo>
                    <a:pt x="465" y="0"/>
                  </a:moveTo>
                  <a:cubicBezTo>
                    <a:pt x="291" y="0"/>
                    <a:pt x="155" y="619"/>
                    <a:pt x="73" y="1855"/>
                  </a:cubicBezTo>
                  <a:cubicBezTo>
                    <a:pt x="73" y="1873"/>
                    <a:pt x="55" y="2189"/>
                    <a:pt x="10" y="2802"/>
                  </a:cubicBezTo>
                  <a:cubicBezTo>
                    <a:pt x="1" y="3424"/>
                    <a:pt x="82" y="3748"/>
                    <a:pt x="253" y="3757"/>
                  </a:cubicBezTo>
                  <a:cubicBezTo>
                    <a:pt x="257" y="3758"/>
                    <a:pt x="261" y="3758"/>
                    <a:pt x="264" y="3758"/>
                  </a:cubicBezTo>
                  <a:cubicBezTo>
                    <a:pt x="528" y="3758"/>
                    <a:pt x="668" y="3136"/>
                    <a:pt x="695" y="1900"/>
                  </a:cubicBezTo>
                  <a:cubicBezTo>
                    <a:pt x="784" y="639"/>
                    <a:pt x="724" y="16"/>
                    <a:pt x="523" y="16"/>
                  </a:cubicBezTo>
                  <a:cubicBezTo>
                    <a:pt x="520" y="16"/>
                    <a:pt x="517" y="16"/>
                    <a:pt x="515" y="17"/>
                  </a:cubicBezTo>
                  <a:cubicBezTo>
                    <a:pt x="498" y="6"/>
                    <a:pt x="481" y="0"/>
                    <a:pt x="465" y="0"/>
                  </a:cubicBezTo>
                  <a:close/>
                  <a:moveTo>
                    <a:pt x="3113" y="3139"/>
                  </a:moveTo>
                  <a:cubicBezTo>
                    <a:pt x="2937" y="3139"/>
                    <a:pt x="2838" y="3224"/>
                    <a:pt x="2822" y="3406"/>
                  </a:cubicBezTo>
                  <a:cubicBezTo>
                    <a:pt x="2822" y="3460"/>
                    <a:pt x="2840" y="3523"/>
                    <a:pt x="2885" y="3604"/>
                  </a:cubicBezTo>
                  <a:cubicBezTo>
                    <a:pt x="2948" y="3712"/>
                    <a:pt x="3038" y="3775"/>
                    <a:pt x="3165" y="3784"/>
                  </a:cubicBezTo>
                  <a:cubicBezTo>
                    <a:pt x="3174" y="3785"/>
                    <a:pt x="3183" y="3785"/>
                    <a:pt x="3192" y="3785"/>
                  </a:cubicBezTo>
                  <a:cubicBezTo>
                    <a:pt x="3382" y="3785"/>
                    <a:pt x="3490" y="3694"/>
                    <a:pt x="3498" y="3496"/>
                  </a:cubicBezTo>
                  <a:cubicBezTo>
                    <a:pt x="3516" y="3289"/>
                    <a:pt x="3408" y="3171"/>
                    <a:pt x="3192" y="3144"/>
                  </a:cubicBezTo>
                  <a:cubicBezTo>
                    <a:pt x="3164" y="3141"/>
                    <a:pt x="3137" y="3139"/>
                    <a:pt x="3113" y="3139"/>
                  </a:cubicBezTo>
                  <a:close/>
                </a:path>
              </a:pathLst>
            </a:custGeom>
            <a:solidFill>
              <a:srgbClr val="FFD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9" name="Google Shape;5909;p200"/>
            <p:cNvSpPr/>
            <p:nvPr/>
          </p:nvSpPr>
          <p:spPr>
            <a:xfrm>
              <a:off x="4200850" y="4019700"/>
              <a:ext cx="243175" cy="145150"/>
            </a:xfrm>
            <a:custGeom>
              <a:avLst/>
              <a:gdLst/>
              <a:ahLst/>
              <a:cxnLst/>
              <a:rect l="l" t="t" r="r" b="b"/>
              <a:pathLst>
                <a:path w="9727" h="5806" extrusionOk="0">
                  <a:moveTo>
                    <a:pt x="2290" y="1"/>
                  </a:moveTo>
                  <a:cubicBezTo>
                    <a:pt x="1821" y="289"/>
                    <a:pt x="1299" y="632"/>
                    <a:pt x="731" y="1019"/>
                  </a:cubicBezTo>
                  <a:cubicBezTo>
                    <a:pt x="334" y="1290"/>
                    <a:pt x="91" y="1506"/>
                    <a:pt x="1" y="1668"/>
                  </a:cubicBezTo>
                  <a:cubicBezTo>
                    <a:pt x="73" y="1767"/>
                    <a:pt x="325" y="1885"/>
                    <a:pt x="758" y="2029"/>
                  </a:cubicBezTo>
                  <a:cubicBezTo>
                    <a:pt x="1181" y="2164"/>
                    <a:pt x="1803" y="2371"/>
                    <a:pt x="2597" y="2669"/>
                  </a:cubicBezTo>
                  <a:cubicBezTo>
                    <a:pt x="3390" y="2939"/>
                    <a:pt x="4075" y="3128"/>
                    <a:pt x="4634" y="3237"/>
                  </a:cubicBezTo>
                  <a:cubicBezTo>
                    <a:pt x="3516" y="3489"/>
                    <a:pt x="2579" y="3696"/>
                    <a:pt x="1812" y="3832"/>
                  </a:cubicBezTo>
                  <a:cubicBezTo>
                    <a:pt x="1037" y="3967"/>
                    <a:pt x="559" y="4129"/>
                    <a:pt x="379" y="4318"/>
                  </a:cubicBezTo>
                  <a:cubicBezTo>
                    <a:pt x="343" y="4354"/>
                    <a:pt x="541" y="4598"/>
                    <a:pt x="992" y="5039"/>
                  </a:cubicBezTo>
                  <a:cubicBezTo>
                    <a:pt x="1443" y="5499"/>
                    <a:pt x="1740" y="5752"/>
                    <a:pt x="1894" y="5806"/>
                  </a:cubicBezTo>
                  <a:lnTo>
                    <a:pt x="9591" y="4399"/>
                  </a:lnTo>
                  <a:cubicBezTo>
                    <a:pt x="9195" y="3777"/>
                    <a:pt x="9240" y="3011"/>
                    <a:pt x="9727" y="2110"/>
                  </a:cubicBezTo>
                  <a:lnTo>
                    <a:pt x="2290" y="1"/>
                  </a:lnTo>
                  <a:close/>
                </a:path>
              </a:pathLst>
            </a:custGeom>
            <a:solidFill>
              <a:srgbClr val="DEA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0" name="Google Shape;5910;p200"/>
            <p:cNvSpPr/>
            <p:nvPr/>
          </p:nvSpPr>
          <p:spPr>
            <a:xfrm>
              <a:off x="4430700" y="4072425"/>
              <a:ext cx="121050" cy="57275"/>
            </a:xfrm>
            <a:custGeom>
              <a:avLst/>
              <a:gdLst/>
              <a:ahLst/>
              <a:cxnLst/>
              <a:rect l="l" t="t" r="r" b="b"/>
              <a:pathLst>
                <a:path w="4842" h="2291" extrusionOk="0">
                  <a:moveTo>
                    <a:pt x="533" y="1"/>
                  </a:moveTo>
                  <a:cubicBezTo>
                    <a:pt x="46" y="902"/>
                    <a:pt x="1" y="1668"/>
                    <a:pt x="397" y="2290"/>
                  </a:cubicBezTo>
                  <a:lnTo>
                    <a:pt x="4841" y="1164"/>
                  </a:lnTo>
                  <a:lnTo>
                    <a:pt x="5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1" name="Google Shape;5911;p200"/>
            <p:cNvSpPr/>
            <p:nvPr/>
          </p:nvSpPr>
          <p:spPr>
            <a:xfrm>
              <a:off x="2373050" y="3934975"/>
              <a:ext cx="1943650" cy="192700"/>
            </a:xfrm>
            <a:custGeom>
              <a:avLst/>
              <a:gdLst/>
              <a:ahLst/>
              <a:cxnLst/>
              <a:rect l="l" t="t" r="r" b="b"/>
              <a:pathLst>
                <a:path w="77746" h="7708" extrusionOk="0">
                  <a:moveTo>
                    <a:pt x="1228" y="844"/>
                  </a:moveTo>
                  <a:cubicBezTo>
                    <a:pt x="1302" y="844"/>
                    <a:pt x="1386" y="857"/>
                    <a:pt x="1479" y="884"/>
                  </a:cubicBezTo>
                  <a:lnTo>
                    <a:pt x="17298" y="2020"/>
                  </a:lnTo>
                  <a:cubicBezTo>
                    <a:pt x="17605" y="2065"/>
                    <a:pt x="17749" y="2227"/>
                    <a:pt x="17731" y="2497"/>
                  </a:cubicBezTo>
                  <a:cubicBezTo>
                    <a:pt x="17722" y="2605"/>
                    <a:pt x="17686" y="2705"/>
                    <a:pt x="17632" y="2804"/>
                  </a:cubicBezTo>
                  <a:cubicBezTo>
                    <a:pt x="17551" y="2907"/>
                    <a:pt x="17447" y="2956"/>
                    <a:pt x="17318" y="2956"/>
                  </a:cubicBezTo>
                  <a:cubicBezTo>
                    <a:pt x="17289" y="2956"/>
                    <a:pt x="17258" y="2953"/>
                    <a:pt x="17226" y="2948"/>
                  </a:cubicBezTo>
                  <a:lnTo>
                    <a:pt x="1245" y="1839"/>
                  </a:lnTo>
                  <a:cubicBezTo>
                    <a:pt x="938" y="1785"/>
                    <a:pt x="794" y="1605"/>
                    <a:pt x="812" y="1307"/>
                  </a:cubicBezTo>
                  <a:cubicBezTo>
                    <a:pt x="833" y="1000"/>
                    <a:pt x="973" y="844"/>
                    <a:pt x="1228" y="844"/>
                  </a:cubicBezTo>
                  <a:close/>
                  <a:moveTo>
                    <a:pt x="18849" y="2164"/>
                  </a:moveTo>
                  <a:cubicBezTo>
                    <a:pt x="18912" y="2164"/>
                    <a:pt x="18981" y="2170"/>
                    <a:pt x="19056" y="2182"/>
                  </a:cubicBezTo>
                  <a:cubicBezTo>
                    <a:pt x="19489" y="2254"/>
                    <a:pt x="19696" y="2443"/>
                    <a:pt x="19669" y="2768"/>
                  </a:cubicBezTo>
                  <a:cubicBezTo>
                    <a:pt x="19653" y="3057"/>
                    <a:pt x="19469" y="3195"/>
                    <a:pt x="19119" y="3195"/>
                  </a:cubicBezTo>
                  <a:cubicBezTo>
                    <a:pt x="19088" y="3195"/>
                    <a:pt x="19055" y="3194"/>
                    <a:pt x="19020" y="3191"/>
                  </a:cubicBezTo>
                  <a:cubicBezTo>
                    <a:pt x="18741" y="3173"/>
                    <a:pt x="18533" y="3083"/>
                    <a:pt x="18416" y="2912"/>
                  </a:cubicBezTo>
                  <a:cubicBezTo>
                    <a:pt x="18362" y="2822"/>
                    <a:pt x="18335" y="2723"/>
                    <a:pt x="18344" y="2623"/>
                  </a:cubicBezTo>
                  <a:cubicBezTo>
                    <a:pt x="18359" y="2315"/>
                    <a:pt x="18531" y="2164"/>
                    <a:pt x="18849" y="2164"/>
                  </a:cubicBezTo>
                  <a:close/>
                  <a:moveTo>
                    <a:pt x="163" y="0"/>
                  </a:moveTo>
                  <a:cubicBezTo>
                    <a:pt x="64" y="857"/>
                    <a:pt x="10" y="1731"/>
                    <a:pt x="1" y="2614"/>
                  </a:cubicBezTo>
                  <a:lnTo>
                    <a:pt x="73491" y="7707"/>
                  </a:lnTo>
                  <a:cubicBezTo>
                    <a:pt x="73671" y="7509"/>
                    <a:pt x="74149" y="7356"/>
                    <a:pt x="74924" y="7221"/>
                  </a:cubicBezTo>
                  <a:cubicBezTo>
                    <a:pt x="75691" y="7085"/>
                    <a:pt x="76628" y="6878"/>
                    <a:pt x="77746" y="6626"/>
                  </a:cubicBezTo>
                  <a:cubicBezTo>
                    <a:pt x="77187" y="6517"/>
                    <a:pt x="76502" y="6328"/>
                    <a:pt x="75709" y="6058"/>
                  </a:cubicBezTo>
                  <a:cubicBezTo>
                    <a:pt x="74915" y="5760"/>
                    <a:pt x="74293" y="5553"/>
                    <a:pt x="73870" y="5418"/>
                  </a:cubicBezTo>
                  <a:cubicBezTo>
                    <a:pt x="73437" y="5274"/>
                    <a:pt x="73185" y="5156"/>
                    <a:pt x="73113" y="5057"/>
                  </a:cubicBezTo>
                  <a:lnTo>
                    <a:pt x="163" y="0"/>
                  </a:lnTo>
                  <a:close/>
                </a:path>
              </a:pathLst>
            </a:custGeom>
            <a:solidFill>
              <a:srgbClr val="EC8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2" name="Google Shape;5912;p200"/>
            <p:cNvSpPr/>
            <p:nvPr/>
          </p:nvSpPr>
          <p:spPr>
            <a:xfrm>
              <a:off x="2392900" y="3956075"/>
              <a:ext cx="472575" cy="58775"/>
            </a:xfrm>
            <a:custGeom>
              <a:avLst/>
              <a:gdLst/>
              <a:ahLst/>
              <a:cxnLst/>
              <a:rect l="l" t="t" r="r" b="b"/>
              <a:pathLst>
                <a:path w="18903" h="2351" extrusionOk="0">
                  <a:moveTo>
                    <a:pt x="434" y="0"/>
                  </a:moveTo>
                  <a:cubicBezTo>
                    <a:pt x="179" y="0"/>
                    <a:pt x="39" y="156"/>
                    <a:pt x="18" y="463"/>
                  </a:cubicBezTo>
                  <a:cubicBezTo>
                    <a:pt x="0" y="761"/>
                    <a:pt x="144" y="941"/>
                    <a:pt x="451" y="995"/>
                  </a:cubicBezTo>
                  <a:lnTo>
                    <a:pt x="16432" y="2104"/>
                  </a:lnTo>
                  <a:cubicBezTo>
                    <a:pt x="16464" y="2109"/>
                    <a:pt x="16495" y="2112"/>
                    <a:pt x="16524" y="2112"/>
                  </a:cubicBezTo>
                  <a:cubicBezTo>
                    <a:pt x="16653" y="2112"/>
                    <a:pt x="16757" y="2063"/>
                    <a:pt x="16838" y="1960"/>
                  </a:cubicBezTo>
                  <a:cubicBezTo>
                    <a:pt x="16892" y="1861"/>
                    <a:pt x="16928" y="1761"/>
                    <a:pt x="16937" y="1653"/>
                  </a:cubicBezTo>
                  <a:cubicBezTo>
                    <a:pt x="16955" y="1383"/>
                    <a:pt x="16811" y="1221"/>
                    <a:pt x="16495" y="1176"/>
                  </a:cubicBezTo>
                  <a:lnTo>
                    <a:pt x="685" y="40"/>
                  </a:lnTo>
                  <a:cubicBezTo>
                    <a:pt x="592" y="13"/>
                    <a:pt x="508" y="0"/>
                    <a:pt x="434" y="0"/>
                  </a:cubicBezTo>
                  <a:close/>
                  <a:moveTo>
                    <a:pt x="18055" y="1320"/>
                  </a:moveTo>
                  <a:cubicBezTo>
                    <a:pt x="17737" y="1320"/>
                    <a:pt x="17565" y="1471"/>
                    <a:pt x="17550" y="1779"/>
                  </a:cubicBezTo>
                  <a:cubicBezTo>
                    <a:pt x="17541" y="1879"/>
                    <a:pt x="17568" y="1978"/>
                    <a:pt x="17622" y="2068"/>
                  </a:cubicBezTo>
                  <a:cubicBezTo>
                    <a:pt x="17739" y="2239"/>
                    <a:pt x="17947" y="2329"/>
                    <a:pt x="18226" y="2347"/>
                  </a:cubicBezTo>
                  <a:cubicBezTo>
                    <a:pt x="18261" y="2350"/>
                    <a:pt x="18294" y="2351"/>
                    <a:pt x="18325" y="2351"/>
                  </a:cubicBezTo>
                  <a:cubicBezTo>
                    <a:pt x="18675" y="2351"/>
                    <a:pt x="18859" y="2213"/>
                    <a:pt x="18875" y="1924"/>
                  </a:cubicBezTo>
                  <a:cubicBezTo>
                    <a:pt x="18902" y="1599"/>
                    <a:pt x="18695" y="1410"/>
                    <a:pt x="18262" y="1338"/>
                  </a:cubicBezTo>
                  <a:cubicBezTo>
                    <a:pt x="18187" y="1326"/>
                    <a:pt x="18118" y="1320"/>
                    <a:pt x="18055" y="1320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3" name="Google Shape;5913;p200"/>
            <p:cNvSpPr/>
            <p:nvPr/>
          </p:nvSpPr>
          <p:spPr>
            <a:xfrm>
              <a:off x="2373050" y="3889675"/>
              <a:ext cx="1885075" cy="275175"/>
            </a:xfrm>
            <a:custGeom>
              <a:avLst/>
              <a:gdLst/>
              <a:ahLst/>
              <a:cxnLst/>
              <a:rect l="l" t="t" r="r" b="b"/>
              <a:pathLst>
                <a:path w="75403" h="11007" extrusionOk="0">
                  <a:moveTo>
                    <a:pt x="424" y="1"/>
                  </a:moveTo>
                  <a:cubicBezTo>
                    <a:pt x="316" y="605"/>
                    <a:pt x="235" y="1208"/>
                    <a:pt x="163" y="1812"/>
                  </a:cubicBezTo>
                  <a:lnTo>
                    <a:pt x="73113" y="6869"/>
                  </a:lnTo>
                  <a:cubicBezTo>
                    <a:pt x="73203" y="6707"/>
                    <a:pt x="73446" y="6491"/>
                    <a:pt x="73843" y="6220"/>
                  </a:cubicBezTo>
                  <a:cubicBezTo>
                    <a:pt x="74411" y="5833"/>
                    <a:pt x="74933" y="5490"/>
                    <a:pt x="75402" y="5202"/>
                  </a:cubicBezTo>
                  <a:lnTo>
                    <a:pt x="424" y="1"/>
                  </a:lnTo>
                  <a:close/>
                  <a:moveTo>
                    <a:pt x="1" y="4426"/>
                  </a:moveTo>
                  <a:cubicBezTo>
                    <a:pt x="1" y="4877"/>
                    <a:pt x="1" y="5337"/>
                    <a:pt x="19" y="5806"/>
                  </a:cubicBezTo>
                  <a:lnTo>
                    <a:pt x="75006" y="11007"/>
                  </a:lnTo>
                  <a:cubicBezTo>
                    <a:pt x="74852" y="10953"/>
                    <a:pt x="74555" y="10700"/>
                    <a:pt x="74104" y="10240"/>
                  </a:cubicBezTo>
                  <a:cubicBezTo>
                    <a:pt x="73653" y="9799"/>
                    <a:pt x="73455" y="9555"/>
                    <a:pt x="73491" y="9519"/>
                  </a:cubicBezTo>
                  <a:lnTo>
                    <a:pt x="1" y="4426"/>
                  </a:lnTo>
                  <a:close/>
                </a:path>
              </a:pathLst>
            </a:custGeom>
            <a:solidFill>
              <a:srgbClr val="C45A0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4" name="Google Shape;5914;p200"/>
            <p:cNvSpPr/>
            <p:nvPr/>
          </p:nvSpPr>
          <p:spPr>
            <a:xfrm>
              <a:off x="2142525" y="3876725"/>
              <a:ext cx="2414850" cy="291950"/>
            </a:xfrm>
            <a:custGeom>
              <a:avLst/>
              <a:gdLst/>
              <a:ahLst/>
              <a:cxnLst/>
              <a:rect l="l" t="t" r="r" b="b"/>
              <a:pathLst>
                <a:path w="96594" h="11678" extrusionOk="0">
                  <a:moveTo>
                    <a:pt x="3079" y="479"/>
                  </a:moveTo>
                  <a:cubicBezTo>
                    <a:pt x="3263" y="479"/>
                    <a:pt x="3448" y="485"/>
                    <a:pt x="3633" y="492"/>
                  </a:cubicBezTo>
                  <a:cubicBezTo>
                    <a:pt x="4094" y="507"/>
                    <a:pt x="4554" y="537"/>
                    <a:pt x="5014" y="606"/>
                  </a:cubicBezTo>
                  <a:lnTo>
                    <a:pt x="5014" y="606"/>
                  </a:lnTo>
                  <a:cubicBezTo>
                    <a:pt x="4945" y="1432"/>
                    <a:pt x="4863" y="2251"/>
                    <a:pt x="4805" y="3079"/>
                  </a:cubicBezTo>
                  <a:cubicBezTo>
                    <a:pt x="4738" y="3903"/>
                    <a:pt x="4703" y="4719"/>
                    <a:pt x="4669" y="5549"/>
                  </a:cubicBezTo>
                  <a:lnTo>
                    <a:pt x="4669" y="5549"/>
                  </a:lnTo>
                  <a:lnTo>
                    <a:pt x="4075" y="5521"/>
                  </a:lnTo>
                  <a:cubicBezTo>
                    <a:pt x="3813" y="5512"/>
                    <a:pt x="3552" y="5503"/>
                    <a:pt x="3291" y="5467"/>
                  </a:cubicBezTo>
                  <a:cubicBezTo>
                    <a:pt x="3029" y="5440"/>
                    <a:pt x="2777" y="5413"/>
                    <a:pt x="2515" y="5368"/>
                  </a:cubicBezTo>
                  <a:cubicBezTo>
                    <a:pt x="2452" y="5359"/>
                    <a:pt x="2380" y="5350"/>
                    <a:pt x="2326" y="5341"/>
                  </a:cubicBezTo>
                  <a:cubicBezTo>
                    <a:pt x="2263" y="5323"/>
                    <a:pt x="2200" y="5314"/>
                    <a:pt x="2146" y="5296"/>
                  </a:cubicBezTo>
                  <a:cubicBezTo>
                    <a:pt x="2020" y="5260"/>
                    <a:pt x="1903" y="5215"/>
                    <a:pt x="1794" y="5161"/>
                  </a:cubicBezTo>
                  <a:cubicBezTo>
                    <a:pt x="1335" y="4962"/>
                    <a:pt x="965" y="4620"/>
                    <a:pt x="794" y="4196"/>
                  </a:cubicBezTo>
                  <a:cubicBezTo>
                    <a:pt x="604" y="3764"/>
                    <a:pt x="577" y="3277"/>
                    <a:pt x="623" y="2781"/>
                  </a:cubicBezTo>
                  <a:cubicBezTo>
                    <a:pt x="650" y="2276"/>
                    <a:pt x="749" y="1799"/>
                    <a:pt x="992" y="1402"/>
                  </a:cubicBezTo>
                  <a:cubicBezTo>
                    <a:pt x="1226" y="1005"/>
                    <a:pt x="1632" y="726"/>
                    <a:pt x="2110" y="591"/>
                  </a:cubicBezTo>
                  <a:cubicBezTo>
                    <a:pt x="2227" y="555"/>
                    <a:pt x="2353" y="537"/>
                    <a:pt x="2479" y="510"/>
                  </a:cubicBezTo>
                  <a:cubicBezTo>
                    <a:pt x="2606" y="492"/>
                    <a:pt x="2714" y="483"/>
                    <a:pt x="2849" y="483"/>
                  </a:cubicBezTo>
                  <a:cubicBezTo>
                    <a:pt x="2926" y="480"/>
                    <a:pt x="3002" y="479"/>
                    <a:pt x="3079" y="479"/>
                  </a:cubicBezTo>
                  <a:close/>
                  <a:moveTo>
                    <a:pt x="6040" y="167"/>
                  </a:moveTo>
                  <a:cubicBezTo>
                    <a:pt x="6292" y="167"/>
                    <a:pt x="6554" y="266"/>
                    <a:pt x="6689" y="483"/>
                  </a:cubicBezTo>
                  <a:lnTo>
                    <a:pt x="6797" y="510"/>
                  </a:lnTo>
                  <a:cubicBezTo>
                    <a:pt x="6808" y="513"/>
                    <a:pt x="6819" y="516"/>
                    <a:pt x="6831" y="516"/>
                  </a:cubicBezTo>
                  <a:cubicBezTo>
                    <a:pt x="6847" y="516"/>
                    <a:pt x="6862" y="511"/>
                    <a:pt x="6878" y="501"/>
                  </a:cubicBezTo>
                  <a:cubicBezTo>
                    <a:pt x="7042" y="368"/>
                    <a:pt x="7246" y="317"/>
                    <a:pt x="7449" y="317"/>
                  </a:cubicBezTo>
                  <a:cubicBezTo>
                    <a:pt x="7481" y="317"/>
                    <a:pt x="7513" y="318"/>
                    <a:pt x="7545" y="320"/>
                  </a:cubicBezTo>
                  <a:cubicBezTo>
                    <a:pt x="7789" y="347"/>
                    <a:pt x="8014" y="438"/>
                    <a:pt x="8203" y="591"/>
                  </a:cubicBezTo>
                  <a:lnTo>
                    <a:pt x="8293" y="618"/>
                  </a:lnTo>
                  <a:cubicBezTo>
                    <a:pt x="8302" y="618"/>
                    <a:pt x="8320" y="618"/>
                    <a:pt x="8338" y="609"/>
                  </a:cubicBezTo>
                  <a:cubicBezTo>
                    <a:pt x="8520" y="518"/>
                    <a:pt x="8717" y="472"/>
                    <a:pt x="8915" y="472"/>
                  </a:cubicBezTo>
                  <a:cubicBezTo>
                    <a:pt x="8933" y="472"/>
                    <a:pt x="8951" y="473"/>
                    <a:pt x="8969" y="474"/>
                  </a:cubicBezTo>
                  <a:cubicBezTo>
                    <a:pt x="9186" y="483"/>
                    <a:pt x="9402" y="546"/>
                    <a:pt x="9564" y="690"/>
                  </a:cubicBezTo>
                  <a:lnTo>
                    <a:pt x="9582" y="699"/>
                  </a:lnTo>
                  <a:cubicBezTo>
                    <a:pt x="9600" y="708"/>
                    <a:pt x="9618" y="708"/>
                    <a:pt x="9636" y="708"/>
                  </a:cubicBezTo>
                  <a:cubicBezTo>
                    <a:pt x="12764" y="789"/>
                    <a:pt x="15883" y="1068"/>
                    <a:pt x="19011" y="1276"/>
                  </a:cubicBezTo>
                  <a:lnTo>
                    <a:pt x="28385" y="1934"/>
                  </a:lnTo>
                  <a:lnTo>
                    <a:pt x="47125" y="3241"/>
                  </a:lnTo>
                  <a:lnTo>
                    <a:pt x="84614" y="5873"/>
                  </a:lnTo>
                  <a:lnTo>
                    <a:pt x="84587" y="5873"/>
                  </a:lnTo>
                  <a:lnTo>
                    <a:pt x="87517" y="6702"/>
                  </a:lnTo>
                  <a:cubicBezTo>
                    <a:pt x="88003" y="6846"/>
                    <a:pt x="88490" y="6982"/>
                    <a:pt x="88986" y="7117"/>
                  </a:cubicBezTo>
                  <a:cubicBezTo>
                    <a:pt x="89473" y="7252"/>
                    <a:pt x="89959" y="7387"/>
                    <a:pt x="90455" y="7522"/>
                  </a:cubicBezTo>
                  <a:lnTo>
                    <a:pt x="91924" y="7919"/>
                  </a:lnTo>
                  <a:lnTo>
                    <a:pt x="93403" y="8307"/>
                  </a:lnTo>
                  <a:cubicBezTo>
                    <a:pt x="94178" y="8513"/>
                    <a:pt x="94948" y="8725"/>
                    <a:pt x="95712" y="8973"/>
                  </a:cubicBezTo>
                  <a:lnTo>
                    <a:pt x="95712" y="8973"/>
                  </a:lnTo>
                  <a:cubicBezTo>
                    <a:pt x="94921" y="9193"/>
                    <a:pt x="94126" y="9408"/>
                    <a:pt x="93331" y="9623"/>
                  </a:cubicBezTo>
                  <a:cubicBezTo>
                    <a:pt x="92835" y="9758"/>
                    <a:pt x="92330" y="9893"/>
                    <a:pt x="91834" y="10010"/>
                  </a:cubicBezTo>
                  <a:cubicBezTo>
                    <a:pt x="91321" y="10109"/>
                    <a:pt x="90816" y="10209"/>
                    <a:pt x="90311" y="10299"/>
                  </a:cubicBezTo>
                  <a:cubicBezTo>
                    <a:pt x="89292" y="10488"/>
                    <a:pt x="88265" y="10641"/>
                    <a:pt x="87246" y="10822"/>
                  </a:cubicBezTo>
                  <a:cubicBezTo>
                    <a:pt x="86231" y="10992"/>
                    <a:pt x="85224" y="11181"/>
                    <a:pt x="84209" y="11370"/>
                  </a:cubicBezTo>
                  <a:lnTo>
                    <a:pt x="84209" y="11370"/>
                  </a:lnTo>
                  <a:lnTo>
                    <a:pt x="46747" y="8811"/>
                  </a:lnTo>
                  <a:lnTo>
                    <a:pt x="27998" y="7522"/>
                  </a:lnTo>
                  <a:cubicBezTo>
                    <a:pt x="21751" y="7090"/>
                    <a:pt x="15495" y="6684"/>
                    <a:pt x="9258" y="6134"/>
                  </a:cubicBezTo>
                  <a:cubicBezTo>
                    <a:pt x="9250" y="6132"/>
                    <a:pt x="9242" y="6131"/>
                    <a:pt x="9234" y="6131"/>
                  </a:cubicBezTo>
                  <a:cubicBezTo>
                    <a:pt x="9216" y="6131"/>
                    <a:pt x="9198" y="6137"/>
                    <a:pt x="9186" y="6143"/>
                  </a:cubicBezTo>
                  <a:lnTo>
                    <a:pt x="9168" y="6143"/>
                  </a:lnTo>
                  <a:cubicBezTo>
                    <a:pt x="8978" y="6260"/>
                    <a:pt x="8762" y="6324"/>
                    <a:pt x="8555" y="6324"/>
                  </a:cubicBezTo>
                  <a:cubicBezTo>
                    <a:pt x="8347" y="6315"/>
                    <a:pt x="8140" y="6233"/>
                    <a:pt x="8005" y="6080"/>
                  </a:cubicBezTo>
                  <a:cubicBezTo>
                    <a:pt x="7987" y="6053"/>
                    <a:pt x="7951" y="6035"/>
                    <a:pt x="7906" y="6035"/>
                  </a:cubicBezTo>
                  <a:lnTo>
                    <a:pt x="7834" y="6044"/>
                  </a:lnTo>
                  <a:cubicBezTo>
                    <a:pt x="7655" y="6153"/>
                    <a:pt x="7450" y="6201"/>
                    <a:pt x="7242" y="6201"/>
                  </a:cubicBezTo>
                  <a:cubicBezTo>
                    <a:pt x="7208" y="6201"/>
                    <a:pt x="7174" y="6200"/>
                    <a:pt x="7140" y="6197"/>
                  </a:cubicBezTo>
                  <a:cubicBezTo>
                    <a:pt x="7022" y="6188"/>
                    <a:pt x="6905" y="6161"/>
                    <a:pt x="6797" y="6116"/>
                  </a:cubicBezTo>
                  <a:cubicBezTo>
                    <a:pt x="6680" y="6080"/>
                    <a:pt x="6581" y="6026"/>
                    <a:pt x="6482" y="5954"/>
                  </a:cubicBezTo>
                  <a:lnTo>
                    <a:pt x="6464" y="5945"/>
                  </a:lnTo>
                  <a:cubicBezTo>
                    <a:pt x="6446" y="5927"/>
                    <a:pt x="6423" y="5918"/>
                    <a:pt x="6400" y="5918"/>
                  </a:cubicBezTo>
                  <a:cubicBezTo>
                    <a:pt x="6378" y="5918"/>
                    <a:pt x="6355" y="5927"/>
                    <a:pt x="6337" y="5945"/>
                  </a:cubicBezTo>
                  <a:cubicBezTo>
                    <a:pt x="6172" y="6073"/>
                    <a:pt x="5962" y="6132"/>
                    <a:pt x="5750" y="6132"/>
                  </a:cubicBezTo>
                  <a:cubicBezTo>
                    <a:pt x="5708" y="6132"/>
                    <a:pt x="5667" y="6130"/>
                    <a:pt x="5625" y="6125"/>
                  </a:cubicBezTo>
                  <a:cubicBezTo>
                    <a:pt x="5499" y="6116"/>
                    <a:pt x="5373" y="6080"/>
                    <a:pt x="5256" y="6035"/>
                  </a:cubicBezTo>
                  <a:cubicBezTo>
                    <a:pt x="5183" y="6007"/>
                    <a:pt x="5110" y="5972"/>
                    <a:pt x="5042" y="5928"/>
                  </a:cubicBezTo>
                  <a:lnTo>
                    <a:pt x="5042" y="5928"/>
                  </a:lnTo>
                  <a:cubicBezTo>
                    <a:pt x="5040" y="5891"/>
                    <a:pt x="5040" y="5853"/>
                    <a:pt x="5039" y="5815"/>
                  </a:cubicBezTo>
                  <a:lnTo>
                    <a:pt x="5039" y="5815"/>
                  </a:lnTo>
                  <a:cubicBezTo>
                    <a:pt x="5047" y="5791"/>
                    <a:pt x="5051" y="5764"/>
                    <a:pt x="5048" y="5738"/>
                  </a:cubicBezTo>
                  <a:cubicBezTo>
                    <a:pt x="5048" y="5736"/>
                    <a:pt x="5048" y="5735"/>
                    <a:pt x="5048" y="5733"/>
                  </a:cubicBezTo>
                  <a:lnTo>
                    <a:pt x="5048" y="5733"/>
                  </a:lnTo>
                  <a:cubicBezTo>
                    <a:pt x="5048" y="5729"/>
                    <a:pt x="5047" y="5724"/>
                    <a:pt x="5046" y="5719"/>
                  </a:cubicBezTo>
                  <a:lnTo>
                    <a:pt x="5046" y="5719"/>
                  </a:lnTo>
                  <a:cubicBezTo>
                    <a:pt x="4949" y="4851"/>
                    <a:pt x="4959" y="3974"/>
                    <a:pt x="5012" y="3097"/>
                  </a:cubicBezTo>
                  <a:cubicBezTo>
                    <a:pt x="5075" y="2213"/>
                    <a:pt x="5193" y="1330"/>
                    <a:pt x="5409" y="474"/>
                  </a:cubicBezTo>
                  <a:cubicBezTo>
                    <a:pt x="5409" y="465"/>
                    <a:pt x="5418" y="447"/>
                    <a:pt x="5418" y="438"/>
                  </a:cubicBezTo>
                  <a:cubicBezTo>
                    <a:pt x="5418" y="428"/>
                    <a:pt x="5417" y="418"/>
                    <a:pt x="5416" y="408"/>
                  </a:cubicBezTo>
                  <a:lnTo>
                    <a:pt x="5416" y="408"/>
                  </a:lnTo>
                  <a:cubicBezTo>
                    <a:pt x="5420" y="381"/>
                    <a:pt x="5424" y="352"/>
                    <a:pt x="5429" y="324"/>
                  </a:cubicBezTo>
                  <a:lnTo>
                    <a:pt x="5429" y="324"/>
                  </a:lnTo>
                  <a:cubicBezTo>
                    <a:pt x="5503" y="283"/>
                    <a:pt x="5580" y="250"/>
                    <a:pt x="5661" y="221"/>
                  </a:cubicBezTo>
                  <a:cubicBezTo>
                    <a:pt x="5787" y="185"/>
                    <a:pt x="5914" y="167"/>
                    <a:pt x="6040" y="167"/>
                  </a:cubicBezTo>
                  <a:close/>
                  <a:moveTo>
                    <a:pt x="5907" y="1"/>
                  </a:moveTo>
                  <a:cubicBezTo>
                    <a:pt x="5814" y="1"/>
                    <a:pt x="5721" y="5"/>
                    <a:pt x="5625" y="5"/>
                  </a:cubicBezTo>
                  <a:cubicBezTo>
                    <a:pt x="5509" y="12"/>
                    <a:pt x="5398" y="25"/>
                    <a:pt x="5279" y="25"/>
                  </a:cubicBezTo>
                  <a:cubicBezTo>
                    <a:pt x="5250" y="25"/>
                    <a:pt x="5222" y="25"/>
                    <a:pt x="5193" y="23"/>
                  </a:cubicBezTo>
                  <a:cubicBezTo>
                    <a:pt x="5166" y="23"/>
                    <a:pt x="5129" y="41"/>
                    <a:pt x="5111" y="77"/>
                  </a:cubicBezTo>
                  <a:lnTo>
                    <a:pt x="5066" y="167"/>
                  </a:lnTo>
                  <a:cubicBezTo>
                    <a:pt x="5061" y="193"/>
                    <a:pt x="5056" y="217"/>
                    <a:pt x="5051" y="242"/>
                  </a:cubicBezTo>
                  <a:lnTo>
                    <a:pt x="5051" y="242"/>
                  </a:lnTo>
                  <a:lnTo>
                    <a:pt x="3642" y="194"/>
                  </a:lnTo>
                  <a:lnTo>
                    <a:pt x="2849" y="167"/>
                  </a:lnTo>
                  <a:cubicBezTo>
                    <a:pt x="2812" y="164"/>
                    <a:pt x="2773" y="163"/>
                    <a:pt x="2732" y="163"/>
                  </a:cubicBezTo>
                  <a:cubicBezTo>
                    <a:pt x="2635" y="163"/>
                    <a:pt x="2530" y="170"/>
                    <a:pt x="2434" y="176"/>
                  </a:cubicBezTo>
                  <a:cubicBezTo>
                    <a:pt x="2299" y="194"/>
                    <a:pt x="2164" y="212"/>
                    <a:pt x="2020" y="239"/>
                  </a:cubicBezTo>
                  <a:cubicBezTo>
                    <a:pt x="1749" y="293"/>
                    <a:pt x="1479" y="383"/>
                    <a:pt x="1217" y="528"/>
                  </a:cubicBezTo>
                  <a:cubicBezTo>
                    <a:pt x="965" y="681"/>
                    <a:pt x="740" y="879"/>
                    <a:pt x="568" y="1114"/>
                  </a:cubicBezTo>
                  <a:cubicBezTo>
                    <a:pt x="208" y="1600"/>
                    <a:pt x="82" y="2195"/>
                    <a:pt x="46" y="2736"/>
                  </a:cubicBezTo>
                  <a:cubicBezTo>
                    <a:pt x="1" y="3286"/>
                    <a:pt x="64" y="3890"/>
                    <a:pt x="343" y="4413"/>
                  </a:cubicBezTo>
                  <a:cubicBezTo>
                    <a:pt x="487" y="4674"/>
                    <a:pt x="686" y="4899"/>
                    <a:pt x="920" y="5080"/>
                  </a:cubicBezTo>
                  <a:cubicBezTo>
                    <a:pt x="1145" y="5260"/>
                    <a:pt x="1407" y="5386"/>
                    <a:pt x="1668" y="5476"/>
                  </a:cubicBezTo>
                  <a:cubicBezTo>
                    <a:pt x="1794" y="5521"/>
                    <a:pt x="1930" y="5557"/>
                    <a:pt x="2065" y="5593"/>
                  </a:cubicBezTo>
                  <a:cubicBezTo>
                    <a:pt x="2128" y="5611"/>
                    <a:pt x="2200" y="5620"/>
                    <a:pt x="2272" y="5639"/>
                  </a:cubicBezTo>
                  <a:cubicBezTo>
                    <a:pt x="2335" y="5648"/>
                    <a:pt x="2398" y="5648"/>
                    <a:pt x="2470" y="5657"/>
                  </a:cubicBezTo>
                  <a:cubicBezTo>
                    <a:pt x="2732" y="5684"/>
                    <a:pt x="2993" y="5720"/>
                    <a:pt x="3255" y="5756"/>
                  </a:cubicBezTo>
                  <a:cubicBezTo>
                    <a:pt x="3723" y="5827"/>
                    <a:pt x="4184" y="5885"/>
                    <a:pt x="4651" y="5928"/>
                  </a:cubicBezTo>
                  <a:lnTo>
                    <a:pt x="4651" y="5928"/>
                  </a:lnTo>
                  <a:cubicBezTo>
                    <a:pt x="4651" y="5964"/>
                    <a:pt x="4654" y="6000"/>
                    <a:pt x="4661" y="6035"/>
                  </a:cubicBezTo>
                  <a:lnTo>
                    <a:pt x="4661" y="6080"/>
                  </a:lnTo>
                  <a:cubicBezTo>
                    <a:pt x="4670" y="6143"/>
                    <a:pt x="4715" y="6188"/>
                    <a:pt x="4778" y="6197"/>
                  </a:cubicBezTo>
                  <a:cubicBezTo>
                    <a:pt x="4922" y="6215"/>
                    <a:pt x="5057" y="6242"/>
                    <a:pt x="5193" y="6260"/>
                  </a:cubicBezTo>
                  <a:cubicBezTo>
                    <a:pt x="5337" y="6279"/>
                    <a:pt x="5472" y="6297"/>
                    <a:pt x="5607" y="6306"/>
                  </a:cubicBezTo>
                  <a:cubicBezTo>
                    <a:pt x="5742" y="6315"/>
                    <a:pt x="5887" y="6324"/>
                    <a:pt x="6022" y="6324"/>
                  </a:cubicBezTo>
                  <a:cubicBezTo>
                    <a:pt x="6133" y="6324"/>
                    <a:pt x="6243" y="6318"/>
                    <a:pt x="6358" y="6316"/>
                  </a:cubicBezTo>
                  <a:lnTo>
                    <a:pt x="6358" y="6316"/>
                  </a:lnTo>
                  <a:cubicBezTo>
                    <a:pt x="6479" y="6347"/>
                    <a:pt x="6594" y="6371"/>
                    <a:pt x="6716" y="6396"/>
                  </a:cubicBezTo>
                  <a:cubicBezTo>
                    <a:pt x="6851" y="6423"/>
                    <a:pt x="6986" y="6441"/>
                    <a:pt x="7122" y="6450"/>
                  </a:cubicBezTo>
                  <a:cubicBezTo>
                    <a:pt x="7185" y="6454"/>
                    <a:pt x="7247" y="6456"/>
                    <a:pt x="7308" y="6456"/>
                  </a:cubicBezTo>
                  <a:cubicBezTo>
                    <a:pt x="7485" y="6456"/>
                    <a:pt x="7658" y="6441"/>
                    <a:pt x="7841" y="6424"/>
                  </a:cubicBezTo>
                  <a:lnTo>
                    <a:pt x="7841" y="6424"/>
                  </a:lnTo>
                  <a:cubicBezTo>
                    <a:pt x="8064" y="6538"/>
                    <a:pt x="8301" y="6612"/>
                    <a:pt x="8546" y="6612"/>
                  </a:cubicBezTo>
                  <a:cubicBezTo>
                    <a:pt x="8578" y="6614"/>
                    <a:pt x="8609" y="6615"/>
                    <a:pt x="8641" y="6615"/>
                  </a:cubicBezTo>
                  <a:cubicBezTo>
                    <a:pt x="8860" y="6615"/>
                    <a:pt x="9068" y="6567"/>
                    <a:pt x="9276" y="6515"/>
                  </a:cubicBezTo>
                  <a:lnTo>
                    <a:pt x="9276" y="6515"/>
                  </a:lnTo>
                  <a:cubicBezTo>
                    <a:pt x="15516" y="6831"/>
                    <a:pt x="21748" y="7298"/>
                    <a:pt x="27980" y="7730"/>
                  </a:cubicBezTo>
                  <a:lnTo>
                    <a:pt x="46729" y="9037"/>
                  </a:lnTo>
                  <a:lnTo>
                    <a:pt x="84218" y="11678"/>
                  </a:lnTo>
                  <a:lnTo>
                    <a:pt x="84254" y="11678"/>
                  </a:lnTo>
                  <a:cubicBezTo>
                    <a:pt x="85272" y="11489"/>
                    <a:pt x="86291" y="11308"/>
                    <a:pt x="87309" y="11110"/>
                  </a:cubicBezTo>
                  <a:cubicBezTo>
                    <a:pt x="88328" y="10921"/>
                    <a:pt x="89337" y="10704"/>
                    <a:pt x="90356" y="10515"/>
                  </a:cubicBezTo>
                  <a:cubicBezTo>
                    <a:pt x="90861" y="10416"/>
                    <a:pt x="91375" y="10335"/>
                    <a:pt x="91879" y="10245"/>
                  </a:cubicBezTo>
                  <a:cubicBezTo>
                    <a:pt x="92384" y="10127"/>
                    <a:pt x="92889" y="10001"/>
                    <a:pt x="93394" y="9875"/>
                  </a:cubicBezTo>
                  <a:cubicBezTo>
                    <a:pt x="94403" y="9641"/>
                    <a:pt x="95404" y="9397"/>
                    <a:pt x="96422" y="9181"/>
                  </a:cubicBezTo>
                  <a:lnTo>
                    <a:pt x="96431" y="9172"/>
                  </a:lnTo>
                  <a:cubicBezTo>
                    <a:pt x="96504" y="9163"/>
                    <a:pt x="96558" y="9100"/>
                    <a:pt x="96576" y="9028"/>
                  </a:cubicBezTo>
                  <a:cubicBezTo>
                    <a:pt x="96594" y="8920"/>
                    <a:pt x="96522" y="8820"/>
                    <a:pt x="96422" y="8802"/>
                  </a:cubicBezTo>
                  <a:cubicBezTo>
                    <a:pt x="95422" y="8613"/>
                    <a:pt x="94439" y="8361"/>
                    <a:pt x="93457" y="8090"/>
                  </a:cubicBezTo>
                  <a:cubicBezTo>
                    <a:pt x="92970" y="7955"/>
                    <a:pt x="92474" y="7829"/>
                    <a:pt x="91988" y="7685"/>
                  </a:cubicBezTo>
                  <a:lnTo>
                    <a:pt x="90527" y="7252"/>
                  </a:lnTo>
                  <a:cubicBezTo>
                    <a:pt x="90041" y="7099"/>
                    <a:pt x="89554" y="6955"/>
                    <a:pt x="89067" y="6819"/>
                  </a:cubicBezTo>
                  <a:cubicBezTo>
                    <a:pt x="88580" y="6675"/>
                    <a:pt x="88094" y="6531"/>
                    <a:pt x="87607" y="6396"/>
                  </a:cubicBezTo>
                  <a:lnTo>
                    <a:pt x="84668" y="5566"/>
                  </a:lnTo>
                  <a:cubicBezTo>
                    <a:pt x="84659" y="5557"/>
                    <a:pt x="84650" y="5557"/>
                    <a:pt x="84641" y="5557"/>
                  </a:cubicBezTo>
                  <a:lnTo>
                    <a:pt x="47143" y="2988"/>
                  </a:lnTo>
                  <a:lnTo>
                    <a:pt x="28403" y="1708"/>
                  </a:lnTo>
                  <a:lnTo>
                    <a:pt x="19029" y="1059"/>
                  </a:lnTo>
                  <a:cubicBezTo>
                    <a:pt x="15901" y="834"/>
                    <a:pt x="12773" y="672"/>
                    <a:pt x="9663" y="320"/>
                  </a:cubicBezTo>
                  <a:lnTo>
                    <a:pt x="9663" y="320"/>
                  </a:lnTo>
                  <a:lnTo>
                    <a:pt x="9727" y="338"/>
                  </a:lnTo>
                  <a:cubicBezTo>
                    <a:pt x="9474" y="293"/>
                    <a:pt x="9231" y="248"/>
                    <a:pt x="8987" y="239"/>
                  </a:cubicBezTo>
                  <a:cubicBezTo>
                    <a:pt x="8898" y="233"/>
                    <a:pt x="8808" y="231"/>
                    <a:pt x="8717" y="231"/>
                  </a:cubicBezTo>
                  <a:cubicBezTo>
                    <a:pt x="8618" y="231"/>
                    <a:pt x="8519" y="233"/>
                    <a:pt x="8419" y="233"/>
                  </a:cubicBezTo>
                  <a:cubicBezTo>
                    <a:pt x="8391" y="233"/>
                    <a:pt x="8363" y="233"/>
                    <a:pt x="8335" y="232"/>
                  </a:cubicBezTo>
                  <a:lnTo>
                    <a:pt x="8335" y="232"/>
                  </a:lnTo>
                  <a:cubicBezTo>
                    <a:pt x="8081" y="150"/>
                    <a:pt x="7827" y="85"/>
                    <a:pt x="7572" y="68"/>
                  </a:cubicBezTo>
                  <a:cubicBezTo>
                    <a:pt x="7534" y="66"/>
                    <a:pt x="7496" y="64"/>
                    <a:pt x="7458" y="64"/>
                  </a:cubicBezTo>
                  <a:cubicBezTo>
                    <a:pt x="7355" y="64"/>
                    <a:pt x="7254" y="73"/>
                    <a:pt x="7149" y="86"/>
                  </a:cubicBezTo>
                  <a:cubicBezTo>
                    <a:pt x="7039" y="93"/>
                    <a:pt x="6930" y="112"/>
                    <a:pt x="6811" y="129"/>
                  </a:cubicBezTo>
                  <a:lnTo>
                    <a:pt x="6811" y="129"/>
                  </a:lnTo>
                  <a:cubicBezTo>
                    <a:pt x="6696" y="97"/>
                    <a:pt x="6584" y="71"/>
                    <a:pt x="6473" y="50"/>
                  </a:cubicBezTo>
                  <a:cubicBezTo>
                    <a:pt x="6328" y="23"/>
                    <a:pt x="6184" y="5"/>
                    <a:pt x="6049" y="5"/>
                  </a:cubicBezTo>
                  <a:cubicBezTo>
                    <a:pt x="6001" y="2"/>
                    <a:pt x="5954" y="1"/>
                    <a:pt x="5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5" name="Google Shape;5915;p200"/>
            <p:cNvSpPr/>
            <p:nvPr/>
          </p:nvSpPr>
          <p:spPr>
            <a:xfrm>
              <a:off x="2297125" y="3977050"/>
              <a:ext cx="10375" cy="58250"/>
            </a:xfrm>
            <a:custGeom>
              <a:avLst/>
              <a:gdLst/>
              <a:ahLst/>
              <a:cxnLst/>
              <a:rect l="l" t="t" r="r" b="b"/>
              <a:pathLst>
                <a:path w="415" h="2330" extrusionOk="0">
                  <a:moveTo>
                    <a:pt x="214" y="0"/>
                  </a:moveTo>
                  <a:cubicBezTo>
                    <a:pt x="203" y="0"/>
                    <a:pt x="192" y="1"/>
                    <a:pt x="180" y="3"/>
                  </a:cubicBezTo>
                  <a:cubicBezTo>
                    <a:pt x="72" y="12"/>
                    <a:pt x="0" y="111"/>
                    <a:pt x="18" y="219"/>
                  </a:cubicBezTo>
                  <a:cubicBezTo>
                    <a:pt x="63" y="535"/>
                    <a:pt x="63" y="850"/>
                    <a:pt x="63" y="1175"/>
                  </a:cubicBezTo>
                  <a:cubicBezTo>
                    <a:pt x="54" y="1490"/>
                    <a:pt x="45" y="1806"/>
                    <a:pt x="18" y="2121"/>
                  </a:cubicBezTo>
                  <a:cubicBezTo>
                    <a:pt x="18" y="2130"/>
                    <a:pt x="18" y="2139"/>
                    <a:pt x="18" y="2157"/>
                  </a:cubicBezTo>
                  <a:cubicBezTo>
                    <a:pt x="27" y="2251"/>
                    <a:pt x="116" y="2329"/>
                    <a:pt x="218" y="2329"/>
                  </a:cubicBezTo>
                  <a:cubicBezTo>
                    <a:pt x="223" y="2329"/>
                    <a:pt x="229" y="2329"/>
                    <a:pt x="234" y="2329"/>
                  </a:cubicBezTo>
                  <a:cubicBezTo>
                    <a:pt x="343" y="2320"/>
                    <a:pt x="415" y="2229"/>
                    <a:pt x="406" y="2121"/>
                  </a:cubicBezTo>
                  <a:lnTo>
                    <a:pt x="406" y="2103"/>
                  </a:lnTo>
                  <a:cubicBezTo>
                    <a:pt x="379" y="1797"/>
                    <a:pt x="370" y="1481"/>
                    <a:pt x="361" y="1166"/>
                  </a:cubicBezTo>
                  <a:cubicBezTo>
                    <a:pt x="361" y="859"/>
                    <a:pt x="361" y="544"/>
                    <a:pt x="406" y="228"/>
                  </a:cubicBezTo>
                  <a:lnTo>
                    <a:pt x="406" y="219"/>
                  </a:lnTo>
                  <a:cubicBezTo>
                    <a:pt x="406" y="201"/>
                    <a:pt x="406" y="183"/>
                    <a:pt x="406" y="165"/>
                  </a:cubicBezTo>
                  <a:cubicBezTo>
                    <a:pt x="390" y="68"/>
                    <a:pt x="308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6" name="Google Shape;5916;p200"/>
            <p:cNvSpPr/>
            <p:nvPr/>
          </p:nvSpPr>
          <p:spPr>
            <a:xfrm>
              <a:off x="2334525" y="3993050"/>
              <a:ext cx="10850" cy="45625"/>
            </a:xfrm>
            <a:custGeom>
              <a:avLst/>
              <a:gdLst/>
              <a:ahLst/>
              <a:cxnLst/>
              <a:rect l="l" t="t" r="r" b="b"/>
              <a:pathLst>
                <a:path w="434" h="1825" extrusionOk="0">
                  <a:moveTo>
                    <a:pt x="211" y="0"/>
                  </a:moveTo>
                  <a:cubicBezTo>
                    <a:pt x="201" y="0"/>
                    <a:pt x="191" y="1"/>
                    <a:pt x="181" y="3"/>
                  </a:cubicBezTo>
                  <a:cubicBezTo>
                    <a:pt x="73" y="21"/>
                    <a:pt x="0" y="120"/>
                    <a:pt x="9" y="228"/>
                  </a:cubicBezTo>
                  <a:cubicBezTo>
                    <a:pt x="45" y="454"/>
                    <a:pt x="55" y="679"/>
                    <a:pt x="55" y="904"/>
                  </a:cubicBezTo>
                  <a:cubicBezTo>
                    <a:pt x="64" y="1130"/>
                    <a:pt x="64" y="1355"/>
                    <a:pt x="18" y="1589"/>
                  </a:cubicBezTo>
                  <a:cubicBezTo>
                    <a:pt x="9" y="1616"/>
                    <a:pt x="9" y="1653"/>
                    <a:pt x="18" y="1680"/>
                  </a:cubicBezTo>
                  <a:cubicBezTo>
                    <a:pt x="48" y="1767"/>
                    <a:pt x="124" y="1825"/>
                    <a:pt x="209" y="1825"/>
                  </a:cubicBezTo>
                  <a:cubicBezTo>
                    <a:pt x="229" y="1825"/>
                    <a:pt x="250" y="1822"/>
                    <a:pt x="271" y="1815"/>
                  </a:cubicBezTo>
                  <a:cubicBezTo>
                    <a:pt x="370" y="1788"/>
                    <a:pt x="433" y="1671"/>
                    <a:pt x="406" y="1571"/>
                  </a:cubicBezTo>
                  <a:cubicBezTo>
                    <a:pt x="343" y="1346"/>
                    <a:pt x="325" y="1130"/>
                    <a:pt x="325" y="904"/>
                  </a:cubicBezTo>
                  <a:cubicBezTo>
                    <a:pt x="334" y="679"/>
                    <a:pt x="352" y="463"/>
                    <a:pt x="397" y="246"/>
                  </a:cubicBezTo>
                  <a:cubicBezTo>
                    <a:pt x="406" y="219"/>
                    <a:pt x="406" y="192"/>
                    <a:pt x="406" y="174"/>
                  </a:cubicBezTo>
                  <a:cubicBezTo>
                    <a:pt x="390" y="76"/>
                    <a:pt x="307" y="0"/>
                    <a:pt x="211" y="0"/>
                  </a:cubicBezTo>
                  <a:close/>
                </a:path>
              </a:pathLst>
            </a:custGeom>
            <a:solidFill>
              <a:srgbClr val="42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7" name="Google Shape;5917;p200"/>
            <p:cNvSpPr/>
            <p:nvPr/>
          </p:nvSpPr>
          <p:spPr>
            <a:xfrm>
              <a:off x="2368775" y="3930000"/>
              <a:ext cx="1895650" cy="136475"/>
            </a:xfrm>
            <a:custGeom>
              <a:avLst/>
              <a:gdLst/>
              <a:ahLst/>
              <a:cxnLst/>
              <a:rect l="l" t="t" r="r" b="b"/>
              <a:pathLst>
                <a:path w="75826" h="5459" extrusionOk="0">
                  <a:moveTo>
                    <a:pt x="334" y="0"/>
                  </a:moveTo>
                  <a:cubicBezTo>
                    <a:pt x="234" y="0"/>
                    <a:pt x="153" y="70"/>
                    <a:pt x="145" y="163"/>
                  </a:cubicBezTo>
                  <a:lnTo>
                    <a:pt x="145" y="172"/>
                  </a:lnTo>
                  <a:cubicBezTo>
                    <a:pt x="154" y="848"/>
                    <a:pt x="91" y="1515"/>
                    <a:pt x="64" y="2191"/>
                  </a:cubicBezTo>
                  <a:cubicBezTo>
                    <a:pt x="46" y="2525"/>
                    <a:pt x="37" y="2859"/>
                    <a:pt x="28" y="3192"/>
                  </a:cubicBezTo>
                  <a:lnTo>
                    <a:pt x="1" y="4202"/>
                  </a:lnTo>
                  <a:cubicBezTo>
                    <a:pt x="1" y="4211"/>
                    <a:pt x="1" y="4220"/>
                    <a:pt x="1" y="4229"/>
                  </a:cubicBezTo>
                  <a:cubicBezTo>
                    <a:pt x="9" y="4331"/>
                    <a:pt x="98" y="4401"/>
                    <a:pt x="199" y="4401"/>
                  </a:cubicBezTo>
                  <a:cubicBezTo>
                    <a:pt x="205" y="4401"/>
                    <a:pt x="211" y="4400"/>
                    <a:pt x="217" y="4400"/>
                  </a:cubicBezTo>
                  <a:cubicBezTo>
                    <a:pt x="325" y="4391"/>
                    <a:pt x="397" y="4292"/>
                    <a:pt x="388" y="4184"/>
                  </a:cubicBezTo>
                  <a:cubicBezTo>
                    <a:pt x="352" y="3850"/>
                    <a:pt x="325" y="3526"/>
                    <a:pt x="316" y="3192"/>
                  </a:cubicBezTo>
                  <a:cubicBezTo>
                    <a:pt x="307" y="2859"/>
                    <a:pt x="307" y="2525"/>
                    <a:pt x="316" y="2191"/>
                  </a:cubicBezTo>
                  <a:cubicBezTo>
                    <a:pt x="332" y="1593"/>
                    <a:pt x="356" y="988"/>
                    <a:pt x="482" y="395"/>
                  </a:cubicBezTo>
                  <a:lnTo>
                    <a:pt x="482" y="395"/>
                  </a:lnTo>
                  <a:cubicBezTo>
                    <a:pt x="3476" y="513"/>
                    <a:pt x="6462" y="726"/>
                    <a:pt x="9447" y="930"/>
                  </a:cubicBezTo>
                  <a:lnTo>
                    <a:pt x="18569" y="1552"/>
                  </a:lnTo>
                  <a:lnTo>
                    <a:pt x="36804" y="2804"/>
                  </a:lnTo>
                  <a:lnTo>
                    <a:pt x="55039" y="4075"/>
                  </a:lnTo>
                  <a:lnTo>
                    <a:pt x="64162" y="4715"/>
                  </a:lnTo>
                  <a:lnTo>
                    <a:pt x="68714" y="5031"/>
                  </a:lnTo>
                  <a:lnTo>
                    <a:pt x="70994" y="5193"/>
                  </a:lnTo>
                  <a:cubicBezTo>
                    <a:pt x="71760" y="5256"/>
                    <a:pt x="72517" y="5265"/>
                    <a:pt x="73275" y="5446"/>
                  </a:cubicBezTo>
                  <a:lnTo>
                    <a:pt x="73284" y="5455"/>
                  </a:lnTo>
                  <a:cubicBezTo>
                    <a:pt x="73296" y="5457"/>
                    <a:pt x="73307" y="5458"/>
                    <a:pt x="73319" y="5458"/>
                  </a:cubicBezTo>
                  <a:cubicBezTo>
                    <a:pt x="73385" y="5458"/>
                    <a:pt x="73440" y="5416"/>
                    <a:pt x="73455" y="5346"/>
                  </a:cubicBezTo>
                  <a:cubicBezTo>
                    <a:pt x="73473" y="5274"/>
                    <a:pt x="73545" y="5175"/>
                    <a:pt x="73617" y="5094"/>
                  </a:cubicBezTo>
                  <a:cubicBezTo>
                    <a:pt x="73689" y="5013"/>
                    <a:pt x="73770" y="4932"/>
                    <a:pt x="73861" y="4851"/>
                  </a:cubicBezTo>
                  <a:cubicBezTo>
                    <a:pt x="74041" y="4706"/>
                    <a:pt x="74239" y="4571"/>
                    <a:pt x="74428" y="4436"/>
                  </a:cubicBezTo>
                  <a:cubicBezTo>
                    <a:pt x="74627" y="4301"/>
                    <a:pt x="74825" y="4175"/>
                    <a:pt x="75032" y="4057"/>
                  </a:cubicBezTo>
                  <a:cubicBezTo>
                    <a:pt x="75240" y="3949"/>
                    <a:pt x="75456" y="3841"/>
                    <a:pt x="75681" y="3751"/>
                  </a:cubicBezTo>
                  <a:cubicBezTo>
                    <a:pt x="75699" y="3742"/>
                    <a:pt x="75717" y="3733"/>
                    <a:pt x="75735" y="3715"/>
                  </a:cubicBezTo>
                  <a:cubicBezTo>
                    <a:pt x="75817" y="3643"/>
                    <a:pt x="75826" y="3517"/>
                    <a:pt x="75753" y="3435"/>
                  </a:cubicBezTo>
                  <a:cubicBezTo>
                    <a:pt x="75714" y="3391"/>
                    <a:pt x="75659" y="3368"/>
                    <a:pt x="75604" y="3368"/>
                  </a:cubicBezTo>
                  <a:cubicBezTo>
                    <a:pt x="75557" y="3368"/>
                    <a:pt x="75511" y="3384"/>
                    <a:pt x="75474" y="3417"/>
                  </a:cubicBezTo>
                  <a:cubicBezTo>
                    <a:pt x="75294" y="3580"/>
                    <a:pt x="75104" y="3733"/>
                    <a:pt x="74915" y="3868"/>
                  </a:cubicBezTo>
                  <a:cubicBezTo>
                    <a:pt x="74726" y="4012"/>
                    <a:pt x="74528" y="4148"/>
                    <a:pt x="74329" y="4283"/>
                  </a:cubicBezTo>
                  <a:lnTo>
                    <a:pt x="73725" y="4670"/>
                  </a:lnTo>
                  <a:cubicBezTo>
                    <a:pt x="73617" y="4733"/>
                    <a:pt x="73518" y="4806"/>
                    <a:pt x="73419" y="4878"/>
                  </a:cubicBezTo>
                  <a:cubicBezTo>
                    <a:pt x="73347" y="4937"/>
                    <a:pt x="73270" y="4991"/>
                    <a:pt x="73195" y="5068"/>
                  </a:cubicBezTo>
                  <a:lnTo>
                    <a:pt x="73195" y="5068"/>
                  </a:lnTo>
                  <a:cubicBezTo>
                    <a:pt x="73017" y="5083"/>
                    <a:pt x="72839" y="5089"/>
                    <a:pt x="72662" y="5089"/>
                  </a:cubicBezTo>
                  <a:cubicBezTo>
                    <a:pt x="72107" y="5089"/>
                    <a:pt x="71560" y="5030"/>
                    <a:pt x="71012" y="5004"/>
                  </a:cubicBezTo>
                  <a:lnTo>
                    <a:pt x="68732" y="4842"/>
                  </a:lnTo>
                  <a:lnTo>
                    <a:pt x="64171" y="4535"/>
                  </a:lnTo>
                  <a:lnTo>
                    <a:pt x="55048" y="3904"/>
                  </a:lnTo>
                  <a:lnTo>
                    <a:pt x="36813" y="2651"/>
                  </a:lnTo>
                  <a:lnTo>
                    <a:pt x="18578" y="1371"/>
                  </a:lnTo>
                  <a:lnTo>
                    <a:pt x="9456" y="731"/>
                  </a:lnTo>
                  <a:cubicBezTo>
                    <a:pt x="6418" y="515"/>
                    <a:pt x="3381" y="308"/>
                    <a:pt x="352" y="1"/>
                  </a:cubicBezTo>
                  <a:cubicBezTo>
                    <a:pt x="346" y="1"/>
                    <a:pt x="340" y="0"/>
                    <a:pt x="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8" name="Google Shape;5918;p200"/>
            <p:cNvSpPr/>
            <p:nvPr/>
          </p:nvSpPr>
          <p:spPr>
            <a:xfrm>
              <a:off x="4430700" y="4072425"/>
              <a:ext cx="13325" cy="57275"/>
            </a:xfrm>
            <a:custGeom>
              <a:avLst/>
              <a:gdLst/>
              <a:ahLst/>
              <a:cxnLst/>
              <a:rect l="l" t="t" r="r" b="b"/>
              <a:pathLst>
                <a:path w="533" h="2291" fill="none" extrusionOk="0">
                  <a:moveTo>
                    <a:pt x="533" y="1"/>
                  </a:moveTo>
                  <a:cubicBezTo>
                    <a:pt x="46" y="902"/>
                    <a:pt x="1" y="1668"/>
                    <a:pt x="397" y="2290"/>
                  </a:cubicBezTo>
                </a:path>
              </a:pathLst>
            </a:custGeom>
            <a:noFill/>
            <a:ln w="9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9" name="Google Shape;5919;p200"/>
            <p:cNvSpPr/>
            <p:nvPr/>
          </p:nvSpPr>
          <p:spPr>
            <a:xfrm>
              <a:off x="4195450" y="4056625"/>
              <a:ext cx="126900" cy="115300"/>
            </a:xfrm>
            <a:custGeom>
              <a:avLst/>
              <a:gdLst/>
              <a:ahLst/>
              <a:cxnLst/>
              <a:rect l="l" t="t" r="r" b="b"/>
              <a:pathLst>
                <a:path w="5076" h="4612" extrusionOk="0">
                  <a:moveTo>
                    <a:pt x="660" y="2885"/>
                  </a:moveTo>
                  <a:cubicBezTo>
                    <a:pt x="657" y="2892"/>
                    <a:pt x="655" y="2895"/>
                    <a:pt x="649" y="2895"/>
                  </a:cubicBezTo>
                  <a:cubicBezTo>
                    <a:pt x="653" y="2892"/>
                    <a:pt x="656" y="2888"/>
                    <a:pt x="660" y="2885"/>
                  </a:cubicBezTo>
                  <a:close/>
                  <a:moveTo>
                    <a:pt x="218" y="0"/>
                  </a:moveTo>
                  <a:cubicBezTo>
                    <a:pt x="177" y="0"/>
                    <a:pt x="136" y="12"/>
                    <a:pt x="99" y="38"/>
                  </a:cubicBezTo>
                  <a:cubicBezTo>
                    <a:pt x="18" y="101"/>
                    <a:pt x="0" y="218"/>
                    <a:pt x="63" y="308"/>
                  </a:cubicBezTo>
                  <a:cubicBezTo>
                    <a:pt x="126" y="381"/>
                    <a:pt x="190" y="408"/>
                    <a:pt x="244" y="444"/>
                  </a:cubicBezTo>
                  <a:cubicBezTo>
                    <a:pt x="298" y="471"/>
                    <a:pt x="343" y="489"/>
                    <a:pt x="397" y="516"/>
                  </a:cubicBezTo>
                  <a:cubicBezTo>
                    <a:pt x="496" y="552"/>
                    <a:pt x="604" y="588"/>
                    <a:pt x="703" y="624"/>
                  </a:cubicBezTo>
                  <a:lnTo>
                    <a:pt x="1289" y="804"/>
                  </a:lnTo>
                  <a:cubicBezTo>
                    <a:pt x="1686" y="921"/>
                    <a:pt x="2074" y="1048"/>
                    <a:pt x="2461" y="1183"/>
                  </a:cubicBezTo>
                  <a:cubicBezTo>
                    <a:pt x="2840" y="1318"/>
                    <a:pt x="3236" y="1453"/>
                    <a:pt x="3624" y="1588"/>
                  </a:cubicBezTo>
                  <a:cubicBezTo>
                    <a:pt x="3795" y="1643"/>
                    <a:pt x="3964" y="1697"/>
                    <a:pt x="4135" y="1750"/>
                  </a:cubicBezTo>
                  <a:lnTo>
                    <a:pt x="4135" y="1750"/>
                  </a:lnTo>
                  <a:cubicBezTo>
                    <a:pt x="4004" y="1784"/>
                    <a:pt x="3873" y="1817"/>
                    <a:pt x="3741" y="1850"/>
                  </a:cubicBezTo>
                  <a:lnTo>
                    <a:pt x="2668" y="2111"/>
                  </a:lnTo>
                  <a:lnTo>
                    <a:pt x="2137" y="2237"/>
                  </a:lnTo>
                  <a:cubicBezTo>
                    <a:pt x="1956" y="2282"/>
                    <a:pt x="1776" y="2309"/>
                    <a:pt x="1596" y="2355"/>
                  </a:cubicBezTo>
                  <a:cubicBezTo>
                    <a:pt x="1406" y="2391"/>
                    <a:pt x="1226" y="2445"/>
                    <a:pt x="1055" y="2508"/>
                  </a:cubicBezTo>
                  <a:cubicBezTo>
                    <a:pt x="875" y="2571"/>
                    <a:pt x="694" y="2643"/>
                    <a:pt x="541" y="2787"/>
                  </a:cubicBezTo>
                  <a:lnTo>
                    <a:pt x="550" y="2787"/>
                  </a:lnTo>
                  <a:cubicBezTo>
                    <a:pt x="541" y="2796"/>
                    <a:pt x="523" y="2814"/>
                    <a:pt x="523" y="2823"/>
                  </a:cubicBezTo>
                  <a:cubicBezTo>
                    <a:pt x="514" y="2850"/>
                    <a:pt x="523" y="2850"/>
                    <a:pt x="514" y="2859"/>
                  </a:cubicBezTo>
                  <a:cubicBezTo>
                    <a:pt x="514" y="2877"/>
                    <a:pt x="523" y="2886"/>
                    <a:pt x="523" y="2895"/>
                  </a:cubicBezTo>
                  <a:cubicBezTo>
                    <a:pt x="532" y="2913"/>
                    <a:pt x="541" y="2931"/>
                    <a:pt x="541" y="2940"/>
                  </a:cubicBezTo>
                  <a:cubicBezTo>
                    <a:pt x="559" y="2967"/>
                    <a:pt x="577" y="2986"/>
                    <a:pt x="586" y="3004"/>
                  </a:cubicBezTo>
                  <a:cubicBezTo>
                    <a:pt x="613" y="3040"/>
                    <a:pt x="649" y="3076"/>
                    <a:pt x="676" y="3112"/>
                  </a:cubicBezTo>
                  <a:cubicBezTo>
                    <a:pt x="739" y="3184"/>
                    <a:pt x="794" y="3247"/>
                    <a:pt x="857" y="3319"/>
                  </a:cubicBezTo>
                  <a:cubicBezTo>
                    <a:pt x="983" y="3445"/>
                    <a:pt x="1109" y="3571"/>
                    <a:pt x="1226" y="3707"/>
                  </a:cubicBezTo>
                  <a:cubicBezTo>
                    <a:pt x="1352" y="3833"/>
                    <a:pt x="1488" y="3959"/>
                    <a:pt x="1605" y="4094"/>
                  </a:cubicBezTo>
                  <a:lnTo>
                    <a:pt x="1794" y="4293"/>
                  </a:lnTo>
                  <a:cubicBezTo>
                    <a:pt x="1830" y="4329"/>
                    <a:pt x="1866" y="4365"/>
                    <a:pt x="1902" y="4401"/>
                  </a:cubicBezTo>
                  <a:cubicBezTo>
                    <a:pt x="1947" y="4437"/>
                    <a:pt x="1983" y="4473"/>
                    <a:pt x="2046" y="4509"/>
                  </a:cubicBezTo>
                  <a:lnTo>
                    <a:pt x="2173" y="4581"/>
                  </a:lnTo>
                  <a:cubicBezTo>
                    <a:pt x="2211" y="4600"/>
                    <a:pt x="2254" y="4611"/>
                    <a:pt x="2298" y="4611"/>
                  </a:cubicBezTo>
                  <a:cubicBezTo>
                    <a:pt x="2337" y="4611"/>
                    <a:pt x="2378" y="4602"/>
                    <a:pt x="2416" y="4581"/>
                  </a:cubicBezTo>
                  <a:cubicBezTo>
                    <a:pt x="2533" y="4509"/>
                    <a:pt x="2578" y="4356"/>
                    <a:pt x="2506" y="4238"/>
                  </a:cubicBezTo>
                  <a:cubicBezTo>
                    <a:pt x="2462" y="4157"/>
                    <a:pt x="2376" y="4111"/>
                    <a:pt x="2284" y="4111"/>
                  </a:cubicBezTo>
                  <a:cubicBezTo>
                    <a:pt x="2244" y="4111"/>
                    <a:pt x="2202" y="4120"/>
                    <a:pt x="2164" y="4139"/>
                  </a:cubicBezTo>
                  <a:cubicBezTo>
                    <a:pt x="2160" y="4146"/>
                    <a:pt x="2151" y="4149"/>
                    <a:pt x="2140" y="4149"/>
                  </a:cubicBezTo>
                  <a:cubicBezTo>
                    <a:pt x="2122" y="4149"/>
                    <a:pt x="2096" y="4141"/>
                    <a:pt x="2074" y="4130"/>
                  </a:cubicBezTo>
                  <a:cubicBezTo>
                    <a:pt x="2037" y="4121"/>
                    <a:pt x="2001" y="4103"/>
                    <a:pt x="1956" y="4085"/>
                  </a:cubicBezTo>
                  <a:cubicBezTo>
                    <a:pt x="1884" y="4049"/>
                    <a:pt x="1812" y="3995"/>
                    <a:pt x="1740" y="3941"/>
                  </a:cubicBezTo>
                  <a:cubicBezTo>
                    <a:pt x="1596" y="3842"/>
                    <a:pt x="1470" y="3716"/>
                    <a:pt x="1343" y="3589"/>
                  </a:cubicBezTo>
                  <a:cubicBezTo>
                    <a:pt x="1217" y="3463"/>
                    <a:pt x="1091" y="3337"/>
                    <a:pt x="965" y="3211"/>
                  </a:cubicBezTo>
                  <a:cubicBezTo>
                    <a:pt x="902" y="3148"/>
                    <a:pt x="848" y="3085"/>
                    <a:pt x="785" y="3013"/>
                  </a:cubicBezTo>
                  <a:cubicBezTo>
                    <a:pt x="757" y="2986"/>
                    <a:pt x="730" y="2949"/>
                    <a:pt x="703" y="2913"/>
                  </a:cubicBezTo>
                  <a:cubicBezTo>
                    <a:pt x="695" y="2896"/>
                    <a:pt x="686" y="2887"/>
                    <a:pt x="677" y="2870"/>
                  </a:cubicBezTo>
                  <a:lnTo>
                    <a:pt x="677" y="2870"/>
                  </a:lnTo>
                  <a:cubicBezTo>
                    <a:pt x="792" y="2769"/>
                    <a:pt x="950" y="2710"/>
                    <a:pt x="1100" y="2652"/>
                  </a:cubicBezTo>
                  <a:cubicBezTo>
                    <a:pt x="1271" y="2598"/>
                    <a:pt x="1452" y="2562"/>
                    <a:pt x="1632" y="2526"/>
                  </a:cubicBezTo>
                  <a:cubicBezTo>
                    <a:pt x="1803" y="2490"/>
                    <a:pt x="1992" y="2472"/>
                    <a:pt x="2173" y="2427"/>
                  </a:cubicBezTo>
                  <a:lnTo>
                    <a:pt x="2713" y="2328"/>
                  </a:lnTo>
                  <a:lnTo>
                    <a:pt x="3804" y="2120"/>
                  </a:lnTo>
                  <a:cubicBezTo>
                    <a:pt x="4165" y="2057"/>
                    <a:pt x="4534" y="1994"/>
                    <a:pt x="4895" y="1949"/>
                  </a:cubicBezTo>
                  <a:cubicBezTo>
                    <a:pt x="4985" y="1931"/>
                    <a:pt x="5048" y="1868"/>
                    <a:pt x="5057" y="1778"/>
                  </a:cubicBezTo>
                  <a:cubicBezTo>
                    <a:pt x="5075" y="1669"/>
                    <a:pt x="4994" y="1579"/>
                    <a:pt x="4895" y="1570"/>
                  </a:cubicBezTo>
                  <a:lnTo>
                    <a:pt x="4886" y="1570"/>
                  </a:lnTo>
                  <a:lnTo>
                    <a:pt x="4886" y="1561"/>
                  </a:lnTo>
                  <a:cubicBezTo>
                    <a:pt x="4489" y="1525"/>
                    <a:pt x="4093" y="1444"/>
                    <a:pt x="3696" y="1336"/>
                  </a:cubicBezTo>
                  <a:cubicBezTo>
                    <a:pt x="3299" y="1237"/>
                    <a:pt x="2921" y="1111"/>
                    <a:pt x="2533" y="975"/>
                  </a:cubicBezTo>
                  <a:cubicBezTo>
                    <a:pt x="2146" y="840"/>
                    <a:pt x="1758" y="705"/>
                    <a:pt x="1370" y="561"/>
                  </a:cubicBezTo>
                  <a:cubicBezTo>
                    <a:pt x="1181" y="489"/>
                    <a:pt x="992" y="417"/>
                    <a:pt x="812" y="335"/>
                  </a:cubicBezTo>
                  <a:cubicBezTo>
                    <a:pt x="712" y="290"/>
                    <a:pt x="631" y="254"/>
                    <a:pt x="541" y="200"/>
                  </a:cubicBezTo>
                  <a:cubicBezTo>
                    <a:pt x="505" y="182"/>
                    <a:pt x="460" y="155"/>
                    <a:pt x="433" y="128"/>
                  </a:cubicBezTo>
                  <a:cubicBezTo>
                    <a:pt x="397" y="110"/>
                    <a:pt x="370" y="74"/>
                    <a:pt x="370" y="74"/>
                  </a:cubicBezTo>
                  <a:cubicBezTo>
                    <a:pt x="332" y="26"/>
                    <a:pt x="276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0" name="Google Shape;5920;p200"/>
            <p:cNvSpPr/>
            <p:nvPr/>
          </p:nvSpPr>
          <p:spPr>
            <a:xfrm>
              <a:off x="2368100" y="3995375"/>
              <a:ext cx="1847425" cy="137250"/>
            </a:xfrm>
            <a:custGeom>
              <a:avLst/>
              <a:gdLst/>
              <a:ahLst/>
              <a:cxnLst/>
              <a:rect l="l" t="t" r="r" b="b"/>
              <a:pathLst>
                <a:path w="73897" h="5490" extrusionOk="0">
                  <a:moveTo>
                    <a:pt x="208" y="0"/>
                  </a:moveTo>
                  <a:cubicBezTo>
                    <a:pt x="100" y="0"/>
                    <a:pt x="10" y="81"/>
                    <a:pt x="0" y="189"/>
                  </a:cubicBezTo>
                  <a:cubicBezTo>
                    <a:pt x="0" y="289"/>
                    <a:pt x="82" y="388"/>
                    <a:pt x="190" y="388"/>
                  </a:cubicBezTo>
                  <a:cubicBezTo>
                    <a:pt x="6319" y="694"/>
                    <a:pt x="12440" y="1136"/>
                    <a:pt x="18569" y="1560"/>
                  </a:cubicBezTo>
                  <a:lnTo>
                    <a:pt x="36940" y="2840"/>
                  </a:lnTo>
                  <a:lnTo>
                    <a:pt x="55310" y="4138"/>
                  </a:lnTo>
                  <a:lnTo>
                    <a:pt x="64495" y="4787"/>
                  </a:lnTo>
                  <a:lnTo>
                    <a:pt x="69092" y="5111"/>
                  </a:lnTo>
                  <a:lnTo>
                    <a:pt x="71382" y="5273"/>
                  </a:lnTo>
                  <a:cubicBezTo>
                    <a:pt x="72148" y="5327"/>
                    <a:pt x="72914" y="5381"/>
                    <a:pt x="73680" y="5490"/>
                  </a:cubicBezTo>
                  <a:lnTo>
                    <a:pt x="73698" y="5490"/>
                  </a:lnTo>
                  <a:cubicBezTo>
                    <a:pt x="73806" y="5490"/>
                    <a:pt x="73897" y="5399"/>
                    <a:pt x="73897" y="5291"/>
                  </a:cubicBezTo>
                  <a:cubicBezTo>
                    <a:pt x="73897" y="5183"/>
                    <a:pt x="73815" y="5102"/>
                    <a:pt x="73707" y="5102"/>
                  </a:cubicBezTo>
                  <a:cubicBezTo>
                    <a:pt x="72932" y="5093"/>
                    <a:pt x="72166" y="5048"/>
                    <a:pt x="71409" y="4994"/>
                  </a:cubicBezTo>
                  <a:lnTo>
                    <a:pt x="69110" y="4832"/>
                  </a:lnTo>
                  <a:lnTo>
                    <a:pt x="64513" y="4525"/>
                  </a:lnTo>
                  <a:lnTo>
                    <a:pt x="55328" y="3903"/>
                  </a:lnTo>
                  <a:lnTo>
                    <a:pt x="36949" y="2650"/>
                  </a:lnTo>
                  <a:lnTo>
                    <a:pt x="18578" y="1379"/>
                  </a:lnTo>
                  <a:cubicBezTo>
                    <a:pt x="12458" y="956"/>
                    <a:pt x="6328" y="550"/>
                    <a:pt x="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5" name="Google Shape;5925;p201"/>
          <p:cNvGrpSpPr/>
          <p:nvPr/>
        </p:nvGrpSpPr>
        <p:grpSpPr>
          <a:xfrm>
            <a:off x="6417256" y="1903994"/>
            <a:ext cx="2184262" cy="1573469"/>
            <a:chOff x="6030837" y="1904019"/>
            <a:chExt cx="2184262" cy="1573469"/>
          </a:xfrm>
        </p:grpSpPr>
        <p:grpSp>
          <p:nvGrpSpPr>
            <p:cNvPr id="5926" name="Google Shape;5926;p201"/>
            <p:cNvGrpSpPr/>
            <p:nvPr/>
          </p:nvGrpSpPr>
          <p:grpSpPr>
            <a:xfrm rot="534783">
              <a:off x="6866714" y="1926899"/>
              <a:ext cx="1040892" cy="664991"/>
              <a:chOff x="4345425" y="2175475"/>
              <a:chExt cx="800750" cy="176025"/>
            </a:xfrm>
          </p:grpSpPr>
          <p:sp>
            <p:nvSpPr>
              <p:cNvPr id="5927" name="Google Shape;5927;p201"/>
              <p:cNvSpPr/>
              <p:nvPr/>
            </p:nvSpPr>
            <p:spPr>
              <a:xfrm>
                <a:off x="4351850" y="2175475"/>
                <a:ext cx="763000" cy="156275"/>
              </a:xfrm>
              <a:custGeom>
                <a:avLst/>
                <a:gdLst/>
                <a:ahLst/>
                <a:cxnLst/>
                <a:rect l="l" t="t" r="r" b="b"/>
                <a:pathLst>
                  <a:path w="30520" h="6251" extrusionOk="0">
                    <a:moveTo>
                      <a:pt x="28815" y="0"/>
                    </a:moveTo>
                    <a:cubicBezTo>
                      <a:pt x="19166" y="50"/>
                      <a:pt x="9617" y="1178"/>
                      <a:pt x="243" y="3359"/>
                    </a:cubicBezTo>
                    <a:cubicBezTo>
                      <a:pt x="1" y="3431"/>
                      <a:pt x="1096" y="6250"/>
                      <a:pt x="1871" y="6250"/>
                    </a:cubicBezTo>
                    <a:cubicBezTo>
                      <a:pt x="1897" y="6250"/>
                      <a:pt x="1923" y="6247"/>
                      <a:pt x="1948" y="6241"/>
                    </a:cubicBezTo>
                    <a:cubicBezTo>
                      <a:pt x="11321" y="4060"/>
                      <a:pt x="20870" y="2933"/>
                      <a:pt x="30494" y="2882"/>
                    </a:cubicBezTo>
                    <a:cubicBezTo>
                      <a:pt x="30519" y="2882"/>
                      <a:pt x="29742" y="0"/>
                      <a:pt x="28815" y="0"/>
                    </a:cubicBezTo>
                    <a:close/>
                  </a:path>
                </a:pathLst>
              </a:custGeom>
              <a:solidFill>
                <a:srgbClr val="B0D5F7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8" name="Google Shape;5928;p201"/>
              <p:cNvSpPr/>
              <p:nvPr/>
            </p:nvSpPr>
            <p:spPr>
              <a:xfrm>
                <a:off x="4345425" y="2195925"/>
                <a:ext cx="80075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2030" h="6223" extrusionOk="0">
                    <a:moveTo>
                      <a:pt x="28845" y="0"/>
                    </a:moveTo>
                    <a:cubicBezTo>
                      <a:pt x="27445" y="0"/>
                      <a:pt x="25887" y="355"/>
                      <a:pt x="24736" y="435"/>
                    </a:cubicBezTo>
                    <a:cubicBezTo>
                      <a:pt x="22004" y="611"/>
                      <a:pt x="19247" y="811"/>
                      <a:pt x="16490" y="987"/>
                    </a:cubicBezTo>
                    <a:cubicBezTo>
                      <a:pt x="11578" y="1338"/>
                      <a:pt x="6240" y="1112"/>
                      <a:pt x="1603" y="3042"/>
                    </a:cubicBezTo>
                    <a:cubicBezTo>
                      <a:pt x="0" y="3697"/>
                      <a:pt x="919" y="6222"/>
                      <a:pt x="2308" y="6222"/>
                    </a:cubicBezTo>
                    <a:cubicBezTo>
                      <a:pt x="2461" y="6222"/>
                      <a:pt x="2620" y="6192"/>
                      <a:pt x="2781" y="6125"/>
                    </a:cubicBezTo>
                    <a:cubicBezTo>
                      <a:pt x="6967" y="4370"/>
                      <a:pt x="11653" y="4546"/>
                      <a:pt x="16115" y="4220"/>
                    </a:cubicBezTo>
                    <a:cubicBezTo>
                      <a:pt x="18596" y="4069"/>
                      <a:pt x="21052" y="3894"/>
                      <a:pt x="23533" y="3719"/>
                    </a:cubicBezTo>
                    <a:cubicBezTo>
                      <a:pt x="24636" y="3643"/>
                      <a:pt x="25739" y="3568"/>
                      <a:pt x="26841" y="3493"/>
                    </a:cubicBezTo>
                    <a:cubicBezTo>
                      <a:pt x="27393" y="3468"/>
                      <a:pt x="27944" y="3418"/>
                      <a:pt x="28496" y="3393"/>
                    </a:cubicBezTo>
                    <a:cubicBezTo>
                      <a:pt x="28558" y="3393"/>
                      <a:pt x="29066" y="3437"/>
                      <a:pt x="29482" y="3437"/>
                    </a:cubicBezTo>
                    <a:cubicBezTo>
                      <a:pt x="29580" y="3437"/>
                      <a:pt x="29673" y="3434"/>
                      <a:pt x="29754" y="3428"/>
                    </a:cubicBezTo>
                    <a:lnTo>
                      <a:pt x="29754" y="3428"/>
                    </a:lnTo>
                    <a:cubicBezTo>
                      <a:pt x="30007" y="3587"/>
                      <a:pt x="30293" y="3683"/>
                      <a:pt x="30597" y="3683"/>
                    </a:cubicBezTo>
                    <a:cubicBezTo>
                      <a:pt x="30664" y="3683"/>
                      <a:pt x="30732" y="3678"/>
                      <a:pt x="30801" y="3668"/>
                    </a:cubicBezTo>
                    <a:cubicBezTo>
                      <a:pt x="30877" y="3668"/>
                      <a:pt x="30952" y="3643"/>
                      <a:pt x="31002" y="3643"/>
                    </a:cubicBezTo>
                    <a:cubicBezTo>
                      <a:pt x="31528" y="3568"/>
                      <a:pt x="31829" y="2992"/>
                      <a:pt x="31904" y="2516"/>
                    </a:cubicBezTo>
                    <a:lnTo>
                      <a:pt x="31929" y="2265"/>
                    </a:lnTo>
                    <a:cubicBezTo>
                      <a:pt x="32029" y="1563"/>
                      <a:pt x="31578" y="811"/>
                      <a:pt x="30977" y="460"/>
                    </a:cubicBezTo>
                    <a:cubicBezTo>
                      <a:pt x="30386" y="115"/>
                      <a:pt x="29641" y="0"/>
                      <a:pt x="28845" y="0"/>
                    </a:cubicBezTo>
                    <a:close/>
                  </a:path>
                </a:pathLst>
              </a:custGeom>
              <a:solidFill>
                <a:srgbClr val="B0D5F7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929" name="Google Shape;5929;p201"/>
            <p:cNvCxnSpPr>
              <a:stCxn id="5930" idx="2"/>
              <a:endCxn id="5931" idx="0"/>
            </p:cNvCxnSpPr>
            <p:nvPr/>
          </p:nvCxnSpPr>
          <p:spPr>
            <a:xfrm>
              <a:off x="7386337" y="2481094"/>
              <a:ext cx="6000" cy="132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32" name="Google Shape;5932;p201"/>
            <p:cNvCxnSpPr>
              <a:stCxn id="5933" idx="3"/>
              <a:endCxn id="5930" idx="1"/>
            </p:cNvCxnSpPr>
            <p:nvPr/>
          </p:nvCxnSpPr>
          <p:spPr>
            <a:xfrm rot="10800000" flipH="1">
              <a:off x="6030837" y="2259469"/>
              <a:ext cx="772500" cy="5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31" name="Google Shape;5931;p201"/>
            <p:cNvSpPr txBox="1"/>
            <p:nvPr/>
          </p:nvSpPr>
          <p:spPr>
            <a:xfrm>
              <a:off x="6569299" y="2613788"/>
              <a:ext cx="16458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Muli"/>
                  <a:ea typeface="Muli"/>
                  <a:cs typeface="Muli"/>
                  <a:sym typeface="Muli"/>
                </a:rPr>
                <a:t>Amazing! You now have the correct answer!</a:t>
              </a:r>
              <a:endParaRPr sz="23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5930" name="Google Shape;5930;p201"/>
            <p:cNvSpPr txBox="1"/>
            <p:nvPr/>
          </p:nvSpPr>
          <p:spPr>
            <a:xfrm>
              <a:off x="6803437" y="2037694"/>
              <a:ext cx="11658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dk1"/>
                  </a:solidFill>
                  <a:latin typeface="Itim"/>
                  <a:ea typeface="Itim"/>
                  <a:cs typeface="Itim"/>
                  <a:sym typeface="Itim"/>
                </a:rPr>
                <a:t>2</a:t>
              </a:r>
              <a:endParaRPr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endParaRPr>
            </a:p>
          </p:txBody>
        </p:sp>
      </p:grpSp>
      <p:grpSp>
        <p:nvGrpSpPr>
          <p:cNvPr id="5934" name="Google Shape;5934;p201"/>
          <p:cNvGrpSpPr/>
          <p:nvPr/>
        </p:nvGrpSpPr>
        <p:grpSpPr>
          <a:xfrm>
            <a:off x="4083332" y="1903994"/>
            <a:ext cx="2913818" cy="1574456"/>
            <a:chOff x="3900338" y="1904019"/>
            <a:chExt cx="2913818" cy="1574456"/>
          </a:xfrm>
        </p:grpSpPr>
        <p:grpSp>
          <p:nvGrpSpPr>
            <p:cNvPr id="5935" name="Google Shape;5935;p201"/>
            <p:cNvGrpSpPr/>
            <p:nvPr/>
          </p:nvGrpSpPr>
          <p:grpSpPr>
            <a:xfrm rot="534783">
              <a:off x="4989664" y="1926899"/>
              <a:ext cx="1040892" cy="664991"/>
              <a:chOff x="4345425" y="2175475"/>
              <a:chExt cx="800750" cy="176025"/>
            </a:xfrm>
          </p:grpSpPr>
          <p:sp>
            <p:nvSpPr>
              <p:cNvPr id="5936" name="Google Shape;5936;p201"/>
              <p:cNvSpPr/>
              <p:nvPr/>
            </p:nvSpPr>
            <p:spPr>
              <a:xfrm>
                <a:off x="4351850" y="2175475"/>
                <a:ext cx="763000" cy="156275"/>
              </a:xfrm>
              <a:custGeom>
                <a:avLst/>
                <a:gdLst/>
                <a:ahLst/>
                <a:cxnLst/>
                <a:rect l="l" t="t" r="r" b="b"/>
                <a:pathLst>
                  <a:path w="30520" h="6251" extrusionOk="0">
                    <a:moveTo>
                      <a:pt x="28815" y="0"/>
                    </a:moveTo>
                    <a:cubicBezTo>
                      <a:pt x="19166" y="50"/>
                      <a:pt x="9617" y="1178"/>
                      <a:pt x="243" y="3359"/>
                    </a:cubicBezTo>
                    <a:cubicBezTo>
                      <a:pt x="1" y="3431"/>
                      <a:pt x="1096" y="6250"/>
                      <a:pt x="1871" y="6250"/>
                    </a:cubicBezTo>
                    <a:cubicBezTo>
                      <a:pt x="1897" y="6250"/>
                      <a:pt x="1923" y="6247"/>
                      <a:pt x="1948" y="6241"/>
                    </a:cubicBezTo>
                    <a:cubicBezTo>
                      <a:pt x="11321" y="4060"/>
                      <a:pt x="20870" y="2933"/>
                      <a:pt x="30494" y="2882"/>
                    </a:cubicBezTo>
                    <a:cubicBezTo>
                      <a:pt x="30519" y="2882"/>
                      <a:pt x="29742" y="0"/>
                      <a:pt x="28815" y="0"/>
                    </a:cubicBezTo>
                    <a:close/>
                  </a:path>
                </a:pathLst>
              </a:custGeom>
              <a:solidFill>
                <a:srgbClr val="FFD400">
                  <a:alpha val="172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7" name="Google Shape;5937;p201"/>
              <p:cNvSpPr/>
              <p:nvPr/>
            </p:nvSpPr>
            <p:spPr>
              <a:xfrm>
                <a:off x="4345425" y="2195925"/>
                <a:ext cx="80075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2030" h="6223" extrusionOk="0">
                    <a:moveTo>
                      <a:pt x="28845" y="0"/>
                    </a:moveTo>
                    <a:cubicBezTo>
                      <a:pt x="27445" y="0"/>
                      <a:pt x="25887" y="355"/>
                      <a:pt x="24736" y="435"/>
                    </a:cubicBezTo>
                    <a:cubicBezTo>
                      <a:pt x="22004" y="611"/>
                      <a:pt x="19247" y="811"/>
                      <a:pt x="16490" y="987"/>
                    </a:cubicBezTo>
                    <a:cubicBezTo>
                      <a:pt x="11578" y="1338"/>
                      <a:pt x="6240" y="1112"/>
                      <a:pt x="1603" y="3042"/>
                    </a:cubicBezTo>
                    <a:cubicBezTo>
                      <a:pt x="0" y="3697"/>
                      <a:pt x="919" y="6222"/>
                      <a:pt x="2308" y="6222"/>
                    </a:cubicBezTo>
                    <a:cubicBezTo>
                      <a:pt x="2461" y="6222"/>
                      <a:pt x="2620" y="6192"/>
                      <a:pt x="2781" y="6125"/>
                    </a:cubicBezTo>
                    <a:cubicBezTo>
                      <a:pt x="6967" y="4370"/>
                      <a:pt x="11653" y="4546"/>
                      <a:pt x="16115" y="4220"/>
                    </a:cubicBezTo>
                    <a:cubicBezTo>
                      <a:pt x="18596" y="4069"/>
                      <a:pt x="21052" y="3894"/>
                      <a:pt x="23533" y="3719"/>
                    </a:cubicBezTo>
                    <a:cubicBezTo>
                      <a:pt x="24636" y="3643"/>
                      <a:pt x="25739" y="3568"/>
                      <a:pt x="26841" y="3493"/>
                    </a:cubicBezTo>
                    <a:cubicBezTo>
                      <a:pt x="27393" y="3468"/>
                      <a:pt x="27944" y="3418"/>
                      <a:pt x="28496" y="3393"/>
                    </a:cubicBezTo>
                    <a:cubicBezTo>
                      <a:pt x="28558" y="3393"/>
                      <a:pt x="29066" y="3437"/>
                      <a:pt x="29482" y="3437"/>
                    </a:cubicBezTo>
                    <a:cubicBezTo>
                      <a:pt x="29580" y="3437"/>
                      <a:pt x="29673" y="3434"/>
                      <a:pt x="29754" y="3428"/>
                    </a:cubicBezTo>
                    <a:lnTo>
                      <a:pt x="29754" y="3428"/>
                    </a:lnTo>
                    <a:cubicBezTo>
                      <a:pt x="30007" y="3587"/>
                      <a:pt x="30293" y="3683"/>
                      <a:pt x="30597" y="3683"/>
                    </a:cubicBezTo>
                    <a:cubicBezTo>
                      <a:pt x="30664" y="3683"/>
                      <a:pt x="30732" y="3678"/>
                      <a:pt x="30801" y="3668"/>
                    </a:cubicBezTo>
                    <a:cubicBezTo>
                      <a:pt x="30877" y="3668"/>
                      <a:pt x="30952" y="3643"/>
                      <a:pt x="31002" y="3643"/>
                    </a:cubicBezTo>
                    <a:cubicBezTo>
                      <a:pt x="31528" y="3568"/>
                      <a:pt x="31829" y="2992"/>
                      <a:pt x="31904" y="2516"/>
                    </a:cubicBezTo>
                    <a:lnTo>
                      <a:pt x="31929" y="2265"/>
                    </a:lnTo>
                    <a:cubicBezTo>
                      <a:pt x="32029" y="1563"/>
                      <a:pt x="31578" y="811"/>
                      <a:pt x="30977" y="460"/>
                    </a:cubicBezTo>
                    <a:cubicBezTo>
                      <a:pt x="30386" y="115"/>
                      <a:pt x="29641" y="0"/>
                      <a:pt x="28845" y="0"/>
                    </a:cubicBezTo>
                    <a:close/>
                  </a:path>
                </a:pathLst>
              </a:custGeom>
              <a:solidFill>
                <a:srgbClr val="FFD400">
                  <a:alpha val="172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938" name="Google Shape;5938;p201"/>
            <p:cNvCxnSpPr>
              <a:stCxn id="5933" idx="2"/>
              <a:endCxn id="5939" idx="0"/>
            </p:cNvCxnSpPr>
            <p:nvPr/>
          </p:nvCxnSpPr>
          <p:spPr>
            <a:xfrm>
              <a:off x="5651362" y="2486569"/>
              <a:ext cx="0" cy="128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40" name="Google Shape;5940;p201"/>
            <p:cNvCxnSpPr>
              <a:stCxn id="5941" idx="3"/>
              <a:endCxn id="5933" idx="1"/>
            </p:cNvCxnSpPr>
            <p:nvPr/>
          </p:nvCxnSpPr>
          <p:spPr>
            <a:xfrm rot="10800000" flipH="1">
              <a:off x="3900338" y="2264894"/>
              <a:ext cx="1168200" cy="5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39" name="Google Shape;5939;p201"/>
            <p:cNvSpPr txBox="1"/>
            <p:nvPr/>
          </p:nvSpPr>
          <p:spPr>
            <a:xfrm>
              <a:off x="4488556" y="2614775"/>
              <a:ext cx="23256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Muli"/>
                  <a:ea typeface="Muli"/>
                  <a:cs typeface="Muli"/>
                  <a:sym typeface="Muli"/>
                </a:rPr>
                <a:t>Take the numerator and subtract it from our previous answer</a:t>
              </a:r>
              <a:endParaRPr sz="23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5933" name="Google Shape;5933;p201"/>
            <p:cNvSpPr txBox="1"/>
            <p:nvPr/>
          </p:nvSpPr>
          <p:spPr>
            <a:xfrm>
              <a:off x="5068462" y="2043169"/>
              <a:ext cx="11658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dk1"/>
                  </a:solidFill>
                  <a:latin typeface="Itim"/>
                  <a:ea typeface="Itim"/>
                  <a:cs typeface="Itim"/>
                  <a:sym typeface="Itim"/>
                </a:rPr>
                <a:t>10 - 8</a:t>
              </a:r>
              <a:endParaRPr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endParaRPr>
            </a:p>
          </p:txBody>
        </p:sp>
      </p:grpSp>
      <p:sp>
        <p:nvSpPr>
          <p:cNvPr id="5942" name="Google Shape;5942;p20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do Modular Division?</a:t>
            </a:r>
            <a:endParaRPr/>
          </a:p>
        </p:txBody>
      </p:sp>
      <p:grpSp>
        <p:nvGrpSpPr>
          <p:cNvPr id="5943" name="Google Shape;5943;p201"/>
          <p:cNvGrpSpPr/>
          <p:nvPr/>
        </p:nvGrpSpPr>
        <p:grpSpPr>
          <a:xfrm flipH="1">
            <a:off x="1915432" y="974633"/>
            <a:ext cx="5313136" cy="176025"/>
            <a:chOff x="4345425" y="2175475"/>
            <a:chExt cx="800750" cy="176025"/>
          </a:xfrm>
        </p:grpSpPr>
        <p:sp>
          <p:nvSpPr>
            <p:cNvPr id="5944" name="Google Shape;5944;p20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5" name="Google Shape;5945;p20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46" name="Google Shape;5946;p201"/>
          <p:cNvGrpSpPr/>
          <p:nvPr/>
        </p:nvGrpSpPr>
        <p:grpSpPr>
          <a:xfrm>
            <a:off x="1859886" y="1903994"/>
            <a:ext cx="2897989" cy="1531431"/>
            <a:chOff x="2107017" y="1904019"/>
            <a:chExt cx="2897989" cy="1531431"/>
          </a:xfrm>
        </p:grpSpPr>
        <p:grpSp>
          <p:nvGrpSpPr>
            <p:cNvPr id="5947" name="Google Shape;5947;p201"/>
            <p:cNvGrpSpPr/>
            <p:nvPr/>
          </p:nvGrpSpPr>
          <p:grpSpPr>
            <a:xfrm rot="534783">
              <a:off x="3112614" y="1926899"/>
              <a:ext cx="1040892" cy="664991"/>
              <a:chOff x="4345425" y="2175475"/>
              <a:chExt cx="800750" cy="176025"/>
            </a:xfrm>
          </p:grpSpPr>
          <p:sp>
            <p:nvSpPr>
              <p:cNvPr id="5948" name="Google Shape;5948;p201"/>
              <p:cNvSpPr/>
              <p:nvPr/>
            </p:nvSpPr>
            <p:spPr>
              <a:xfrm>
                <a:off x="4351850" y="2175475"/>
                <a:ext cx="763000" cy="156275"/>
              </a:xfrm>
              <a:custGeom>
                <a:avLst/>
                <a:gdLst/>
                <a:ahLst/>
                <a:cxnLst/>
                <a:rect l="l" t="t" r="r" b="b"/>
                <a:pathLst>
                  <a:path w="30520" h="6251" extrusionOk="0">
                    <a:moveTo>
                      <a:pt x="28815" y="0"/>
                    </a:moveTo>
                    <a:cubicBezTo>
                      <a:pt x="19166" y="50"/>
                      <a:pt x="9617" y="1178"/>
                      <a:pt x="243" y="3359"/>
                    </a:cubicBezTo>
                    <a:cubicBezTo>
                      <a:pt x="1" y="3431"/>
                      <a:pt x="1096" y="6250"/>
                      <a:pt x="1871" y="6250"/>
                    </a:cubicBezTo>
                    <a:cubicBezTo>
                      <a:pt x="1897" y="6250"/>
                      <a:pt x="1923" y="6247"/>
                      <a:pt x="1948" y="6241"/>
                    </a:cubicBezTo>
                    <a:cubicBezTo>
                      <a:pt x="11321" y="4060"/>
                      <a:pt x="20870" y="2933"/>
                      <a:pt x="30494" y="2882"/>
                    </a:cubicBezTo>
                    <a:cubicBezTo>
                      <a:pt x="30519" y="2882"/>
                      <a:pt x="29742" y="0"/>
                      <a:pt x="28815" y="0"/>
                    </a:cubicBezTo>
                    <a:close/>
                  </a:path>
                </a:pathLst>
              </a:custGeom>
              <a:solidFill>
                <a:schemeClr val="accent4">
                  <a:alpha val="6145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9" name="Google Shape;5949;p201"/>
              <p:cNvSpPr/>
              <p:nvPr/>
            </p:nvSpPr>
            <p:spPr>
              <a:xfrm>
                <a:off x="4345425" y="2195925"/>
                <a:ext cx="80075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2030" h="6223" extrusionOk="0">
                    <a:moveTo>
                      <a:pt x="28845" y="0"/>
                    </a:moveTo>
                    <a:cubicBezTo>
                      <a:pt x="27445" y="0"/>
                      <a:pt x="25887" y="355"/>
                      <a:pt x="24736" y="435"/>
                    </a:cubicBezTo>
                    <a:cubicBezTo>
                      <a:pt x="22004" y="611"/>
                      <a:pt x="19247" y="811"/>
                      <a:pt x="16490" y="987"/>
                    </a:cubicBezTo>
                    <a:cubicBezTo>
                      <a:pt x="11578" y="1338"/>
                      <a:pt x="6240" y="1112"/>
                      <a:pt x="1603" y="3042"/>
                    </a:cubicBezTo>
                    <a:cubicBezTo>
                      <a:pt x="0" y="3697"/>
                      <a:pt x="919" y="6222"/>
                      <a:pt x="2308" y="6222"/>
                    </a:cubicBezTo>
                    <a:cubicBezTo>
                      <a:pt x="2461" y="6222"/>
                      <a:pt x="2620" y="6192"/>
                      <a:pt x="2781" y="6125"/>
                    </a:cubicBezTo>
                    <a:cubicBezTo>
                      <a:pt x="6967" y="4370"/>
                      <a:pt x="11653" y="4546"/>
                      <a:pt x="16115" y="4220"/>
                    </a:cubicBezTo>
                    <a:cubicBezTo>
                      <a:pt x="18596" y="4069"/>
                      <a:pt x="21052" y="3894"/>
                      <a:pt x="23533" y="3719"/>
                    </a:cubicBezTo>
                    <a:cubicBezTo>
                      <a:pt x="24636" y="3643"/>
                      <a:pt x="25739" y="3568"/>
                      <a:pt x="26841" y="3493"/>
                    </a:cubicBezTo>
                    <a:cubicBezTo>
                      <a:pt x="27393" y="3468"/>
                      <a:pt x="27944" y="3418"/>
                      <a:pt x="28496" y="3393"/>
                    </a:cubicBezTo>
                    <a:cubicBezTo>
                      <a:pt x="28558" y="3393"/>
                      <a:pt x="29066" y="3437"/>
                      <a:pt x="29482" y="3437"/>
                    </a:cubicBezTo>
                    <a:cubicBezTo>
                      <a:pt x="29580" y="3437"/>
                      <a:pt x="29673" y="3434"/>
                      <a:pt x="29754" y="3428"/>
                    </a:cubicBezTo>
                    <a:lnTo>
                      <a:pt x="29754" y="3428"/>
                    </a:lnTo>
                    <a:cubicBezTo>
                      <a:pt x="30007" y="3587"/>
                      <a:pt x="30293" y="3683"/>
                      <a:pt x="30597" y="3683"/>
                    </a:cubicBezTo>
                    <a:cubicBezTo>
                      <a:pt x="30664" y="3683"/>
                      <a:pt x="30732" y="3678"/>
                      <a:pt x="30801" y="3668"/>
                    </a:cubicBezTo>
                    <a:cubicBezTo>
                      <a:pt x="30877" y="3668"/>
                      <a:pt x="30952" y="3643"/>
                      <a:pt x="31002" y="3643"/>
                    </a:cubicBezTo>
                    <a:cubicBezTo>
                      <a:pt x="31528" y="3568"/>
                      <a:pt x="31829" y="2992"/>
                      <a:pt x="31904" y="2516"/>
                    </a:cubicBezTo>
                    <a:lnTo>
                      <a:pt x="31929" y="2265"/>
                    </a:lnTo>
                    <a:cubicBezTo>
                      <a:pt x="32029" y="1563"/>
                      <a:pt x="31578" y="811"/>
                      <a:pt x="30977" y="460"/>
                    </a:cubicBezTo>
                    <a:cubicBezTo>
                      <a:pt x="30386" y="115"/>
                      <a:pt x="29641" y="0"/>
                      <a:pt x="28845" y="0"/>
                    </a:cubicBezTo>
                    <a:close/>
                  </a:path>
                </a:pathLst>
              </a:custGeom>
              <a:solidFill>
                <a:schemeClr val="accent4">
                  <a:alpha val="6145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950" name="Google Shape;5950;p201"/>
            <p:cNvCxnSpPr>
              <a:stCxn id="5941" idx="2"/>
              <a:endCxn id="5951" idx="0"/>
            </p:cNvCxnSpPr>
            <p:nvPr/>
          </p:nvCxnSpPr>
          <p:spPr>
            <a:xfrm>
              <a:off x="3747563" y="2491994"/>
              <a:ext cx="0" cy="79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52" name="Google Shape;5952;p201"/>
            <p:cNvCxnSpPr>
              <a:stCxn id="5953" idx="3"/>
              <a:endCxn id="5941" idx="1"/>
            </p:cNvCxnSpPr>
            <p:nvPr/>
          </p:nvCxnSpPr>
          <p:spPr>
            <a:xfrm rot="10800000" flipH="1">
              <a:off x="2107017" y="2270413"/>
              <a:ext cx="1057500" cy="11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51" name="Google Shape;5951;p201"/>
            <p:cNvSpPr txBox="1"/>
            <p:nvPr/>
          </p:nvSpPr>
          <p:spPr>
            <a:xfrm>
              <a:off x="2490106" y="2571750"/>
              <a:ext cx="25149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Muli"/>
                  <a:ea typeface="Muli"/>
                  <a:cs typeface="Muli"/>
                  <a:sym typeface="Muli"/>
                </a:rPr>
                <a:t>Multiply the denominator by the floor division answer.</a:t>
              </a:r>
              <a:endParaRPr sz="23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5941" name="Google Shape;5941;p201"/>
            <p:cNvSpPr txBox="1"/>
            <p:nvPr/>
          </p:nvSpPr>
          <p:spPr>
            <a:xfrm>
              <a:off x="3164663" y="2048594"/>
              <a:ext cx="11658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dk1"/>
                  </a:solidFill>
                  <a:latin typeface="Itim"/>
                  <a:ea typeface="Itim"/>
                  <a:cs typeface="Itim"/>
                  <a:sym typeface="Itim"/>
                </a:rPr>
                <a:t>4 * 2</a:t>
              </a:r>
              <a:endParaRPr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endParaRPr>
            </a:p>
          </p:txBody>
        </p:sp>
      </p:grpSp>
      <p:grpSp>
        <p:nvGrpSpPr>
          <p:cNvPr id="5954" name="Google Shape;5954;p201"/>
          <p:cNvGrpSpPr/>
          <p:nvPr/>
        </p:nvGrpSpPr>
        <p:grpSpPr>
          <a:xfrm>
            <a:off x="0" y="1904007"/>
            <a:ext cx="2325600" cy="1554768"/>
            <a:chOff x="562032" y="1913857"/>
            <a:chExt cx="2325600" cy="1554768"/>
          </a:xfrm>
        </p:grpSpPr>
        <p:grpSp>
          <p:nvGrpSpPr>
            <p:cNvPr id="5955" name="Google Shape;5955;p201"/>
            <p:cNvGrpSpPr/>
            <p:nvPr/>
          </p:nvGrpSpPr>
          <p:grpSpPr>
            <a:xfrm rot="504584">
              <a:off x="1259086" y="1922105"/>
              <a:ext cx="965273" cy="674579"/>
              <a:chOff x="4345425" y="2175475"/>
              <a:chExt cx="800750" cy="176025"/>
            </a:xfrm>
          </p:grpSpPr>
          <p:sp>
            <p:nvSpPr>
              <p:cNvPr id="5956" name="Google Shape;5956;p201"/>
              <p:cNvSpPr/>
              <p:nvPr/>
            </p:nvSpPr>
            <p:spPr>
              <a:xfrm>
                <a:off x="4351850" y="2175475"/>
                <a:ext cx="763000" cy="156275"/>
              </a:xfrm>
              <a:custGeom>
                <a:avLst/>
                <a:gdLst/>
                <a:ahLst/>
                <a:cxnLst/>
                <a:rect l="l" t="t" r="r" b="b"/>
                <a:pathLst>
                  <a:path w="30520" h="6251" extrusionOk="0">
                    <a:moveTo>
                      <a:pt x="28815" y="0"/>
                    </a:moveTo>
                    <a:cubicBezTo>
                      <a:pt x="19166" y="50"/>
                      <a:pt x="9617" y="1178"/>
                      <a:pt x="243" y="3359"/>
                    </a:cubicBezTo>
                    <a:cubicBezTo>
                      <a:pt x="1" y="3431"/>
                      <a:pt x="1096" y="6250"/>
                      <a:pt x="1871" y="6250"/>
                    </a:cubicBezTo>
                    <a:cubicBezTo>
                      <a:pt x="1897" y="6250"/>
                      <a:pt x="1923" y="6247"/>
                      <a:pt x="1948" y="6241"/>
                    </a:cubicBezTo>
                    <a:cubicBezTo>
                      <a:pt x="11321" y="4060"/>
                      <a:pt x="20870" y="2933"/>
                      <a:pt x="30494" y="2882"/>
                    </a:cubicBezTo>
                    <a:cubicBezTo>
                      <a:pt x="30519" y="2882"/>
                      <a:pt x="29742" y="0"/>
                      <a:pt x="28815" y="0"/>
                    </a:cubicBezTo>
                    <a:close/>
                  </a:path>
                </a:pathLst>
              </a:custGeom>
              <a:solidFill>
                <a:srgbClr val="00FF00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7" name="Google Shape;5957;p201"/>
              <p:cNvSpPr/>
              <p:nvPr/>
            </p:nvSpPr>
            <p:spPr>
              <a:xfrm>
                <a:off x="4345425" y="2195925"/>
                <a:ext cx="80075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2030" h="6223" extrusionOk="0">
                    <a:moveTo>
                      <a:pt x="28845" y="0"/>
                    </a:moveTo>
                    <a:cubicBezTo>
                      <a:pt x="27445" y="0"/>
                      <a:pt x="25887" y="355"/>
                      <a:pt x="24736" y="435"/>
                    </a:cubicBezTo>
                    <a:cubicBezTo>
                      <a:pt x="22004" y="611"/>
                      <a:pt x="19247" y="811"/>
                      <a:pt x="16490" y="987"/>
                    </a:cubicBezTo>
                    <a:cubicBezTo>
                      <a:pt x="11578" y="1338"/>
                      <a:pt x="6240" y="1112"/>
                      <a:pt x="1603" y="3042"/>
                    </a:cubicBezTo>
                    <a:cubicBezTo>
                      <a:pt x="0" y="3697"/>
                      <a:pt x="919" y="6222"/>
                      <a:pt x="2308" y="6222"/>
                    </a:cubicBezTo>
                    <a:cubicBezTo>
                      <a:pt x="2461" y="6222"/>
                      <a:pt x="2620" y="6192"/>
                      <a:pt x="2781" y="6125"/>
                    </a:cubicBezTo>
                    <a:cubicBezTo>
                      <a:pt x="6967" y="4370"/>
                      <a:pt x="11653" y="4546"/>
                      <a:pt x="16115" y="4220"/>
                    </a:cubicBezTo>
                    <a:cubicBezTo>
                      <a:pt x="18596" y="4069"/>
                      <a:pt x="21052" y="3894"/>
                      <a:pt x="23533" y="3719"/>
                    </a:cubicBezTo>
                    <a:cubicBezTo>
                      <a:pt x="24636" y="3643"/>
                      <a:pt x="25739" y="3568"/>
                      <a:pt x="26841" y="3493"/>
                    </a:cubicBezTo>
                    <a:cubicBezTo>
                      <a:pt x="27393" y="3468"/>
                      <a:pt x="27944" y="3418"/>
                      <a:pt x="28496" y="3393"/>
                    </a:cubicBezTo>
                    <a:cubicBezTo>
                      <a:pt x="28558" y="3393"/>
                      <a:pt x="29066" y="3437"/>
                      <a:pt x="29482" y="3437"/>
                    </a:cubicBezTo>
                    <a:cubicBezTo>
                      <a:pt x="29580" y="3437"/>
                      <a:pt x="29673" y="3434"/>
                      <a:pt x="29754" y="3428"/>
                    </a:cubicBezTo>
                    <a:lnTo>
                      <a:pt x="29754" y="3428"/>
                    </a:lnTo>
                    <a:cubicBezTo>
                      <a:pt x="30007" y="3587"/>
                      <a:pt x="30293" y="3683"/>
                      <a:pt x="30597" y="3683"/>
                    </a:cubicBezTo>
                    <a:cubicBezTo>
                      <a:pt x="30664" y="3683"/>
                      <a:pt x="30732" y="3678"/>
                      <a:pt x="30801" y="3668"/>
                    </a:cubicBezTo>
                    <a:cubicBezTo>
                      <a:pt x="30877" y="3668"/>
                      <a:pt x="30952" y="3643"/>
                      <a:pt x="31002" y="3643"/>
                    </a:cubicBezTo>
                    <a:cubicBezTo>
                      <a:pt x="31528" y="3568"/>
                      <a:pt x="31829" y="2992"/>
                      <a:pt x="31904" y="2516"/>
                    </a:cubicBezTo>
                    <a:lnTo>
                      <a:pt x="31929" y="2265"/>
                    </a:lnTo>
                    <a:cubicBezTo>
                      <a:pt x="32029" y="1563"/>
                      <a:pt x="31578" y="811"/>
                      <a:pt x="30977" y="460"/>
                    </a:cubicBezTo>
                    <a:cubicBezTo>
                      <a:pt x="30386" y="115"/>
                      <a:pt x="29641" y="0"/>
                      <a:pt x="28845" y="0"/>
                    </a:cubicBezTo>
                    <a:close/>
                  </a:path>
                </a:pathLst>
              </a:custGeom>
              <a:solidFill>
                <a:srgbClr val="00FF00">
                  <a:alpha val="2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958" name="Google Shape;5958;p201"/>
            <p:cNvCxnSpPr>
              <a:stCxn id="5953" idx="2"/>
              <a:endCxn id="5959" idx="0"/>
            </p:cNvCxnSpPr>
            <p:nvPr/>
          </p:nvCxnSpPr>
          <p:spPr>
            <a:xfrm>
              <a:off x="1719017" y="2513038"/>
              <a:ext cx="5700" cy="9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59" name="Google Shape;5959;p201"/>
            <p:cNvSpPr txBox="1"/>
            <p:nvPr/>
          </p:nvSpPr>
          <p:spPr>
            <a:xfrm>
              <a:off x="562032" y="2604925"/>
              <a:ext cx="23256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chemeClr val="dk2"/>
                  </a:solidFill>
                  <a:latin typeface="Muli"/>
                  <a:ea typeface="Muli"/>
                  <a:cs typeface="Muli"/>
                  <a:sym typeface="Muli"/>
                </a:rPr>
                <a:t>Take the floor division of the Modular Question</a:t>
              </a:r>
              <a:endParaRPr sz="23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5953" name="Google Shape;5953;p201"/>
            <p:cNvSpPr txBox="1"/>
            <p:nvPr/>
          </p:nvSpPr>
          <p:spPr>
            <a:xfrm>
              <a:off x="1016117" y="2069638"/>
              <a:ext cx="14058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dk1"/>
                  </a:solidFill>
                  <a:latin typeface="Itim"/>
                  <a:ea typeface="Itim"/>
                  <a:cs typeface="Itim"/>
                  <a:sym typeface="Itim"/>
                </a:rPr>
                <a:t>10 // 4</a:t>
              </a:r>
              <a:endParaRPr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endParaRPr>
            </a:p>
          </p:txBody>
        </p:sp>
      </p:grpSp>
      <p:grpSp>
        <p:nvGrpSpPr>
          <p:cNvPr id="5960" name="Google Shape;5960;p201"/>
          <p:cNvGrpSpPr/>
          <p:nvPr/>
        </p:nvGrpSpPr>
        <p:grpSpPr>
          <a:xfrm rot="-1419281">
            <a:off x="417284" y="739429"/>
            <a:ext cx="755394" cy="711775"/>
            <a:chOff x="378575" y="1776375"/>
            <a:chExt cx="737425" cy="578050"/>
          </a:xfrm>
        </p:grpSpPr>
        <p:sp>
          <p:nvSpPr>
            <p:cNvPr id="5961" name="Google Shape;5961;p201"/>
            <p:cNvSpPr/>
            <p:nvPr/>
          </p:nvSpPr>
          <p:spPr>
            <a:xfrm>
              <a:off x="378575" y="1776375"/>
              <a:ext cx="737425" cy="60825"/>
            </a:xfrm>
            <a:custGeom>
              <a:avLst/>
              <a:gdLst/>
              <a:ahLst/>
              <a:cxnLst/>
              <a:rect l="l" t="t" r="r" b="b"/>
              <a:pathLst>
                <a:path w="29497" h="2433" extrusionOk="0">
                  <a:moveTo>
                    <a:pt x="19316" y="1"/>
                  </a:moveTo>
                  <a:cubicBezTo>
                    <a:pt x="13215" y="1"/>
                    <a:pt x="7118" y="143"/>
                    <a:pt x="1024" y="432"/>
                  </a:cubicBezTo>
                  <a:cubicBezTo>
                    <a:pt x="0" y="478"/>
                    <a:pt x="75" y="1520"/>
                    <a:pt x="649" y="2101"/>
                  </a:cubicBezTo>
                  <a:cubicBezTo>
                    <a:pt x="635" y="1847"/>
                    <a:pt x="621" y="1595"/>
                    <a:pt x="610" y="1342"/>
                  </a:cubicBezTo>
                  <a:cubicBezTo>
                    <a:pt x="596" y="1103"/>
                    <a:pt x="760" y="1006"/>
                    <a:pt x="999" y="1006"/>
                  </a:cubicBezTo>
                  <a:cubicBezTo>
                    <a:pt x="1587" y="1006"/>
                    <a:pt x="2646" y="1609"/>
                    <a:pt x="2674" y="2172"/>
                  </a:cubicBezTo>
                  <a:cubicBezTo>
                    <a:pt x="2678" y="2261"/>
                    <a:pt x="2681" y="2347"/>
                    <a:pt x="2689" y="2433"/>
                  </a:cubicBezTo>
                  <a:cubicBezTo>
                    <a:pt x="8398" y="2179"/>
                    <a:pt x="14114" y="2051"/>
                    <a:pt x="19826" y="2051"/>
                  </a:cubicBezTo>
                  <a:cubicBezTo>
                    <a:pt x="21669" y="2051"/>
                    <a:pt x="23509" y="2066"/>
                    <a:pt x="25349" y="2090"/>
                  </a:cubicBezTo>
                  <a:cubicBezTo>
                    <a:pt x="25321" y="1798"/>
                    <a:pt x="25285" y="1502"/>
                    <a:pt x="25246" y="1205"/>
                  </a:cubicBezTo>
                  <a:cubicBezTo>
                    <a:pt x="25150" y="547"/>
                    <a:pt x="25809" y="172"/>
                    <a:pt x="26444" y="172"/>
                  </a:cubicBezTo>
                  <a:cubicBezTo>
                    <a:pt x="26950" y="172"/>
                    <a:pt x="27439" y="410"/>
                    <a:pt x="27514" y="938"/>
                  </a:cubicBezTo>
                  <a:cubicBezTo>
                    <a:pt x="27571" y="1338"/>
                    <a:pt x="27617" y="1733"/>
                    <a:pt x="27649" y="2133"/>
                  </a:cubicBezTo>
                  <a:cubicBezTo>
                    <a:pt x="27774" y="2133"/>
                    <a:pt x="27899" y="2137"/>
                    <a:pt x="28024" y="2140"/>
                  </a:cubicBezTo>
                  <a:lnTo>
                    <a:pt x="28060" y="2140"/>
                  </a:lnTo>
                  <a:cubicBezTo>
                    <a:pt x="29496" y="2140"/>
                    <a:pt x="29343" y="125"/>
                    <a:pt x="28030" y="97"/>
                  </a:cubicBezTo>
                  <a:cubicBezTo>
                    <a:pt x="25124" y="33"/>
                    <a:pt x="22219" y="1"/>
                    <a:pt x="193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2" name="Google Shape;5962;p201"/>
            <p:cNvSpPr/>
            <p:nvPr/>
          </p:nvSpPr>
          <p:spPr>
            <a:xfrm>
              <a:off x="1004275" y="1828625"/>
              <a:ext cx="74725" cy="327700"/>
            </a:xfrm>
            <a:custGeom>
              <a:avLst/>
              <a:gdLst/>
              <a:ahLst/>
              <a:cxnLst/>
              <a:rect l="l" t="t" r="r" b="b"/>
              <a:pathLst>
                <a:path w="2989" h="13108" extrusionOk="0">
                  <a:moveTo>
                    <a:pt x="321" y="0"/>
                  </a:moveTo>
                  <a:lnTo>
                    <a:pt x="321" y="0"/>
                  </a:lnTo>
                  <a:cubicBezTo>
                    <a:pt x="724" y="4054"/>
                    <a:pt x="0" y="8130"/>
                    <a:pt x="353" y="12184"/>
                  </a:cubicBezTo>
                  <a:cubicBezTo>
                    <a:pt x="585" y="12152"/>
                    <a:pt x="817" y="12131"/>
                    <a:pt x="1038" y="12131"/>
                  </a:cubicBezTo>
                  <a:cubicBezTo>
                    <a:pt x="1516" y="12131"/>
                    <a:pt x="1954" y="12230"/>
                    <a:pt x="2293" y="12508"/>
                  </a:cubicBezTo>
                  <a:cubicBezTo>
                    <a:pt x="2471" y="12658"/>
                    <a:pt x="2660" y="12869"/>
                    <a:pt x="2753" y="13108"/>
                  </a:cubicBezTo>
                  <a:cubicBezTo>
                    <a:pt x="2753" y="13065"/>
                    <a:pt x="2749" y="13026"/>
                    <a:pt x="2746" y="12983"/>
                  </a:cubicBezTo>
                  <a:cubicBezTo>
                    <a:pt x="2150" y="8679"/>
                    <a:pt x="2989" y="4350"/>
                    <a:pt x="2621" y="43"/>
                  </a:cubicBezTo>
                  <a:cubicBezTo>
                    <a:pt x="1855" y="25"/>
                    <a:pt x="1088" y="11"/>
                    <a:pt x="3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3" name="Google Shape;5963;p201"/>
            <p:cNvSpPr/>
            <p:nvPr/>
          </p:nvSpPr>
          <p:spPr>
            <a:xfrm>
              <a:off x="1007300" y="1780650"/>
              <a:ext cx="62500" cy="49075"/>
            </a:xfrm>
            <a:custGeom>
              <a:avLst/>
              <a:gdLst/>
              <a:ahLst/>
              <a:cxnLst/>
              <a:rect l="l" t="t" r="r" b="b"/>
              <a:pathLst>
                <a:path w="2500" h="1963" extrusionOk="0">
                  <a:moveTo>
                    <a:pt x="1295" y="1"/>
                  </a:moveTo>
                  <a:cubicBezTo>
                    <a:pt x="660" y="1"/>
                    <a:pt x="1" y="376"/>
                    <a:pt x="97" y="1034"/>
                  </a:cubicBezTo>
                  <a:cubicBezTo>
                    <a:pt x="136" y="1331"/>
                    <a:pt x="172" y="1627"/>
                    <a:pt x="200" y="1919"/>
                  </a:cubicBezTo>
                  <a:cubicBezTo>
                    <a:pt x="967" y="1930"/>
                    <a:pt x="1734" y="1944"/>
                    <a:pt x="2500" y="1962"/>
                  </a:cubicBezTo>
                  <a:cubicBezTo>
                    <a:pt x="2468" y="1562"/>
                    <a:pt x="2422" y="1167"/>
                    <a:pt x="2365" y="767"/>
                  </a:cubicBezTo>
                  <a:cubicBezTo>
                    <a:pt x="2290" y="239"/>
                    <a:pt x="1801" y="1"/>
                    <a:pt x="12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4" name="Google Shape;5964;p201"/>
            <p:cNvSpPr/>
            <p:nvPr/>
          </p:nvSpPr>
          <p:spPr>
            <a:xfrm>
              <a:off x="785225" y="2133225"/>
              <a:ext cx="290025" cy="69200"/>
            </a:xfrm>
            <a:custGeom>
              <a:avLst/>
              <a:gdLst/>
              <a:ahLst/>
              <a:cxnLst/>
              <a:rect l="l" t="t" r="r" b="b"/>
              <a:pathLst>
                <a:path w="11601" h="2768" extrusionOk="0">
                  <a:moveTo>
                    <a:pt x="9115" y="0"/>
                  </a:moveTo>
                  <a:cubicBezTo>
                    <a:pt x="8323" y="115"/>
                    <a:pt x="7503" y="378"/>
                    <a:pt x="6904" y="453"/>
                  </a:cubicBezTo>
                  <a:cubicBezTo>
                    <a:pt x="4990" y="692"/>
                    <a:pt x="3065" y="799"/>
                    <a:pt x="1135" y="799"/>
                  </a:cubicBezTo>
                  <a:cubicBezTo>
                    <a:pt x="1" y="803"/>
                    <a:pt x="126" y="1962"/>
                    <a:pt x="822" y="2507"/>
                  </a:cubicBezTo>
                  <a:cubicBezTo>
                    <a:pt x="832" y="2454"/>
                    <a:pt x="843" y="2396"/>
                    <a:pt x="857" y="2343"/>
                  </a:cubicBezTo>
                  <a:cubicBezTo>
                    <a:pt x="925" y="1993"/>
                    <a:pt x="1641" y="1861"/>
                    <a:pt x="2252" y="1861"/>
                  </a:cubicBezTo>
                  <a:cubicBezTo>
                    <a:pt x="2732" y="1861"/>
                    <a:pt x="3150" y="1947"/>
                    <a:pt x="3124" y="2069"/>
                  </a:cubicBezTo>
                  <a:cubicBezTo>
                    <a:pt x="3078" y="2304"/>
                    <a:pt x="3035" y="2536"/>
                    <a:pt x="2996" y="2768"/>
                  </a:cubicBezTo>
                  <a:cubicBezTo>
                    <a:pt x="4006" y="2742"/>
                    <a:pt x="5011" y="2686"/>
                    <a:pt x="6013" y="2589"/>
                  </a:cubicBezTo>
                  <a:cubicBezTo>
                    <a:pt x="6744" y="2521"/>
                    <a:pt x="7475" y="2432"/>
                    <a:pt x="8203" y="2329"/>
                  </a:cubicBezTo>
                  <a:cubicBezTo>
                    <a:pt x="8338" y="2307"/>
                    <a:pt x="9586" y="2154"/>
                    <a:pt x="9811" y="1972"/>
                  </a:cubicBezTo>
                  <a:cubicBezTo>
                    <a:pt x="10021" y="2079"/>
                    <a:pt x="10263" y="2143"/>
                    <a:pt x="10502" y="2143"/>
                  </a:cubicBezTo>
                  <a:cubicBezTo>
                    <a:pt x="10891" y="2143"/>
                    <a:pt x="11265" y="1980"/>
                    <a:pt x="11458" y="1591"/>
                  </a:cubicBezTo>
                  <a:cubicBezTo>
                    <a:pt x="11473" y="1562"/>
                    <a:pt x="11486" y="1534"/>
                    <a:pt x="11504" y="1505"/>
                  </a:cubicBezTo>
                  <a:cubicBezTo>
                    <a:pt x="11601" y="1309"/>
                    <a:pt x="11586" y="1109"/>
                    <a:pt x="11515" y="924"/>
                  </a:cubicBezTo>
                  <a:lnTo>
                    <a:pt x="11515" y="924"/>
                  </a:lnTo>
                  <a:cubicBezTo>
                    <a:pt x="11511" y="1505"/>
                    <a:pt x="10898" y="1833"/>
                    <a:pt x="10306" y="1833"/>
                  </a:cubicBezTo>
                  <a:cubicBezTo>
                    <a:pt x="9796" y="1833"/>
                    <a:pt x="9307" y="1594"/>
                    <a:pt x="9236" y="1066"/>
                  </a:cubicBezTo>
                  <a:cubicBezTo>
                    <a:pt x="9187" y="710"/>
                    <a:pt x="9147" y="357"/>
                    <a:pt x="91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5" name="Google Shape;5965;p201"/>
            <p:cNvSpPr/>
            <p:nvPr/>
          </p:nvSpPr>
          <p:spPr>
            <a:xfrm>
              <a:off x="1013075" y="2131900"/>
              <a:ext cx="60050" cy="47175"/>
            </a:xfrm>
            <a:custGeom>
              <a:avLst/>
              <a:gdLst/>
              <a:ahLst/>
              <a:cxnLst/>
              <a:rect l="l" t="t" r="r" b="b"/>
              <a:pathLst>
                <a:path w="2402" h="1887" extrusionOk="0">
                  <a:moveTo>
                    <a:pt x="686" y="0"/>
                  </a:moveTo>
                  <a:cubicBezTo>
                    <a:pt x="465" y="0"/>
                    <a:pt x="233" y="21"/>
                    <a:pt x="1" y="53"/>
                  </a:cubicBezTo>
                  <a:cubicBezTo>
                    <a:pt x="33" y="410"/>
                    <a:pt x="73" y="763"/>
                    <a:pt x="122" y="1119"/>
                  </a:cubicBezTo>
                  <a:cubicBezTo>
                    <a:pt x="193" y="1647"/>
                    <a:pt x="682" y="1886"/>
                    <a:pt x="1192" y="1886"/>
                  </a:cubicBezTo>
                  <a:cubicBezTo>
                    <a:pt x="1784" y="1886"/>
                    <a:pt x="2397" y="1558"/>
                    <a:pt x="2401" y="977"/>
                  </a:cubicBezTo>
                  <a:cubicBezTo>
                    <a:pt x="2308" y="738"/>
                    <a:pt x="2119" y="527"/>
                    <a:pt x="1941" y="377"/>
                  </a:cubicBezTo>
                  <a:cubicBezTo>
                    <a:pt x="1602" y="99"/>
                    <a:pt x="1164" y="0"/>
                    <a:pt x="6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6" name="Google Shape;5966;p201"/>
            <p:cNvSpPr/>
            <p:nvPr/>
          </p:nvSpPr>
          <p:spPr>
            <a:xfrm>
              <a:off x="798250" y="2195875"/>
              <a:ext cx="62525" cy="151150"/>
            </a:xfrm>
            <a:custGeom>
              <a:avLst/>
              <a:gdLst/>
              <a:ahLst/>
              <a:cxnLst/>
              <a:rect l="l" t="t" r="r" b="b"/>
              <a:pathLst>
                <a:path w="2501" h="6046" extrusionOk="0">
                  <a:moveTo>
                    <a:pt x="301" y="1"/>
                  </a:moveTo>
                  <a:cubicBezTo>
                    <a:pt x="129" y="886"/>
                    <a:pt x="29" y="1766"/>
                    <a:pt x="1" y="2647"/>
                  </a:cubicBezTo>
                  <a:cubicBezTo>
                    <a:pt x="464" y="3367"/>
                    <a:pt x="928" y="4084"/>
                    <a:pt x="1388" y="4801"/>
                  </a:cubicBezTo>
                  <a:cubicBezTo>
                    <a:pt x="1652" y="5207"/>
                    <a:pt x="1709" y="5724"/>
                    <a:pt x="1612" y="6045"/>
                  </a:cubicBezTo>
                  <a:cubicBezTo>
                    <a:pt x="2094" y="5956"/>
                    <a:pt x="2501" y="5785"/>
                    <a:pt x="2468" y="5581"/>
                  </a:cubicBezTo>
                  <a:cubicBezTo>
                    <a:pt x="2190" y="3799"/>
                    <a:pt x="2190" y="2033"/>
                    <a:pt x="2475" y="262"/>
                  </a:cubicBezTo>
                  <a:lnTo>
                    <a:pt x="2475" y="262"/>
                  </a:lnTo>
                  <a:cubicBezTo>
                    <a:pt x="2016" y="275"/>
                    <a:pt x="1552" y="279"/>
                    <a:pt x="1089" y="279"/>
                  </a:cubicBezTo>
                  <a:cubicBezTo>
                    <a:pt x="785" y="279"/>
                    <a:pt x="518" y="172"/>
                    <a:pt x="3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7" name="Google Shape;5967;p201"/>
            <p:cNvSpPr/>
            <p:nvPr/>
          </p:nvSpPr>
          <p:spPr>
            <a:xfrm>
              <a:off x="805750" y="2179750"/>
              <a:ext cx="58250" cy="23100"/>
            </a:xfrm>
            <a:custGeom>
              <a:avLst/>
              <a:gdLst/>
              <a:ahLst/>
              <a:cxnLst/>
              <a:rect l="l" t="t" r="r" b="b"/>
              <a:pathLst>
                <a:path w="2330" h="924" extrusionOk="0">
                  <a:moveTo>
                    <a:pt x="1431" y="0"/>
                  </a:moveTo>
                  <a:cubicBezTo>
                    <a:pt x="820" y="0"/>
                    <a:pt x="104" y="132"/>
                    <a:pt x="36" y="482"/>
                  </a:cubicBezTo>
                  <a:cubicBezTo>
                    <a:pt x="22" y="535"/>
                    <a:pt x="11" y="593"/>
                    <a:pt x="1" y="646"/>
                  </a:cubicBezTo>
                  <a:cubicBezTo>
                    <a:pt x="218" y="817"/>
                    <a:pt x="485" y="924"/>
                    <a:pt x="789" y="924"/>
                  </a:cubicBezTo>
                  <a:cubicBezTo>
                    <a:pt x="1252" y="924"/>
                    <a:pt x="1716" y="920"/>
                    <a:pt x="2175" y="907"/>
                  </a:cubicBezTo>
                  <a:cubicBezTo>
                    <a:pt x="2214" y="675"/>
                    <a:pt x="2257" y="443"/>
                    <a:pt x="2303" y="208"/>
                  </a:cubicBezTo>
                  <a:cubicBezTo>
                    <a:pt x="2329" y="86"/>
                    <a:pt x="1911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8" name="Google Shape;5968;p201"/>
            <p:cNvSpPr/>
            <p:nvPr/>
          </p:nvSpPr>
          <p:spPr>
            <a:xfrm>
              <a:off x="799950" y="2316150"/>
              <a:ext cx="21675" cy="32475"/>
            </a:xfrm>
            <a:custGeom>
              <a:avLst/>
              <a:gdLst/>
              <a:ahLst/>
              <a:cxnLst/>
              <a:rect l="l" t="t" r="r" b="b"/>
              <a:pathLst>
                <a:path w="867" h="1299" extrusionOk="0">
                  <a:moveTo>
                    <a:pt x="1" y="0"/>
                  </a:moveTo>
                  <a:lnTo>
                    <a:pt x="1" y="0"/>
                  </a:lnTo>
                  <a:cubicBezTo>
                    <a:pt x="32" y="350"/>
                    <a:pt x="79" y="696"/>
                    <a:pt x="132" y="1045"/>
                  </a:cubicBezTo>
                  <a:cubicBezTo>
                    <a:pt x="161" y="1223"/>
                    <a:pt x="475" y="1298"/>
                    <a:pt x="863" y="1298"/>
                  </a:cubicBezTo>
                  <a:lnTo>
                    <a:pt x="867" y="1298"/>
                  </a:lnTo>
                  <a:cubicBezTo>
                    <a:pt x="799" y="1223"/>
                    <a:pt x="728" y="1127"/>
                    <a:pt x="653" y="1013"/>
                  </a:cubicBezTo>
                  <a:cubicBezTo>
                    <a:pt x="435" y="674"/>
                    <a:pt x="218" y="33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9" name="Google Shape;5969;p201"/>
            <p:cNvSpPr/>
            <p:nvPr/>
          </p:nvSpPr>
          <p:spPr>
            <a:xfrm>
              <a:off x="475450" y="2160675"/>
              <a:ext cx="363125" cy="193750"/>
            </a:xfrm>
            <a:custGeom>
              <a:avLst/>
              <a:gdLst/>
              <a:ahLst/>
              <a:cxnLst/>
              <a:rect l="l" t="t" r="r" b="b"/>
              <a:pathLst>
                <a:path w="14525" h="7750" extrusionOk="0">
                  <a:moveTo>
                    <a:pt x="2935" y="1"/>
                  </a:moveTo>
                  <a:cubicBezTo>
                    <a:pt x="2012" y="1"/>
                    <a:pt x="1095" y="82"/>
                    <a:pt x="197" y="403"/>
                  </a:cubicBezTo>
                  <a:cubicBezTo>
                    <a:pt x="101" y="436"/>
                    <a:pt x="37" y="507"/>
                    <a:pt x="1" y="603"/>
                  </a:cubicBezTo>
                  <a:cubicBezTo>
                    <a:pt x="26" y="710"/>
                    <a:pt x="55" y="814"/>
                    <a:pt x="83" y="921"/>
                  </a:cubicBezTo>
                  <a:cubicBezTo>
                    <a:pt x="843" y="1199"/>
                    <a:pt x="1702" y="2108"/>
                    <a:pt x="911" y="2368"/>
                  </a:cubicBezTo>
                  <a:cubicBezTo>
                    <a:pt x="882" y="2379"/>
                    <a:pt x="853" y="2386"/>
                    <a:pt x="825" y="2393"/>
                  </a:cubicBezTo>
                  <a:cubicBezTo>
                    <a:pt x="914" y="2440"/>
                    <a:pt x="1000" y="2468"/>
                    <a:pt x="1089" y="2468"/>
                  </a:cubicBezTo>
                  <a:cubicBezTo>
                    <a:pt x="1135" y="2468"/>
                    <a:pt x="1181" y="2461"/>
                    <a:pt x="1228" y="2443"/>
                  </a:cubicBezTo>
                  <a:cubicBezTo>
                    <a:pt x="2048" y="2151"/>
                    <a:pt x="2914" y="2069"/>
                    <a:pt x="3791" y="2069"/>
                  </a:cubicBezTo>
                  <a:cubicBezTo>
                    <a:pt x="4775" y="2069"/>
                    <a:pt x="5771" y="2172"/>
                    <a:pt x="6722" y="2215"/>
                  </a:cubicBezTo>
                  <a:cubicBezTo>
                    <a:pt x="7571" y="2251"/>
                    <a:pt x="8417" y="2290"/>
                    <a:pt x="9265" y="2325"/>
                  </a:cubicBezTo>
                  <a:cubicBezTo>
                    <a:pt x="9525" y="2336"/>
                    <a:pt x="9989" y="2432"/>
                    <a:pt x="10399" y="2432"/>
                  </a:cubicBezTo>
                  <a:cubicBezTo>
                    <a:pt x="10445" y="2432"/>
                    <a:pt x="10492" y="2432"/>
                    <a:pt x="10535" y="2429"/>
                  </a:cubicBezTo>
                  <a:cubicBezTo>
                    <a:pt x="11351" y="3691"/>
                    <a:pt x="12164" y="4957"/>
                    <a:pt x="12981" y="6219"/>
                  </a:cubicBezTo>
                  <a:cubicBezTo>
                    <a:pt x="12910" y="5495"/>
                    <a:pt x="12888" y="4775"/>
                    <a:pt x="12913" y="4055"/>
                  </a:cubicBezTo>
                  <a:cubicBezTo>
                    <a:pt x="12342" y="3171"/>
                    <a:pt x="11768" y="2282"/>
                    <a:pt x="11198" y="1398"/>
                  </a:cubicBezTo>
                  <a:cubicBezTo>
                    <a:pt x="11126" y="1138"/>
                    <a:pt x="10991" y="892"/>
                    <a:pt x="10873" y="735"/>
                  </a:cubicBezTo>
                  <a:cubicBezTo>
                    <a:pt x="10851" y="710"/>
                    <a:pt x="10830" y="681"/>
                    <a:pt x="10809" y="653"/>
                  </a:cubicBezTo>
                  <a:cubicBezTo>
                    <a:pt x="10698" y="510"/>
                    <a:pt x="10377" y="100"/>
                    <a:pt x="10103" y="100"/>
                  </a:cubicBezTo>
                  <a:cubicBezTo>
                    <a:pt x="10053" y="100"/>
                    <a:pt x="10003" y="115"/>
                    <a:pt x="9957" y="146"/>
                  </a:cubicBezTo>
                  <a:cubicBezTo>
                    <a:pt x="9936" y="161"/>
                    <a:pt x="9918" y="176"/>
                    <a:pt x="9896" y="189"/>
                  </a:cubicBezTo>
                  <a:cubicBezTo>
                    <a:pt x="9839" y="229"/>
                    <a:pt x="9796" y="275"/>
                    <a:pt x="9765" y="329"/>
                  </a:cubicBezTo>
                  <a:cubicBezTo>
                    <a:pt x="9658" y="350"/>
                    <a:pt x="9533" y="357"/>
                    <a:pt x="9397" y="357"/>
                  </a:cubicBezTo>
                  <a:cubicBezTo>
                    <a:pt x="8798" y="357"/>
                    <a:pt x="7989" y="204"/>
                    <a:pt x="7682" y="189"/>
                  </a:cubicBezTo>
                  <a:cubicBezTo>
                    <a:pt x="6740" y="151"/>
                    <a:pt x="5799" y="108"/>
                    <a:pt x="4858" y="69"/>
                  </a:cubicBezTo>
                  <a:cubicBezTo>
                    <a:pt x="4212" y="39"/>
                    <a:pt x="3570" y="1"/>
                    <a:pt x="2935" y="1"/>
                  </a:cubicBezTo>
                  <a:close/>
                  <a:moveTo>
                    <a:pt x="14524" y="7453"/>
                  </a:moveTo>
                  <a:lnTo>
                    <a:pt x="14524" y="7453"/>
                  </a:lnTo>
                  <a:cubicBezTo>
                    <a:pt x="14304" y="7493"/>
                    <a:pt x="14065" y="7517"/>
                    <a:pt x="13847" y="7517"/>
                  </a:cubicBezTo>
                  <a:cubicBezTo>
                    <a:pt x="13996" y="7682"/>
                    <a:pt x="14125" y="7749"/>
                    <a:pt x="14232" y="7749"/>
                  </a:cubicBezTo>
                  <a:cubicBezTo>
                    <a:pt x="14371" y="7749"/>
                    <a:pt x="14475" y="7631"/>
                    <a:pt x="14524" y="7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0" name="Google Shape;5970;p201"/>
            <p:cNvSpPr/>
            <p:nvPr/>
          </p:nvSpPr>
          <p:spPr>
            <a:xfrm>
              <a:off x="797650" y="2262025"/>
              <a:ext cx="43350" cy="86600"/>
            </a:xfrm>
            <a:custGeom>
              <a:avLst/>
              <a:gdLst/>
              <a:ahLst/>
              <a:cxnLst/>
              <a:rect l="l" t="t" r="r" b="b"/>
              <a:pathLst>
                <a:path w="1734" h="3464" extrusionOk="0">
                  <a:moveTo>
                    <a:pt x="25" y="1"/>
                  </a:moveTo>
                  <a:lnTo>
                    <a:pt x="25" y="1"/>
                  </a:lnTo>
                  <a:cubicBezTo>
                    <a:pt x="0" y="721"/>
                    <a:pt x="22" y="1441"/>
                    <a:pt x="93" y="2165"/>
                  </a:cubicBezTo>
                  <a:cubicBezTo>
                    <a:pt x="310" y="2504"/>
                    <a:pt x="527" y="2839"/>
                    <a:pt x="745" y="3178"/>
                  </a:cubicBezTo>
                  <a:cubicBezTo>
                    <a:pt x="820" y="3292"/>
                    <a:pt x="891" y="3388"/>
                    <a:pt x="959" y="3463"/>
                  </a:cubicBezTo>
                  <a:cubicBezTo>
                    <a:pt x="1177" y="3463"/>
                    <a:pt x="1416" y="3439"/>
                    <a:pt x="1636" y="3399"/>
                  </a:cubicBezTo>
                  <a:cubicBezTo>
                    <a:pt x="1733" y="3078"/>
                    <a:pt x="1676" y="2561"/>
                    <a:pt x="1412" y="2155"/>
                  </a:cubicBezTo>
                  <a:cubicBezTo>
                    <a:pt x="952" y="1438"/>
                    <a:pt x="488" y="721"/>
                    <a:pt x="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1" name="Google Shape;5971;p201"/>
            <p:cNvSpPr/>
            <p:nvPr/>
          </p:nvSpPr>
          <p:spPr>
            <a:xfrm>
              <a:off x="394775" y="1828875"/>
              <a:ext cx="101325" cy="394500"/>
            </a:xfrm>
            <a:custGeom>
              <a:avLst/>
              <a:gdLst/>
              <a:ahLst/>
              <a:cxnLst/>
              <a:rect l="l" t="t" r="r" b="b"/>
              <a:pathLst>
                <a:path w="4053" h="15780" extrusionOk="0">
                  <a:moveTo>
                    <a:pt x="1" y="1"/>
                  </a:moveTo>
                  <a:cubicBezTo>
                    <a:pt x="190" y="3417"/>
                    <a:pt x="465" y="6825"/>
                    <a:pt x="839" y="10224"/>
                  </a:cubicBezTo>
                  <a:cubicBezTo>
                    <a:pt x="1017" y="11864"/>
                    <a:pt x="1078" y="15780"/>
                    <a:pt x="3338" y="15780"/>
                  </a:cubicBezTo>
                  <a:cubicBezTo>
                    <a:pt x="3557" y="15780"/>
                    <a:pt x="3792" y="15744"/>
                    <a:pt x="4052" y="15665"/>
                  </a:cubicBezTo>
                  <a:cubicBezTo>
                    <a:pt x="3524" y="15383"/>
                    <a:pt x="3057" y="14338"/>
                    <a:pt x="3228" y="13875"/>
                  </a:cubicBezTo>
                  <a:cubicBezTo>
                    <a:pt x="3017" y="12955"/>
                    <a:pt x="3000" y="11947"/>
                    <a:pt x="2904" y="11055"/>
                  </a:cubicBezTo>
                  <a:cubicBezTo>
                    <a:pt x="2775" y="9871"/>
                    <a:pt x="2654" y="8683"/>
                    <a:pt x="2547" y="7492"/>
                  </a:cubicBezTo>
                  <a:cubicBezTo>
                    <a:pt x="2333" y="5110"/>
                    <a:pt x="2166" y="2721"/>
                    <a:pt x="2041" y="333"/>
                  </a:cubicBezTo>
                  <a:cubicBezTo>
                    <a:pt x="1666" y="351"/>
                    <a:pt x="1296" y="368"/>
                    <a:pt x="925" y="386"/>
                  </a:cubicBezTo>
                  <a:lnTo>
                    <a:pt x="871" y="386"/>
                  </a:lnTo>
                  <a:cubicBezTo>
                    <a:pt x="529" y="386"/>
                    <a:pt x="226" y="22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2" name="Google Shape;5972;p201"/>
            <p:cNvSpPr/>
            <p:nvPr/>
          </p:nvSpPr>
          <p:spPr>
            <a:xfrm>
              <a:off x="471175" y="2175750"/>
              <a:ext cx="46850" cy="44750"/>
            </a:xfrm>
            <a:custGeom>
              <a:avLst/>
              <a:gdLst/>
              <a:ahLst/>
              <a:cxnLst/>
              <a:rect l="l" t="t" r="r" b="b"/>
              <a:pathLst>
                <a:path w="1874" h="1790" extrusionOk="0">
                  <a:moveTo>
                    <a:pt x="172" y="0"/>
                  </a:moveTo>
                  <a:lnTo>
                    <a:pt x="172" y="0"/>
                  </a:lnTo>
                  <a:cubicBezTo>
                    <a:pt x="1" y="463"/>
                    <a:pt x="468" y="1508"/>
                    <a:pt x="996" y="1790"/>
                  </a:cubicBezTo>
                  <a:cubicBezTo>
                    <a:pt x="1024" y="1783"/>
                    <a:pt x="1053" y="1776"/>
                    <a:pt x="1082" y="1765"/>
                  </a:cubicBezTo>
                  <a:cubicBezTo>
                    <a:pt x="1873" y="1505"/>
                    <a:pt x="1014" y="596"/>
                    <a:pt x="254" y="318"/>
                  </a:cubicBezTo>
                  <a:cubicBezTo>
                    <a:pt x="226" y="211"/>
                    <a:pt x="197" y="107"/>
                    <a:pt x="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73" name="Google Shape;5973;p201"/>
          <p:cNvSpPr txBox="1"/>
          <p:nvPr/>
        </p:nvSpPr>
        <p:spPr>
          <a:xfrm>
            <a:off x="1915425" y="1180300"/>
            <a:ext cx="51174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Our Module Question is: 10 % 4</a:t>
            </a:r>
            <a:endParaRPr sz="26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5974" name="Google Shape;5974;p201"/>
          <p:cNvSpPr txBox="1"/>
          <p:nvPr/>
        </p:nvSpPr>
        <p:spPr>
          <a:xfrm>
            <a:off x="262525" y="4551475"/>
            <a:ext cx="18156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10 // 4 = 2</a:t>
            </a:r>
            <a:endParaRPr sz="26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5975" name="Google Shape;5975;p201"/>
          <p:cNvSpPr txBox="1"/>
          <p:nvPr/>
        </p:nvSpPr>
        <p:spPr>
          <a:xfrm>
            <a:off x="2530644" y="4551475"/>
            <a:ext cx="14751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4 * 2 = 8</a:t>
            </a:r>
            <a:endParaRPr sz="26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5976" name="Google Shape;5976;p201"/>
          <p:cNvSpPr txBox="1"/>
          <p:nvPr/>
        </p:nvSpPr>
        <p:spPr>
          <a:xfrm>
            <a:off x="4899476" y="4551475"/>
            <a:ext cx="17352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10 - 8 = 2</a:t>
            </a:r>
            <a:endParaRPr sz="26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5977" name="Google Shape;5977;p201"/>
          <p:cNvSpPr txBox="1"/>
          <p:nvPr/>
        </p:nvSpPr>
        <p:spPr>
          <a:xfrm>
            <a:off x="6761150" y="4551475"/>
            <a:ext cx="19113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10 % 4 = 2</a:t>
            </a:r>
            <a:endParaRPr sz="26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2" name="Google Shape;5982;p202"/>
          <p:cNvGrpSpPr/>
          <p:nvPr/>
        </p:nvGrpSpPr>
        <p:grpSpPr>
          <a:xfrm>
            <a:off x="6285145" y="301958"/>
            <a:ext cx="2798301" cy="176025"/>
            <a:chOff x="4345425" y="2175475"/>
            <a:chExt cx="800750" cy="176025"/>
          </a:xfrm>
        </p:grpSpPr>
        <p:sp>
          <p:nvSpPr>
            <p:cNvPr id="5983" name="Google Shape;5983;p202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4" name="Google Shape;5984;p202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5" name="Google Shape;5985;p202"/>
          <p:cNvGrpSpPr/>
          <p:nvPr/>
        </p:nvGrpSpPr>
        <p:grpSpPr>
          <a:xfrm>
            <a:off x="6799507" y="741100"/>
            <a:ext cx="2235214" cy="176025"/>
            <a:chOff x="4345425" y="2175475"/>
            <a:chExt cx="800750" cy="176025"/>
          </a:xfrm>
        </p:grpSpPr>
        <p:sp>
          <p:nvSpPr>
            <p:cNvPr id="5986" name="Google Shape;5986;p202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7" name="Google Shape;5987;p202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8" name="Google Shape;5988;p202"/>
          <p:cNvSpPr txBox="1">
            <a:spLocks noGrp="1"/>
          </p:cNvSpPr>
          <p:nvPr>
            <p:ph type="title"/>
          </p:nvPr>
        </p:nvSpPr>
        <p:spPr>
          <a:xfrm>
            <a:off x="5973875" y="-104178"/>
            <a:ext cx="3109500" cy="9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Modular Division Example:</a:t>
            </a:r>
            <a:endParaRPr/>
          </a:p>
        </p:txBody>
      </p:sp>
      <p:sp>
        <p:nvSpPr>
          <p:cNvPr id="5989" name="Google Shape;5989;p202"/>
          <p:cNvSpPr/>
          <p:nvPr/>
        </p:nvSpPr>
        <p:spPr>
          <a:xfrm rot="-1160172">
            <a:off x="5178773" y="766563"/>
            <a:ext cx="251710" cy="574784"/>
          </a:xfrm>
          <a:custGeom>
            <a:avLst/>
            <a:gdLst/>
            <a:ahLst/>
            <a:cxnLst/>
            <a:rect l="l" t="t" r="r" b="b"/>
            <a:pathLst>
              <a:path w="8183" h="18686" extrusionOk="0">
                <a:moveTo>
                  <a:pt x="5016" y="818"/>
                </a:moveTo>
                <a:cubicBezTo>
                  <a:pt x="4812" y="826"/>
                  <a:pt x="4609" y="830"/>
                  <a:pt x="4405" y="830"/>
                </a:cubicBezTo>
                <a:cubicBezTo>
                  <a:pt x="4201" y="830"/>
                  <a:pt x="3997" y="826"/>
                  <a:pt x="3793" y="818"/>
                </a:cubicBezTo>
                <a:close/>
                <a:moveTo>
                  <a:pt x="1395" y="818"/>
                </a:moveTo>
                <a:cubicBezTo>
                  <a:pt x="1489" y="834"/>
                  <a:pt x="1583" y="834"/>
                  <a:pt x="1677" y="834"/>
                </a:cubicBezTo>
                <a:cubicBezTo>
                  <a:pt x="1646" y="881"/>
                  <a:pt x="1630" y="928"/>
                  <a:pt x="1630" y="991"/>
                </a:cubicBezTo>
                <a:cubicBezTo>
                  <a:pt x="1646" y="1085"/>
                  <a:pt x="1646" y="1179"/>
                  <a:pt x="1646" y="1273"/>
                </a:cubicBezTo>
                <a:cubicBezTo>
                  <a:pt x="1630" y="1288"/>
                  <a:pt x="1615" y="1304"/>
                  <a:pt x="1599" y="1335"/>
                </a:cubicBezTo>
                <a:cubicBezTo>
                  <a:pt x="1552" y="1116"/>
                  <a:pt x="1489" y="944"/>
                  <a:pt x="1395" y="818"/>
                </a:cubicBezTo>
                <a:close/>
                <a:moveTo>
                  <a:pt x="2289" y="1273"/>
                </a:moveTo>
                <a:lnTo>
                  <a:pt x="2289" y="1273"/>
                </a:lnTo>
                <a:cubicBezTo>
                  <a:pt x="2602" y="1304"/>
                  <a:pt x="2916" y="1320"/>
                  <a:pt x="3245" y="1335"/>
                </a:cubicBezTo>
                <a:cubicBezTo>
                  <a:pt x="3182" y="1367"/>
                  <a:pt x="3151" y="1429"/>
                  <a:pt x="3151" y="1523"/>
                </a:cubicBezTo>
                <a:cubicBezTo>
                  <a:pt x="3214" y="2386"/>
                  <a:pt x="3245" y="3248"/>
                  <a:pt x="3261" y="4110"/>
                </a:cubicBezTo>
                <a:cubicBezTo>
                  <a:pt x="3151" y="3279"/>
                  <a:pt x="3025" y="2448"/>
                  <a:pt x="2916" y="1633"/>
                </a:cubicBezTo>
                <a:cubicBezTo>
                  <a:pt x="2901" y="1508"/>
                  <a:pt x="2806" y="1448"/>
                  <a:pt x="2712" y="1448"/>
                </a:cubicBezTo>
                <a:cubicBezTo>
                  <a:pt x="2606" y="1448"/>
                  <a:pt x="2500" y="1523"/>
                  <a:pt x="2508" y="1665"/>
                </a:cubicBezTo>
                <a:cubicBezTo>
                  <a:pt x="2555" y="2307"/>
                  <a:pt x="2634" y="2950"/>
                  <a:pt x="2696" y="3624"/>
                </a:cubicBezTo>
                <a:cubicBezTo>
                  <a:pt x="2571" y="2840"/>
                  <a:pt x="2445" y="2056"/>
                  <a:pt x="2289" y="1273"/>
                </a:cubicBezTo>
                <a:close/>
                <a:moveTo>
                  <a:pt x="3793" y="1335"/>
                </a:moveTo>
                <a:cubicBezTo>
                  <a:pt x="3825" y="2260"/>
                  <a:pt x="3872" y="3185"/>
                  <a:pt x="3888" y="4110"/>
                </a:cubicBezTo>
                <a:cubicBezTo>
                  <a:pt x="3793" y="3232"/>
                  <a:pt x="3699" y="2354"/>
                  <a:pt x="3605" y="1476"/>
                </a:cubicBezTo>
                <a:cubicBezTo>
                  <a:pt x="3605" y="1414"/>
                  <a:pt x="3574" y="1367"/>
                  <a:pt x="3543" y="1335"/>
                </a:cubicBezTo>
                <a:close/>
                <a:moveTo>
                  <a:pt x="4938" y="1288"/>
                </a:moveTo>
                <a:cubicBezTo>
                  <a:pt x="4938" y="1304"/>
                  <a:pt x="4922" y="1320"/>
                  <a:pt x="4922" y="1351"/>
                </a:cubicBezTo>
                <a:cubicBezTo>
                  <a:pt x="4969" y="2260"/>
                  <a:pt x="5047" y="3201"/>
                  <a:pt x="5094" y="4157"/>
                </a:cubicBezTo>
                <a:cubicBezTo>
                  <a:pt x="5000" y="3201"/>
                  <a:pt x="4906" y="2244"/>
                  <a:pt x="4812" y="1288"/>
                </a:cubicBezTo>
                <a:close/>
                <a:moveTo>
                  <a:pt x="4436" y="1320"/>
                </a:moveTo>
                <a:cubicBezTo>
                  <a:pt x="4483" y="2542"/>
                  <a:pt x="4593" y="3812"/>
                  <a:pt x="4577" y="5066"/>
                </a:cubicBezTo>
                <a:cubicBezTo>
                  <a:pt x="4436" y="3828"/>
                  <a:pt x="4295" y="2589"/>
                  <a:pt x="4138" y="1351"/>
                </a:cubicBezTo>
                <a:cubicBezTo>
                  <a:pt x="4232" y="1335"/>
                  <a:pt x="4326" y="1335"/>
                  <a:pt x="4436" y="1320"/>
                </a:cubicBezTo>
                <a:close/>
                <a:moveTo>
                  <a:pt x="2367" y="3922"/>
                </a:moveTo>
                <a:lnTo>
                  <a:pt x="2367" y="3922"/>
                </a:lnTo>
                <a:cubicBezTo>
                  <a:pt x="2414" y="4376"/>
                  <a:pt x="2477" y="4815"/>
                  <a:pt x="2524" y="5270"/>
                </a:cubicBezTo>
                <a:cubicBezTo>
                  <a:pt x="2555" y="5677"/>
                  <a:pt x="2555" y="6085"/>
                  <a:pt x="2555" y="6508"/>
                </a:cubicBezTo>
                <a:cubicBezTo>
                  <a:pt x="2524" y="6383"/>
                  <a:pt x="2508" y="6241"/>
                  <a:pt x="2493" y="6116"/>
                </a:cubicBezTo>
                <a:cubicBezTo>
                  <a:pt x="2445" y="5379"/>
                  <a:pt x="2398" y="4658"/>
                  <a:pt x="2367" y="3922"/>
                </a:cubicBezTo>
                <a:close/>
                <a:moveTo>
                  <a:pt x="6787" y="755"/>
                </a:moveTo>
                <a:lnTo>
                  <a:pt x="6787" y="755"/>
                </a:lnTo>
                <a:cubicBezTo>
                  <a:pt x="6364" y="1257"/>
                  <a:pt x="6333" y="1727"/>
                  <a:pt x="6333" y="2652"/>
                </a:cubicBezTo>
                <a:cubicBezTo>
                  <a:pt x="6317" y="4266"/>
                  <a:pt x="6301" y="5865"/>
                  <a:pt x="6286" y="7480"/>
                </a:cubicBezTo>
                <a:cubicBezTo>
                  <a:pt x="6270" y="7495"/>
                  <a:pt x="6270" y="7511"/>
                  <a:pt x="6270" y="7542"/>
                </a:cubicBezTo>
                <a:cubicBezTo>
                  <a:pt x="6270" y="7605"/>
                  <a:pt x="6270" y="7668"/>
                  <a:pt x="6270" y="7715"/>
                </a:cubicBezTo>
                <a:cubicBezTo>
                  <a:pt x="6239" y="7715"/>
                  <a:pt x="6207" y="7715"/>
                  <a:pt x="6160" y="7730"/>
                </a:cubicBezTo>
                <a:cubicBezTo>
                  <a:pt x="6004" y="7793"/>
                  <a:pt x="5831" y="7825"/>
                  <a:pt x="5643" y="7840"/>
                </a:cubicBezTo>
                <a:cubicBezTo>
                  <a:pt x="5612" y="7840"/>
                  <a:pt x="5565" y="7840"/>
                  <a:pt x="5518" y="7856"/>
                </a:cubicBezTo>
                <a:cubicBezTo>
                  <a:pt x="5392" y="7864"/>
                  <a:pt x="5263" y="7868"/>
                  <a:pt x="5134" y="7868"/>
                </a:cubicBezTo>
                <a:cubicBezTo>
                  <a:pt x="5004" y="7868"/>
                  <a:pt x="4875" y="7864"/>
                  <a:pt x="4750" y="7856"/>
                </a:cubicBezTo>
                <a:cubicBezTo>
                  <a:pt x="4700" y="7826"/>
                  <a:pt x="4644" y="7815"/>
                  <a:pt x="4590" y="7815"/>
                </a:cubicBezTo>
                <a:cubicBezTo>
                  <a:pt x="4558" y="7815"/>
                  <a:pt x="4528" y="7819"/>
                  <a:pt x="4499" y="7825"/>
                </a:cubicBezTo>
                <a:lnTo>
                  <a:pt x="4295" y="7825"/>
                </a:lnTo>
                <a:cubicBezTo>
                  <a:pt x="4295" y="7636"/>
                  <a:pt x="4311" y="7464"/>
                  <a:pt x="4326" y="7292"/>
                </a:cubicBezTo>
                <a:cubicBezTo>
                  <a:pt x="4326" y="7354"/>
                  <a:pt x="4326" y="7417"/>
                  <a:pt x="4342" y="7480"/>
                </a:cubicBezTo>
                <a:cubicBezTo>
                  <a:pt x="4350" y="7630"/>
                  <a:pt x="4479" y="7714"/>
                  <a:pt x="4605" y="7714"/>
                </a:cubicBezTo>
                <a:cubicBezTo>
                  <a:pt x="4715" y="7714"/>
                  <a:pt x="4822" y="7650"/>
                  <a:pt x="4844" y="7511"/>
                </a:cubicBezTo>
                <a:cubicBezTo>
                  <a:pt x="4844" y="7527"/>
                  <a:pt x="4844" y="7558"/>
                  <a:pt x="4859" y="7574"/>
                </a:cubicBezTo>
                <a:cubicBezTo>
                  <a:pt x="4868" y="7738"/>
                  <a:pt x="5001" y="7825"/>
                  <a:pt x="5135" y="7825"/>
                </a:cubicBezTo>
                <a:cubicBezTo>
                  <a:pt x="5256" y="7825"/>
                  <a:pt x="5378" y="7754"/>
                  <a:pt x="5408" y="7605"/>
                </a:cubicBezTo>
                <a:cubicBezTo>
                  <a:pt x="5408" y="7589"/>
                  <a:pt x="5408" y="7558"/>
                  <a:pt x="5408" y="7542"/>
                </a:cubicBezTo>
                <a:cubicBezTo>
                  <a:pt x="5424" y="7542"/>
                  <a:pt x="5424" y="7542"/>
                  <a:pt x="5424" y="7558"/>
                </a:cubicBezTo>
                <a:cubicBezTo>
                  <a:pt x="5436" y="7716"/>
                  <a:pt x="5561" y="7799"/>
                  <a:pt x="5682" y="7799"/>
                </a:cubicBezTo>
                <a:cubicBezTo>
                  <a:pt x="5717" y="7799"/>
                  <a:pt x="5752" y="7792"/>
                  <a:pt x="5784" y="7778"/>
                </a:cubicBezTo>
                <a:cubicBezTo>
                  <a:pt x="5813" y="7785"/>
                  <a:pt x="5843" y="7789"/>
                  <a:pt x="5873" y="7789"/>
                </a:cubicBezTo>
                <a:cubicBezTo>
                  <a:pt x="6024" y="7789"/>
                  <a:pt x="6176" y="7691"/>
                  <a:pt x="6176" y="7495"/>
                </a:cubicBezTo>
                <a:cubicBezTo>
                  <a:pt x="6145" y="5332"/>
                  <a:pt x="6098" y="3169"/>
                  <a:pt x="6113" y="1006"/>
                </a:cubicBezTo>
                <a:cubicBezTo>
                  <a:pt x="6113" y="912"/>
                  <a:pt x="6035" y="834"/>
                  <a:pt x="5957" y="802"/>
                </a:cubicBezTo>
                <a:cubicBezTo>
                  <a:pt x="6223" y="802"/>
                  <a:pt x="6505" y="787"/>
                  <a:pt x="6787" y="755"/>
                </a:cubicBezTo>
                <a:close/>
                <a:moveTo>
                  <a:pt x="3731" y="7558"/>
                </a:moveTo>
                <a:cubicBezTo>
                  <a:pt x="3746" y="7636"/>
                  <a:pt x="3746" y="7715"/>
                  <a:pt x="3762" y="7793"/>
                </a:cubicBezTo>
                <a:lnTo>
                  <a:pt x="3637" y="7793"/>
                </a:lnTo>
                <a:cubicBezTo>
                  <a:pt x="3608" y="7771"/>
                  <a:pt x="3568" y="7760"/>
                  <a:pt x="3528" y="7760"/>
                </a:cubicBezTo>
                <a:cubicBezTo>
                  <a:pt x="3482" y="7760"/>
                  <a:pt x="3435" y="7775"/>
                  <a:pt x="3402" y="7809"/>
                </a:cubicBezTo>
                <a:cubicBezTo>
                  <a:pt x="3292" y="7809"/>
                  <a:pt x="3167" y="7840"/>
                  <a:pt x="3041" y="7872"/>
                </a:cubicBezTo>
                <a:cubicBezTo>
                  <a:pt x="3029" y="7867"/>
                  <a:pt x="3015" y="7865"/>
                  <a:pt x="3001" y="7865"/>
                </a:cubicBezTo>
                <a:cubicBezTo>
                  <a:pt x="2962" y="7865"/>
                  <a:pt x="2919" y="7880"/>
                  <a:pt x="2884" y="7903"/>
                </a:cubicBezTo>
                <a:cubicBezTo>
                  <a:pt x="2869" y="7903"/>
                  <a:pt x="2853" y="7903"/>
                  <a:pt x="2822" y="7919"/>
                </a:cubicBezTo>
                <a:cubicBezTo>
                  <a:pt x="2837" y="7840"/>
                  <a:pt x="2837" y="7778"/>
                  <a:pt x="2853" y="7715"/>
                </a:cubicBezTo>
                <a:cubicBezTo>
                  <a:pt x="2897" y="7748"/>
                  <a:pt x="2953" y="7765"/>
                  <a:pt x="3008" y="7765"/>
                </a:cubicBezTo>
                <a:cubicBezTo>
                  <a:pt x="3110" y="7765"/>
                  <a:pt x="3209" y="7706"/>
                  <a:pt x="3229" y="7574"/>
                </a:cubicBezTo>
                <a:cubicBezTo>
                  <a:pt x="3274" y="7685"/>
                  <a:pt x="3371" y="7737"/>
                  <a:pt x="3470" y="7737"/>
                </a:cubicBezTo>
                <a:cubicBezTo>
                  <a:pt x="3579" y="7737"/>
                  <a:pt x="3690" y="7673"/>
                  <a:pt x="3731" y="7558"/>
                </a:cubicBezTo>
                <a:close/>
                <a:moveTo>
                  <a:pt x="5408" y="8420"/>
                </a:moveTo>
                <a:cubicBezTo>
                  <a:pt x="5424" y="8561"/>
                  <a:pt x="5455" y="8687"/>
                  <a:pt x="5486" y="8812"/>
                </a:cubicBezTo>
                <a:cubicBezTo>
                  <a:pt x="5377" y="8687"/>
                  <a:pt x="5283" y="8546"/>
                  <a:pt x="5173" y="8420"/>
                </a:cubicBezTo>
                <a:close/>
                <a:moveTo>
                  <a:pt x="4405" y="8357"/>
                </a:moveTo>
                <a:cubicBezTo>
                  <a:pt x="4436" y="8640"/>
                  <a:pt x="4452" y="8906"/>
                  <a:pt x="4452" y="9188"/>
                </a:cubicBezTo>
                <a:cubicBezTo>
                  <a:pt x="4389" y="8922"/>
                  <a:pt x="4373" y="8640"/>
                  <a:pt x="4358" y="8357"/>
                </a:cubicBezTo>
                <a:close/>
                <a:moveTo>
                  <a:pt x="3950" y="8342"/>
                </a:moveTo>
                <a:cubicBezTo>
                  <a:pt x="3935" y="8420"/>
                  <a:pt x="3935" y="8483"/>
                  <a:pt x="3935" y="8561"/>
                </a:cubicBezTo>
                <a:cubicBezTo>
                  <a:pt x="3919" y="8828"/>
                  <a:pt x="3872" y="9094"/>
                  <a:pt x="3825" y="9361"/>
                </a:cubicBezTo>
                <a:lnTo>
                  <a:pt x="3809" y="9361"/>
                </a:lnTo>
                <a:cubicBezTo>
                  <a:pt x="3762" y="9031"/>
                  <a:pt x="3731" y="8702"/>
                  <a:pt x="3715" y="8357"/>
                </a:cubicBezTo>
                <a:cubicBezTo>
                  <a:pt x="3793" y="8357"/>
                  <a:pt x="3872" y="8342"/>
                  <a:pt x="3950" y="8342"/>
                </a:cubicBezTo>
                <a:close/>
                <a:moveTo>
                  <a:pt x="4938" y="8969"/>
                </a:moveTo>
                <a:cubicBezTo>
                  <a:pt x="5063" y="9157"/>
                  <a:pt x="5204" y="9345"/>
                  <a:pt x="5345" y="9517"/>
                </a:cubicBezTo>
                <a:cubicBezTo>
                  <a:pt x="5204" y="9517"/>
                  <a:pt x="5079" y="9533"/>
                  <a:pt x="4938" y="9533"/>
                </a:cubicBezTo>
                <a:cubicBezTo>
                  <a:pt x="4938" y="9345"/>
                  <a:pt x="4938" y="9157"/>
                  <a:pt x="4938" y="8969"/>
                </a:cubicBezTo>
                <a:close/>
                <a:moveTo>
                  <a:pt x="6176" y="9267"/>
                </a:moveTo>
                <a:cubicBezTo>
                  <a:pt x="6270" y="9361"/>
                  <a:pt x="6364" y="9470"/>
                  <a:pt x="6458" y="9580"/>
                </a:cubicBezTo>
                <a:cubicBezTo>
                  <a:pt x="6395" y="9564"/>
                  <a:pt x="6333" y="9564"/>
                  <a:pt x="6270" y="9549"/>
                </a:cubicBezTo>
                <a:cubicBezTo>
                  <a:pt x="6239" y="9455"/>
                  <a:pt x="6207" y="9361"/>
                  <a:pt x="6176" y="9267"/>
                </a:cubicBezTo>
                <a:close/>
                <a:moveTo>
                  <a:pt x="2696" y="9643"/>
                </a:moveTo>
                <a:cubicBezTo>
                  <a:pt x="2696" y="9784"/>
                  <a:pt x="2712" y="9909"/>
                  <a:pt x="2712" y="10050"/>
                </a:cubicBezTo>
                <a:cubicBezTo>
                  <a:pt x="2681" y="10066"/>
                  <a:pt x="2665" y="10066"/>
                  <a:pt x="2634" y="10082"/>
                </a:cubicBezTo>
                <a:lnTo>
                  <a:pt x="2524" y="10082"/>
                </a:lnTo>
                <a:cubicBezTo>
                  <a:pt x="2587" y="9941"/>
                  <a:pt x="2649" y="9784"/>
                  <a:pt x="2696" y="9643"/>
                </a:cubicBezTo>
                <a:close/>
                <a:moveTo>
                  <a:pt x="6512" y="0"/>
                </a:moveTo>
                <a:cubicBezTo>
                  <a:pt x="5667" y="0"/>
                  <a:pt x="4808" y="74"/>
                  <a:pt x="3966" y="97"/>
                </a:cubicBezTo>
                <a:cubicBezTo>
                  <a:pt x="2712" y="128"/>
                  <a:pt x="1395" y="66"/>
                  <a:pt x="173" y="317"/>
                </a:cubicBezTo>
                <a:cubicBezTo>
                  <a:pt x="141" y="317"/>
                  <a:pt x="110" y="332"/>
                  <a:pt x="94" y="348"/>
                </a:cubicBezTo>
                <a:cubicBezTo>
                  <a:pt x="47" y="379"/>
                  <a:pt x="16" y="411"/>
                  <a:pt x="16" y="458"/>
                </a:cubicBezTo>
                <a:cubicBezTo>
                  <a:pt x="0" y="552"/>
                  <a:pt x="32" y="646"/>
                  <a:pt x="157" y="661"/>
                </a:cubicBezTo>
                <a:cubicBezTo>
                  <a:pt x="267" y="693"/>
                  <a:pt x="376" y="708"/>
                  <a:pt x="486" y="724"/>
                </a:cubicBezTo>
                <a:cubicBezTo>
                  <a:pt x="753" y="865"/>
                  <a:pt x="1050" y="1038"/>
                  <a:pt x="1160" y="1241"/>
                </a:cubicBezTo>
                <a:cubicBezTo>
                  <a:pt x="1254" y="1461"/>
                  <a:pt x="1207" y="1931"/>
                  <a:pt x="1223" y="2166"/>
                </a:cubicBezTo>
                <a:cubicBezTo>
                  <a:pt x="1270" y="2871"/>
                  <a:pt x="1333" y="3561"/>
                  <a:pt x="1380" y="4251"/>
                </a:cubicBezTo>
                <a:cubicBezTo>
                  <a:pt x="1442" y="5097"/>
                  <a:pt x="1301" y="6226"/>
                  <a:pt x="1568" y="7072"/>
                </a:cubicBezTo>
                <a:cubicBezTo>
                  <a:pt x="1536" y="7307"/>
                  <a:pt x="1536" y="7558"/>
                  <a:pt x="1583" y="7778"/>
                </a:cubicBezTo>
                <a:cubicBezTo>
                  <a:pt x="1568" y="7950"/>
                  <a:pt x="1552" y="8122"/>
                  <a:pt x="1521" y="8279"/>
                </a:cubicBezTo>
                <a:cubicBezTo>
                  <a:pt x="1333" y="8655"/>
                  <a:pt x="1145" y="9031"/>
                  <a:pt x="956" y="9392"/>
                </a:cubicBezTo>
                <a:cubicBezTo>
                  <a:pt x="815" y="9611"/>
                  <a:pt x="674" y="9831"/>
                  <a:pt x="549" y="10082"/>
                </a:cubicBezTo>
                <a:cubicBezTo>
                  <a:pt x="533" y="10129"/>
                  <a:pt x="533" y="10160"/>
                  <a:pt x="549" y="10207"/>
                </a:cubicBezTo>
                <a:cubicBezTo>
                  <a:pt x="486" y="10285"/>
                  <a:pt x="439" y="10379"/>
                  <a:pt x="392" y="10458"/>
                </a:cubicBezTo>
                <a:cubicBezTo>
                  <a:pt x="302" y="10593"/>
                  <a:pt x="443" y="10772"/>
                  <a:pt x="579" y="10772"/>
                </a:cubicBezTo>
                <a:cubicBezTo>
                  <a:pt x="585" y="10772"/>
                  <a:pt x="590" y="10772"/>
                  <a:pt x="596" y="10771"/>
                </a:cubicBezTo>
                <a:lnTo>
                  <a:pt x="627" y="10771"/>
                </a:lnTo>
                <a:cubicBezTo>
                  <a:pt x="690" y="10818"/>
                  <a:pt x="768" y="10865"/>
                  <a:pt x="878" y="10881"/>
                </a:cubicBezTo>
                <a:cubicBezTo>
                  <a:pt x="894" y="10889"/>
                  <a:pt x="913" y="10893"/>
                  <a:pt x="935" y="10893"/>
                </a:cubicBezTo>
                <a:cubicBezTo>
                  <a:pt x="956" y="10893"/>
                  <a:pt x="980" y="10889"/>
                  <a:pt x="1003" y="10881"/>
                </a:cubicBezTo>
                <a:cubicBezTo>
                  <a:pt x="1218" y="10939"/>
                  <a:pt x="1449" y="10961"/>
                  <a:pt x="1686" y="10961"/>
                </a:cubicBezTo>
                <a:cubicBezTo>
                  <a:pt x="2348" y="10961"/>
                  <a:pt x="3064" y="10790"/>
                  <a:pt x="3652" y="10756"/>
                </a:cubicBezTo>
                <a:cubicBezTo>
                  <a:pt x="3778" y="10740"/>
                  <a:pt x="3903" y="10740"/>
                  <a:pt x="4013" y="10724"/>
                </a:cubicBezTo>
                <a:cubicBezTo>
                  <a:pt x="4232" y="12981"/>
                  <a:pt x="4264" y="15380"/>
                  <a:pt x="4765" y="17605"/>
                </a:cubicBezTo>
                <a:cubicBezTo>
                  <a:pt x="4781" y="17887"/>
                  <a:pt x="4797" y="18185"/>
                  <a:pt x="4812" y="18467"/>
                </a:cubicBezTo>
                <a:cubicBezTo>
                  <a:pt x="4821" y="18614"/>
                  <a:pt x="4937" y="18685"/>
                  <a:pt x="5051" y="18685"/>
                </a:cubicBezTo>
                <a:cubicBezTo>
                  <a:pt x="5132" y="18685"/>
                  <a:pt x="5212" y="18649"/>
                  <a:pt x="5251" y="18577"/>
                </a:cubicBezTo>
                <a:cubicBezTo>
                  <a:pt x="5330" y="18546"/>
                  <a:pt x="5392" y="18467"/>
                  <a:pt x="5392" y="18373"/>
                </a:cubicBezTo>
                <a:cubicBezTo>
                  <a:pt x="5314" y="17668"/>
                  <a:pt x="5236" y="16978"/>
                  <a:pt x="5157" y="16289"/>
                </a:cubicBezTo>
                <a:cubicBezTo>
                  <a:pt x="5126" y="15583"/>
                  <a:pt x="5094" y="14862"/>
                  <a:pt x="5079" y="14157"/>
                </a:cubicBezTo>
                <a:cubicBezTo>
                  <a:pt x="5063" y="13091"/>
                  <a:pt x="5283" y="11727"/>
                  <a:pt x="5000" y="10662"/>
                </a:cubicBezTo>
                <a:cubicBezTo>
                  <a:pt x="5508" y="10627"/>
                  <a:pt x="6015" y="10602"/>
                  <a:pt x="6517" y="10602"/>
                </a:cubicBezTo>
                <a:cubicBezTo>
                  <a:pt x="6930" y="10602"/>
                  <a:pt x="7340" y="10619"/>
                  <a:pt x="7743" y="10662"/>
                </a:cubicBezTo>
                <a:cubicBezTo>
                  <a:pt x="7750" y="10662"/>
                  <a:pt x="7757" y="10662"/>
                  <a:pt x="7764" y="10662"/>
                </a:cubicBezTo>
                <a:cubicBezTo>
                  <a:pt x="7962" y="10662"/>
                  <a:pt x="8163" y="10451"/>
                  <a:pt x="8073" y="10270"/>
                </a:cubicBezTo>
                <a:cubicBezTo>
                  <a:pt x="8135" y="10223"/>
                  <a:pt x="8182" y="10144"/>
                  <a:pt x="8182" y="10035"/>
                </a:cubicBezTo>
                <a:cubicBezTo>
                  <a:pt x="8135" y="9533"/>
                  <a:pt x="7790" y="9078"/>
                  <a:pt x="7493" y="8718"/>
                </a:cubicBezTo>
                <a:cubicBezTo>
                  <a:pt x="7258" y="8420"/>
                  <a:pt x="7007" y="8122"/>
                  <a:pt x="6756" y="7840"/>
                </a:cubicBezTo>
                <a:lnTo>
                  <a:pt x="6787" y="4188"/>
                </a:lnTo>
                <a:cubicBezTo>
                  <a:pt x="6803" y="2950"/>
                  <a:pt x="6505" y="1461"/>
                  <a:pt x="7571" y="614"/>
                </a:cubicBezTo>
                <a:cubicBezTo>
                  <a:pt x="7618" y="567"/>
                  <a:pt x="7649" y="505"/>
                  <a:pt x="7649" y="442"/>
                </a:cubicBezTo>
                <a:cubicBezTo>
                  <a:pt x="7712" y="270"/>
                  <a:pt x="7665" y="66"/>
                  <a:pt x="7414" y="34"/>
                </a:cubicBezTo>
                <a:cubicBezTo>
                  <a:pt x="7116" y="10"/>
                  <a:pt x="6815" y="0"/>
                  <a:pt x="651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90" name="Google Shape;5990;p202"/>
          <p:cNvPicPr preferRelativeResize="0"/>
          <p:nvPr/>
        </p:nvPicPr>
        <p:blipFill rotWithShape="1">
          <a:blip r:embed="rId3">
            <a:alphaModFix/>
          </a:blip>
          <a:srcRect r="22311"/>
          <a:stretch/>
        </p:blipFill>
        <p:spPr>
          <a:xfrm>
            <a:off x="294637" y="1113250"/>
            <a:ext cx="8554725" cy="29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5" name="Google Shape;5995;p203"/>
          <p:cNvGrpSpPr/>
          <p:nvPr/>
        </p:nvGrpSpPr>
        <p:grpSpPr>
          <a:xfrm>
            <a:off x="6285145" y="301958"/>
            <a:ext cx="2798301" cy="176025"/>
            <a:chOff x="4345425" y="2175475"/>
            <a:chExt cx="800750" cy="176025"/>
          </a:xfrm>
        </p:grpSpPr>
        <p:sp>
          <p:nvSpPr>
            <p:cNvPr id="5996" name="Google Shape;5996;p20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7" name="Google Shape;5997;p20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8" name="Google Shape;5998;p203"/>
          <p:cNvGrpSpPr/>
          <p:nvPr/>
        </p:nvGrpSpPr>
        <p:grpSpPr>
          <a:xfrm>
            <a:off x="6799507" y="741100"/>
            <a:ext cx="2235214" cy="176025"/>
            <a:chOff x="4345425" y="2175475"/>
            <a:chExt cx="800750" cy="176025"/>
          </a:xfrm>
        </p:grpSpPr>
        <p:sp>
          <p:nvSpPr>
            <p:cNvPr id="5999" name="Google Shape;5999;p20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0" name="Google Shape;6000;p20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01" name="Google Shape;6001;p203"/>
          <p:cNvSpPr txBox="1">
            <a:spLocks noGrp="1"/>
          </p:cNvSpPr>
          <p:nvPr>
            <p:ph type="title"/>
          </p:nvPr>
        </p:nvSpPr>
        <p:spPr>
          <a:xfrm>
            <a:off x="5973875" y="-104178"/>
            <a:ext cx="3109500" cy="9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Modular Division Example: Answer</a:t>
            </a:r>
            <a:endParaRPr/>
          </a:p>
        </p:txBody>
      </p:sp>
      <p:sp>
        <p:nvSpPr>
          <p:cNvPr id="6002" name="Google Shape;6002;p203"/>
          <p:cNvSpPr/>
          <p:nvPr/>
        </p:nvSpPr>
        <p:spPr>
          <a:xfrm rot="-1160172">
            <a:off x="6142548" y="1119888"/>
            <a:ext cx="251710" cy="574784"/>
          </a:xfrm>
          <a:custGeom>
            <a:avLst/>
            <a:gdLst/>
            <a:ahLst/>
            <a:cxnLst/>
            <a:rect l="l" t="t" r="r" b="b"/>
            <a:pathLst>
              <a:path w="8183" h="18686" extrusionOk="0">
                <a:moveTo>
                  <a:pt x="5016" y="818"/>
                </a:moveTo>
                <a:cubicBezTo>
                  <a:pt x="4812" y="826"/>
                  <a:pt x="4609" y="830"/>
                  <a:pt x="4405" y="830"/>
                </a:cubicBezTo>
                <a:cubicBezTo>
                  <a:pt x="4201" y="830"/>
                  <a:pt x="3997" y="826"/>
                  <a:pt x="3793" y="818"/>
                </a:cubicBezTo>
                <a:close/>
                <a:moveTo>
                  <a:pt x="1395" y="818"/>
                </a:moveTo>
                <a:cubicBezTo>
                  <a:pt x="1489" y="834"/>
                  <a:pt x="1583" y="834"/>
                  <a:pt x="1677" y="834"/>
                </a:cubicBezTo>
                <a:cubicBezTo>
                  <a:pt x="1646" y="881"/>
                  <a:pt x="1630" y="928"/>
                  <a:pt x="1630" y="991"/>
                </a:cubicBezTo>
                <a:cubicBezTo>
                  <a:pt x="1646" y="1085"/>
                  <a:pt x="1646" y="1179"/>
                  <a:pt x="1646" y="1273"/>
                </a:cubicBezTo>
                <a:cubicBezTo>
                  <a:pt x="1630" y="1288"/>
                  <a:pt x="1615" y="1304"/>
                  <a:pt x="1599" y="1335"/>
                </a:cubicBezTo>
                <a:cubicBezTo>
                  <a:pt x="1552" y="1116"/>
                  <a:pt x="1489" y="944"/>
                  <a:pt x="1395" y="818"/>
                </a:cubicBezTo>
                <a:close/>
                <a:moveTo>
                  <a:pt x="2289" y="1273"/>
                </a:moveTo>
                <a:lnTo>
                  <a:pt x="2289" y="1273"/>
                </a:lnTo>
                <a:cubicBezTo>
                  <a:pt x="2602" y="1304"/>
                  <a:pt x="2916" y="1320"/>
                  <a:pt x="3245" y="1335"/>
                </a:cubicBezTo>
                <a:cubicBezTo>
                  <a:pt x="3182" y="1367"/>
                  <a:pt x="3151" y="1429"/>
                  <a:pt x="3151" y="1523"/>
                </a:cubicBezTo>
                <a:cubicBezTo>
                  <a:pt x="3214" y="2386"/>
                  <a:pt x="3245" y="3248"/>
                  <a:pt x="3261" y="4110"/>
                </a:cubicBezTo>
                <a:cubicBezTo>
                  <a:pt x="3151" y="3279"/>
                  <a:pt x="3025" y="2448"/>
                  <a:pt x="2916" y="1633"/>
                </a:cubicBezTo>
                <a:cubicBezTo>
                  <a:pt x="2901" y="1508"/>
                  <a:pt x="2806" y="1448"/>
                  <a:pt x="2712" y="1448"/>
                </a:cubicBezTo>
                <a:cubicBezTo>
                  <a:pt x="2606" y="1448"/>
                  <a:pt x="2500" y="1523"/>
                  <a:pt x="2508" y="1665"/>
                </a:cubicBezTo>
                <a:cubicBezTo>
                  <a:pt x="2555" y="2307"/>
                  <a:pt x="2634" y="2950"/>
                  <a:pt x="2696" y="3624"/>
                </a:cubicBezTo>
                <a:cubicBezTo>
                  <a:pt x="2571" y="2840"/>
                  <a:pt x="2445" y="2056"/>
                  <a:pt x="2289" y="1273"/>
                </a:cubicBezTo>
                <a:close/>
                <a:moveTo>
                  <a:pt x="3793" y="1335"/>
                </a:moveTo>
                <a:cubicBezTo>
                  <a:pt x="3825" y="2260"/>
                  <a:pt x="3872" y="3185"/>
                  <a:pt x="3888" y="4110"/>
                </a:cubicBezTo>
                <a:cubicBezTo>
                  <a:pt x="3793" y="3232"/>
                  <a:pt x="3699" y="2354"/>
                  <a:pt x="3605" y="1476"/>
                </a:cubicBezTo>
                <a:cubicBezTo>
                  <a:pt x="3605" y="1414"/>
                  <a:pt x="3574" y="1367"/>
                  <a:pt x="3543" y="1335"/>
                </a:cubicBezTo>
                <a:close/>
                <a:moveTo>
                  <a:pt x="4938" y="1288"/>
                </a:moveTo>
                <a:cubicBezTo>
                  <a:pt x="4938" y="1304"/>
                  <a:pt x="4922" y="1320"/>
                  <a:pt x="4922" y="1351"/>
                </a:cubicBezTo>
                <a:cubicBezTo>
                  <a:pt x="4969" y="2260"/>
                  <a:pt x="5047" y="3201"/>
                  <a:pt x="5094" y="4157"/>
                </a:cubicBezTo>
                <a:cubicBezTo>
                  <a:pt x="5000" y="3201"/>
                  <a:pt x="4906" y="2244"/>
                  <a:pt x="4812" y="1288"/>
                </a:cubicBezTo>
                <a:close/>
                <a:moveTo>
                  <a:pt x="4436" y="1320"/>
                </a:moveTo>
                <a:cubicBezTo>
                  <a:pt x="4483" y="2542"/>
                  <a:pt x="4593" y="3812"/>
                  <a:pt x="4577" y="5066"/>
                </a:cubicBezTo>
                <a:cubicBezTo>
                  <a:pt x="4436" y="3828"/>
                  <a:pt x="4295" y="2589"/>
                  <a:pt x="4138" y="1351"/>
                </a:cubicBezTo>
                <a:cubicBezTo>
                  <a:pt x="4232" y="1335"/>
                  <a:pt x="4326" y="1335"/>
                  <a:pt x="4436" y="1320"/>
                </a:cubicBezTo>
                <a:close/>
                <a:moveTo>
                  <a:pt x="2367" y="3922"/>
                </a:moveTo>
                <a:lnTo>
                  <a:pt x="2367" y="3922"/>
                </a:lnTo>
                <a:cubicBezTo>
                  <a:pt x="2414" y="4376"/>
                  <a:pt x="2477" y="4815"/>
                  <a:pt x="2524" y="5270"/>
                </a:cubicBezTo>
                <a:cubicBezTo>
                  <a:pt x="2555" y="5677"/>
                  <a:pt x="2555" y="6085"/>
                  <a:pt x="2555" y="6508"/>
                </a:cubicBezTo>
                <a:cubicBezTo>
                  <a:pt x="2524" y="6383"/>
                  <a:pt x="2508" y="6241"/>
                  <a:pt x="2493" y="6116"/>
                </a:cubicBezTo>
                <a:cubicBezTo>
                  <a:pt x="2445" y="5379"/>
                  <a:pt x="2398" y="4658"/>
                  <a:pt x="2367" y="3922"/>
                </a:cubicBezTo>
                <a:close/>
                <a:moveTo>
                  <a:pt x="6787" y="755"/>
                </a:moveTo>
                <a:lnTo>
                  <a:pt x="6787" y="755"/>
                </a:lnTo>
                <a:cubicBezTo>
                  <a:pt x="6364" y="1257"/>
                  <a:pt x="6333" y="1727"/>
                  <a:pt x="6333" y="2652"/>
                </a:cubicBezTo>
                <a:cubicBezTo>
                  <a:pt x="6317" y="4266"/>
                  <a:pt x="6301" y="5865"/>
                  <a:pt x="6286" y="7480"/>
                </a:cubicBezTo>
                <a:cubicBezTo>
                  <a:pt x="6270" y="7495"/>
                  <a:pt x="6270" y="7511"/>
                  <a:pt x="6270" y="7542"/>
                </a:cubicBezTo>
                <a:cubicBezTo>
                  <a:pt x="6270" y="7605"/>
                  <a:pt x="6270" y="7668"/>
                  <a:pt x="6270" y="7715"/>
                </a:cubicBezTo>
                <a:cubicBezTo>
                  <a:pt x="6239" y="7715"/>
                  <a:pt x="6207" y="7715"/>
                  <a:pt x="6160" y="7730"/>
                </a:cubicBezTo>
                <a:cubicBezTo>
                  <a:pt x="6004" y="7793"/>
                  <a:pt x="5831" y="7825"/>
                  <a:pt x="5643" y="7840"/>
                </a:cubicBezTo>
                <a:cubicBezTo>
                  <a:pt x="5612" y="7840"/>
                  <a:pt x="5565" y="7840"/>
                  <a:pt x="5518" y="7856"/>
                </a:cubicBezTo>
                <a:cubicBezTo>
                  <a:pt x="5392" y="7864"/>
                  <a:pt x="5263" y="7868"/>
                  <a:pt x="5134" y="7868"/>
                </a:cubicBezTo>
                <a:cubicBezTo>
                  <a:pt x="5004" y="7868"/>
                  <a:pt x="4875" y="7864"/>
                  <a:pt x="4750" y="7856"/>
                </a:cubicBezTo>
                <a:cubicBezTo>
                  <a:pt x="4700" y="7826"/>
                  <a:pt x="4644" y="7815"/>
                  <a:pt x="4590" y="7815"/>
                </a:cubicBezTo>
                <a:cubicBezTo>
                  <a:pt x="4558" y="7815"/>
                  <a:pt x="4528" y="7819"/>
                  <a:pt x="4499" y="7825"/>
                </a:cubicBezTo>
                <a:lnTo>
                  <a:pt x="4295" y="7825"/>
                </a:lnTo>
                <a:cubicBezTo>
                  <a:pt x="4295" y="7636"/>
                  <a:pt x="4311" y="7464"/>
                  <a:pt x="4326" y="7292"/>
                </a:cubicBezTo>
                <a:cubicBezTo>
                  <a:pt x="4326" y="7354"/>
                  <a:pt x="4326" y="7417"/>
                  <a:pt x="4342" y="7480"/>
                </a:cubicBezTo>
                <a:cubicBezTo>
                  <a:pt x="4350" y="7630"/>
                  <a:pt x="4479" y="7714"/>
                  <a:pt x="4605" y="7714"/>
                </a:cubicBezTo>
                <a:cubicBezTo>
                  <a:pt x="4715" y="7714"/>
                  <a:pt x="4822" y="7650"/>
                  <a:pt x="4844" y="7511"/>
                </a:cubicBezTo>
                <a:cubicBezTo>
                  <a:pt x="4844" y="7527"/>
                  <a:pt x="4844" y="7558"/>
                  <a:pt x="4859" y="7574"/>
                </a:cubicBezTo>
                <a:cubicBezTo>
                  <a:pt x="4868" y="7738"/>
                  <a:pt x="5001" y="7825"/>
                  <a:pt x="5135" y="7825"/>
                </a:cubicBezTo>
                <a:cubicBezTo>
                  <a:pt x="5256" y="7825"/>
                  <a:pt x="5378" y="7754"/>
                  <a:pt x="5408" y="7605"/>
                </a:cubicBezTo>
                <a:cubicBezTo>
                  <a:pt x="5408" y="7589"/>
                  <a:pt x="5408" y="7558"/>
                  <a:pt x="5408" y="7542"/>
                </a:cubicBezTo>
                <a:cubicBezTo>
                  <a:pt x="5424" y="7542"/>
                  <a:pt x="5424" y="7542"/>
                  <a:pt x="5424" y="7558"/>
                </a:cubicBezTo>
                <a:cubicBezTo>
                  <a:pt x="5436" y="7716"/>
                  <a:pt x="5561" y="7799"/>
                  <a:pt x="5682" y="7799"/>
                </a:cubicBezTo>
                <a:cubicBezTo>
                  <a:pt x="5717" y="7799"/>
                  <a:pt x="5752" y="7792"/>
                  <a:pt x="5784" y="7778"/>
                </a:cubicBezTo>
                <a:cubicBezTo>
                  <a:pt x="5813" y="7785"/>
                  <a:pt x="5843" y="7789"/>
                  <a:pt x="5873" y="7789"/>
                </a:cubicBezTo>
                <a:cubicBezTo>
                  <a:pt x="6024" y="7789"/>
                  <a:pt x="6176" y="7691"/>
                  <a:pt x="6176" y="7495"/>
                </a:cubicBezTo>
                <a:cubicBezTo>
                  <a:pt x="6145" y="5332"/>
                  <a:pt x="6098" y="3169"/>
                  <a:pt x="6113" y="1006"/>
                </a:cubicBezTo>
                <a:cubicBezTo>
                  <a:pt x="6113" y="912"/>
                  <a:pt x="6035" y="834"/>
                  <a:pt x="5957" y="802"/>
                </a:cubicBezTo>
                <a:cubicBezTo>
                  <a:pt x="6223" y="802"/>
                  <a:pt x="6505" y="787"/>
                  <a:pt x="6787" y="755"/>
                </a:cubicBezTo>
                <a:close/>
                <a:moveTo>
                  <a:pt x="3731" y="7558"/>
                </a:moveTo>
                <a:cubicBezTo>
                  <a:pt x="3746" y="7636"/>
                  <a:pt x="3746" y="7715"/>
                  <a:pt x="3762" y="7793"/>
                </a:cubicBezTo>
                <a:lnTo>
                  <a:pt x="3637" y="7793"/>
                </a:lnTo>
                <a:cubicBezTo>
                  <a:pt x="3608" y="7771"/>
                  <a:pt x="3568" y="7760"/>
                  <a:pt x="3528" y="7760"/>
                </a:cubicBezTo>
                <a:cubicBezTo>
                  <a:pt x="3482" y="7760"/>
                  <a:pt x="3435" y="7775"/>
                  <a:pt x="3402" y="7809"/>
                </a:cubicBezTo>
                <a:cubicBezTo>
                  <a:pt x="3292" y="7809"/>
                  <a:pt x="3167" y="7840"/>
                  <a:pt x="3041" y="7872"/>
                </a:cubicBezTo>
                <a:cubicBezTo>
                  <a:pt x="3029" y="7867"/>
                  <a:pt x="3015" y="7865"/>
                  <a:pt x="3001" y="7865"/>
                </a:cubicBezTo>
                <a:cubicBezTo>
                  <a:pt x="2962" y="7865"/>
                  <a:pt x="2919" y="7880"/>
                  <a:pt x="2884" y="7903"/>
                </a:cubicBezTo>
                <a:cubicBezTo>
                  <a:pt x="2869" y="7903"/>
                  <a:pt x="2853" y="7903"/>
                  <a:pt x="2822" y="7919"/>
                </a:cubicBezTo>
                <a:cubicBezTo>
                  <a:pt x="2837" y="7840"/>
                  <a:pt x="2837" y="7778"/>
                  <a:pt x="2853" y="7715"/>
                </a:cubicBezTo>
                <a:cubicBezTo>
                  <a:pt x="2897" y="7748"/>
                  <a:pt x="2953" y="7765"/>
                  <a:pt x="3008" y="7765"/>
                </a:cubicBezTo>
                <a:cubicBezTo>
                  <a:pt x="3110" y="7765"/>
                  <a:pt x="3209" y="7706"/>
                  <a:pt x="3229" y="7574"/>
                </a:cubicBezTo>
                <a:cubicBezTo>
                  <a:pt x="3274" y="7685"/>
                  <a:pt x="3371" y="7737"/>
                  <a:pt x="3470" y="7737"/>
                </a:cubicBezTo>
                <a:cubicBezTo>
                  <a:pt x="3579" y="7737"/>
                  <a:pt x="3690" y="7673"/>
                  <a:pt x="3731" y="7558"/>
                </a:cubicBezTo>
                <a:close/>
                <a:moveTo>
                  <a:pt x="5408" y="8420"/>
                </a:moveTo>
                <a:cubicBezTo>
                  <a:pt x="5424" y="8561"/>
                  <a:pt x="5455" y="8687"/>
                  <a:pt x="5486" y="8812"/>
                </a:cubicBezTo>
                <a:cubicBezTo>
                  <a:pt x="5377" y="8687"/>
                  <a:pt x="5283" y="8546"/>
                  <a:pt x="5173" y="8420"/>
                </a:cubicBezTo>
                <a:close/>
                <a:moveTo>
                  <a:pt x="4405" y="8357"/>
                </a:moveTo>
                <a:cubicBezTo>
                  <a:pt x="4436" y="8640"/>
                  <a:pt x="4452" y="8906"/>
                  <a:pt x="4452" y="9188"/>
                </a:cubicBezTo>
                <a:cubicBezTo>
                  <a:pt x="4389" y="8922"/>
                  <a:pt x="4373" y="8640"/>
                  <a:pt x="4358" y="8357"/>
                </a:cubicBezTo>
                <a:close/>
                <a:moveTo>
                  <a:pt x="3950" y="8342"/>
                </a:moveTo>
                <a:cubicBezTo>
                  <a:pt x="3935" y="8420"/>
                  <a:pt x="3935" y="8483"/>
                  <a:pt x="3935" y="8561"/>
                </a:cubicBezTo>
                <a:cubicBezTo>
                  <a:pt x="3919" y="8828"/>
                  <a:pt x="3872" y="9094"/>
                  <a:pt x="3825" y="9361"/>
                </a:cubicBezTo>
                <a:lnTo>
                  <a:pt x="3809" y="9361"/>
                </a:lnTo>
                <a:cubicBezTo>
                  <a:pt x="3762" y="9031"/>
                  <a:pt x="3731" y="8702"/>
                  <a:pt x="3715" y="8357"/>
                </a:cubicBezTo>
                <a:cubicBezTo>
                  <a:pt x="3793" y="8357"/>
                  <a:pt x="3872" y="8342"/>
                  <a:pt x="3950" y="8342"/>
                </a:cubicBezTo>
                <a:close/>
                <a:moveTo>
                  <a:pt x="4938" y="8969"/>
                </a:moveTo>
                <a:cubicBezTo>
                  <a:pt x="5063" y="9157"/>
                  <a:pt x="5204" y="9345"/>
                  <a:pt x="5345" y="9517"/>
                </a:cubicBezTo>
                <a:cubicBezTo>
                  <a:pt x="5204" y="9517"/>
                  <a:pt x="5079" y="9533"/>
                  <a:pt x="4938" y="9533"/>
                </a:cubicBezTo>
                <a:cubicBezTo>
                  <a:pt x="4938" y="9345"/>
                  <a:pt x="4938" y="9157"/>
                  <a:pt x="4938" y="8969"/>
                </a:cubicBezTo>
                <a:close/>
                <a:moveTo>
                  <a:pt x="6176" y="9267"/>
                </a:moveTo>
                <a:cubicBezTo>
                  <a:pt x="6270" y="9361"/>
                  <a:pt x="6364" y="9470"/>
                  <a:pt x="6458" y="9580"/>
                </a:cubicBezTo>
                <a:cubicBezTo>
                  <a:pt x="6395" y="9564"/>
                  <a:pt x="6333" y="9564"/>
                  <a:pt x="6270" y="9549"/>
                </a:cubicBezTo>
                <a:cubicBezTo>
                  <a:pt x="6239" y="9455"/>
                  <a:pt x="6207" y="9361"/>
                  <a:pt x="6176" y="9267"/>
                </a:cubicBezTo>
                <a:close/>
                <a:moveTo>
                  <a:pt x="2696" y="9643"/>
                </a:moveTo>
                <a:cubicBezTo>
                  <a:pt x="2696" y="9784"/>
                  <a:pt x="2712" y="9909"/>
                  <a:pt x="2712" y="10050"/>
                </a:cubicBezTo>
                <a:cubicBezTo>
                  <a:pt x="2681" y="10066"/>
                  <a:pt x="2665" y="10066"/>
                  <a:pt x="2634" y="10082"/>
                </a:cubicBezTo>
                <a:lnTo>
                  <a:pt x="2524" y="10082"/>
                </a:lnTo>
                <a:cubicBezTo>
                  <a:pt x="2587" y="9941"/>
                  <a:pt x="2649" y="9784"/>
                  <a:pt x="2696" y="9643"/>
                </a:cubicBezTo>
                <a:close/>
                <a:moveTo>
                  <a:pt x="6512" y="0"/>
                </a:moveTo>
                <a:cubicBezTo>
                  <a:pt x="5667" y="0"/>
                  <a:pt x="4808" y="74"/>
                  <a:pt x="3966" y="97"/>
                </a:cubicBezTo>
                <a:cubicBezTo>
                  <a:pt x="2712" y="128"/>
                  <a:pt x="1395" y="66"/>
                  <a:pt x="173" y="317"/>
                </a:cubicBezTo>
                <a:cubicBezTo>
                  <a:pt x="141" y="317"/>
                  <a:pt x="110" y="332"/>
                  <a:pt x="94" y="348"/>
                </a:cubicBezTo>
                <a:cubicBezTo>
                  <a:pt x="47" y="379"/>
                  <a:pt x="16" y="411"/>
                  <a:pt x="16" y="458"/>
                </a:cubicBezTo>
                <a:cubicBezTo>
                  <a:pt x="0" y="552"/>
                  <a:pt x="32" y="646"/>
                  <a:pt x="157" y="661"/>
                </a:cubicBezTo>
                <a:cubicBezTo>
                  <a:pt x="267" y="693"/>
                  <a:pt x="376" y="708"/>
                  <a:pt x="486" y="724"/>
                </a:cubicBezTo>
                <a:cubicBezTo>
                  <a:pt x="753" y="865"/>
                  <a:pt x="1050" y="1038"/>
                  <a:pt x="1160" y="1241"/>
                </a:cubicBezTo>
                <a:cubicBezTo>
                  <a:pt x="1254" y="1461"/>
                  <a:pt x="1207" y="1931"/>
                  <a:pt x="1223" y="2166"/>
                </a:cubicBezTo>
                <a:cubicBezTo>
                  <a:pt x="1270" y="2871"/>
                  <a:pt x="1333" y="3561"/>
                  <a:pt x="1380" y="4251"/>
                </a:cubicBezTo>
                <a:cubicBezTo>
                  <a:pt x="1442" y="5097"/>
                  <a:pt x="1301" y="6226"/>
                  <a:pt x="1568" y="7072"/>
                </a:cubicBezTo>
                <a:cubicBezTo>
                  <a:pt x="1536" y="7307"/>
                  <a:pt x="1536" y="7558"/>
                  <a:pt x="1583" y="7778"/>
                </a:cubicBezTo>
                <a:cubicBezTo>
                  <a:pt x="1568" y="7950"/>
                  <a:pt x="1552" y="8122"/>
                  <a:pt x="1521" y="8279"/>
                </a:cubicBezTo>
                <a:cubicBezTo>
                  <a:pt x="1333" y="8655"/>
                  <a:pt x="1145" y="9031"/>
                  <a:pt x="956" y="9392"/>
                </a:cubicBezTo>
                <a:cubicBezTo>
                  <a:pt x="815" y="9611"/>
                  <a:pt x="674" y="9831"/>
                  <a:pt x="549" y="10082"/>
                </a:cubicBezTo>
                <a:cubicBezTo>
                  <a:pt x="533" y="10129"/>
                  <a:pt x="533" y="10160"/>
                  <a:pt x="549" y="10207"/>
                </a:cubicBezTo>
                <a:cubicBezTo>
                  <a:pt x="486" y="10285"/>
                  <a:pt x="439" y="10379"/>
                  <a:pt x="392" y="10458"/>
                </a:cubicBezTo>
                <a:cubicBezTo>
                  <a:pt x="302" y="10593"/>
                  <a:pt x="443" y="10772"/>
                  <a:pt x="579" y="10772"/>
                </a:cubicBezTo>
                <a:cubicBezTo>
                  <a:pt x="585" y="10772"/>
                  <a:pt x="590" y="10772"/>
                  <a:pt x="596" y="10771"/>
                </a:cubicBezTo>
                <a:lnTo>
                  <a:pt x="627" y="10771"/>
                </a:lnTo>
                <a:cubicBezTo>
                  <a:pt x="690" y="10818"/>
                  <a:pt x="768" y="10865"/>
                  <a:pt x="878" y="10881"/>
                </a:cubicBezTo>
                <a:cubicBezTo>
                  <a:pt x="894" y="10889"/>
                  <a:pt x="913" y="10893"/>
                  <a:pt x="935" y="10893"/>
                </a:cubicBezTo>
                <a:cubicBezTo>
                  <a:pt x="956" y="10893"/>
                  <a:pt x="980" y="10889"/>
                  <a:pt x="1003" y="10881"/>
                </a:cubicBezTo>
                <a:cubicBezTo>
                  <a:pt x="1218" y="10939"/>
                  <a:pt x="1449" y="10961"/>
                  <a:pt x="1686" y="10961"/>
                </a:cubicBezTo>
                <a:cubicBezTo>
                  <a:pt x="2348" y="10961"/>
                  <a:pt x="3064" y="10790"/>
                  <a:pt x="3652" y="10756"/>
                </a:cubicBezTo>
                <a:cubicBezTo>
                  <a:pt x="3778" y="10740"/>
                  <a:pt x="3903" y="10740"/>
                  <a:pt x="4013" y="10724"/>
                </a:cubicBezTo>
                <a:cubicBezTo>
                  <a:pt x="4232" y="12981"/>
                  <a:pt x="4264" y="15380"/>
                  <a:pt x="4765" y="17605"/>
                </a:cubicBezTo>
                <a:cubicBezTo>
                  <a:pt x="4781" y="17887"/>
                  <a:pt x="4797" y="18185"/>
                  <a:pt x="4812" y="18467"/>
                </a:cubicBezTo>
                <a:cubicBezTo>
                  <a:pt x="4821" y="18614"/>
                  <a:pt x="4937" y="18685"/>
                  <a:pt x="5051" y="18685"/>
                </a:cubicBezTo>
                <a:cubicBezTo>
                  <a:pt x="5132" y="18685"/>
                  <a:pt x="5212" y="18649"/>
                  <a:pt x="5251" y="18577"/>
                </a:cubicBezTo>
                <a:cubicBezTo>
                  <a:pt x="5330" y="18546"/>
                  <a:pt x="5392" y="18467"/>
                  <a:pt x="5392" y="18373"/>
                </a:cubicBezTo>
                <a:cubicBezTo>
                  <a:pt x="5314" y="17668"/>
                  <a:pt x="5236" y="16978"/>
                  <a:pt x="5157" y="16289"/>
                </a:cubicBezTo>
                <a:cubicBezTo>
                  <a:pt x="5126" y="15583"/>
                  <a:pt x="5094" y="14862"/>
                  <a:pt x="5079" y="14157"/>
                </a:cubicBezTo>
                <a:cubicBezTo>
                  <a:pt x="5063" y="13091"/>
                  <a:pt x="5283" y="11727"/>
                  <a:pt x="5000" y="10662"/>
                </a:cubicBezTo>
                <a:cubicBezTo>
                  <a:pt x="5508" y="10627"/>
                  <a:pt x="6015" y="10602"/>
                  <a:pt x="6517" y="10602"/>
                </a:cubicBezTo>
                <a:cubicBezTo>
                  <a:pt x="6930" y="10602"/>
                  <a:pt x="7340" y="10619"/>
                  <a:pt x="7743" y="10662"/>
                </a:cubicBezTo>
                <a:cubicBezTo>
                  <a:pt x="7750" y="10662"/>
                  <a:pt x="7757" y="10662"/>
                  <a:pt x="7764" y="10662"/>
                </a:cubicBezTo>
                <a:cubicBezTo>
                  <a:pt x="7962" y="10662"/>
                  <a:pt x="8163" y="10451"/>
                  <a:pt x="8073" y="10270"/>
                </a:cubicBezTo>
                <a:cubicBezTo>
                  <a:pt x="8135" y="10223"/>
                  <a:pt x="8182" y="10144"/>
                  <a:pt x="8182" y="10035"/>
                </a:cubicBezTo>
                <a:cubicBezTo>
                  <a:pt x="8135" y="9533"/>
                  <a:pt x="7790" y="9078"/>
                  <a:pt x="7493" y="8718"/>
                </a:cubicBezTo>
                <a:cubicBezTo>
                  <a:pt x="7258" y="8420"/>
                  <a:pt x="7007" y="8122"/>
                  <a:pt x="6756" y="7840"/>
                </a:cubicBezTo>
                <a:lnTo>
                  <a:pt x="6787" y="4188"/>
                </a:lnTo>
                <a:cubicBezTo>
                  <a:pt x="6803" y="2950"/>
                  <a:pt x="6505" y="1461"/>
                  <a:pt x="7571" y="614"/>
                </a:cubicBezTo>
                <a:cubicBezTo>
                  <a:pt x="7618" y="567"/>
                  <a:pt x="7649" y="505"/>
                  <a:pt x="7649" y="442"/>
                </a:cubicBezTo>
                <a:cubicBezTo>
                  <a:pt x="7712" y="270"/>
                  <a:pt x="7665" y="66"/>
                  <a:pt x="7414" y="34"/>
                </a:cubicBezTo>
                <a:cubicBezTo>
                  <a:pt x="7116" y="10"/>
                  <a:pt x="6815" y="0"/>
                  <a:pt x="651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03" name="Google Shape;6003;p2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25" y="1413108"/>
            <a:ext cx="8747750" cy="2317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08" name="Google Shape;6008;p204"/>
          <p:cNvGrpSpPr/>
          <p:nvPr/>
        </p:nvGrpSpPr>
        <p:grpSpPr>
          <a:xfrm>
            <a:off x="6285145" y="301958"/>
            <a:ext cx="2798301" cy="176025"/>
            <a:chOff x="4345425" y="2175475"/>
            <a:chExt cx="800750" cy="176025"/>
          </a:xfrm>
        </p:grpSpPr>
        <p:sp>
          <p:nvSpPr>
            <p:cNvPr id="6009" name="Google Shape;6009;p20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0" name="Google Shape;6010;p20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11" name="Google Shape;6011;p204"/>
          <p:cNvGrpSpPr/>
          <p:nvPr/>
        </p:nvGrpSpPr>
        <p:grpSpPr>
          <a:xfrm>
            <a:off x="6799507" y="741100"/>
            <a:ext cx="2235214" cy="176025"/>
            <a:chOff x="4345425" y="2175475"/>
            <a:chExt cx="800750" cy="176025"/>
          </a:xfrm>
        </p:grpSpPr>
        <p:sp>
          <p:nvSpPr>
            <p:cNvPr id="6012" name="Google Shape;6012;p20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3" name="Google Shape;6013;p20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14" name="Google Shape;6014;p204"/>
          <p:cNvSpPr txBox="1">
            <a:spLocks noGrp="1"/>
          </p:cNvSpPr>
          <p:nvPr>
            <p:ph type="title"/>
          </p:nvPr>
        </p:nvSpPr>
        <p:spPr>
          <a:xfrm>
            <a:off x="5973875" y="-104178"/>
            <a:ext cx="3109500" cy="9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Modular Division Example:</a:t>
            </a:r>
            <a:endParaRPr/>
          </a:p>
        </p:txBody>
      </p:sp>
      <p:sp>
        <p:nvSpPr>
          <p:cNvPr id="6015" name="Google Shape;6015;p204"/>
          <p:cNvSpPr/>
          <p:nvPr/>
        </p:nvSpPr>
        <p:spPr>
          <a:xfrm rot="-1160172">
            <a:off x="5178773" y="766563"/>
            <a:ext cx="251710" cy="574784"/>
          </a:xfrm>
          <a:custGeom>
            <a:avLst/>
            <a:gdLst/>
            <a:ahLst/>
            <a:cxnLst/>
            <a:rect l="l" t="t" r="r" b="b"/>
            <a:pathLst>
              <a:path w="8183" h="18686" extrusionOk="0">
                <a:moveTo>
                  <a:pt x="5016" y="818"/>
                </a:moveTo>
                <a:cubicBezTo>
                  <a:pt x="4812" y="826"/>
                  <a:pt x="4609" y="830"/>
                  <a:pt x="4405" y="830"/>
                </a:cubicBezTo>
                <a:cubicBezTo>
                  <a:pt x="4201" y="830"/>
                  <a:pt x="3997" y="826"/>
                  <a:pt x="3793" y="818"/>
                </a:cubicBezTo>
                <a:close/>
                <a:moveTo>
                  <a:pt x="1395" y="818"/>
                </a:moveTo>
                <a:cubicBezTo>
                  <a:pt x="1489" y="834"/>
                  <a:pt x="1583" y="834"/>
                  <a:pt x="1677" y="834"/>
                </a:cubicBezTo>
                <a:cubicBezTo>
                  <a:pt x="1646" y="881"/>
                  <a:pt x="1630" y="928"/>
                  <a:pt x="1630" y="991"/>
                </a:cubicBezTo>
                <a:cubicBezTo>
                  <a:pt x="1646" y="1085"/>
                  <a:pt x="1646" y="1179"/>
                  <a:pt x="1646" y="1273"/>
                </a:cubicBezTo>
                <a:cubicBezTo>
                  <a:pt x="1630" y="1288"/>
                  <a:pt x="1615" y="1304"/>
                  <a:pt x="1599" y="1335"/>
                </a:cubicBezTo>
                <a:cubicBezTo>
                  <a:pt x="1552" y="1116"/>
                  <a:pt x="1489" y="944"/>
                  <a:pt x="1395" y="818"/>
                </a:cubicBezTo>
                <a:close/>
                <a:moveTo>
                  <a:pt x="2289" y="1273"/>
                </a:moveTo>
                <a:lnTo>
                  <a:pt x="2289" y="1273"/>
                </a:lnTo>
                <a:cubicBezTo>
                  <a:pt x="2602" y="1304"/>
                  <a:pt x="2916" y="1320"/>
                  <a:pt x="3245" y="1335"/>
                </a:cubicBezTo>
                <a:cubicBezTo>
                  <a:pt x="3182" y="1367"/>
                  <a:pt x="3151" y="1429"/>
                  <a:pt x="3151" y="1523"/>
                </a:cubicBezTo>
                <a:cubicBezTo>
                  <a:pt x="3214" y="2386"/>
                  <a:pt x="3245" y="3248"/>
                  <a:pt x="3261" y="4110"/>
                </a:cubicBezTo>
                <a:cubicBezTo>
                  <a:pt x="3151" y="3279"/>
                  <a:pt x="3025" y="2448"/>
                  <a:pt x="2916" y="1633"/>
                </a:cubicBezTo>
                <a:cubicBezTo>
                  <a:pt x="2901" y="1508"/>
                  <a:pt x="2806" y="1448"/>
                  <a:pt x="2712" y="1448"/>
                </a:cubicBezTo>
                <a:cubicBezTo>
                  <a:pt x="2606" y="1448"/>
                  <a:pt x="2500" y="1523"/>
                  <a:pt x="2508" y="1665"/>
                </a:cubicBezTo>
                <a:cubicBezTo>
                  <a:pt x="2555" y="2307"/>
                  <a:pt x="2634" y="2950"/>
                  <a:pt x="2696" y="3624"/>
                </a:cubicBezTo>
                <a:cubicBezTo>
                  <a:pt x="2571" y="2840"/>
                  <a:pt x="2445" y="2056"/>
                  <a:pt x="2289" y="1273"/>
                </a:cubicBezTo>
                <a:close/>
                <a:moveTo>
                  <a:pt x="3793" y="1335"/>
                </a:moveTo>
                <a:cubicBezTo>
                  <a:pt x="3825" y="2260"/>
                  <a:pt x="3872" y="3185"/>
                  <a:pt x="3888" y="4110"/>
                </a:cubicBezTo>
                <a:cubicBezTo>
                  <a:pt x="3793" y="3232"/>
                  <a:pt x="3699" y="2354"/>
                  <a:pt x="3605" y="1476"/>
                </a:cubicBezTo>
                <a:cubicBezTo>
                  <a:pt x="3605" y="1414"/>
                  <a:pt x="3574" y="1367"/>
                  <a:pt x="3543" y="1335"/>
                </a:cubicBezTo>
                <a:close/>
                <a:moveTo>
                  <a:pt x="4938" y="1288"/>
                </a:moveTo>
                <a:cubicBezTo>
                  <a:pt x="4938" y="1304"/>
                  <a:pt x="4922" y="1320"/>
                  <a:pt x="4922" y="1351"/>
                </a:cubicBezTo>
                <a:cubicBezTo>
                  <a:pt x="4969" y="2260"/>
                  <a:pt x="5047" y="3201"/>
                  <a:pt x="5094" y="4157"/>
                </a:cubicBezTo>
                <a:cubicBezTo>
                  <a:pt x="5000" y="3201"/>
                  <a:pt x="4906" y="2244"/>
                  <a:pt x="4812" y="1288"/>
                </a:cubicBezTo>
                <a:close/>
                <a:moveTo>
                  <a:pt x="4436" y="1320"/>
                </a:moveTo>
                <a:cubicBezTo>
                  <a:pt x="4483" y="2542"/>
                  <a:pt x="4593" y="3812"/>
                  <a:pt x="4577" y="5066"/>
                </a:cubicBezTo>
                <a:cubicBezTo>
                  <a:pt x="4436" y="3828"/>
                  <a:pt x="4295" y="2589"/>
                  <a:pt x="4138" y="1351"/>
                </a:cubicBezTo>
                <a:cubicBezTo>
                  <a:pt x="4232" y="1335"/>
                  <a:pt x="4326" y="1335"/>
                  <a:pt x="4436" y="1320"/>
                </a:cubicBezTo>
                <a:close/>
                <a:moveTo>
                  <a:pt x="2367" y="3922"/>
                </a:moveTo>
                <a:lnTo>
                  <a:pt x="2367" y="3922"/>
                </a:lnTo>
                <a:cubicBezTo>
                  <a:pt x="2414" y="4376"/>
                  <a:pt x="2477" y="4815"/>
                  <a:pt x="2524" y="5270"/>
                </a:cubicBezTo>
                <a:cubicBezTo>
                  <a:pt x="2555" y="5677"/>
                  <a:pt x="2555" y="6085"/>
                  <a:pt x="2555" y="6508"/>
                </a:cubicBezTo>
                <a:cubicBezTo>
                  <a:pt x="2524" y="6383"/>
                  <a:pt x="2508" y="6241"/>
                  <a:pt x="2493" y="6116"/>
                </a:cubicBezTo>
                <a:cubicBezTo>
                  <a:pt x="2445" y="5379"/>
                  <a:pt x="2398" y="4658"/>
                  <a:pt x="2367" y="3922"/>
                </a:cubicBezTo>
                <a:close/>
                <a:moveTo>
                  <a:pt x="6787" y="755"/>
                </a:moveTo>
                <a:lnTo>
                  <a:pt x="6787" y="755"/>
                </a:lnTo>
                <a:cubicBezTo>
                  <a:pt x="6364" y="1257"/>
                  <a:pt x="6333" y="1727"/>
                  <a:pt x="6333" y="2652"/>
                </a:cubicBezTo>
                <a:cubicBezTo>
                  <a:pt x="6317" y="4266"/>
                  <a:pt x="6301" y="5865"/>
                  <a:pt x="6286" y="7480"/>
                </a:cubicBezTo>
                <a:cubicBezTo>
                  <a:pt x="6270" y="7495"/>
                  <a:pt x="6270" y="7511"/>
                  <a:pt x="6270" y="7542"/>
                </a:cubicBezTo>
                <a:cubicBezTo>
                  <a:pt x="6270" y="7605"/>
                  <a:pt x="6270" y="7668"/>
                  <a:pt x="6270" y="7715"/>
                </a:cubicBezTo>
                <a:cubicBezTo>
                  <a:pt x="6239" y="7715"/>
                  <a:pt x="6207" y="7715"/>
                  <a:pt x="6160" y="7730"/>
                </a:cubicBezTo>
                <a:cubicBezTo>
                  <a:pt x="6004" y="7793"/>
                  <a:pt x="5831" y="7825"/>
                  <a:pt x="5643" y="7840"/>
                </a:cubicBezTo>
                <a:cubicBezTo>
                  <a:pt x="5612" y="7840"/>
                  <a:pt x="5565" y="7840"/>
                  <a:pt x="5518" y="7856"/>
                </a:cubicBezTo>
                <a:cubicBezTo>
                  <a:pt x="5392" y="7864"/>
                  <a:pt x="5263" y="7868"/>
                  <a:pt x="5134" y="7868"/>
                </a:cubicBezTo>
                <a:cubicBezTo>
                  <a:pt x="5004" y="7868"/>
                  <a:pt x="4875" y="7864"/>
                  <a:pt x="4750" y="7856"/>
                </a:cubicBezTo>
                <a:cubicBezTo>
                  <a:pt x="4700" y="7826"/>
                  <a:pt x="4644" y="7815"/>
                  <a:pt x="4590" y="7815"/>
                </a:cubicBezTo>
                <a:cubicBezTo>
                  <a:pt x="4558" y="7815"/>
                  <a:pt x="4528" y="7819"/>
                  <a:pt x="4499" y="7825"/>
                </a:cubicBezTo>
                <a:lnTo>
                  <a:pt x="4295" y="7825"/>
                </a:lnTo>
                <a:cubicBezTo>
                  <a:pt x="4295" y="7636"/>
                  <a:pt x="4311" y="7464"/>
                  <a:pt x="4326" y="7292"/>
                </a:cubicBezTo>
                <a:cubicBezTo>
                  <a:pt x="4326" y="7354"/>
                  <a:pt x="4326" y="7417"/>
                  <a:pt x="4342" y="7480"/>
                </a:cubicBezTo>
                <a:cubicBezTo>
                  <a:pt x="4350" y="7630"/>
                  <a:pt x="4479" y="7714"/>
                  <a:pt x="4605" y="7714"/>
                </a:cubicBezTo>
                <a:cubicBezTo>
                  <a:pt x="4715" y="7714"/>
                  <a:pt x="4822" y="7650"/>
                  <a:pt x="4844" y="7511"/>
                </a:cubicBezTo>
                <a:cubicBezTo>
                  <a:pt x="4844" y="7527"/>
                  <a:pt x="4844" y="7558"/>
                  <a:pt x="4859" y="7574"/>
                </a:cubicBezTo>
                <a:cubicBezTo>
                  <a:pt x="4868" y="7738"/>
                  <a:pt x="5001" y="7825"/>
                  <a:pt x="5135" y="7825"/>
                </a:cubicBezTo>
                <a:cubicBezTo>
                  <a:pt x="5256" y="7825"/>
                  <a:pt x="5378" y="7754"/>
                  <a:pt x="5408" y="7605"/>
                </a:cubicBezTo>
                <a:cubicBezTo>
                  <a:pt x="5408" y="7589"/>
                  <a:pt x="5408" y="7558"/>
                  <a:pt x="5408" y="7542"/>
                </a:cubicBezTo>
                <a:cubicBezTo>
                  <a:pt x="5424" y="7542"/>
                  <a:pt x="5424" y="7542"/>
                  <a:pt x="5424" y="7558"/>
                </a:cubicBezTo>
                <a:cubicBezTo>
                  <a:pt x="5436" y="7716"/>
                  <a:pt x="5561" y="7799"/>
                  <a:pt x="5682" y="7799"/>
                </a:cubicBezTo>
                <a:cubicBezTo>
                  <a:pt x="5717" y="7799"/>
                  <a:pt x="5752" y="7792"/>
                  <a:pt x="5784" y="7778"/>
                </a:cubicBezTo>
                <a:cubicBezTo>
                  <a:pt x="5813" y="7785"/>
                  <a:pt x="5843" y="7789"/>
                  <a:pt x="5873" y="7789"/>
                </a:cubicBezTo>
                <a:cubicBezTo>
                  <a:pt x="6024" y="7789"/>
                  <a:pt x="6176" y="7691"/>
                  <a:pt x="6176" y="7495"/>
                </a:cubicBezTo>
                <a:cubicBezTo>
                  <a:pt x="6145" y="5332"/>
                  <a:pt x="6098" y="3169"/>
                  <a:pt x="6113" y="1006"/>
                </a:cubicBezTo>
                <a:cubicBezTo>
                  <a:pt x="6113" y="912"/>
                  <a:pt x="6035" y="834"/>
                  <a:pt x="5957" y="802"/>
                </a:cubicBezTo>
                <a:cubicBezTo>
                  <a:pt x="6223" y="802"/>
                  <a:pt x="6505" y="787"/>
                  <a:pt x="6787" y="755"/>
                </a:cubicBezTo>
                <a:close/>
                <a:moveTo>
                  <a:pt x="3731" y="7558"/>
                </a:moveTo>
                <a:cubicBezTo>
                  <a:pt x="3746" y="7636"/>
                  <a:pt x="3746" y="7715"/>
                  <a:pt x="3762" y="7793"/>
                </a:cubicBezTo>
                <a:lnTo>
                  <a:pt x="3637" y="7793"/>
                </a:lnTo>
                <a:cubicBezTo>
                  <a:pt x="3608" y="7771"/>
                  <a:pt x="3568" y="7760"/>
                  <a:pt x="3528" y="7760"/>
                </a:cubicBezTo>
                <a:cubicBezTo>
                  <a:pt x="3482" y="7760"/>
                  <a:pt x="3435" y="7775"/>
                  <a:pt x="3402" y="7809"/>
                </a:cubicBezTo>
                <a:cubicBezTo>
                  <a:pt x="3292" y="7809"/>
                  <a:pt x="3167" y="7840"/>
                  <a:pt x="3041" y="7872"/>
                </a:cubicBezTo>
                <a:cubicBezTo>
                  <a:pt x="3029" y="7867"/>
                  <a:pt x="3015" y="7865"/>
                  <a:pt x="3001" y="7865"/>
                </a:cubicBezTo>
                <a:cubicBezTo>
                  <a:pt x="2962" y="7865"/>
                  <a:pt x="2919" y="7880"/>
                  <a:pt x="2884" y="7903"/>
                </a:cubicBezTo>
                <a:cubicBezTo>
                  <a:pt x="2869" y="7903"/>
                  <a:pt x="2853" y="7903"/>
                  <a:pt x="2822" y="7919"/>
                </a:cubicBezTo>
                <a:cubicBezTo>
                  <a:pt x="2837" y="7840"/>
                  <a:pt x="2837" y="7778"/>
                  <a:pt x="2853" y="7715"/>
                </a:cubicBezTo>
                <a:cubicBezTo>
                  <a:pt x="2897" y="7748"/>
                  <a:pt x="2953" y="7765"/>
                  <a:pt x="3008" y="7765"/>
                </a:cubicBezTo>
                <a:cubicBezTo>
                  <a:pt x="3110" y="7765"/>
                  <a:pt x="3209" y="7706"/>
                  <a:pt x="3229" y="7574"/>
                </a:cubicBezTo>
                <a:cubicBezTo>
                  <a:pt x="3274" y="7685"/>
                  <a:pt x="3371" y="7737"/>
                  <a:pt x="3470" y="7737"/>
                </a:cubicBezTo>
                <a:cubicBezTo>
                  <a:pt x="3579" y="7737"/>
                  <a:pt x="3690" y="7673"/>
                  <a:pt x="3731" y="7558"/>
                </a:cubicBezTo>
                <a:close/>
                <a:moveTo>
                  <a:pt x="5408" y="8420"/>
                </a:moveTo>
                <a:cubicBezTo>
                  <a:pt x="5424" y="8561"/>
                  <a:pt x="5455" y="8687"/>
                  <a:pt x="5486" y="8812"/>
                </a:cubicBezTo>
                <a:cubicBezTo>
                  <a:pt x="5377" y="8687"/>
                  <a:pt x="5283" y="8546"/>
                  <a:pt x="5173" y="8420"/>
                </a:cubicBezTo>
                <a:close/>
                <a:moveTo>
                  <a:pt x="4405" y="8357"/>
                </a:moveTo>
                <a:cubicBezTo>
                  <a:pt x="4436" y="8640"/>
                  <a:pt x="4452" y="8906"/>
                  <a:pt x="4452" y="9188"/>
                </a:cubicBezTo>
                <a:cubicBezTo>
                  <a:pt x="4389" y="8922"/>
                  <a:pt x="4373" y="8640"/>
                  <a:pt x="4358" y="8357"/>
                </a:cubicBezTo>
                <a:close/>
                <a:moveTo>
                  <a:pt x="3950" y="8342"/>
                </a:moveTo>
                <a:cubicBezTo>
                  <a:pt x="3935" y="8420"/>
                  <a:pt x="3935" y="8483"/>
                  <a:pt x="3935" y="8561"/>
                </a:cubicBezTo>
                <a:cubicBezTo>
                  <a:pt x="3919" y="8828"/>
                  <a:pt x="3872" y="9094"/>
                  <a:pt x="3825" y="9361"/>
                </a:cubicBezTo>
                <a:lnTo>
                  <a:pt x="3809" y="9361"/>
                </a:lnTo>
                <a:cubicBezTo>
                  <a:pt x="3762" y="9031"/>
                  <a:pt x="3731" y="8702"/>
                  <a:pt x="3715" y="8357"/>
                </a:cubicBezTo>
                <a:cubicBezTo>
                  <a:pt x="3793" y="8357"/>
                  <a:pt x="3872" y="8342"/>
                  <a:pt x="3950" y="8342"/>
                </a:cubicBezTo>
                <a:close/>
                <a:moveTo>
                  <a:pt x="4938" y="8969"/>
                </a:moveTo>
                <a:cubicBezTo>
                  <a:pt x="5063" y="9157"/>
                  <a:pt x="5204" y="9345"/>
                  <a:pt x="5345" y="9517"/>
                </a:cubicBezTo>
                <a:cubicBezTo>
                  <a:pt x="5204" y="9517"/>
                  <a:pt x="5079" y="9533"/>
                  <a:pt x="4938" y="9533"/>
                </a:cubicBezTo>
                <a:cubicBezTo>
                  <a:pt x="4938" y="9345"/>
                  <a:pt x="4938" y="9157"/>
                  <a:pt x="4938" y="8969"/>
                </a:cubicBezTo>
                <a:close/>
                <a:moveTo>
                  <a:pt x="6176" y="9267"/>
                </a:moveTo>
                <a:cubicBezTo>
                  <a:pt x="6270" y="9361"/>
                  <a:pt x="6364" y="9470"/>
                  <a:pt x="6458" y="9580"/>
                </a:cubicBezTo>
                <a:cubicBezTo>
                  <a:pt x="6395" y="9564"/>
                  <a:pt x="6333" y="9564"/>
                  <a:pt x="6270" y="9549"/>
                </a:cubicBezTo>
                <a:cubicBezTo>
                  <a:pt x="6239" y="9455"/>
                  <a:pt x="6207" y="9361"/>
                  <a:pt x="6176" y="9267"/>
                </a:cubicBezTo>
                <a:close/>
                <a:moveTo>
                  <a:pt x="2696" y="9643"/>
                </a:moveTo>
                <a:cubicBezTo>
                  <a:pt x="2696" y="9784"/>
                  <a:pt x="2712" y="9909"/>
                  <a:pt x="2712" y="10050"/>
                </a:cubicBezTo>
                <a:cubicBezTo>
                  <a:pt x="2681" y="10066"/>
                  <a:pt x="2665" y="10066"/>
                  <a:pt x="2634" y="10082"/>
                </a:cubicBezTo>
                <a:lnTo>
                  <a:pt x="2524" y="10082"/>
                </a:lnTo>
                <a:cubicBezTo>
                  <a:pt x="2587" y="9941"/>
                  <a:pt x="2649" y="9784"/>
                  <a:pt x="2696" y="9643"/>
                </a:cubicBezTo>
                <a:close/>
                <a:moveTo>
                  <a:pt x="6512" y="0"/>
                </a:moveTo>
                <a:cubicBezTo>
                  <a:pt x="5667" y="0"/>
                  <a:pt x="4808" y="74"/>
                  <a:pt x="3966" y="97"/>
                </a:cubicBezTo>
                <a:cubicBezTo>
                  <a:pt x="2712" y="128"/>
                  <a:pt x="1395" y="66"/>
                  <a:pt x="173" y="317"/>
                </a:cubicBezTo>
                <a:cubicBezTo>
                  <a:pt x="141" y="317"/>
                  <a:pt x="110" y="332"/>
                  <a:pt x="94" y="348"/>
                </a:cubicBezTo>
                <a:cubicBezTo>
                  <a:pt x="47" y="379"/>
                  <a:pt x="16" y="411"/>
                  <a:pt x="16" y="458"/>
                </a:cubicBezTo>
                <a:cubicBezTo>
                  <a:pt x="0" y="552"/>
                  <a:pt x="32" y="646"/>
                  <a:pt x="157" y="661"/>
                </a:cubicBezTo>
                <a:cubicBezTo>
                  <a:pt x="267" y="693"/>
                  <a:pt x="376" y="708"/>
                  <a:pt x="486" y="724"/>
                </a:cubicBezTo>
                <a:cubicBezTo>
                  <a:pt x="753" y="865"/>
                  <a:pt x="1050" y="1038"/>
                  <a:pt x="1160" y="1241"/>
                </a:cubicBezTo>
                <a:cubicBezTo>
                  <a:pt x="1254" y="1461"/>
                  <a:pt x="1207" y="1931"/>
                  <a:pt x="1223" y="2166"/>
                </a:cubicBezTo>
                <a:cubicBezTo>
                  <a:pt x="1270" y="2871"/>
                  <a:pt x="1333" y="3561"/>
                  <a:pt x="1380" y="4251"/>
                </a:cubicBezTo>
                <a:cubicBezTo>
                  <a:pt x="1442" y="5097"/>
                  <a:pt x="1301" y="6226"/>
                  <a:pt x="1568" y="7072"/>
                </a:cubicBezTo>
                <a:cubicBezTo>
                  <a:pt x="1536" y="7307"/>
                  <a:pt x="1536" y="7558"/>
                  <a:pt x="1583" y="7778"/>
                </a:cubicBezTo>
                <a:cubicBezTo>
                  <a:pt x="1568" y="7950"/>
                  <a:pt x="1552" y="8122"/>
                  <a:pt x="1521" y="8279"/>
                </a:cubicBezTo>
                <a:cubicBezTo>
                  <a:pt x="1333" y="8655"/>
                  <a:pt x="1145" y="9031"/>
                  <a:pt x="956" y="9392"/>
                </a:cubicBezTo>
                <a:cubicBezTo>
                  <a:pt x="815" y="9611"/>
                  <a:pt x="674" y="9831"/>
                  <a:pt x="549" y="10082"/>
                </a:cubicBezTo>
                <a:cubicBezTo>
                  <a:pt x="533" y="10129"/>
                  <a:pt x="533" y="10160"/>
                  <a:pt x="549" y="10207"/>
                </a:cubicBezTo>
                <a:cubicBezTo>
                  <a:pt x="486" y="10285"/>
                  <a:pt x="439" y="10379"/>
                  <a:pt x="392" y="10458"/>
                </a:cubicBezTo>
                <a:cubicBezTo>
                  <a:pt x="302" y="10593"/>
                  <a:pt x="443" y="10772"/>
                  <a:pt x="579" y="10772"/>
                </a:cubicBezTo>
                <a:cubicBezTo>
                  <a:pt x="585" y="10772"/>
                  <a:pt x="590" y="10772"/>
                  <a:pt x="596" y="10771"/>
                </a:cubicBezTo>
                <a:lnTo>
                  <a:pt x="627" y="10771"/>
                </a:lnTo>
                <a:cubicBezTo>
                  <a:pt x="690" y="10818"/>
                  <a:pt x="768" y="10865"/>
                  <a:pt x="878" y="10881"/>
                </a:cubicBezTo>
                <a:cubicBezTo>
                  <a:pt x="894" y="10889"/>
                  <a:pt x="913" y="10893"/>
                  <a:pt x="935" y="10893"/>
                </a:cubicBezTo>
                <a:cubicBezTo>
                  <a:pt x="956" y="10893"/>
                  <a:pt x="980" y="10889"/>
                  <a:pt x="1003" y="10881"/>
                </a:cubicBezTo>
                <a:cubicBezTo>
                  <a:pt x="1218" y="10939"/>
                  <a:pt x="1449" y="10961"/>
                  <a:pt x="1686" y="10961"/>
                </a:cubicBezTo>
                <a:cubicBezTo>
                  <a:pt x="2348" y="10961"/>
                  <a:pt x="3064" y="10790"/>
                  <a:pt x="3652" y="10756"/>
                </a:cubicBezTo>
                <a:cubicBezTo>
                  <a:pt x="3778" y="10740"/>
                  <a:pt x="3903" y="10740"/>
                  <a:pt x="4013" y="10724"/>
                </a:cubicBezTo>
                <a:cubicBezTo>
                  <a:pt x="4232" y="12981"/>
                  <a:pt x="4264" y="15380"/>
                  <a:pt x="4765" y="17605"/>
                </a:cubicBezTo>
                <a:cubicBezTo>
                  <a:pt x="4781" y="17887"/>
                  <a:pt x="4797" y="18185"/>
                  <a:pt x="4812" y="18467"/>
                </a:cubicBezTo>
                <a:cubicBezTo>
                  <a:pt x="4821" y="18614"/>
                  <a:pt x="4937" y="18685"/>
                  <a:pt x="5051" y="18685"/>
                </a:cubicBezTo>
                <a:cubicBezTo>
                  <a:pt x="5132" y="18685"/>
                  <a:pt x="5212" y="18649"/>
                  <a:pt x="5251" y="18577"/>
                </a:cubicBezTo>
                <a:cubicBezTo>
                  <a:pt x="5330" y="18546"/>
                  <a:pt x="5392" y="18467"/>
                  <a:pt x="5392" y="18373"/>
                </a:cubicBezTo>
                <a:cubicBezTo>
                  <a:pt x="5314" y="17668"/>
                  <a:pt x="5236" y="16978"/>
                  <a:pt x="5157" y="16289"/>
                </a:cubicBezTo>
                <a:cubicBezTo>
                  <a:pt x="5126" y="15583"/>
                  <a:pt x="5094" y="14862"/>
                  <a:pt x="5079" y="14157"/>
                </a:cubicBezTo>
                <a:cubicBezTo>
                  <a:pt x="5063" y="13091"/>
                  <a:pt x="5283" y="11727"/>
                  <a:pt x="5000" y="10662"/>
                </a:cubicBezTo>
                <a:cubicBezTo>
                  <a:pt x="5508" y="10627"/>
                  <a:pt x="6015" y="10602"/>
                  <a:pt x="6517" y="10602"/>
                </a:cubicBezTo>
                <a:cubicBezTo>
                  <a:pt x="6930" y="10602"/>
                  <a:pt x="7340" y="10619"/>
                  <a:pt x="7743" y="10662"/>
                </a:cubicBezTo>
                <a:cubicBezTo>
                  <a:pt x="7750" y="10662"/>
                  <a:pt x="7757" y="10662"/>
                  <a:pt x="7764" y="10662"/>
                </a:cubicBezTo>
                <a:cubicBezTo>
                  <a:pt x="7962" y="10662"/>
                  <a:pt x="8163" y="10451"/>
                  <a:pt x="8073" y="10270"/>
                </a:cubicBezTo>
                <a:cubicBezTo>
                  <a:pt x="8135" y="10223"/>
                  <a:pt x="8182" y="10144"/>
                  <a:pt x="8182" y="10035"/>
                </a:cubicBezTo>
                <a:cubicBezTo>
                  <a:pt x="8135" y="9533"/>
                  <a:pt x="7790" y="9078"/>
                  <a:pt x="7493" y="8718"/>
                </a:cubicBezTo>
                <a:cubicBezTo>
                  <a:pt x="7258" y="8420"/>
                  <a:pt x="7007" y="8122"/>
                  <a:pt x="6756" y="7840"/>
                </a:cubicBezTo>
                <a:lnTo>
                  <a:pt x="6787" y="4188"/>
                </a:lnTo>
                <a:cubicBezTo>
                  <a:pt x="6803" y="2950"/>
                  <a:pt x="6505" y="1461"/>
                  <a:pt x="7571" y="614"/>
                </a:cubicBezTo>
                <a:cubicBezTo>
                  <a:pt x="7618" y="567"/>
                  <a:pt x="7649" y="505"/>
                  <a:pt x="7649" y="442"/>
                </a:cubicBezTo>
                <a:cubicBezTo>
                  <a:pt x="7712" y="270"/>
                  <a:pt x="7665" y="66"/>
                  <a:pt x="7414" y="34"/>
                </a:cubicBezTo>
                <a:cubicBezTo>
                  <a:pt x="7116" y="10"/>
                  <a:pt x="6815" y="0"/>
                  <a:pt x="651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16" name="Google Shape;6016;p204"/>
          <p:cNvPicPr preferRelativeResize="0"/>
          <p:nvPr/>
        </p:nvPicPr>
        <p:blipFill rotWithShape="1">
          <a:blip r:embed="rId3">
            <a:alphaModFix/>
          </a:blip>
          <a:srcRect r="22088"/>
          <a:stretch/>
        </p:blipFill>
        <p:spPr>
          <a:xfrm>
            <a:off x="183200" y="1023662"/>
            <a:ext cx="8777600" cy="309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1" name="Google Shape;6021;p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38" y="1351166"/>
            <a:ext cx="8882324" cy="24411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22" name="Google Shape;6022;p205"/>
          <p:cNvGrpSpPr/>
          <p:nvPr/>
        </p:nvGrpSpPr>
        <p:grpSpPr>
          <a:xfrm>
            <a:off x="6285145" y="301958"/>
            <a:ext cx="2798301" cy="176025"/>
            <a:chOff x="4345425" y="2175475"/>
            <a:chExt cx="800750" cy="176025"/>
          </a:xfrm>
        </p:grpSpPr>
        <p:sp>
          <p:nvSpPr>
            <p:cNvPr id="6023" name="Google Shape;6023;p205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4" name="Google Shape;6024;p205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25" name="Google Shape;6025;p205"/>
          <p:cNvGrpSpPr/>
          <p:nvPr/>
        </p:nvGrpSpPr>
        <p:grpSpPr>
          <a:xfrm>
            <a:off x="6799507" y="741100"/>
            <a:ext cx="2235214" cy="176025"/>
            <a:chOff x="4345425" y="2175475"/>
            <a:chExt cx="800750" cy="176025"/>
          </a:xfrm>
        </p:grpSpPr>
        <p:sp>
          <p:nvSpPr>
            <p:cNvPr id="6026" name="Google Shape;6026;p205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7" name="Google Shape;6027;p205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28" name="Google Shape;6028;p205"/>
          <p:cNvSpPr txBox="1">
            <a:spLocks noGrp="1"/>
          </p:cNvSpPr>
          <p:nvPr>
            <p:ph type="title"/>
          </p:nvPr>
        </p:nvSpPr>
        <p:spPr>
          <a:xfrm>
            <a:off x="5973875" y="-104178"/>
            <a:ext cx="3109500" cy="96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Modular Division Example: Answer</a:t>
            </a:r>
            <a:endParaRPr/>
          </a:p>
        </p:txBody>
      </p:sp>
      <p:sp>
        <p:nvSpPr>
          <p:cNvPr id="6029" name="Google Shape;6029;p205"/>
          <p:cNvSpPr/>
          <p:nvPr/>
        </p:nvSpPr>
        <p:spPr>
          <a:xfrm rot="-1160172">
            <a:off x="6142548" y="1119888"/>
            <a:ext cx="251710" cy="574784"/>
          </a:xfrm>
          <a:custGeom>
            <a:avLst/>
            <a:gdLst/>
            <a:ahLst/>
            <a:cxnLst/>
            <a:rect l="l" t="t" r="r" b="b"/>
            <a:pathLst>
              <a:path w="8183" h="18686" extrusionOk="0">
                <a:moveTo>
                  <a:pt x="5016" y="818"/>
                </a:moveTo>
                <a:cubicBezTo>
                  <a:pt x="4812" y="826"/>
                  <a:pt x="4609" y="830"/>
                  <a:pt x="4405" y="830"/>
                </a:cubicBezTo>
                <a:cubicBezTo>
                  <a:pt x="4201" y="830"/>
                  <a:pt x="3997" y="826"/>
                  <a:pt x="3793" y="818"/>
                </a:cubicBezTo>
                <a:close/>
                <a:moveTo>
                  <a:pt x="1395" y="818"/>
                </a:moveTo>
                <a:cubicBezTo>
                  <a:pt x="1489" y="834"/>
                  <a:pt x="1583" y="834"/>
                  <a:pt x="1677" y="834"/>
                </a:cubicBezTo>
                <a:cubicBezTo>
                  <a:pt x="1646" y="881"/>
                  <a:pt x="1630" y="928"/>
                  <a:pt x="1630" y="991"/>
                </a:cubicBezTo>
                <a:cubicBezTo>
                  <a:pt x="1646" y="1085"/>
                  <a:pt x="1646" y="1179"/>
                  <a:pt x="1646" y="1273"/>
                </a:cubicBezTo>
                <a:cubicBezTo>
                  <a:pt x="1630" y="1288"/>
                  <a:pt x="1615" y="1304"/>
                  <a:pt x="1599" y="1335"/>
                </a:cubicBezTo>
                <a:cubicBezTo>
                  <a:pt x="1552" y="1116"/>
                  <a:pt x="1489" y="944"/>
                  <a:pt x="1395" y="818"/>
                </a:cubicBezTo>
                <a:close/>
                <a:moveTo>
                  <a:pt x="2289" y="1273"/>
                </a:moveTo>
                <a:lnTo>
                  <a:pt x="2289" y="1273"/>
                </a:lnTo>
                <a:cubicBezTo>
                  <a:pt x="2602" y="1304"/>
                  <a:pt x="2916" y="1320"/>
                  <a:pt x="3245" y="1335"/>
                </a:cubicBezTo>
                <a:cubicBezTo>
                  <a:pt x="3182" y="1367"/>
                  <a:pt x="3151" y="1429"/>
                  <a:pt x="3151" y="1523"/>
                </a:cubicBezTo>
                <a:cubicBezTo>
                  <a:pt x="3214" y="2386"/>
                  <a:pt x="3245" y="3248"/>
                  <a:pt x="3261" y="4110"/>
                </a:cubicBezTo>
                <a:cubicBezTo>
                  <a:pt x="3151" y="3279"/>
                  <a:pt x="3025" y="2448"/>
                  <a:pt x="2916" y="1633"/>
                </a:cubicBezTo>
                <a:cubicBezTo>
                  <a:pt x="2901" y="1508"/>
                  <a:pt x="2806" y="1448"/>
                  <a:pt x="2712" y="1448"/>
                </a:cubicBezTo>
                <a:cubicBezTo>
                  <a:pt x="2606" y="1448"/>
                  <a:pt x="2500" y="1523"/>
                  <a:pt x="2508" y="1665"/>
                </a:cubicBezTo>
                <a:cubicBezTo>
                  <a:pt x="2555" y="2307"/>
                  <a:pt x="2634" y="2950"/>
                  <a:pt x="2696" y="3624"/>
                </a:cubicBezTo>
                <a:cubicBezTo>
                  <a:pt x="2571" y="2840"/>
                  <a:pt x="2445" y="2056"/>
                  <a:pt x="2289" y="1273"/>
                </a:cubicBezTo>
                <a:close/>
                <a:moveTo>
                  <a:pt x="3793" y="1335"/>
                </a:moveTo>
                <a:cubicBezTo>
                  <a:pt x="3825" y="2260"/>
                  <a:pt x="3872" y="3185"/>
                  <a:pt x="3888" y="4110"/>
                </a:cubicBezTo>
                <a:cubicBezTo>
                  <a:pt x="3793" y="3232"/>
                  <a:pt x="3699" y="2354"/>
                  <a:pt x="3605" y="1476"/>
                </a:cubicBezTo>
                <a:cubicBezTo>
                  <a:pt x="3605" y="1414"/>
                  <a:pt x="3574" y="1367"/>
                  <a:pt x="3543" y="1335"/>
                </a:cubicBezTo>
                <a:close/>
                <a:moveTo>
                  <a:pt x="4938" y="1288"/>
                </a:moveTo>
                <a:cubicBezTo>
                  <a:pt x="4938" y="1304"/>
                  <a:pt x="4922" y="1320"/>
                  <a:pt x="4922" y="1351"/>
                </a:cubicBezTo>
                <a:cubicBezTo>
                  <a:pt x="4969" y="2260"/>
                  <a:pt x="5047" y="3201"/>
                  <a:pt x="5094" y="4157"/>
                </a:cubicBezTo>
                <a:cubicBezTo>
                  <a:pt x="5000" y="3201"/>
                  <a:pt x="4906" y="2244"/>
                  <a:pt x="4812" y="1288"/>
                </a:cubicBezTo>
                <a:close/>
                <a:moveTo>
                  <a:pt x="4436" y="1320"/>
                </a:moveTo>
                <a:cubicBezTo>
                  <a:pt x="4483" y="2542"/>
                  <a:pt x="4593" y="3812"/>
                  <a:pt x="4577" y="5066"/>
                </a:cubicBezTo>
                <a:cubicBezTo>
                  <a:pt x="4436" y="3828"/>
                  <a:pt x="4295" y="2589"/>
                  <a:pt x="4138" y="1351"/>
                </a:cubicBezTo>
                <a:cubicBezTo>
                  <a:pt x="4232" y="1335"/>
                  <a:pt x="4326" y="1335"/>
                  <a:pt x="4436" y="1320"/>
                </a:cubicBezTo>
                <a:close/>
                <a:moveTo>
                  <a:pt x="2367" y="3922"/>
                </a:moveTo>
                <a:lnTo>
                  <a:pt x="2367" y="3922"/>
                </a:lnTo>
                <a:cubicBezTo>
                  <a:pt x="2414" y="4376"/>
                  <a:pt x="2477" y="4815"/>
                  <a:pt x="2524" y="5270"/>
                </a:cubicBezTo>
                <a:cubicBezTo>
                  <a:pt x="2555" y="5677"/>
                  <a:pt x="2555" y="6085"/>
                  <a:pt x="2555" y="6508"/>
                </a:cubicBezTo>
                <a:cubicBezTo>
                  <a:pt x="2524" y="6383"/>
                  <a:pt x="2508" y="6241"/>
                  <a:pt x="2493" y="6116"/>
                </a:cubicBezTo>
                <a:cubicBezTo>
                  <a:pt x="2445" y="5379"/>
                  <a:pt x="2398" y="4658"/>
                  <a:pt x="2367" y="3922"/>
                </a:cubicBezTo>
                <a:close/>
                <a:moveTo>
                  <a:pt x="6787" y="755"/>
                </a:moveTo>
                <a:lnTo>
                  <a:pt x="6787" y="755"/>
                </a:lnTo>
                <a:cubicBezTo>
                  <a:pt x="6364" y="1257"/>
                  <a:pt x="6333" y="1727"/>
                  <a:pt x="6333" y="2652"/>
                </a:cubicBezTo>
                <a:cubicBezTo>
                  <a:pt x="6317" y="4266"/>
                  <a:pt x="6301" y="5865"/>
                  <a:pt x="6286" y="7480"/>
                </a:cubicBezTo>
                <a:cubicBezTo>
                  <a:pt x="6270" y="7495"/>
                  <a:pt x="6270" y="7511"/>
                  <a:pt x="6270" y="7542"/>
                </a:cubicBezTo>
                <a:cubicBezTo>
                  <a:pt x="6270" y="7605"/>
                  <a:pt x="6270" y="7668"/>
                  <a:pt x="6270" y="7715"/>
                </a:cubicBezTo>
                <a:cubicBezTo>
                  <a:pt x="6239" y="7715"/>
                  <a:pt x="6207" y="7715"/>
                  <a:pt x="6160" y="7730"/>
                </a:cubicBezTo>
                <a:cubicBezTo>
                  <a:pt x="6004" y="7793"/>
                  <a:pt x="5831" y="7825"/>
                  <a:pt x="5643" y="7840"/>
                </a:cubicBezTo>
                <a:cubicBezTo>
                  <a:pt x="5612" y="7840"/>
                  <a:pt x="5565" y="7840"/>
                  <a:pt x="5518" y="7856"/>
                </a:cubicBezTo>
                <a:cubicBezTo>
                  <a:pt x="5392" y="7864"/>
                  <a:pt x="5263" y="7868"/>
                  <a:pt x="5134" y="7868"/>
                </a:cubicBezTo>
                <a:cubicBezTo>
                  <a:pt x="5004" y="7868"/>
                  <a:pt x="4875" y="7864"/>
                  <a:pt x="4750" y="7856"/>
                </a:cubicBezTo>
                <a:cubicBezTo>
                  <a:pt x="4700" y="7826"/>
                  <a:pt x="4644" y="7815"/>
                  <a:pt x="4590" y="7815"/>
                </a:cubicBezTo>
                <a:cubicBezTo>
                  <a:pt x="4558" y="7815"/>
                  <a:pt x="4528" y="7819"/>
                  <a:pt x="4499" y="7825"/>
                </a:cubicBezTo>
                <a:lnTo>
                  <a:pt x="4295" y="7825"/>
                </a:lnTo>
                <a:cubicBezTo>
                  <a:pt x="4295" y="7636"/>
                  <a:pt x="4311" y="7464"/>
                  <a:pt x="4326" y="7292"/>
                </a:cubicBezTo>
                <a:cubicBezTo>
                  <a:pt x="4326" y="7354"/>
                  <a:pt x="4326" y="7417"/>
                  <a:pt x="4342" y="7480"/>
                </a:cubicBezTo>
                <a:cubicBezTo>
                  <a:pt x="4350" y="7630"/>
                  <a:pt x="4479" y="7714"/>
                  <a:pt x="4605" y="7714"/>
                </a:cubicBezTo>
                <a:cubicBezTo>
                  <a:pt x="4715" y="7714"/>
                  <a:pt x="4822" y="7650"/>
                  <a:pt x="4844" y="7511"/>
                </a:cubicBezTo>
                <a:cubicBezTo>
                  <a:pt x="4844" y="7527"/>
                  <a:pt x="4844" y="7558"/>
                  <a:pt x="4859" y="7574"/>
                </a:cubicBezTo>
                <a:cubicBezTo>
                  <a:pt x="4868" y="7738"/>
                  <a:pt x="5001" y="7825"/>
                  <a:pt x="5135" y="7825"/>
                </a:cubicBezTo>
                <a:cubicBezTo>
                  <a:pt x="5256" y="7825"/>
                  <a:pt x="5378" y="7754"/>
                  <a:pt x="5408" y="7605"/>
                </a:cubicBezTo>
                <a:cubicBezTo>
                  <a:pt x="5408" y="7589"/>
                  <a:pt x="5408" y="7558"/>
                  <a:pt x="5408" y="7542"/>
                </a:cubicBezTo>
                <a:cubicBezTo>
                  <a:pt x="5424" y="7542"/>
                  <a:pt x="5424" y="7542"/>
                  <a:pt x="5424" y="7558"/>
                </a:cubicBezTo>
                <a:cubicBezTo>
                  <a:pt x="5436" y="7716"/>
                  <a:pt x="5561" y="7799"/>
                  <a:pt x="5682" y="7799"/>
                </a:cubicBezTo>
                <a:cubicBezTo>
                  <a:pt x="5717" y="7799"/>
                  <a:pt x="5752" y="7792"/>
                  <a:pt x="5784" y="7778"/>
                </a:cubicBezTo>
                <a:cubicBezTo>
                  <a:pt x="5813" y="7785"/>
                  <a:pt x="5843" y="7789"/>
                  <a:pt x="5873" y="7789"/>
                </a:cubicBezTo>
                <a:cubicBezTo>
                  <a:pt x="6024" y="7789"/>
                  <a:pt x="6176" y="7691"/>
                  <a:pt x="6176" y="7495"/>
                </a:cubicBezTo>
                <a:cubicBezTo>
                  <a:pt x="6145" y="5332"/>
                  <a:pt x="6098" y="3169"/>
                  <a:pt x="6113" y="1006"/>
                </a:cubicBezTo>
                <a:cubicBezTo>
                  <a:pt x="6113" y="912"/>
                  <a:pt x="6035" y="834"/>
                  <a:pt x="5957" y="802"/>
                </a:cubicBezTo>
                <a:cubicBezTo>
                  <a:pt x="6223" y="802"/>
                  <a:pt x="6505" y="787"/>
                  <a:pt x="6787" y="755"/>
                </a:cubicBezTo>
                <a:close/>
                <a:moveTo>
                  <a:pt x="3731" y="7558"/>
                </a:moveTo>
                <a:cubicBezTo>
                  <a:pt x="3746" y="7636"/>
                  <a:pt x="3746" y="7715"/>
                  <a:pt x="3762" y="7793"/>
                </a:cubicBezTo>
                <a:lnTo>
                  <a:pt x="3637" y="7793"/>
                </a:lnTo>
                <a:cubicBezTo>
                  <a:pt x="3608" y="7771"/>
                  <a:pt x="3568" y="7760"/>
                  <a:pt x="3528" y="7760"/>
                </a:cubicBezTo>
                <a:cubicBezTo>
                  <a:pt x="3482" y="7760"/>
                  <a:pt x="3435" y="7775"/>
                  <a:pt x="3402" y="7809"/>
                </a:cubicBezTo>
                <a:cubicBezTo>
                  <a:pt x="3292" y="7809"/>
                  <a:pt x="3167" y="7840"/>
                  <a:pt x="3041" y="7872"/>
                </a:cubicBezTo>
                <a:cubicBezTo>
                  <a:pt x="3029" y="7867"/>
                  <a:pt x="3015" y="7865"/>
                  <a:pt x="3001" y="7865"/>
                </a:cubicBezTo>
                <a:cubicBezTo>
                  <a:pt x="2962" y="7865"/>
                  <a:pt x="2919" y="7880"/>
                  <a:pt x="2884" y="7903"/>
                </a:cubicBezTo>
                <a:cubicBezTo>
                  <a:pt x="2869" y="7903"/>
                  <a:pt x="2853" y="7903"/>
                  <a:pt x="2822" y="7919"/>
                </a:cubicBezTo>
                <a:cubicBezTo>
                  <a:pt x="2837" y="7840"/>
                  <a:pt x="2837" y="7778"/>
                  <a:pt x="2853" y="7715"/>
                </a:cubicBezTo>
                <a:cubicBezTo>
                  <a:pt x="2897" y="7748"/>
                  <a:pt x="2953" y="7765"/>
                  <a:pt x="3008" y="7765"/>
                </a:cubicBezTo>
                <a:cubicBezTo>
                  <a:pt x="3110" y="7765"/>
                  <a:pt x="3209" y="7706"/>
                  <a:pt x="3229" y="7574"/>
                </a:cubicBezTo>
                <a:cubicBezTo>
                  <a:pt x="3274" y="7685"/>
                  <a:pt x="3371" y="7737"/>
                  <a:pt x="3470" y="7737"/>
                </a:cubicBezTo>
                <a:cubicBezTo>
                  <a:pt x="3579" y="7737"/>
                  <a:pt x="3690" y="7673"/>
                  <a:pt x="3731" y="7558"/>
                </a:cubicBezTo>
                <a:close/>
                <a:moveTo>
                  <a:pt x="5408" y="8420"/>
                </a:moveTo>
                <a:cubicBezTo>
                  <a:pt x="5424" y="8561"/>
                  <a:pt x="5455" y="8687"/>
                  <a:pt x="5486" y="8812"/>
                </a:cubicBezTo>
                <a:cubicBezTo>
                  <a:pt x="5377" y="8687"/>
                  <a:pt x="5283" y="8546"/>
                  <a:pt x="5173" y="8420"/>
                </a:cubicBezTo>
                <a:close/>
                <a:moveTo>
                  <a:pt x="4405" y="8357"/>
                </a:moveTo>
                <a:cubicBezTo>
                  <a:pt x="4436" y="8640"/>
                  <a:pt x="4452" y="8906"/>
                  <a:pt x="4452" y="9188"/>
                </a:cubicBezTo>
                <a:cubicBezTo>
                  <a:pt x="4389" y="8922"/>
                  <a:pt x="4373" y="8640"/>
                  <a:pt x="4358" y="8357"/>
                </a:cubicBezTo>
                <a:close/>
                <a:moveTo>
                  <a:pt x="3950" y="8342"/>
                </a:moveTo>
                <a:cubicBezTo>
                  <a:pt x="3935" y="8420"/>
                  <a:pt x="3935" y="8483"/>
                  <a:pt x="3935" y="8561"/>
                </a:cubicBezTo>
                <a:cubicBezTo>
                  <a:pt x="3919" y="8828"/>
                  <a:pt x="3872" y="9094"/>
                  <a:pt x="3825" y="9361"/>
                </a:cubicBezTo>
                <a:lnTo>
                  <a:pt x="3809" y="9361"/>
                </a:lnTo>
                <a:cubicBezTo>
                  <a:pt x="3762" y="9031"/>
                  <a:pt x="3731" y="8702"/>
                  <a:pt x="3715" y="8357"/>
                </a:cubicBezTo>
                <a:cubicBezTo>
                  <a:pt x="3793" y="8357"/>
                  <a:pt x="3872" y="8342"/>
                  <a:pt x="3950" y="8342"/>
                </a:cubicBezTo>
                <a:close/>
                <a:moveTo>
                  <a:pt x="4938" y="8969"/>
                </a:moveTo>
                <a:cubicBezTo>
                  <a:pt x="5063" y="9157"/>
                  <a:pt x="5204" y="9345"/>
                  <a:pt x="5345" y="9517"/>
                </a:cubicBezTo>
                <a:cubicBezTo>
                  <a:pt x="5204" y="9517"/>
                  <a:pt x="5079" y="9533"/>
                  <a:pt x="4938" y="9533"/>
                </a:cubicBezTo>
                <a:cubicBezTo>
                  <a:pt x="4938" y="9345"/>
                  <a:pt x="4938" y="9157"/>
                  <a:pt x="4938" y="8969"/>
                </a:cubicBezTo>
                <a:close/>
                <a:moveTo>
                  <a:pt x="6176" y="9267"/>
                </a:moveTo>
                <a:cubicBezTo>
                  <a:pt x="6270" y="9361"/>
                  <a:pt x="6364" y="9470"/>
                  <a:pt x="6458" y="9580"/>
                </a:cubicBezTo>
                <a:cubicBezTo>
                  <a:pt x="6395" y="9564"/>
                  <a:pt x="6333" y="9564"/>
                  <a:pt x="6270" y="9549"/>
                </a:cubicBezTo>
                <a:cubicBezTo>
                  <a:pt x="6239" y="9455"/>
                  <a:pt x="6207" y="9361"/>
                  <a:pt x="6176" y="9267"/>
                </a:cubicBezTo>
                <a:close/>
                <a:moveTo>
                  <a:pt x="2696" y="9643"/>
                </a:moveTo>
                <a:cubicBezTo>
                  <a:pt x="2696" y="9784"/>
                  <a:pt x="2712" y="9909"/>
                  <a:pt x="2712" y="10050"/>
                </a:cubicBezTo>
                <a:cubicBezTo>
                  <a:pt x="2681" y="10066"/>
                  <a:pt x="2665" y="10066"/>
                  <a:pt x="2634" y="10082"/>
                </a:cubicBezTo>
                <a:lnTo>
                  <a:pt x="2524" y="10082"/>
                </a:lnTo>
                <a:cubicBezTo>
                  <a:pt x="2587" y="9941"/>
                  <a:pt x="2649" y="9784"/>
                  <a:pt x="2696" y="9643"/>
                </a:cubicBezTo>
                <a:close/>
                <a:moveTo>
                  <a:pt x="6512" y="0"/>
                </a:moveTo>
                <a:cubicBezTo>
                  <a:pt x="5667" y="0"/>
                  <a:pt x="4808" y="74"/>
                  <a:pt x="3966" y="97"/>
                </a:cubicBezTo>
                <a:cubicBezTo>
                  <a:pt x="2712" y="128"/>
                  <a:pt x="1395" y="66"/>
                  <a:pt x="173" y="317"/>
                </a:cubicBezTo>
                <a:cubicBezTo>
                  <a:pt x="141" y="317"/>
                  <a:pt x="110" y="332"/>
                  <a:pt x="94" y="348"/>
                </a:cubicBezTo>
                <a:cubicBezTo>
                  <a:pt x="47" y="379"/>
                  <a:pt x="16" y="411"/>
                  <a:pt x="16" y="458"/>
                </a:cubicBezTo>
                <a:cubicBezTo>
                  <a:pt x="0" y="552"/>
                  <a:pt x="32" y="646"/>
                  <a:pt x="157" y="661"/>
                </a:cubicBezTo>
                <a:cubicBezTo>
                  <a:pt x="267" y="693"/>
                  <a:pt x="376" y="708"/>
                  <a:pt x="486" y="724"/>
                </a:cubicBezTo>
                <a:cubicBezTo>
                  <a:pt x="753" y="865"/>
                  <a:pt x="1050" y="1038"/>
                  <a:pt x="1160" y="1241"/>
                </a:cubicBezTo>
                <a:cubicBezTo>
                  <a:pt x="1254" y="1461"/>
                  <a:pt x="1207" y="1931"/>
                  <a:pt x="1223" y="2166"/>
                </a:cubicBezTo>
                <a:cubicBezTo>
                  <a:pt x="1270" y="2871"/>
                  <a:pt x="1333" y="3561"/>
                  <a:pt x="1380" y="4251"/>
                </a:cubicBezTo>
                <a:cubicBezTo>
                  <a:pt x="1442" y="5097"/>
                  <a:pt x="1301" y="6226"/>
                  <a:pt x="1568" y="7072"/>
                </a:cubicBezTo>
                <a:cubicBezTo>
                  <a:pt x="1536" y="7307"/>
                  <a:pt x="1536" y="7558"/>
                  <a:pt x="1583" y="7778"/>
                </a:cubicBezTo>
                <a:cubicBezTo>
                  <a:pt x="1568" y="7950"/>
                  <a:pt x="1552" y="8122"/>
                  <a:pt x="1521" y="8279"/>
                </a:cubicBezTo>
                <a:cubicBezTo>
                  <a:pt x="1333" y="8655"/>
                  <a:pt x="1145" y="9031"/>
                  <a:pt x="956" y="9392"/>
                </a:cubicBezTo>
                <a:cubicBezTo>
                  <a:pt x="815" y="9611"/>
                  <a:pt x="674" y="9831"/>
                  <a:pt x="549" y="10082"/>
                </a:cubicBezTo>
                <a:cubicBezTo>
                  <a:pt x="533" y="10129"/>
                  <a:pt x="533" y="10160"/>
                  <a:pt x="549" y="10207"/>
                </a:cubicBezTo>
                <a:cubicBezTo>
                  <a:pt x="486" y="10285"/>
                  <a:pt x="439" y="10379"/>
                  <a:pt x="392" y="10458"/>
                </a:cubicBezTo>
                <a:cubicBezTo>
                  <a:pt x="302" y="10593"/>
                  <a:pt x="443" y="10772"/>
                  <a:pt x="579" y="10772"/>
                </a:cubicBezTo>
                <a:cubicBezTo>
                  <a:pt x="585" y="10772"/>
                  <a:pt x="590" y="10772"/>
                  <a:pt x="596" y="10771"/>
                </a:cubicBezTo>
                <a:lnTo>
                  <a:pt x="627" y="10771"/>
                </a:lnTo>
                <a:cubicBezTo>
                  <a:pt x="690" y="10818"/>
                  <a:pt x="768" y="10865"/>
                  <a:pt x="878" y="10881"/>
                </a:cubicBezTo>
                <a:cubicBezTo>
                  <a:pt x="894" y="10889"/>
                  <a:pt x="913" y="10893"/>
                  <a:pt x="935" y="10893"/>
                </a:cubicBezTo>
                <a:cubicBezTo>
                  <a:pt x="956" y="10893"/>
                  <a:pt x="980" y="10889"/>
                  <a:pt x="1003" y="10881"/>
                </a:cubicBezTo>
                <a:cubicBezTo>
                  <a:pt x="1218" y="10939"/>
                  <a:pt x="1449" y="10961"/>
                  <a:pt x="1686" y="10961"/>
                </a:cubicBezTo>
                <a:cubicBezTo>
                  <a:pt x="2348" y="10961"/>
                  <a:pt x="3064" y="10790"/>
                  <a:pt x="3652" y="10756"/>
                </a:cubicBezTo>
                <a:cubicBezTo>
                  <a:pt x="3778" y="10740"/>
                  <a:pt x="3903" y="10740"/>
                  <a:pt x="4013" y="10724"/>
                </a:cubicBezTo>
                <a:cubicBezTo>
                  <a:pt x="4232" y="12981"/>
                  <a:pt x="4264" y="15380"/>
                  <a:pt x="4765" y="17605"/>
                </a:cubicBezTo>
                <a:cubicBezTo>
                  <a:pt x="4781" y="17887"/>
                  <a:pt x="4797" y="18185"/>
                  <a:pt x="4812" y="18467"/>
                </a:cubicBezTo>
                <a:cubicBezTo>
                  <a:pt x="4821" y="18614"/>
                  <a:pt x="4937" y="18685"/>
                  <a:pt x="5051" y="18685"/>
                </a:cubicBezTo>
                <a:cubicBezTo>
                  <a:pt x="5132" y="18685"/>
                  <a:pt x="5212" y="18649"/>
                  <a:pt x="5251" y="18577"/>
                </a:cubicBezTo>
                <a:cubicBezTo>
                  <a:pt x="5330" y="18546"/>
                  <a:pt x="5392" y="18467"/>
                  <a:pt x="5392" y="18373"/>
                </a:cubicBezTo>
                <a:cubicBezTo>
                  <a:pt x="5314" y="17668"/>
                  <a:pt x="5236" y="16978"/>
                  <a:pt x="5157" y="16289"/>
                </a:cubicBezTo>
                <a:cubicBezTo>
                  <a:pt x="5126" y="15583"/>
                  <a:pt x="5094" y="14862"/>
                  <a:pt x="5079" y="14157"/>
                </a:cubicBezTo>
                <a:cubicBezTo>
                  <a:pt x="5063" y="13091"/>
                  <a:pt x="5283" y="11727"/>
                  <a:pt x="5000" y="10662"/>
                </a:cubicBezTo>
                <a:cubicBezTo>
                  <a:pt x="5508" y="10627"/>
                  <a:pt x="6015" y="10602"/>
                  <a:pt x="6517" y="10602"/>
                </a:cubicBezTo>
                <a:cubicBezTo>
                  <a:pt x="6930" y="10602"/>
                  <a:pt x="7340" y="10619"/>
                  <a:pt x="7743" y="10662"/>
                </a:cubicBezTo>
                <a:cubicBezTo>
                  <a:pt x="7750" y="10662"/>
                  <a:pt x="7757" y="10662"/>
                  <a:pt x="7764" y="10662"/>
                </a:cubicBezTo>
                <a:cubicBezTo>
                  <a:pt x="7962" y="10662"/>
                  <a:pt x="8163" y="10451"/>
                  <a:pt x="8073" y="10270"/>
                </a:cubicBezTo>
                <a:cubicBezTo>
                  <a:pt x="8135" y="10223"/>
                  <a:pt x="8182" y="10144"/>
                  <a:pt x="8182" y="10035"/>
                </a:cubicBezTo>
                <a:cubicBezTo>
                  <a:pt x="8135" y="9533"/>
                  <a:pt x="7790" y="9078"/>
                  <a:pt x="7493" y="8718"/>
                </a:cubicBezTo>
                <a:cubicBezTo>
                  <a:pt x="7258" y="8420"/>
                  <a:pt x="7007" y="8122"/>
                  <a:pt x="6756" y="7840"/>
                </a:cubicBezTo>
                <a:lnTo>
                  <a:pt x="6787" y="4188"/>
                </a:lnTo>
                <a:cubicBezTo>
                  <a:pt x="6803" y="2950"/>
                  <a:pt x="6505" y="1461"/>
                  <a:pt x="7571" y="614"/>
                </a:cubicBezTo>
                <a:cubicBezTo>
                  <a:pt x="7618" y="567"/>
                  <a:pt x="7649" y="505"/>
                  <a:pt x="7649" y="442"/>
                </a:cubicBezTo>
                <a:cubicBezTo>
                  <a:pt x="7712" y="270"/>
                  <a:pt x="7665" y="66"/>
                  <a:pt x="7414" y="34"/>
                </a:cubicBezTo>
                <a:cubicBezTo>
                  <a:pt x="7116" y="10"/>
                  <a:pt x="6815" y="0"/>
                  <a:pt x="651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4" name="Google Shape;6034;p206"/>
          <p:cNvGrpSpPr/>
          <p:nvPr/>
        </p:nvGrpSpPr>
        <p:grpSpPr>
          <a:xfrm rot="474658">
            <a:off x="1381266" y="2057518"/>
            <a:ext cx="1557467" cy="585348"/>
            <a:chOff x="4345425" y="2175475"/>
            <a:chExt cx="800750" cy="176025"/>
          </a:xfrm>
        </p:grpSpPr>
        <p:sp>
          <p:nvSpPr>
            <p:cNvPr id="6035" name="Google Shape;6035;p20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20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37" name="Google Shape;6037;p206"/>
          <p:cNvGrpSpPr/>
          <p:nvPr/>
        </p:nvGrpSpPr>
        <p:grpSpPr>
          <a:xfrm rot="474658">
            <a:off x="6040054" y="2057518"/>
            <a:ext cx="1557467" cy="585348"/>
            <a:chOff x="4345425" y="2175475"/>
            <a:chExt cx="800750" cy="176025"/>
          </a:xfrm>
        </p:grpSpPr>
        <p:sp>
          <p:nvSpPr>
            <p:cNvPr id="6038" name="Google Shape;6038;p20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20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40" name="Google Shape;6040;p206"/>
          <p:cNvGrpSpPr/>
          <p:nvPr/>
        </p:nvGrpSpPr>
        <p:grpSpPr>
          <a:xfrm rot="367883">
            <a:off x="1397684" y="3197495"/>
            <a:ext cx="1569882" cy="507904"/>
            <a:chOff x="4345425" y="2175475"/>
            <a:chExt cx="800750" cy="176025"/>
          </a:xfrm>
        </p:grpSpPr>
        <p:sp>
          <p:nvSpPr>
            <p:cNvPr id="6041" name="Google Shape;6041;p20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20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43" name="Google Shape;6043;p206"/>
          <p:cNvGrpSpPr/>
          <p:nvPr/>
        </p:nvGrpSpPr>
        <p:grpSpPr>
          <a:xfrm rot="367883">
            <a:off x="5998446" y="3197495"/>
            <a:ext cx="1569882" cy="507904"/>
            <a:chOff x="4345425" y="2175475"/>
            <a:chExt cx="800750" cy="176025"/>
          </a:xfrm>
        </p:grpSpPr>
        <p:sp>
          <p:nvSpPr>
            <p:cNvPr id="6044" name="Google Shape;6044;p20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20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46" name="Google Shape;6046;p206"/>
          <p:cNvSpPr txBox="1">
            <a:spLocks noGrp="1"/>
          </p:cNvSpPr>
          <p:nvPr>
            <p:ph type="subTitle" idx="1"/>
          </p:nvPr>
        </p:nvSpPr>
        <p:spPr>
          <a:xfrm>
            <a:off x="929525" y="3152293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Definition:</a:t>
            </a:r>
            <a:endParaRPr sz="2600"/>
          </a:p>
        </p:txBody>
      </p:sp>
      <p:sp>
        <p:nvSpPr>
          <p:cNvPr id="6047" name="Google Shape;6047;p206"/>
          <p:cNvSpPr txBox="1">
            <a:spLocks noGrp="1"/>
          </p:cNvSpPr>
          <p:nvPr>
            <p:ph type="subTitle" idx="2"/>
          </p:nvPr>
        </p:nvSpPr>
        <p:spPr>
          <a:xfrm>
            <a:off x="5530296" y="3115093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Definition:</a:t>
            </a:r>
            <a:endParaRPr sz="2600"/>
          </a:p>
        </p:txBody>
      </p:sp>
      <p:sp>
        <p:nvSpPr>
          <p:cNvPr id="6048" name="Google Shape;6048;p206"/>
          <p:cNvSpPr txBox="1">
            <a:spLocks noGrp="1"/>
          </p:cNvSpPr>
          <p:nvPr>
            <p:ph type="subTitle" idx="3"/>
          </p:nvPr>
        </p:nvSpPr>
        <p:spPr>
          <a:xfrm>
            <a:off x="935813" y="2062606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Floor Division</a:t>
            </a:r>
            <a:endParaRPr sz="2600"/>
          </a:p>
        </p:txBody>
      </p:sp>
      <p:sp>
        <p:nvSpPr>
          <p:cNvPr id="6049" name="Google Shape;6049;p206"/>
          <p:cNvSpPr txBox="1">
            <a:spLocks noGrp="1"/>
          </p:cNvSpPr>
          <p:nvPr>
            <p:ph type="subTitle" idx="4"/>
          </p:nvPr>
        </p:nvSpPr>
        <p:spPr>
          <a:xfrm>
            <a:off x="5565688" y="2062606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Modular</a:t>
            </a:r>
            <a:endParaRPr sz="2600"/>
          </a:p>
        </p:txBody>
      </p:sp>
      <p:sp>
        <p:nvSpPr>
          <p:cNvPr id="6050" name="Google Shape;6050;p206"/>
          <p:cNvSpPr txBox="1">
            <a:spLocks noGrp="1"/>
          </p:cNvSpPr>
          <p:nvPr>
            <p:ph type="subTitle" idx="5"/>
          </p:nvPr>
        </p:nvSpPr>
        <p:spPr>
          <a:xfrm>
            <a:off x="906900" y="2469400"/>
            <a:ext cx="250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Symbol “//”</a:t>
            </a:r>
            <a:endParaRPr sz="2300"/>
          </a:p>
        </p:txBody>
      </p:sp>
      <p:sp>
        <p:nvSpPr>
          <p:cNvPr id="6051" name="Google Shape;6051;p206"/>
          <p:cNvSpPr txBox="1">
            <a:spLocks noGrp="1"/>
          </p:cNvSpPr>
          <p:nvPr>
            <p:ph type="subTitle" idx="6"/>
          </p:nvPr>
        </p:nvSpPr>
        <p:spPr>
          <a:xfrm>
            <a:off x="5565688" y="2469400"/>
            <a:ext cx="250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Symbol “%”</a:t>
            </a:r>
            <a:endParaRPr sz="2300"/>
          </a:p>
        </p:txBody>
      </p:sp>
      <p:sp>
        <p:nvSpPr>
          <p:cNvPr id="6052" name="Google Shape;6052;p206"/>
          <p:cNvSpPr txBox="1">
            <a:spLocks noGrp="1"/>
          </p:cNvSpPr>
          <p:nvPr>
            <p:ph type="subTitle" idx="7"/>
          </p:nvPr>
        </p:nvSpPr>
        <p:spPr>
          <a:xfrm>
            <a:off x="401675" y="3501325"/>
            <a:ext cx="357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Floor division divides two numbers but rounds down to the nearest whole number.</a:t>
            </a:r>
            <a:endParaRPr sz="2300"/>
          </a:p>
        </p:txBody>
      </p:sp>
      <p:sp>
        <p:nvSpPr>
          <p:cNvPr id="6053" name="Google Shape;6053;p206"/>
          <p:cNvSpPr txBox="1">
            <a:spLocks noGrp="1"/>
          </p:cNvSpPr>
          <p:nvPr>
            <p:ph type="subTitle" idx="8"/>
          </p:nvPr>
        </p:nvSpPr>
        <p:spPr>
          <a:xfrm>
            <a:off x="5074524" y="3566300"/>
            <a:ext cx="37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Modular division, also known as remainder operator calculates the remainder of division</a:t>
            </a:r>
            <a:endParaRPr sz="2300"/>
          </a:p>
        </p:txBody>
      </p:sp>
      <p:sp>
        <p:nvSpPr>
          <p:cNvPr id="6054" name="Google Shape;6054;p20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30000" cy="99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Floor Division Vs. Modular Division</a:t>
            </a:r>
            <a:endParaRPr/>
          </a:p>
        </p:txBody>
      </p:sp>
      <p:grpSp>
        <p:nvGrpSpPr>
          <p:cNvPr id="6055" name="Google Shape;6055;p206"/>
          <p:cNvGrpSpPr/>
          <p:nvPr/>
        </p:nvGrpSpPr>
        <p:grpSpPr>
          <a:xfrm flipH="1">
            <a:off x="707931" y="947138"/>
            <a:ext cx="2961974" cy="176025"/>
            <a:chOff x="4345425" y="2175475"/>
            <a:chExt cx="800750" cy="176025"/>
          </a:xfrm>
        </p:grpSpPr>
        <p:sp>
          <p:nvSpPr>
            <p:cNvPr id="6056" name="Google Shape;6056;p20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20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8" name="Google Shape;6058;p206"/>
          <p:cNvGrpSpPr/>
          <p:nvPr/>
        </p:nvGrpSpPr>
        <p:grpSpPr>
          <a:xfrm flipH="1">
            <a:off x="769639" y="1409250"/>
            <a:ext cx="1324120" cy="176025"/>
            <a:chOff x="4345425" y="2175475"/>
            <a:chExt cx="800750" cy="176025"/>
          </a:xfrm>
        </p:grpSpPr>
        <p:sp>
          <p:nvSpPr>
            <p:cNvPr id="6059" name="Google Shape;6059;p20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20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1" name="Google Shape;6061;p206"/>
          <p:cNvGrpSpPr/>
          <p:nvPr/>
        </p:nvGrpSpPr>
        <p:grpSpPr>
          <a:xfrm rot="2210750">
            <a:off x="5587690" y="679440"/>
            <a:ext cx="976434" cy="1313229"/>
            <a:chOff x="5941025" y="1169275"/>
            <a:chExt cx="976375" cy="1313150"/>
          </a:xfrm>
        </p:grpSpPr>
        <p:sp>
          <p:nvSpPr>
            <p:cNvPr id="6062" name="Google Shape;6062;p206"/>
            <p:cNvSpPr/>
            <p:nvPr/>
          </p:nvSpPr>
          <p:spPr>
            <a:xfrm>
              <a:off x="5957175" y="1169275"/>
              <a:ext cx="960225" cy="1294975"/>
            </a:xfrm>
            <a:custGeom>
              <a:avLst/>
              <a:gdLst/>
              <a:ahLst/>
              <a:cxnLst/>
              <a:rect l="l" t="t" r="r" b="b"/>
              <a:pathLst>
                <a:path w="38409" h="51799" extrusionOk="0">
                  <a:moveTo>
                    <a:pt x="24906" y="11400"/>
                  </a:moveTo>
                  <a:cubicBezTo>
                    <a:pt x="26915" y="11400"/>
                    <a:pt x="28559" y="13330"/>
                    <a:pt x="29437" y="15627"/>
                  </a:cubicBezTo>
                  <a:lnTo>
                    <a:pt x="29437" y="15627"/>
                  </a:lnTo>
                  <a:cubicBezTo>
                    <a:pt x="28804" y="15759"/>
                    <a:pt x="28165" y="15830"/>
                    <a:pt x="27538" y="15830"/>
                  </a:cubicBezTo>
                  <a:cubicBezTo>
                    <a:pt x="25304" y="15830"/>
                    <a:pt x="23217" y="14928"/>
                    <a:pt x="22048" y="12679"/>
                  </a:cubicBezTo>
                  <a:lnTo>
                    <a:pt x="22048" y="12679"/>
                  </a:lnTo>
                  <a:cubicBezTo>
                    <a:pt x="23050" y="11780"/>
                    <a:pt x="24014" y="11400"/>
                    <a:pt x="24906" y="11400"/>
                  </a:cubicBezTo>
                  <a:close/>
                  <a:moveTo>
                    <a:pt x="16098" y="22002"/>
                  </a:moveTo>
                  <a:cubicBezTo>
                    <a:pt x="17912" y="22002"/>
                    <a:pt x="19841" y="23543"/>
                    <a:pt x="20924" y="24766"/>
                  </a:cubicBezTo>
                  <a:cubicBezTo>
                    <a:pt x="21653" y="25600"/>
                    <a:pt x="22307" y="26598"/>
                    <a:pt x="22544" y="27617"/>
                  </a:cubicBezTo>
                  <a:lnTo>
                    <a:pt x="22544" y="27617"/>
                  </a:lnTo>
                  <a:cubicBezTo>
                    <a:pt x="22079" y="27689"/>
                    <a:pt x="21602" y="27724"/>
                    <a:pt x="21120" y="27724"/>
                  </a:cubicBezTo>
                  <a:cubicBezTo>
                    <a:pt x="18809" y="27724"/>
                    <a:pt x="16382" y="26930"/>
                    <a:pt x="14579" y="25702"/>
                  </a:cubicBezTo>
                  <a:cubicBezTo>
                    <a:pt x="14054" y="25314"/>
                    <a:pt x="13323" y="24789"/>
                    <a:pt x="13323" y="24081"/>
                  </a:cubicBezTo>
                  <a:cubicBezTo>
                    <a:pt x="13323" y="23145"/>
                    <a:pt x="14556" y="22301"/>
                    <a:pt x="15355" y="22095"/>
                  </a:cubicBezTo>
                  <a:cubicBezTo>
                    <a:pt x="15599" y="22032"/>
                    <a:pt x="15847" y="22002"/>
                    <a:pt x="16098" y="22002"/>
                  </a:cubicBezTo>
                  <a:close/>
                  <a:moveTo>
                    <a:pt x="9232" y="31775"/>
                  </a:moveTo>
                  <a:cubicBezTo>
                    <a:pt x="10916" y="31775"/>
                    <a:pt x="13002" y="32678"/>
                    <a:pt x="14389" y="33975"/>
                  </a:cubicBezTo>
                  <a:lnTo>
                    <a:pt x="14389" y="33975"/>
                  </a:lnTo>
                  <a:cubicBezTo>
                    <a:pt x="13462" y="34171"/>
                    <a:pt x="12527" y="34290"/>
                    <a:pt x="11580" y="34290"/>
                  </a:cubicBezTo>
                  <a:cubicBezTo>
                    <a:pt x="11227" y="34290"/>
                    <a:pt x="10872" y="34274"/>
                    <a:pt x="10516" y="34238"/>
                  </a:cubicBezTo>
                  <a:cubicBezTo>
                    <a:pt x="9785" y="34170"/>
                    <a:pt x="5585" y="33051"/>
                    <a:pt x="7822" y="32047"/>
                  </a:cubicBezTo>
                  <a:cubicBezTo>
                    <a:pt x="8233" y="31861"/>
                    <a:pt x="8713" y="31775"/>
                    <a:pt x="9232" y="31775"/>
                  </a:cubicBezTo>
                  <a:close/>
                  <a:moveTo>
                    <a:pt x="33094" y="0"/>
                  </a:moveTo>
                  <a:cubicBezTo>
                    <a:pt x="32622" y="0"/>
                    <a:pt x="32308" y="765"/>
                    <a:pt x="32816" y="1142"/>
                  </a:cubicBezTo>
                  <a:cubicBezTo>
                    <a:pt x="35076" y="2831"/>
                    <a:pt x="37381" y="5273"/>
                    <a:pt x="37130" y="8355"/>
                  </a:cubicBezTo>
                  <a:cubicBezTo>
                    <a:pt x="36947" y="10660"/>
                    <a:pt x="35327" y="12646"/>
                    <a:pt x="33455" y="13901"/>
                  </a:cubicBezTo>
                  <a:cubicBezTo>
                    <a:pt x="32631" y="14469"/>
                    <a:pt x="31697" y="14940"/>
                    <a:pt x="30720" y="15274"/>
                  </a:cubicBezTo>
                  <a:lnTo>
                    <a:pt x="30720" y="15274"/>
                  </a:lnTo>
                  <a:cubicBezTo>
                    <a:pt x="30421" y="14430"/>
                    <a:pt x="30015" y="13627"/>
                    <a:pt x="29506" y="12897"/>
                  </a:cubicBezTo>
                  <a:cubicBezTo>
                    <a:pt x="28280" y="11170"/>
                    <a:pt x="26642" y="10280"/>
                    <a:pt x="24956" y="10280"/>
                  </a:cubicBezTo>
                  <a:cubicBezTo>
                    <a:pt x="23568" y="10280"/>
                    <a:pt x="22149" y="10884"/>
                    <a:pt x="20901" y="12121"/>
                  </a:cubicBezTo>
                  <a:cubicBezTo>
                    <a:pt x="20696" y="12326"/>
                    <a:pt x="20696" y="12600"/>
                    <a:pt x="20810" y="12851"/>
                  </a:cubicBezTo>
                  <a:cubicBezTo>
                    <a:pt x="22100" y="15817"/>
                    <a:pt x="24703" y="17013"/>
                    <a:pt x="27487" y="17013"/>
                  </a:cubicBezTo>
                  <a:cubicBezTo>
                    <a:pt x="28251" y="17013"/>
                    <a:pt x="29030" y="16923"/>
                    <a:pt x="29799" y="16754"/>
                  </a:cubicBezTo>
                  <a:lnTo>
                    <a:pt x="29799" y="16754"/>
                  </a:lnTo>
                  <a:cubicBezTo>
                    <a:pt x="30098" y="17897"/>
                    <a:pt x="30206" y="19066"/>
                    <a:pt x="30077" y="20087"/>
                  </a:cubicBezTo>
                  <a:cubicBezTo>
                    <a:pt x="29643" y="23556"/>
                    <a:pt x="27178" y="26090"/>
                    <a:pt x="23983" y="27254"/>
                  </a:cubicBezTo>
                  <a:cubicBezTo>
                    <a:pt x="23891" y="27287"/>
                    <a:pt x="23798" y="27318"/>
                    <a:pt x="23704" y="27348"/>
                  </a:cubicBezTo>
                  <a:lnTo>
                    <a:pt x="23704" y="27348"/>
                  </a:lnTo>
                  <a:cubicBezTo>
                    <a:pt x="23640" y="27081"/>
                    <a:pt x="23551" y="26806"/>
                    <a:pt x="23435" y="26523"/>
                  </a:cubicBezTo>
                  <a:cubicBezTo>
                    <a:pt x="22361" y="23931"/>
                    <a:pt x="19065" y="20836"/>
                    <a:pt x="16037" y="20836"/>
                  </a:cubicBezTo>
                  <a:cubicBezTo>
                    <a:pt x="14879" y="20836"/>
                    <a:pt x="13761" y="21288"/>
                    <a:pt x="12821" y="22392"/>
                  </a:cubicBezTo>
                  <a:cubicBezTo>
                    <a:pt x="9785" y="25953"/>
                    <a:pt x="16884" y="28235"/>
                    <a:pt x="19235" y="28692"/>
                  </a:cubicBezTo>
                  <a:cubicBezTo>
                    <a:pt x="19868" y="28814"/>
                    <a:pt x="20509" y="28873"/>
                    <a:pt x="21148" y="28873"/>
                  </a:cubicBezTo>
                  <a:cubicBezTo>
                    <a:pt x="21640" y="28873"/>
                    <a:pt x="22131" y="28838"/>
                    <a:pt x="22617" y="28769"/>
                  </a:cubicBezTo>
                  <a:lnTo>
                    <a:pt x="22617" y="28769"/>
                  </a:lnTo>
                  <a:cubicBezTo>
                    <a:pt x="22543" y="29373"/>
                    <a:pt x="22277" y="29966"/>
                    <a:pt x="21746" y="30518"/>
                  </a:cubicBezTo>
                  <a:cubicBezTo>
                    <a:pt x="20239" y="32070"/>
                    <a:pt x="18002" y="32960"/>
                    <a:pt x="15948" y="33576"/>
                  </a:cubicBezTo>
                  <a:cubicBezTo>
                    <a:pt x="15872" y="33599"/>
                    <a:pt x="15796" y="33621"/>
                    <a:pt x="15720" y="33642"/>
                  </a:cubicBezTo>
                  <a:lnTo>
                    <a:pt x="15720" y="33642"/>
                  </a:lnTo>
                  <a:cubicBezTo>
                    <a:pt x="14484" y="32339"/>
                    <a:pt x="12654" y="31465"/>
                    <a:pt x="11018" y="31020"/>
                  </a:cubicBezTo>
                  <a:cubicBezTo>
                    <a:pt x="10410" y="30851"/>
                    <a:pt x="9597" y="30690"/>
                    <a:pt x="8797" y="30690"/>
                  </a:cubicBezTo>
                  <a:cubicBezTo>
                    <a:pt x="7764" y="30690"/>
                    <a:pt x="6752" y="30957"/>
                    <a:pt x="6225" y="31819"/>
                  </a:cubicBezTo>
                  <a:cubicBezTo>
                    <a:pt x="5426" y="33074"/>
                    <a:pt x="6590" y="34238"/>
                    <a:pt x="7685" y="34741"/>
                  </a:cubicBezTo>
                  <a:cubicBezTo>
                    <a:pt x="8836" y="35291"/>
                    <a:pt x="10132" y="35499"/>
                    <a:pt x="11432" y="35499"/>
                  </a:cubicBezTo>
                  <a:cubicBezTo>
                    <a:pt x="12503" y="35499"/>
                    <a:pt x="13578" y="35358"/>
                    <a:pt x="14579" y="35151"/>
                  </a:cubicBezTo>
                  <a:cubicBezTo>
                    <a:pt x="14799" y="35105"/>
                    <a:pt x="15030" y="35052"/>
                    <a:pt x="15268" y="34994"/>
                  </a:cubicBezTo>
                  <a:lnTo>
                    <a:pt x="15268" y="34994"/>
                  </a:lnTo>
                  <a:cubicBezTo>
                    <a:pt x="15743" y="35703"/>
                    <a:pt x="15988" y="36474"/>
                    <a:pt x="15880" y="37251"/>
                  </a:cubicBezTo>
                  <a:cubicBezTo>
                    <a:pt x="15423" y="40629"/>
                    <a:pt x="11223" y="43323"/>
                    <a:pt x="8712" y="45103"/>
                  </a:cubicBezTo>
                  <a:cubicBezTo>
                    <a:pt x="5996" y="47043"/>
                    <a:pt x="3006" y="48664"/>
                    <a:pt x="450" y="50810"/>
                  </a:cubicBezTo>
                  <a:cubicBezTo>
                    <a:pt x="0" y="51205"/>
                    <a:pt x="415" y="51799"/>
                    <a:pt x="901" y="51799"/>
                  </a:cubicBezTo>
                  <a:cubicBezTo>
                    <a:pt x="1032" y="51799"/>
                    <a:pt x="1168" y="51756"/>
                    <a:pt x="1294" y="51654"/>
                  </a:cubicBezTo>
                  <a:cubicBezTo>
                    <a:pt x="4764" y="48732"/>
                    <a:pt x="8895" y="46678"/>
                    <a:pt x="12410" y="43779"/>
                  </a:cubicBezTo>
                  <a:cubicBezTo>
                    <a:pt x="14807" y="41771"/>
                    <a:pt x="18482" y="38301"/>
                    <a:pt x="16610" y="34855"/>
                  </a:cubicBezTo>
                  <a:cubicBezTo>
                    <a:pt x="16574" y="34789"/>
                    <a:pt x="16537" y="34724"/>
                    <a:pt x="16499" y="34659"/>
                  </a:cubicBezTo>
                  <a:lnTo>
                    <a:pt x="16499" y="34659"/>
                  </a:lnTo>
                  <a:cubicBezTo>
                    <a:pt x="19757" y="33680"/>
                    <a:pt x="23709" y="31734"/>
                    <a:pt x="23827" y="28524"/>
                  </a:cubicBezTo>
                  <a:lnTo>
                    <a:pt x="23827" y="28524"/>
                  </a:lnTo>
                  <a:cubicBezTo>
                    <a:pt x="26264" y="27880"/>
                    <a:pt x="28468" y="26370"/>
                    <a:pt x="29872" y="24172"/>
                  </a:cubicBezTo>
                  <a:cubicBezTo>
                    <a:pt x="31306" y="21905"/>
                    <a:pt x="31667" y="19032"/>
                    <a:pt x="31053" y="16408"/>
                  </a:cubicBezTo>
                  <a:lnTo>
                    <a:pt x="31053" y="16408"/>
                  </a:lnTo>
                  <a:cubicBezTo>
                    <a:pt x="32330" y="15981"/>
                    <a:pt x="33542" y="15346"/>
                    <a:pt x="34574" y="14563"/>
                  </a:cubicBezTo>
                  <a:cubicBezTo>
                    <a:pt x="36628" y="13011"/>
                    <a:pt x="38271" y="10706"/>
                    <a:pt x="38340" y="8058"/>
                  </a:cubicBezTo>
                  <a:cubicBezTo>
                    <a:pt x="38408" y="4657"/>
                    <a:pt x="35966" y="2009"/>
                    <a:pt x="33409" y="115"/>
                  </a:cubicBezTo>
                  <a:cubicBezTo>
                    <a:pt x="33302" y="35"/>
                    <a:pt x="33194" y="0"/>
                    <a:pt x="3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206"/>
            <p:cNvSpPr/>
            <p:nvPr/>
          </p:nvSpPr>
          <p:spPr>
            <a:xfrm>
              <a:off x="5941025" y="2320575"/>
              <a:ext cx="182525" cy="161850"/>
            </a:xfrm>
            <a:custGeom>
              <a:avLst/>
              <a:gdLst/>
              <a:ahLst/>
              <a:cxnLst/>
              <a:rect l="l" t="t" r="r" b="b"/>
              <a:pathLst>
                <a:path w="7301" h="6474" extrusionOk="0">
                  <a:moveTo>
                    <a:pt x="2509" y="1"/>
                  </a:moveTo>
                  <a:cubicBezTo>
                    <a:pt x="2274" y="1"/>
                    <a:pt x="2039" y="120"/>
                    <a:pt x="1940" y="398"/>
                  </a:cubicBezTo>
                  <a:cubicBezTo>
                    <a:pt x="1347" y="2133"/>
                    <a:pt x="662" y="3844"/>
                    <a:pt x="91" y="5602"/>
                  </a:cubicBezTo>
                  <a:cubicBezTo>
                    <a:pt x="0" y="5876"/>
                    <a:pt x="206" y="6287"/>
                    <a:pt x="502" y="6332"/>
                  </a:cubicBezTo>
                  <a:cubicBezTo>
                    <a:pt x="1173" y="6430"/>
                    <a:pt x="1849" y="6474"/>
                    <a:pt x="2524" y="6474"/>
                  </a:cubicBezTo>
                  <a:cubicBezTo>
                    <a:pt x="3895" y="6474"/>
                    <a:pt x="5266" y="6296"/>
                    <a:pt x="6597" y="6036"/>
                  </a:cubicBezTo>
                  <a:cubicBezTo>
                    <a:pt x="7301" y="5886"/>
                    <a:pt x="7067" y="4879"/>
                    <a:pt x="6437" y="4879"/>
                  </a:cubicBezTo>
                  <a:cubicBezTo>
                    <a:pt x="6393" y="4879"/>
                    <a:pt x="6347" y="4884"/>
                    <a:pt x="6300" y="4894"/>
                  </a:cubicBezTo>
                  <a:cubicBezTo>
                    <a:pt x="5084" y="5131"/>
                    <a:pt x="3792" y="5303"/>
                    <a:pt x="2514" y="5303"/>
                  </a:cubicBezTo>
                  <a:cubicBezTo>
                    <a:pt x="2157" y="5303"/>
                    <a:pt x="1801" y="5289"/>
                    <a:pt x="1448" y="5260"/>
                  </a:cubicBezTo>
                  <a:lnTo>
                    <a:pt x="1448" y="5260"/>
                  </a:lnTo>
                  <a:cubicBezTo>
                    <a:pt x="1970" y="3743"/>
                    <a:pt x="2561" y="2239"/>
                    <a:pt x="3082" y="717"/>
                  </a:cubicBezTo>
                  <a:cubicBezTo>
                    <a:pt x="3234" y="287"/>
                    <a:pt x="2873" y="1"/>
                    <a:pt x="2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4" name="Google Shape;6064;p206"/>
          <p:cNvGrpSpPr/>
          <p:nvPr/>
        </p:nvGrpSpPr>
        <p:grpSpPr>
          <a:xfrm rot="1866236">
            <a:off x="6333437" y="809389"/>
            <a:ext cx="2928624" cy="358006"/>
            <a:chOff x="2142525" y="3876725"/>
            <a:chExt cx="2414850" cy="295200"/>
          </a:xfrm>
        </p:grpSpPr>
        <p:sp>
          <p:nvSpPr>
            <p:cNvPr id="6065" name="Google Shape;6065;p206"/>
            <p:cNvSpPr/>
            <p:nvPr/>
          </p:nvSpPr>
          <p:spPr>
            <a:xfrm>
              <a:off x="2147925" y="3884850"/>
              <a:ext cx="91075" cy="132625"/>
            </a:xfrm>
            <a:custGeom>
              <a:avLst/>
              <a:gdLst/>
              <a:ahLst/>
              <a:cxnLst/>
              <a:rect l="l" t="t" r="r" b="b"/>
              <a:pathLst>
                <a:path w="3643" h="5305" extrusionOk="0">
                  <a:moveTo>
                    <a:pt x="2786" y="1"/>
                  </a:moveTo>
                  <a:cubicBezTo>
                    <a:pt x="2678" y="1"/>
                    <a:pt x="2570" y="2"/>
                    <a:pt x="2462" y="4"/>
                  </a:cubicBezTo>
                  <a:cubicBezTo>
                    <a:pt x="992" y="94"/>
                    <a:pt x="208" y="897"/>
                    <a:pt x="118" y="2420"/>
                  </a:cubicBezTo>
                  <a:cubicBezTo>
                    <a:pt x="1" y="3961"/>
                    <a:pt x="659" y="4872"/>
                    <a:pt x="2101" y="5169"/>
                  </a:cubicBezTo>
                  <a:cubicBezTo>
                    <a:pt x="2498" y="5223"/>
                    <a:pt x="2894" y="5268"/>
                    <a:pt x="3282" y="5305"/>
                  </a:cubicBezTo>
                  <a:cubicBezTo>
                    <a:pt x="3174" y="3601"/>
                    <a:pt x="3291" y="1843"/>
                    <a:pt x="3643" y="22"/>
                  </a:cubicBezTo>
                  <a:cubicBezTo>
                    <a:pt x="3365" y="9"/>
                    <a:pt x="3079" y="1"/>
                    <a:pt x="2786" y="1"/>
                  </a:cubicBezTo>
                  <a:close/>
                </a:path>
              </a:pathLst>
            </a:custGeom>
            <a:solidFill>
              <a:srgbClr val="F7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206"/>
            <p:cNvSpPr/>
            <p:nvPr/>
          </p:nvSpPr>
          <p:spPr>
            <a:xfrm>
              <a:off x="2227250" y="3885400"/>
              <a:ext cx="45775" cy="135000"/>
            </a:xfrm>
            <a:custGeom>
              <a:avLst/>
              <a:gdLst/>
              <a:ahLst/>
              <a:cxnLst/>
              <a:rect l="l" t="t" r="r" b="b"/>
              <a:pathLst>
                <a:path w="1831" h="5400" extrusionOk="0">
                  <a:moveTo>
                    <a:pt x="470" y="0"/>
                  </a:moveTo>
                  <a:cubicBezTo>
                    <a:pt x="118" y="1821"/>
                    <a:pt x="1" y="3579"/>
                    <a:pt x="109" y="5283"/>
                  </a:cubicBezTo>
                  <a:cubicBezTo>
                    <a:pt x="560" y="5337"/>
                    <a:pt x="1010" y="5373"/>
                    <a:pt x="1461" y="5400"/>
                  </a:cubicBezTo>
                  <a:cubicBezTo>
                    <a:pt x="1416" y="3669"/>
                    <a:pt x="1533" y="1902"/>
                    <a:pt x="1831" y="100"/>
                  </a:cubicBezTo>
                  <a:cubicBezTo>
                    <a:pt x="1389" y="54"/>
                    <a:pt x="938" y="18"/>
                    <a:pt x="470" y="0"/>
                  </a:cubicBezTo>
                  <a:close/>
                </a:path>
              </a:pathLst>
            </a:custGeom>
            <a:solidFill>
              <a:srgbClr val="D7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206"/>
            <p:cNvSpPr/>
            <p:nvPr/>
          </p:nvSpPr>
          <p:spPr>
            <a:xfrm>
              <a:off x="2262625" y="3878875"/>
              <a:ext cx="121050" cy="159625"/>
            </a:xfrm>
            <a:custGeom>
              <a:avLst/>
              <a:gdLst/>
              <a:ahLst/>
              <a:cxnLst/>
              <a:rect l="l" t="t" r="r" b="b"/>
              <a:pathLst>
                <a:path w="4842" h="6385" extrusionOk="0">
                  <a:moveTo>
                    <a:pt x="3846" y="1837"/>
                  </a:moveTo>
                  <a:cubicBezTo>
                    <a:pt x="3853" y="1837"/>
                    <a:pt x="3860" y="1838"/>
                    <a:pt x="3868" y="1839"/>
                  </a:cubicBezTo>
                  <a:cubicBezTo>
                    <a:pt x="4075" y="1857"/>
                    <a:pt x="4156" y="2208"/>
                    <a:pt x="4111" y="2911"/>
                  </a:cubicBezTo>
                  <a:cubicBezTo>
                    <a:pt x="4129" y="3552"/>
                    <a:pt x="4010" y="3877"/>
                    <a:pt x="3754" y="3877"/>
                  </a:cubicBezTo>
                  <a:cubicBezTo>
                    <a:pt x="3747" y="3877"/>
                    <a:pt x="3740" y="3876"/>
                    <a:pt x="3733" y="3876"/>
                  </a:cubicBezTo>
                  <a:cubicBezTo>
                    <a:pt x="3561" y="3858"/>
                    <a:pt x="3471" y="3696"/>
                    <a:pt x="3453" y="3371"/>
                  </a:cubicBezTo>
                  <a:cubicBezTo>
                    <a:pt x="3471" y="3047"/>
                    <a:pt x="3489" y="2875"/>
                    <a:pt x="3489" y="2866"/>
                  </a:cubicBezTo>
                  <a:cubicBezTo>
                    <a:pt x="3533" y="2180"/>
                    <a:pt x="3652" y="1837"/>
                    <a:pt x="3846" y="1837"/>
                  </a:cubicBezTo>
                  <a:close/>
                  <a:moveTo>
                    <a:pt x="2439" y="1490"/>
                  </a:moveTo>
                  <a:cubicBezTo>
                    <a:pt x="2468" y="1490"/>
                    <a:pt x="2500" y="1504"/>
                    <a:pt x="2534" y="1532"/>
                  </a:cubicBezTo>
                  <a:cubicBezTo>
                    <a:pt x="2551" y="1524"/>
                    <a:pt x="2567" y="1520"/>
                    <a:pt x="2582" y="1520"/>
                  </a:cubicBezTo>
                  <a:cubicBezTo>
                    <a:pt x="2752" y="1520"/>
                    <a:pt x="2807" y="2039"/>
                    <a:pt x="2732" y="3083"/>
                  </a:cubicBezTo>
                  <a:cubicBezTo>
                    <a:pt x="2723" y="4084"/>
                    <a:pt x="2586" y="4589"/>
                    <a:pt x="2321" y="4589"/>
                  </a:cubicBezTo>
                  <a:cubicBezTo>
                    <a:pt x="2314" y="4589"/>
                    <a:pt x="2307" y="4589"/>
                    <a:pt x="2300" y="4588"/>
                  </a:cubicBezTo>
                  <a:cubicBezTo>
                    <a:pt x="2119" y="4579"/>
                    <a:pt x="2029" y="4318"/>
                    <a:pt x="2038" y="3813"/>
                  </a:cubicBezTo>
                  <a:cubicBezTo>
                    <a:pt x="2074" y="3308"/>
                    <a:pt x="2092" y="3056"/>
                    <a:pt x="2092" y="3038"/>
                  </a:cubicBezTo>
                  <a:cubicBezTo>
                    <a:pt x="2110" y="2695"/>
                    <a:pt x="2137" y="2380"/>
                    <a:pt x="2182" y="2109"/>
                  </a:cubicBezTo>
                  <a:cubicBezTo>
                    <a:pt x="2239" y="1695"/>
                    <a:pt x="2325" y="1490"/>
                    <a:pt x="2439" y="1490"/>
                  </a:cubicBezTo>
                  <a:close/>
                  <a:moveTo>
                    <a:pt x="961" y="1020"/>
                  </a:moveTo>
                  <a:cubicBezTo>
                    <a:pt x="977" y="1020"/>
                    <a:pt x="994" y="1026"/>
                    <a:pt x="1011" y="1037"/>
                  </a:cubicBezTo>
                  <a:cubicBezTo>
                    <a:pt x="1013" y="1036"/>
                    <a:pt x="1016" y="1036"/>
                    <a:pt x="1019" y="1036"/>
                  </a:cubicBezTo>
                  <a:cubicBezTo>
                    <a:pt x="1220" y="1036"/>
                    <a:pt x="1280" y="1659"/>
                    <a:pt x="1191" y="2920"/>
                  </a:cubicBezTo>
                  <a:cubicBezTo>
                    <a:pt x="1164" y="4156"/>
                    <a:pt x="1024" y="4778"/>
                    <a:pt x="760" y="4778"/>
                  </a:cubicBezTo>
                  <a:cubicBezTo>
                    <a:pt x="757" y="4778"/>
                    <a:pt x="753" y="4778"/>
                    <a:pt x="749" y="4777"/>
                  </a:cubicBezTo>
                  <a:cubicBezTo>
                    <a:pt x="578" y="4768"/>
                    <a:pt x="497" y="4444"/>
                    <a:pt x="506" y="3822"/>
                  </a:cubicBezTo>
                  <a:cubicBezTo>
                    <a:pt x="551" y="3209"/>
                    <a:pt x="569" y="2893"/>
                    <a:pt x="569" y="2875"/>
                  </a:cubicBezTo>
                  <a:cubicBezTo>
                    <a:pt x="651" y="1639"/>
                    <a:pt x="787" y="1020"/>
                    <a:pt x="961" y="1020"/>
                  </a:cubicBezTo>
                  <a:close/>
                  <a:moveTo>
                    <a:pt x="3609" y="4159"/>
                  </a:moveTo>
                  <a:cubicBezTo>
                    <a:pt x="3633" y="4159"/>
                    <a:pt x="3660" y="4161"/>
                    <a:pt x="3688" y="4164"/>
                  </a:cubicBezTo>
                  <a:cubicBezTo>
                    <a:pt x="3904" y="4191"/>
                    <a:pt x="4012" y="4309"/>
                    <a:pt x="3994" y="4516"/>
                  </a:cubicBezTo>
                  <a:cubicBezTo>
                    <a:pt x="3986" y="4714"/>
                    <a:pt x="3878" y="4805"/>
                    <a:pt x="3688" y="4805"/>
                  </a:cubicBezTo>
                  <a:cubicBezTo>
                    <a:pt x="3679" y="4805"/>
                    <a:pt x="3670" y="4805"/>
                    <a:pt x="3661" y="4804"/>
                  </a:cubicBezTo>
                  <a:cubicBezTo>
                    <a:pt x="3534" y="4795"/>
                    <a:pt x="3444" y="4732"/>
                    <a:pt x="3381" y="4624"/>
                  </a:cubicBezTo>
                  <a:cubicBezTo>
                    <a:pt x="3336" y="4543"/>
                    <a:pt x="3318" y="4480"/>
                    <a:pt x="3318" y="4426"/>
                  </a:cubicBezTo>
                  <a:cubicBezTo>
                    <a:pt x="3334" y="4244"/>
                    <a:pt x="3433" y="4159"/>
                    <a:pt x="3609" y="4159"/>
                  </a:cubicBezTo>
                  <a:close/>
                  <a:moveTo>
                    <a:pt x="1193" y="0"/>
                  </a:moveTo>
                  <a:cubicBezTo>
                    <a:pt x="966" y="0"/>
                    <a:pt x="719" y="42"/>
                    <a:pt x="452" y="126"/>
                  </a:cubicBezTo>
                  <a:cubicBezTo>
                    <a:pt x="434" y="207"/>
                    <a:pt x="416" y="279"/>
                    <a:pt x="416" y="361"/>
                  </a:cubicBezTo>
                  <a:cubicBezTo>
                    <a:pt x="118" y="2163"/>
                    <a:pt x="1" y="3930"/>
                    <a:pt x="46" y="5661"/>
                  </a:cubicBezTo>
                  <a:cubicBezTo>
                    <a:pt x="37" y="5751"/>
                    <a:pt x="37" y="5841"/>
                    <a:pt x="46" y="5931"/>
                  </a:cubicBezTo>
                  <a:cubicBezTo>
                    <a:pt x="376" y="6070"/>
                    <a:pt x="691" y="6139"/>
                    <a:pt x="991" y="6139"/>
                  </a:cubicBezTo>
                  <a:cubicBezTo>
                    <a:pt x="1200" y="6139"/>
                    <a:pt x="1401" y="6106"/>
                    <a:pt x="1596" y="6039"/>
                  </a:cubicBezTo>
                  <a:cubicBezTo>
                    <a:pt x="1886" y="6173"/>
                    <a:pt x="2179" y="6240"/>
                    <a:pt x="2475" y="6240"/>
                  </a:cubicBezTo>
                  <a:cubicBezTo>
                    <a:pt x="2677" y="6240"/>
                    <a:pt x="2879" y="6209"/>
                    <a:pt x="3084" y="6147"/>
                  </a:cubicBezTo>
                  <a:cubicBezTo>
                    <a:pt x="3292" y="6305"/>
                    <a:pt x="3525" y="6385"/>
                    <a:pt x="3784" y="6385"/>
                  </a:cubicBezTo>
                  <a:cubicBezTo>
                    <a:pt x="3986" y="6385"/>
                    <a:pt x="4203" y="6336"/>
                    <a:pt x="4436" y="6238"/>
                  </a:cubicBezTo>
                  <a:cubicBezTo>
                    <a:pt x="4418" y="5769"/>
                    <a:pt x="4418" y="5309"/>
                    <a:pt x="4418" y="4858"/>
                  </a:cubicBezTo>
                  <a:cubicBezTo>
                    <a:pt x="4427" y="3975"/>
                    <a:pt x="4481" y="3101"/>
                    <a:pt x="4580" y="2244"/>
                  </a:cubicBezTo>
                  <a:cubicBezTo>
                    <a:pt x="4652" y="1640"/>
                    <a:pt x="4733" y="1037"/>
                    <a:pt x="4841" y="433"/>
                  </a:cubicBezTo>
                  <a:cubicBezTo>
                    <a:pt x="4604" y="322"/>
                    <a:pt x="4342" y="266"/>
                    <a:pt x="4057" y="266"/>
                  </a:cubicBezTo>
                  <a:cubicBezTo>
                    <a:pt x="3877" y="266"/>
                    <a:pt x="3688" y="288"/>
                    <a:pt x="3489" y="333"/>
                  </a:cubicBezTo>
                  <a:cubicBezTo>
                    <a:pt x="3200" y="184"/>
                    <a:pt x="2913" y="108"/>
                    <a:pt x="2630" y="108"/>
                  </a:cubicBezTo>
                  <a:cubicBezTo>
                    <a:pt x="2419" y="108"/>
                    <a:pt x="2210" y="150"/>
                    <a:pt x="2002" y="234"/>
                  </a:cubicBezTo>
                  <a:cubicBezTo>
                    <a:pt x="1773" y="78"/>
                    <a:pt x="1502" y="0"/>
                    <a:pt x="1193" y="0"/>
                  </a:cubicBezTo>
                  <a:close/>
                </a:path>
              </a:pathLst>
            </a:custGeom>
            <a:solidFill>
              <a:srgbClr val="FCAD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206"/>
            <p:cNvSpPr/>
            <p:nvPr/>
          </p:nvSpPr>
          <p:spPr>
            <a:xfrm>
              <a:off x="2275025" y="3904375"/>
              <a:ext cx="91525" cy="94625"/>
            </a:xfrm>
            <a:custGeom>
              <a:avLst/>
              <a:gdLst/>
              <a:ahLst/>
              <a:cxnLst/>
              <a:rect l="l" t="t" r="r" b="b"/>
              <a:pathLst>
                <a:path w="3661" h="3785" extrusionOk="0">
                  <a:moveTo>
                    <a:pt x="3350" y="817"/>
                  </a:moveTo>
                  <a:cubicBezTo>
                    <a:pt x="3156" y="817"/>
                    <a:pt x="3037" y="1160"/>
                    <a:pt x="2993" y="1846"/>
                  </a:cubicBezTo>
                  <a:cubicBezTo>
                    <a:pt x="2993" y="1855"/>
                    <a:pt x="2975" y="2027"/>
                    <a:pt x="2957" y="2351"/>
                  </a:cubicBezTo>
                  <a:cubicBezTo>
                    <a:pt x="2975" y="2676"/>
                    <a:pt x="3065" y="2847"/>
                    <a:pt x="3237" y="2856"/>
                  </a:cubicBezTo>
                  <a:cubicBezTo>
                    <a:pt x="3244" y="2856"/>
                    <a:pt x="3251" y="2857"/>
                    <a:pt x="3258" y="2857"/>
                  </a:cubicBezTo>
                  <a:cubicBezTo>
                    <a:pt x="3514" y="2857"/>
                    <a:pt x="3633" y="2532"/>
                    <a:pt x="3615" y="1891"/>
                  </a:cubicBezTo>
                  <a:cubicBezTo>
                    <a:pt x="3660" y="1188"/>
                    <a:pt x="3579" y="837"/>
                    <a:pt x="3372" y="819"/>
                  </a:cubicBezTo>
                  <a:cubicBezTo>
                    <a:pt x="3364" y="818"/>
                    <a:pt x="3357" y="817"/>
                    <a:pt x="3350" y="817"/>
                  </a:cubicBezTo>
                  <a:close/>
                  <a:moveTo>
                    <a:pt x="1943" y="470"/>
                  </a:moveTo>
                  <a:cubicBezTo>
                    <a:pt x="1829" y="470"/>
                    <a:pt x="1743" y="675"/>
                    <a:pt x="1686" y="1089"/>
                  </a:cubicBezTo>
                  <a:cubicBezTo>
                    <a:pt x="1641" y="1360"/>
                    <a:pt x="1614" y="1675"/>
                    <a:pt x="1596" y="2018"/>
                  </a:cubicBezTo>
                  <a:cubicBezTo>
                    <a:pt x="1596" y="2036"/>
                    <a:pt x="1578" y="2288"/>
                    <a:pt x="1542" y="2793"/>
                  </a:cubicBezTo>
                  <a:cubicBezTo>
                    <a:pt x="1533" y="3298"/>
                    <a:pt x="1623" y="3559"/>
                    <a:pt x="1804" y="3568"/>
                  </a:cubicBezTo>
                  <a:cubicBezTo>
                    <a:pt x="1811" y="3569"/>
                    <a:pt x="1818" y="3569"/>
                    <a:pt x="1825" y="3569"/>
                  </a:cubicBezTo>
                  <a:cubicBezTo>
                    <a:pt x="2090" y="3569"/>
                    <a:pt x="2227" y="3064"/>
                    <a:pt x="2236" y="2063"/>
                  </a:cubicBezTo>
                  <a:cubicBezTo>
                    <a:pt x="2311" y="1019"/>
                    <a:pt x="2256" y="500"/>
                    <a:pt x="2086" y="500"/>
                  </a:cubicBezTo>
                  <a:cubicBezTo>
                    <a:pt x="2071" y="500"/>
                    <a:pt x="2055" y="504"/>
                    <a:pt x="2038" y="512"/>
                  </a:cubicBezTo>
                  <a:cubicBezTo>
                    <a:pt x="2004" y="484"/>
                    <a:pt x="1972" y="470"/>
                    <a:pt x="1943" y="470"/>
                  </a:cubicBezTo>
                  <a:close/>
                  <a:moveTo>
                    <a:pt x="465" y="0"/>
                  </a:moveTo>
                  <a:cubicBezTo>
                    <a:pt x="291" y="0"/>
                    <a:pt x="155" y="619"/>
                    <a:pt x="73" y="1855"/>
                  </a:cubicBezTo>
                  <a:cubicBezTo>
                    <a:pt x="73" y="1873"/>
                    <a:pt x="55" y="2189"/>
                    <a:pt x="10" y="2802"/>
                  </a:cubicBezTo>
                  <a:cubicBezTo>
                    <a:pt x="1" y="3424"/>
                    <a:pt x="82" y="3748"/>
                    <a:pt x="253" y="3757"/>
                  </a:cubicBezTo>
                  <a:cubicBezTo>
                    <a:pt x="257" y="3758"/>
                    <a:pt x="261" y="3758"/>
                    <a:pt x="264" y="3758"/>
                  </a:cubicBezTo>
                  <a:cubicBezTo>
                    <a:pt x="528" y="3758"/>
                    <a:pt x="668" y="3136"/>
                    <a:pt x="695" y="1900"/>
                  </a:cubicBezTo>
                  <a:cubicBezTo>
                    <a:pt x="784" y="639"/>
                    <a:pt x="724" y="16"/>
                    <a:pt x="523" y="16"/>
                  </a:cubicBezTo>
                  <a:cubicBezTo>
                    <a:pt x="520" y="16"/>
                    <a:pt x="517" y="16"/>
                    <a:pt x="515" y="17"/>
                  </a:cubicBezTo>
                  <a:cubicBezTo>
                    <a:pt x="498" y="6"/>
                    <a:pt x="481" y="0"/>
                    <a:pt x="465" y="0"/>
                  </a:cubicBezTo>
                  <a:close/>
                  <a:moveTo>
                    <a:pt x="3113" y="3139"/>
                  </a:moveTo>
                  <a:cubicBezTo>
                    <a:pt x="2937" y="3139"/>
                    <a:pt x="2838" y="3224"/>
                    <a:pt x="2822" y="3406"/>
                  </a:cubicBezTo>
                  <a:cubicBezTo>
                    <a:pt x="2822" y="3460"/>
                    <a:pt x="2840" y="3523"/>
                    <a:pt x="2885" y="3604"/>
                  </a:cubicBezTo>
                  <a:cubicBezTo>
                    <a:pt x="2948" y="3712"/>
                    <a:pt x="3038" y="3775"/>
                    <a:pt x="3165" y="3784"/>
                  </a:cubicBezTo>
                  <a:cubicBezTo>
                    <a:pt x="3174" y="3785"/>
                    <a:pt x="3183" y="3785"/>
                    <a:pt x="3192" y="3785"/>
                  </a:cubicBezTo>
                  <a:cubicBezTo>
                    <a:pt x="3382" y="3785"/>
                    <a:pt x="3490" y="3694"/>
                    <a:pt x="3498" y="3496"/>
                  </a:cubicBezTo>
                  <a:cubicBezTo>
                    <a:pt x="3516" y="3289"/>
                    <a:pt x="3408" y="3171"/>
                    <a:pt x="3192" y="3144"/>
                  </a:cubicBezTo>
                  <a:cubicBezTo>
                    <a:pt x="3164" y="3141"/>
                    <a:pt x="3137" y="3139"/>
                    <a:pt x="3113" y="3139"/>
                  </a:cubicBezTo>
                  <a:close/>
                </a:path>
              </a:pathLst>
            </a:custGeom>
            <a:solidFill>
              <a:srgbClr val="FFD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206"/>
            <p:cNvSpPr/>
            <p:nvPr/>
          </p:nvSpPr>
          <p:spPr>
            <a:xfrm>
              <a:off x="4200850" y="4019700"/>
              <a:ext cx="243175" cy="145150"/>
            </a:xfrm>
            <a:custGeom>
              <a:avLst/>
              <a:gdLst/>
              <a:ahLst/>
              <a:cxnLst/>
              <a:rect l="l" t="t" r="r" b="b"/>
              <a:pathLst>
                <a:path w="9727" h="5806" extrusionOk="0">
                  <a:moveTo>
                    <a:pt x="2290" y="1"/>
                  </a:moveTo>
                  <a:cubicBezTo>
                    <a:pt x="1821" y="289"/>
                    <a:pt x="1299" y="632"/>
                    <a:pt x="731" y="1019"/>
                  </a:cubicBezTo>
                  <a:cubicBezTo>
                    <a:pt x="334" y="1290"/>
                    <a:pt x="91" y="1506"/>
                    <a:pt x="1" y="1668"/>
                  </a:cubicBezTo>
                  <a:cubicBezTo>
                    <a:pt x="73" y="1767"/>
                    <a:pt x="325" y="1885"/>
                    <a:pt x="758" y="2029"/>
                  </a:cubicBezTo>
                  <a:cubicBezTo>
                    <a:pt x="1181" y="2164"/>
                    <a:pt x="1803" y="2371"/>
                    <a:pt x="2597" y="2669"/>
                  </a:cubicBezTo>
                  <a:cubicBezTo>
                    <a:pt x="3390" y="2939"/>
                    <a:pt x="4075" y="3128"/>
                    <a:pt x="4634" y="3237"/>
                  </a:cubicBezTo>
                  <a:cubicBezTo>
                    <a:pt x="3516" y="3489"/>
                    <a:pt x="2579" y="3696"/>
                    <a:pt x="1812" y="3832"/>
                  </a:cubicBezTo>
                  <a:cubicBezTo>
                    <a:pt x="1037" y="3967"/>
                    <a:pt x="559" y="4129"/>
                    <a:pt x="379" y="4318"/>
                  </a:cubicBezTo>
                  <a:cubicBezTo>
                    <a:pt x="343" y="4354"/>
                    <a:pt x="541" y="4598"/>
                    <a:pt x="992" y="5039"/>
                  </a:cubicBezTo>
                  <a:cubicBezTo>
                    <a:pt x="1443" y="5499"/>
                    <a:pt x="1740" y="5752"/>
                    <a:pt x="1894" y="5806"/>
                  </a:cubicBezTo>
                  <a:lnTo>
                    <a:pt x="9591" y="4399"/>
                  </a:lnTo>
                  <a:cubicBezTo>
                    <a:pt x="9195" y="3777"/>
                    <a:pt x="9240" y="3011"/>
                    <a:pt x="9727" y="2110"/>
                  </a:cubicBezTo>
                  <a:lnTo>
                    <a:pt x="2290" y="1"/>
                  </a:lnTo>
                  <a:close/>
                </a:path>
              </a:pathLst>
            </a:custGeom>
            <a:solidFill>
              <a:srgbClr val="DEA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206"/>
            <p:cNvSpPr/>
            <p:nvPr/>
          </p:nvSpPr>
          <p:spPr>
            <a:xfrm>
              <a:off x="4430700" y="4072425"/>
              <a:ext cx="121050" cy="57275"/>
            </a:xfrm>
            <a:custGeom>
              <a:avLst/>
              <a:gdLst/>
              <a:ahLst/>
              <a:cxnLst/>
              <a:rect l="l" t="t" r="r" b="b"/>
              <a:pathLst>
                <a:path w="4842" h="2291" extrusionOk="0">
                  <a:moveTo>
                    <a:pt x="533" y="1"/>
                  </a:moveTo>
                  <a:cubicBezTo>
                    <a:pt x="46" y="902"/>
                    <a:pt x="1" y="1668"/>
                    <a:pt x="397" y="2290"/>
                  </a:cubicBezTo>
                  <a:lnTo>
                    <a:pt x="4841" y="1164"/>
                  </a:lnTo>
                  <a:lnTo>
                    <a:pt x="5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206"/>
            <p:cNvSpPr/>
            <p:nvPr/>
          </p:nvSpPr>
          <p:spPr>
            <a:xfrm>
              <a:off x="2373050" y="3934975"/>
              <a:ext cx="1943650" cy="192700"/>
            </a:xfrm>
            <a:custGeom>
              <a:avLst/>
              <a:gdLst/>
              <a:ahLst/>
              <a:cxnLst/>
              <a:rect l="l" t="t" r="r" b="b"/>
              <a:pathLst>
                <a:path w="77746" h="7708" extrusionOk="0">
                  <a:moveTo>
                    <a:pt x="1228" y="844"/>
                  </a:moveTo>
                  <a:cubicBezTo>
                    <a:pt x="1302" y="844"/>
                    <a:pt x="1386" y="857"/>
                    <a:pt x="1479" y="884"/>
                  </a:cubicBezTo>
                  <a:lnTo>
                    <a:pt x="17298" y="2020"/>
                  </a:lnTo>
                  <a:cubicBezTo>
                    <a:pt x="17605" y="2065"/>
                    <a:pt x="17749" y="2227"/>
                    <a:pt x="17731" y="2497"/>
                  </a:cubicBezTo>
                  <a:cubicBezTo>
                    <a:pt x="17722" y="2605"/>
                    <a:pt x="17686" y="2705"/>
                    <a:pt x="17632" y="2804"/>
                  </a:cubicBezTo>
                  <a:cubicBezTo>
                    <a:pt x="17551" y="2907"/>
                    <a:pt x="17447" y="2956"/>
                    <a:pt x="17318" y="2956"/>
                  </a:cubicBezTo>
                  <a:cubicBezTo>
                    <a:pt x="17289" y="2956"/>
                    <a:pt x="17258" y="2953"/>
                    <a:pt x="17226" y="2948"/>
                  </a:cubicBezTo>
                  <a:lnTo>
                    <a:pt x="1245" y="1839"/>
                  </a:lnTo>
                  <a:cubicBezTo>
                    <a:pt x="938" y="1785"/>
                    <a:pt x="794" y="1605"/>
                    <a:pt x="812" y="1307"/>
                  </a:cubicBezTo>
                  <a:cubicBezTo>
                    <a:pt x="833" y="1000"/>
                    <a:pt x="973" y="844"/>
                    <a:pt x="1228" y="844"/>
                  </a:cubicBezTo>
                  <a:close/>
                  <a:moveTo>
                    <a:pt x="18849" y="2164"/>
                  </a:moveTo>
                  <a:cubicBezTo>
                    <a:pt x="18912" y="2164"/>
                    <a:pt x="18981" y="2170"/>
                    <a:pt x="19056" y="2182"/>
                  </a:cubicBezTo>
                  <a:cubicBezTo>
                    <a:pt x="19489" y="2254"/>
                    <a:pt x="19696" y="2443"/>
                    <a:pt x="19669" y="2768"/>
                  </a:cubicBezTo>
                  <a:cubicBezTo>
                    <a:pt x="19653" y="3057"/>
                    <a:pt x="19469" y="3195"/>
                    <a:pt x="19119" y="3195"/>
                  </a:cubicBezTo>
                  <a:cubicBezTo>
                    <a:pt x="19088" y="3195"/>
                    <a:pt x="19055" y="3194"/>
                    <a:pt x="19020" y="3191"/>
                  </a:cubicBezTo>
                  <a:cubicBezTo>
                    <a:pt x="18741" y="3173"/>
                    <a:pt x="18533" y="3083"/>
                    <a:pt x="18416" y="2912"/>
                  </a:cubicBezTo>
                  <a:cubicBezTo>
                    <a:pt x="18362" y="2822"/>
                    <a:pt x="18335" y="2723"/>
                    <a:pt x="18344" y="2623"/>
                  </a:cubicBezTo>
                  <a:cubicBezTo>
                    <a:pt x="18359" y="2315"/>
                    <a:pt x="18531" y="2164"/>
                    <a:pt x="18849" y="2164"/>
                  </a:cubicBezTo>
                  <a:close/>
                  <a:moveTo>
                    <a:pt x="163" y="0"/>
                  </a:moveTo>
                  <a:cubicBezTo>
                    <a:pt x="64" y="857"/>
                    <a:pt x="10" y="1731"/>
                    <a:pt x="1" y="2614"/>
                  </a:cubicBezTo>
                  <a:lnTo>
                    <a:pt x="73491" y="7707"/>
                  </a:lnTo>
                  <a:cubicBezTo>
                    <a:pt x="73671" y="7509"/>
                    <a:pt x="74149" y="7356"/>
                    <a:pt x="74924" y="7221"/>
                  </a:cubicBezTo>
                  <a:cubicBezTo>
                    <a:pt x="75691" y="7085"/>
                    <a:pt x="76628" y="6878"/>
                    <a:pt x="77746" y="6626"/>
                  </a:cubicBezTo>
                  <a:cubicBezTo>
                    <a:pt x="77187" y="6517"/>
                    <a:pt x="76502" y="6328"/>
                    <a:pt x="75709" y="6058"/>
                  </a:cubicBezTo>
                  <a:cubicBezTo>
                    <a:pt x="74915" y="5760"/>
                    <a:pt x="74293" y="5553"/>
                    <a:pt x="73870" y="5418"/>
                  </a:cubicBezTo>
                  <a:cubicBezTo>
                    <a:pt x="73437" y="5274"/>
                    <a:pt x="73185" y="5156"/>
                    <a:pt x="73113" y="5057"/>
                  </a:cubicBezTo>
                  <a:lnTo>
                    <a:pt x="163" y="0"/>
                  </a:lnTo>
                  <a:close/>
                </a:path>
              </a:pathLst>
            </a:custGeom>
            <a:solidFill>
              <a:srgbClr val="EC8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206"/>
            <p:cNvSpPr/>
            <p:nvPr/>
          </p:nvSpPr>
          <p:spPr>
            <a:xfrm>
              <a:off x="2392900" y="3956075"/>
              <a:ext cx="472575" cy="58775"/>
            </a:xfrm>
            <a:custGeom>
              <a:avLst/>
              <a:gdLst/>
              <a:ahLst/>
              <a:cxnLst/>
              <a:rect l="l" t="t" r="r" b="b"/>
              <a:pathLst>
                <a:path w="18903" h="2351" extrusionOk="0">
                  <a:moveTo>
                    <a:pt x="434" y="0"/>
                  </a:moveTo>
                  <a:cubicBezTo>
                    <a:pt x="179" y="0"/>
                    <a:pt x="39" y="156"/>
                    <a:pt x="18" y="463"/>
                  </a:cubicBezTo>
                  <a:cubicBezTo>
                    <a:pt x="0" y="761"/>
                    <a:pt x="144" y="941"/>
                    <a:pt x="451" y="995"/>
                  </a:cubicBezTo>
                  <a:lnTo>
                    <a:pt x="16432" y="2104"/>
                  </a:lnTo>
                  <a:cubicBezTo>
                    <a:pt x="16464" y="2109"/>
                    <a:pt x="16495" y="2112"/>
                    <a:pt x="16524" y="2112"/>
                  </a:cubicBezTo>
                  <a:cubicBezTo>
                    <a:pt x="16653" y="2112"/>
                    <a:pt x="16757" y="2063"/>
                    <a:pt x="16838" y="1960"/>
                  </a:cubicBezTo>
                  <a:cubicBezTo>
                    <a:pt x="16892" y="1861"/>
                    <a:pt x="16928" y="1761"/>
                    <a:pt x="16937" y="1653"/>
                  </a:cubicBezTo>
                  <a:cubicBezTo>
                    <a:pt x="16955" y="1383"/>
                    <a:pt x="16811" y="1221"/>
                    <a:pt x="16495" y="1176"/>
                  </a:cubicBezTo>
                  <a:lnTo>
                    <a:pt x="685" y="40"/>
                  </a:lnTo>
                  <a:cubicBezTo>
                    <a:pt x="592" y="13"/>
                    <a:pt x="508" y="0"/>
                    <a:pt x="434" y="0"/>
                  </a:cubicBezTo>
                  <a:close/>
                  <a:moveTo>
                    <a:pt x="18055" y="1320"/>
                  </a:moveTo>
                  <a:cubicBezTo>
                    <a:pt x="17737" y="1320"/>
                    <a:pt x="17565" y="1471"/>
                    <a:pt x="17550" y="1779"/>
                  </a:cubicBezTo>
                  <a:cubicBezTo>
                    <a:pt x="17541" y="1879"/>
                    <a:pt x="17568" y="1978"/>
                    <a:pt x="17622" y="2068"/>
                  </a:cubicBezTo>
                  <a:cubicBezTo>
                    <a:pt x="17739" y="2239"/>
                    <a:pt x="17947" y="2329"/>
                    <a:pt x="18226" y="2347"/>
                  </a:cubicBezTo>
                  <a:cubicBezTo>
                    <a:pt x="18261" y="2350"/>
                    <a:pt x="18294" y="2351"/>
                    <a:pt x="18325" y="2351"/>
                  </a:cubicBezTo>
                  <a:cubicBezTo>
                    <a:pt x="18675" y="2351"/>
                    <a:pt x="18859" y="2213"/>
                    <a:pt x="18875" y="1924"/>
                  </a:cubicBezTo>
                  <a:cubicBezTo>
                    <a:pt x="18902" y="1599"/>
                    <a:pt x="18695" y="1410"/>
                    <a:pt x="18262" y="1338"/>
                  </a:cubicBezTo>
                  <a:cubicBezTo>
                    <a:pt x="18187" y="1326"/>
                    <a:pt x="18118" y="1320"/>
                    <a:pt x="18055" y="1320"/>
                  </a:cubicBezTo>
                  <a:close/>
                </a:path>
              </a:pathLst>
            </a:custGeom>
            <a:solidFill>
              <a:srgbClr val="FFB2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206"/>
            <p:cNvSpPr/>
            <p:nvPr/>
          </p:nvSpPr>
          <p:spPr>
            <a:xfrm>
              <a:off x="2373050" y="3889675"/>
              <a:ext cx="1885075" cy="275175"/>
            </a:xfrm>
            <a:custGeom>
              <a:avLst/>
              <a:gdLst/>
              <a:ahLst/>
              <a:cxnLst/>
              <a:rect l="l" t="t" r="r" b="b"/>
              <a:pathLst>
                <a:path w="75403" h="11007" extrusionOk="0">
                  <a:moveTo>
                    <a:pt x="424" y="1"/>
                  </a:moveTo>
                  <a:cubicBezTo>
                    <a:pt x="316" y="605"/>
                    <a:pt x="235" y="1208"/>
                    <a:pt x="163" y="1812"/>
                  </a:cubicBezTo>
                  <a:lnTo>
                    <a:pt x="73113" y="6869"/>
                  </a:lnTo>
                  <a:cubicBezTo>
                    <a:pt x="73203" y="6707"/>
                    <a:pt x="73446" y="6491"/>
                    <a:pt x="73843" y="6220"/>
                  </a:cubicBezTo>
                  <a:cubicBezTo>
                    <a:pt x="74411" y="5833"/>
                    <a:pt x="74933" y="5490"/>
                    <a:pt x="75402" y="5202"/>
                  </a:cubicBezTo>
                  <a:lnTo>
                    <a:pt x="424" y="1"/>
                  </a:lnTo>
                  <a:close/>
                  <a:moveTo>
                    <a:pt x="1" y="4426"/>
                  </a:moveTo>
                  <a:cubicBezTo>
                    <a:pt x="1" y="4877"/>
                    <a:pt x="1" y="5337"/>
                    <a:pt x="19" y="5806"/>
                  </a:cubicBezTo>
                  <a:lnTo>
                    <a:pt x="75006" y="11007"/>
                  </a:lnTo>
                  <a:cubicBezTo>
                    <a:pt x="74852" y="10953"/>
                    <a:pt x="74555" y="10700"/>
                    <a:pt x="74104" y="10240"/>
                  </a:cubicBezTo>
                  <a:cubicBezTo>
                    <a:pt x="73653" y="9799"/>
                    <a:pt x="73455" y="9555"/>
                    <a:pt x="73491" y="9519"/>
                  </a:cubicBezTo>
                  <a:lnTo>
                    <a:pt x="1" y="4426"/>
                  </a:lnTo>
                  <a:close/>
                </a:path>
              </a:pathLst>
            </a:custGeom>
            <a:solidFill>
              <a:srgbClr val="C45A0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206"/>
            <p:cNvSpPr/>
            <p:nvPr/>
          </p:nvSpPr>
          <p:spPr>
            <a:xfrm>
              <a:off x="2142525" y="3876725"/>
              <a:ext cx="2414850" cy="291950"/>
            </a:xfrm>
            <a:custGeom>
              <a:avLst/>
              <a:gdLst/>
              <a:ahLst/>
              <a:cxnLst/>
              <a:rect l="l" t="t" r="r" b="b"/>
              <a:pathLst>
                <a:path w="96594" h="11678" extrusionOk="0">
                  <a:moveTo>
                    <a:pt x="3079" y="479"/>
                  </a:moveTo>
                  <a:cubicBezTo>
                    <a:pt x="3263" y="479"/>
                    <a:pt x="3448" y="485"/>
                    <a:pt x="3633" y="492"/>
                  </a:cubicBezTo>
                  <a:cubicBezTo>
                    <a:pt x="4094" y="507"/>
                    <a:pt x="4554" y="537"/>
                    <a:pt x="5014" y="606"/>
                  </a:cubicBezTo>
                  <a:lnTo>
                    <a:pt x="5014" y="606"/>
                  </a:lnTo>
                  <a:cubicBezTo>
                    <a:pt x="4945" y="1432"/>
                    <a:pt x="4863" y="2251"/>
                    <a:pt x="4805" y="3079"/>
                  </a:cubicBezTo>
                  <a:cubicBezTo>
                    <a:pt x="4738" y="3903"/>
                    <a:pt x="4703" y="4719"/>
                    <a:pt x="4669" y="5549"/>
                  </a:cubicBezTo>
                  <a:lnTo>
                    <a:pt x="4669" y="5549"/>
                  </a:lnTo>
                  <a:lnTo>
                    <a:pt x="4075" y="5521"/>
                  </a:lnTo>
                  <a:cubicBezTo>
                    <a:pt x="3813" y="5512"/>
                    <a:pt x="3552" y="5503"/>
                    <a:pt x="3291" y="5467"/>
                  </a:cubicBezTo>
                  <a:cubicBezTo>
                    <a:pt x="3029" y="5440"/>
                    <a:pt x="2777" y="5413"/>
                    <a:pt x="2515" y="5368"/>
                  </a:cubicBezTo>
                  <a:cubicBezTo>
                    <a:pt x="2452" y="5359"/>
                    <a:pt x="2380" y="5350"/>
                    <a:pt x="2326" y="5341"/>
                  </a:cubicBezTo>
                  <a:cubicBezTo>
                    <a:pt x="2263" y="5323"/>
                    <a:pt x="2200" y="5314"/>
                    <a:pt x="2146" y="5296"/>
                  </a:cubicBezTo>
                  <a:cubicBezTo>
                    <a:pt x="2020" y="5260"/>
                    <a:pt x="1903" y="5215"/>
                    <a:pt x="1794" y="5161"/>
                  </a:cubicBezTo>
                  <a:cubicBezTo>
                    <a:pt x="1335" y="4962"/>
                    <a:pt x="965" y="4620"/>
                    <a:pt x="794" y="4196"/>
                  </a:cubicBezTo>
                  <a:cubicBezTo>
                    <a:pt x="604" y="3764"/>
                    <a:pt x="577" y="3277"/>
                    <a:pt x="623" y="2781"/>
                  </a:cubicBezTo>
                  <a:cubicBezTo>
                    <a:pt x="650" y="2276"/>
                    <a:pt x="749" y="1799"/>
                    <a:pt x="992" y="1402"/>
                  </a:cubicBezTo>
                  <a:cubicBezTo>
                    <a:pt x="1226" y="1005"/>
                    <a:pt x="1632" y="726"/>
                    <a:pt x="2110" y="591"/>
                  </a:cubicBezTo>
                  <a:cubicBezTo>
                    <a:pt x="2227" y="555"/>
                    <a:pt x="2353" y="537"/>
                    <a:pt x="2479" y="510"/>
                  </a:cubicBezTo>
                  <a:cubicBezTo>
                    <a:pt x="2606" y="492"/>
                    <a:pt x="2714" y="483"/>
                    <a:pt x="2849" y="483"/>
                  </a:cubicBezTo>
                  <a:cubicBezTo>
                    <a:pt x="2926" y="480"/>
                    <a:pt x="3002" y="479"/>
                    <a:pt x="3079" y="479"/>
                  </a:cubicBezTo>
                  <a:close/>
                  <a:moveTo>
                    <a:pt x="6040" y="167"/>
                  </a:moveTo>
                  <a:cubicBezTo>
                    <a:pt x="6292" y="167"/>
                    <a:pt x="6554" y="266"/>
                    <a:pt x="6689" y="483"/>
                  </a:cubicBezTo>
                  <a:lnTo>
                    <a:pt x="6797" y="510"/>
                  </a:lnTo>
                  <a:cubicBezTo>
                    <a:pt x="6808" y="513"/>
                    <a:pt x="6819" y="516"/>
                    <a:pt x="6831" y="516"/>
                  </a:cubicBezTo>
                  <a:cubicBezTo>
                    <a:pt x="6847" y="516"/>
                    <a:pt x="6862" y="511"/>
                    <a:pt x="6878" y="501"/>
                  </a:cubicBezTo>
                  <a:cubicBezTo>
                    <a:pt x="7042" y="368"/>
                    <a:pt x="7246" y="317"/>
                    <a:pt x="7449" y="317"/>
                  </a:cubicBezTo>
                  <a:cubicBezTo>
                    <a:pt x="7481" y="317"/>
                    <a:pt x="7513" y="318"/>
                    <a:pt x="7545" y="320"/>
                  </a:cubicBezTo>
                  <a:cubicBezTo>
                    <a:pt x="7789" y="347"/>
                    <a:pt x="8014" y="438"/>
                    <a:pt x="8203" y="591"/>
                  </a:cubicBezTo>
                  <a:lnTo>
                    <a:pt x="8293" y="618"/>
                  </a:lnTo>
                  <a:cubicBezTo>
                    <a:pt x="8302" y="618"/>
                    <a:pt x="8320" y="618"/>
                    <a:pt x="8338" y="609"/>
                  </a:cubicBezTo>
                  <a:cubicBezTo>
                    <a:pt x="8520" y="518"/>
                    <a:pt x="8717" y="472"/>
                    <a:pt x="8915" y="472"/>
                  </a:cubicBezTo>
                  <a:cubicBezTo>
                    <a:pt x="8933" y="472"/>
                    <a:pt x="8951" y="473"/>
                    <a:pt x="8969" y="474"/>
                  </a:cubicBezTo>
                  <a:cubicBezTo>
                    <a:pt x="9186" y="483"/>
                    <a:pt x="9402" y="546"/>
                    <a:pt x="9564" y="690"/>
                  </a:cubicBezTo>
                  <a:lnTo>
                    <a:pt x="9582" y="699"/>
                  </a:lnTo>
                  <a:cubicBezTo>
                    <a:pt x="9600" y="708"/>
                    <a:pt x="9618" y="708"/>
                    <a:pt x="9636" y="708"/>
                  </a:cubicBezTo>
                  <a:cubicBezTo>
                    <a:pt x="12764" y="789"/>
                    <a:pt x="15883" y="1068"/>
                    <a:pt x="19011" y="1276"/>
                  </a:cubicBezTo>
                  <a:lnTo>
                    <a:pt x="28385" y="1934"/>
                  </a:lnTo>
                  <a:lnTo>
                    <a:pt x="47125" y="3241"/>
                  </a:lnTo>
                  <a:lnTo>
                    <a:pt x="84614" y="5873"/>
                  </a:lnTo>
                  <a:lnTo>
                    <a:pt x="84587" y="5873"/>
                  </a:lnTo>
                  <a:lnTo>
                    <a:pt x="87517" y="6702"/>
                  </a:lnTo>
                  <a:cubicBezTo>
                    <a:pt x="88003" y="6846"/>
                    <a:pt x="88490" y="6982"/>
                    <a:pt x="88986" y="7117"/>
                  </a:cubicBezTo>
                  <a:cubicBezTo>
                    <a:pt x="89473" y="7252"/>
                    <a:pt x="89959" y="7387"/>
                    <a:pt x="90455" y="7522"/>
                  </a:cubicBezTo>
                  <a:lnTo>
                    <a:pt x="91924" y="7919"/>
                  </a:lnTo>
                  <a:lnTo>
                    <a:pt x="93403" y="8307"/>
                  </a:lnTo>
                  <a:cubicBezTo>
                    <a:pt x="94178" y="8513"/>
                    <a:pt x="94948" y="8725"/>
                    <a:pt x="95712" y="8973"/>
                  </a:cubicBezTo>
                  <a:lnTo>
                    <a:pt x="95712" y="8973"/>
                  </a:lnTo>
                  <a:cubicBezTo>
                    <a:pt x="94921" y="9193"/>
                    <a:pt x="94126" y="9408"/>
                    <a:pt x="93331" y="9623"/>
                  </a:cubicBezTo>
                  <a:cubicBezTo>
                    <a:pt x="92835" y="9758"/>
                    <a:pt x="92330" y="9893"/>
                    <a:pt x="91834" y="10010"/>
                  </a:cubicBezTo>
                  <a:cubicBezTo>
                    <a:pt x="91321" y="10109"/>
                    <a:pt x="90816" y="10209"/>
                    <a:pt x="90311" y="10299"/>
                  </a:cubicBezTo>
                  <a:cubicBezTo>
                    <a:pt x="89292" y="10488"/>
                    <a:pt x="88265" y="10641"/>
                    <a:pt x="87246" y="10822"/>
                  </a:cubicBezTo>
                  <a:cubicBezTo>
                    <a:pt x="86231" y="10992"/>
                    <a:pt x="85224" y="11181"/>
                    <a:pt x="84209" y="11370"/>
                  </a:cubicBezTo>
                  <a:lnTo>
                    <a:pt x="84209" y="11370"/>
                  </a:lnTo>
                  <a:lnTo>
                    <a:pt x="46747" y="8811"/>
                  </a:lnTo>
                  <a:lnTo>
                    <a:pt x="27998" y="7522"/>
                  </a:lnTo>
                  <a:cubicBezTo>
                    <a:pt x="21751" y="7090"/>
                    <a:pt x="15495" y="6684"/>
                    <a:pt x="9258" y="6134"/>
                  </a:cubicBezTo>
                  <a:cubicBezTo>
                    <a:pt x="9250" y="6132"/>
                    <a:pt x="9242" y="6131"/>
                    <a:pt x="9234" y="6131"/>
                  </a:cubicBezTo>
                  <a:cubicBezTo>
                    <a:pt x="9216" y="6131"/>
                    <a:pt x="9198" y="6137"/>
                    <a:pt x="9186" y="6143"/>
                  </a:cubicBezTo>
                  <a:lnTo>
                    <a:pt x="9168" y="6143"/>
                  </a:lnTo>
                  <a:cubicBezTo>
                    <a:pt x="8978" y="6260"/>
                    <a:pt x="8762" y="6324"/>
                    <a:pt x="8555" y="6324"/>
                  </a:cubicBezTo>
                  <a:cubicBezTo>
                    <a:pt x="8347" y="6315"/>
                    <a:pt x="8140" y="6233"/>
                    <a:pt x="8005" y="6080"/>
                  </a:cubicBezTo>
                  <a:cubicBezTo>
                    <a:pt x="7987" y="6053"/>
                    <a:pt x="7951" y="6035"/>
                    <a:pt x="7906" y="6035"/>
                  </a:cubicBezTo>
                  <a:lnTo>
                    <a:pt x="7834" y="6044"/>
                  </a:lnTo>
                  <a:cubicBezTo>
                    <a:pt x="7655" y="6153"/>
                    <a:pt x="7450" y="6201"/>
                    <a:pt x="7242" y="6201"/>
                  </a:cubicBezTo>
                  <a:cubicBezTo>
                    <a:pt x="7208" y="6201"/>
                    <a:pt x="7174" y="6200"/>
                    <a:pt x="7140" y="6197"/>
                  </a:cubicBezTo>
                  <a:cubicBezTo>
                    <a:pt x="7022" y="6188"/>
                    <a:pt x="6905" y="6161"/>
                    <a:pt x="6797" y="6116"/>
                  </a:cubicBezTo>
                  <a:cubicBezTo>
                    <a:pt x="6680" y="6080"/>
                    <a:pt x="6581" y="6026"/>
                    <a:pt x="6482" y="5954"/>
                  </a:cubicBezTo>
                  <a:lnTo>
                    <a:pt x="6464" y="5945"/>
                  </a:lnTo>
                  <a:cubicBezTo>
                    <a:pt x="6446" y="5927"/>
                    <a:pt x="6423" y="5918"/>
                    <a:pt x="6400" y="5918"/>
                  </a:cubicBezTo>
                  <a:cubicBezTo>
                    <a:pt x="6378" y="5918"/>
                    <a:pt x="6355" y="5927"/>
                    <a:pt x="6337" y="5945"/>
                  </a:cubicBezTo>
                  <a:cubicBezTo>
                    <a:pt x="6172" y="6073"/>
                    <a:pt x="5962" y="6132"/>
                    <a:pt x="5750" y="6132"/>
                  </a:cubicBezTo>
                  <a:cubicBezTo>
                    <a:pt x="5708" y="6132"/>
                    <a:pt x="5667" y="6130"/>
                    <a:pt x="5625" y="6125"/>
                  </a:cubicBezTo>
                  <a:cubicBezTo>
                    <a:pt x="5499" y="6116"/>
                    <a:pt x="5373" y="6080"/>
                    <a:pt x="5256" y="6035"/>
                  </a:cubicBezTo>
                  <a:cubicBezTo>
                    <a:pt x="5183" y="6007"/>
                    <a:pt x="5110" y="5972"/>
                    <a:pt x="5042" y="5928"/>
                  </a:cubicBezTo>
                  <a:lnTo>
                    <a:pt x="5042" y="5928"/>
                  </a:lnTo>
                  <a:cubicBezTo>
                    <a:pt x="5040" y="5891"/>
                    <a:pt x="5040" y="5853"/>
                    <a:pt x="5039" y="5815"/>
                  </a:cubicBezTo>
                  <a:lnTo>
                    <a:pt x="5039" y="5815"/>
                  </a:lnTo>
                  <a:cubicBezTo>
                    <a:pt x="5047" y="5791"/>
                    <a:pt x="5051" y="5764"/>
                    <a:pt x="5048" y="5738"/>
                  </a:cubicBezTo>
                  <a:cubicBezTo>
                    <a:pt x="5048" y="5736"/>
                    <a:pt x="5048" y="5735"/>
                    <a:pt x="5048" y="5733"/>
                  </a:cubicBezTo>
                  <a:lnTo>
                    <a:pt x="5048" y="5733"/>
                  </a:lnTo>
                  <a:cubicBezTo>
                    <a:pt x="5048" y="5729"/>
                    <a:pt x="5047" y="5724"/>
                    <a:pt x="5046" y="5719"/>
                  </a:cubicBezTo>
                  <a:lnTo>
                    <a:pt x="5046" y="5719"/>
                  </a:lnTo>
                  <a:cubicBezTo>
                    <a:pt x="4949" y="4851"/>
                    <a:pt x="4959" y="3974"/>
                    <a:pt x="5012" y="3097"/>
                  </a:cubicBezTo>
                  <a:cubicBezTo>
                    <a:pt x="5075" y="2213"/>
                    <a:pt x="5193" y="1330"/>
                    <a:pt x="5409" y="474"/>
                  </a:cubicBezTo>
                  <a:cubicBezTo>
                    <a:pt x="5409" y="465"/>
                    <a:pt x="5418" y="447"/>
                    <a:pt x="5418" y="438"/>
                  </a:cubicBezTo>
                  <a:cubicBezTo>
                    <a:pt x="5418" y="428"/>
                    <a:pt x="5417" y="418"/>
                    <a:pt x="5416" y="408"/>
                  </a:cubicBezTo>
                  <a:lnTo>
                    <a:pt x="5416" y="408"/>
                  </a:lnTo>
                  <a:cubicBezTo>
                    <a:pt x="5420" y="381"/>
                    <a:pt x="5424" y="352"/>
                    <a:pt x="5429" y="324"/>
                  </a:cubicBezTo>
                  <a:lnTo>
                    <a:pt x="5429" y="324"/>
                  </a:lnTo>
                  <a:cubicBezTo>
                    <a:pt x="5503" y="283"/>
                    <a:pt x="5580" y="250"/>
                    <a:pt x="5661" y="221"/>
                  </a:cubicBezTo>
                  <a:cubicBezTo>
                    <a:pt x="5787" y="185"/>
                    <a:pt x="5914" y="167"/>
                    <a:pt x="6040" y="167"/>
                  </a:cubicBezTo>
                  <a:close/>
                  <a:moveTo>
                    <a:pt x="5907" y="1"/>
                  </a:moveTo>
                  <a:cubicBezTo>
                    <a:pt x="5814" y="1"/>
                    <a:pt x="5721" y="5"/>
                    <a:pt x="5625" y="5"/>
                  </a:cubicBezTo>
                  <a:cubicBezTo>
                    <a:pt x="5509" y="12"/>
                    <a:pt x="5398" y="25"/>
                    <a:pt x="5279" y="25"/>
                  </a:cubicBezTo>
                  <a:cubicBezTo>
                    <a:pt x="5250" y="25"/>
                    <a:pt x="5222" y="25"/>
                    <a:pt x="5193" y="23"/>
                  </a:cubicBezTo>
                  <a:cubicBezTo>
                    <a:pt x="5166" y="23"/>
                    <a:pt x="5129" y="41"/>
                    <a:pt x="5111" y="77"/>
                  </a:cubicBezTo>
                  <a:lnTo>
                    <a:pt x="5066" y="167"/>
                  </a:lnTo>
                  <a:cubicBezTo>
                    <a:pt x="5061" y="193"/>
                    <a:pt x="5056" y="217"/>
                    <a:pt x="5051" y="242"/>
                  </a:cubicBezTo>
                  <a:lnTo>
                    <a:pt x="5051" y="242"/>
                  </a:lnTo>
                  <a:lnTo>
                    <a:pt x="3642" y="194"/>
                  </a:lnTo>
                  <a:lnTo>
                    <a:pt x="2849" y="167"/>
                  </a:lnTo>
                  <a:cubicBezTo>
                    <a:pt x="2812" y="164"/>
                    <a:pt x="2773" y="163"/>
                    <a:pt x="2732" y="163"/>
                  </a:cubicBezTo>
                  <a:cubicBezTo>
                    <a:pt x="2635" y="163"/>
                    <a:pt x="2530" y="170"/>
                    <a:pt x="2434" y="176"/>
                  </a:cubicBezTo>
                  <a:cubicBezTo>
                    <a:pt x="2299" y="194"/>
                    <a:pt x="2164" y="212"/>
                    <a:pt x="2020" y="239"/>
                  </a:cubicBezTo>
                  <a:cubicBezTo>
                    <a:pt x="1749" y="293"/>
                    <a:pt x="1479" y="383"/>
                    <a:pt x="1217" y="528"/>
                  </a:cubicBezTo>
                  <a:cubicBezTo>
                    <a:pt x="965" y="681"/>
                    <a:pt x="740" y="879"/>
                    <a:pt x="568" y="1114"/>
                  </a:cubicBezTo>
                  <a:cubicBezTo>
                    <a:pt x="208" y="1600"/>
                    <a:pt x="82" y="2195"/>
                    <a:pt x="46" y="2736"/>
                  </a:cubicBezTo>
                  <a:cubicBezTo>
                    <a:pt x="1" y="3286"/>
                    <a:pt x="64" y="3890"/>
                    <a:pt x="343" y="4413"/>
                  </a:cubicBezTo>
                  <a:cubicBezTo>
                    <a:pt x="487" y="4674"/>
                    <a:pt x="686" y="4899"/>
                    <a:pt x="920" y="5080"/>
                  </a:cubicBezTo>
                  <a:cubicBezTo>
                    <a:pt x="1145" y="5260"/>
                    <a:pt x="1407" y="5386"/>
                    <a:pt x="1668" y="5476"/>
                  </a:cubicBezTo>
                  <a:cubicBezTo>
                    <a:pt x="1794" y="5521"/>
                    <a:pt x="1930" y="5557"/>
                    <a:pt x="2065" y="5593"/>
                  </a:cubicBezTo>
                  <a:cubicBezTo>
                    <a:pt x="2128" y="5611"/>
                    <a:pt x="2200" y="5620"/>
                    <a:pt x="2272" y="5639"/>
                  </a:cubicBezTo>
                  <a:cubicBezTo>
                    <a:pt x="2335" y="5648"/>
                    <a:pt x="2398" y="5648"/>
                    <a:pt x="2470" y="5657"/>
                  </a:cubicBezTo>
                  <a:cubicBezTo>
                    <a:pt x="2732" y="5684"/>
                    <a:pt x="2993" y="5720"/>
                    <a:pt x="3255" y="5756"/>
                  </a:cubicBezTo>
                  <a:cubicBezTo>
                    <a:pt x="3723" y="5827"/>
                    <a:pt x="4184" y="5885"/>
                    <a:pt x="4651" y="5928"/>
                  </a:cubicBezTo>
                  <a:lnTo>
                    <a:pt x="4651" y="5928"/>
                  </a:lnTo>
                  <a:cubicBezTo>
                    <a:pt x="4651" y="5964"/>
                    <a:pt x="4654" y="6000"/>
                    <a:pt x="4661" y="6035"/>
                  </a:cubicBezTo>
                  <a:lnTo>
                    <a:pt x="4661" y="6080"/>
                  </a:lnTo>
                  <a:cubicBezTo>
                    <a:pt x="4670" y="6143"/>
                    <a:pt x="4715" y="6188"/>
                    <a:pt x="4778" y="6197"/>
                  </a:cubicBezTo>
                  <a:cubicBezTo>
                    <a:pt x="4922" y="6215"/>
                    <a:pt x="5057" y="6242"/>
                    <a:pt x="5193" y="6260"/>
                  </a:cubicBezTo>
                  <a:cubicBezTo>
                    <a:pt x="5337" y="6279"/>
                    <a:pt x="5472" y="6297"/>
                    <a:pt x="5607" y="6306"/>
                  </a:cubicBezTo>
                  <a:cubicBezTo>
                    <a:pt x="5742" y="6315"/>
                    <a:pt x="5887" y="6324"/>
                    <a:pt x="6022" y="6324"/>
                  </a:cubicBezTo>
                  <a:cubicBezTo>
                    <a:pt x="6133" y="6324"/>
                    <a:pt x="6243" y="6318"/>
                    <a:pt x="6358" y="6316"/>
                  </a:cubicBezTo>
                  <a:lnTo>
                    <a:pt x="6358" y="6316"/>
                  </a:lnTo>
                  <a:cubicBezTo>
                    <a:pt x="6479" y="6347"/>
                    <a:pt x="6594" y="6371"/>
                    <a:pt x="6716" y="6396"/>
                  </a:cubicBezTo>
                  <a:cubicBezTo>
                    <a:pt x="6851" y="6423"/>
                    <a:pt x="6986" y="6441"/>
                    <a:pt x="7122" y="6450"/>
                  </a:cubicBezTo>
                  <a:cubicBezTo>
                    <a:pt x="7185" y="6454"/>
                    <a:pt x="7247" y="6456"/>
                    <a:pt x="7308" y="6456"/>
                  </a:cubicBezTo>
                  <a:cubicBezTo>
                    <a:pt x="7485" y="6456"/>
                    <a:pt x="7658" y="6441"/>
                    <a:pt x="7841" y="6424"/>
                  </a:cubicBezTo>
                  <a:lnTo>
                    <a:pt x="7841" y="6424"/>
                  </a:lnTo>
                  <a:cubicBezTo>
                    <a:pt x="8064" y="6538"/>
                    <a:pt x="8301" y="6612"/>
                    <a:pt x="8546" y="6612"/>
                  </a:cubicBezTo>
                  <a:cubicBezTo>
                    <a:pt x="8578" y="6614"/>
                    <a:pt x="8609" y="6615"/>
                    <a:pt x="8641" y="6615"/>
                  </a:cubicBezTo>
                  <a:cubicBezTo>
                    <a:pt x="8860" y="6615"/>
                    <a:pt x="9068" y="6567"/>
                    <a:pt x="9276" y="6515"/>
                  </a:cubicBezTo>
                  <a:lnTo>
                    <a:pt x="9276" y="6515"/>
                  </a:lnTo>
                  <a:cubicBezTo>
                    <a:pt x="15516" y="6831"/>
                    <a:pt x="21748" y="7298"/>
                    <a:pt x="27980" y="7730"/>
                  </a:cubicBezTo>
                  <a:lnTo>
                    <a:pt x="46729" y="9037"/>
                  </a:lnTo>
                  <a:lnTo>
                    <a:pt x="84218" y="11678"/>
                  </a:lnTo>
                  <a:lnTo>
                    <a:pt x="84254" y="11678"/>
                  </a:lnTo>
                  <a:cubicBezTo>
                    <a:pt x="85272" y="11489"/>
                    <a:pt x="86291" y="11308"/>
                    <a:pt x="87309" y="11110"/>
                  </a:cubicBezTo>
                  <a:cubicBezTo>
                    <a:pt x="88328" y="10921"/>
                    <a:pt x="89337" y="10704"/>
                    <a:pt x="90356" y="10515"/>
                  </a:cubicBezTo>
                  <a:cubicBezTo>
                    <a:pt x="90861" y="10416"/>
                    <a:pt x="91375" y="10335"/>
                    <a:pt x="91879" y="10245"/>
                  </a:cubicBezTo>
                  <a:cubicBezTo>
                    <a:pt x="92384" y="10127"/>
                    <a:pt x="92889" y="10001"/>
                    <a:pt x="93394" y="9875"/>
                  </a:cubicBezTo>
                  <a:cubicBezTo>
                    <a:pt x="94403" y="9641"/>
                    <a:pt x="95404" y="9397"/>
                    <a:pt x="96422" y="9181"/>
                  </a:cubicBezTo>
                  <a:lnTo>
                    <a:pt x="96431" y="9172"/>
                  </a:lnTo>
                  <a:cubicBezTo>
                    <a:pt x="96504" y="9163"/>
                    <a:pt x="96558" y="9100"/>
                    <a:pt x="96576" y="9028"/>
                  </a:cubicBezTo>
                  <a:cubicBezTo>
                    <a:pt x="96594" y="8920"/>
                    <a:pt x="96522" y="8820"/>
                    <a:pt x="96422" y="8802"/>
                  </a:cubicBezTo>
                  <a:cubicBezTo>
                    <a:pt x="95422" y="8613"/>
                    <a:pt x="94439" y="8361"/>
                    <a:pt x="93457" y="8090"/>
                  </a:cubicBezTo>
                  <a:cubicBezTo>
                    <a:pt x="92970" y="7955"/>
                    <a:pt x="92474" y="7829"/>
                    <a:pt x="91988" y="7685"/>
                  </a:cubicBezTo>
                  <a:lnTo>
                    <a:pt x="90527" y="7252"/>
                  </a:lnTo>
                  <a:cubicBezTo>
                    <a:pt x="90041" y="7099"/>
                    <a:pt x="89554" y="6955"/>
                    <a:pt x="89067" y="6819"/>
                  </a:cubicBezTo>
                  <a:cubicBezTo>
                    <a:pt x="88580" y="6675"/>
                    <a:pt x="88094" y="6531"/>
                    <a:pt x="87607" y="6396"/>
                  </a:cubicBezTo>
                  <a:lnTo>
                    <a:pt x="84668" y="5566"/>
                  </a:lnTo>
                  <a:cubicBezTo>
                    <a:pt x="84659" y="5557"/>
                    <a:pt x="84650" y="5557"/>
                    <a:pt x="84641" y="5557"/>
                  </a:cubicBezTo>
                  <a:lnTo>
                    <a:pt x="47143" y="2988"/>
                  </a:lnTo>
                  <a:lnTo>
                    <a:pt x="28403" y="1708"/>
                  </a:lnTo>
                  <a:lnTo>
                    <a:pt x="19029" y="1059"/>
                  </a:lnTo>
                  <a:cubicBezTo>
                    <a:pt x="15901" y="834"/>
                    <a:pt x="12773" y="672"/>
                    <a:pt x="9663" y="320"/>
                  </a:cubicBezTo>
                  <a:lnTo>
                    <a:pt x="9663" y="320"/>
                  </a:lnTo>
                  <a:lnTo>
                    <a:pt x="9727" y="338"/>
                  </a:lnTo>
                  <a:cubicBezTo>
                    <a:pt x="9474" y="293"/>
                    <a:pt x="9231" y="248"/>
                    <a:pt x="8987" y="239"/>
                  </a:cubicBezTo>
                  <a:cubicBezTo>
                    <a:pt x="8898" y="233"/>
                    <a:pt x="8808" y="231"/>
                    <a:pt x="8717" y="231"/>
                  </a:cubicBezTo>
                  <a:cubicBezTo>
                    <a:pt x="8618" y="231"/>
                    <a:pt x="8519" y="233"/>
                    <a:pt x="8419" y="233"/>
                  </a:cubicBezTo>
                  <a:cubicBezTo>
                    <a:pt x="8391" y="233"/>
                    <a:pt x="8363" y="233"/>
                    <a:pt x="8335" y="232"/>
                  </a:cubicBezTo>
                  <a:lnTo>
                    <a:pt x="8335" y="232"/>
                  </a:lnTo>
                  <a:cubicBezTo>
                    <a:pt x="8081" y="150"/>
                    <a:pt x="7827" y="85"/>
                    <a:pt x="7572" y="68"/>
                  </a:cubicBezTo>
                  <a:cubicBezTo>
                    <a:pt x="7534" y="66"/>
                    <a:pt x="7496" y="64"/>
                    <a:pt x="7458" y="64"/>
                  </a:cubicBezTo>
                  <a:cubicBezTo>
                    <a:pt x="7355" y="64"/>
                    <a:pt x="7254" y="73"/>
                    <a:pt x="7149" y="86"/>
                  </a:cubicBezTo>
                  <a:cubicBezTo>
                    <a:pt x="7039" y="93"/>
                    <a:pt x="6930" y="112"/>
                    <a:pt x="6811" y="129"/>
                  </a:cubicBezTo>
                  <a:lnTo>
                    <a:pt x="6811" y="129"/>
                  </a:lnTo>
                  <a:cubicBezTo>
                    <a:pt x="6696" y="97"/>
                    <a:pt x="6584" y="71"/>
                    <a:pt x="6473" y="50"/>
                  </a:cubicBezTo>
                  <a:cubicBezTo>
                    <a:pt x="6328" y="23"/>
                    <a:pt x="6184" y="5"/>
                    <a:pt x="6049" y="5"/>
                  </a:cubicBezTo>
                  <a:cubicBezTo>
                    <a:pt x="6001" y="2"/>
                    <a:pt x="5954" y="1"/>
                    <a:pt x="5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206"/>
            <p:cNvSpPr/>
            <p:nvPr/>
          </p:nvSpPr>
          <p:spPr>
            <a:xfrm>
              <a:off x="2297125" y="3977050"/>
              <a:ext cx="10375" cy="58250"/>
            </a:xfrm>
            <a:custGeom>
              <a:avLst/>
              <a:gdLst/>
              <a:ahLst/>
              <a:cxnLst/>
              <a:rect l="l" t="t" r="r" b="b"/>
              <a:pathLst>
                <a:path w="415" h="2330" extrusionOk="0">
                  <a:moveTo>
                    <a:pt x="214" y="0"/>
                  </a:moveTo>
                  <a:cubicBezTo>
                    <a:pt x="203" y="0"/>
                    <a:pt x="192" y="1"/>
                    <a:pt x="180" y="3"/>
                  </a:cubicBezTo>
                  <a:cubicBezTo>
                    <a:pt x="72" y="12"/>
                    <a:pt x="0" y="111"/>
                    <a:pt x="18" y="219"/>
                  </a:cubicBezTo>
                  <a:cubicBezTo>
                    <a:pt x="63" y="535"/>
                    <a:pt x="63" y="850"/>
                    <a:pt x="63" y="1175"/>
                  </a:cubicBezTo>
                  <a:cubicBezTo>
                    <a:pt x="54" y="1490"/>
                    <a:pt x="45" y="1806"/>
                    <a:pt x="18" y="2121"/>
                  </a:cubicBezTo>
                  <a:cubicBezTo>
                    <a:pt x="18" y="2130"/>
                    <a:pt x="18" y="2139"/>
                    <a:pt x="18" y="2157"/>
                  </a:cubicBezTo>
                  <a:cubicBezTo>
                    <a:pt x="27" y="2251"/>
                    <a:pt x="116" y="2329"/>
                    <a:pt x="218" y="2329"/>
                  </a:cubicBezTo>
                  <a:cubicBezTo>
                    <a:pt x="223" y="2329"/>
                    <a:pt x="229" y="2329"/>
                    <a:pt x="234" y="2329"/>
                  </a:cubicBezTo>
                  <a:cubicBezTo>
                    <a:pt x="343" y="2320"/>
                    <a:pt x="415" y="2229"/>
                    <a:pt x="406" y="2121"/>
                  </a:cubicBezTo>
                  <a:lnTo>
                    <a:pt x="406" y="2103"/>
                  </a:lnTo>
                  <a:cubicBezTo>
                    <a:pt x="379" y="1797"/>
                    <a:pt x="370" y="1481"/>
                    <a:pt x="361" y="1166"/>
                  </a:cubicBezTo>
                  <a:cubicBezTo>
                    <a:pt x="361" y="859"/>
                    <a:pt x="361" y="544"/>
                    <a:pt x="406" y="228"/>
                  </a:cubicBezTo>
                  <a:lnTo>
                    <a:pt x="406" y="219"/>
                  </a:lnTo>
                  <a:cubicBezTo>
                    <a:pt x="406" y="201"/>
                    <a:pt x="406" y="183"/>
                    <a:pt x="406" y="165"/>
                  </a:cubicBezTo>
                  <a:cubicBezTo>
                    <a:pt x="390" y="68"/>
                    <a:pt x="308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206"/>
            <p:cNvSpPr/>
            <p:nvPr/>
          </p:nvSpPr>
          <p:spPr>
            <a:xfrm>
              <a:off x="2334525" y="3993050"/>
              <a:ext cx="10850" cy="45625"/>
            </a:xfrm>
            <a:custGeom>
              <a:avLst/>
              <a:gdLst/>
              <a:ahLst/>
              <a:cxnLst/>
              <a:rect l="l" t="t" r="r" b="b"/>
              <a:pathLst>
                <a:path w="434" h="1825" extrusionOk="0">
                  <a:moveTo>
                    <a:pt x="211" y="0"/>
                  </a:moveTo>
                  <a:cubicBezTo>
                    <a:pt x="201" y="0"/>
                    <a:pt x="191" y="1"/>
                    <a:pt x="181" y="3"/>
                  </a:cubicBezTo>
                  <a:cubicBezTo>
                    <a:pt x="73" y="21"/>
                    <a:pt x="0" y="120"/>
                    <a:pt x="9" y="228"/>
                  </a:cubicBezTo>
                  <a:cubicBezTo>
                    <a:pt x="45" y="454"/>
                    <a:pt x="55" y="679"/>
                    <a:pt x="55" y="904"/>
                  </a:cubicBezTo>
                  <a:cubicBezTo>
                    <a:pt x="64" y="1130"/>
                    <a:pt x="64" y="1355"/>
                    <a:pt x="18" y="1589"/>
                  </a:cubicBezTo>
                  <a:cubicBezTo>
                    <a:pt x="9" y="1616"/>
                    <a:pt x="9" y="1653"/>
                    <a:pt x="18" y="1680"/>
                  </a:cubicBezTo>
                  <a:cubicBezTo>
                    <a:pt x="48" y="1767"/>
                    <a:pt x="124" y="1825"/>
                    <a:pt x="209" y="1825"/>
                  </a:cubicBezTo>
                  <a:cubicBezTo>
                    <a:pt x="229" y="1825"/>
                    <a:pt x="250" y="1822"/>
                    <a:pt x="271" y="1815"/>
                  </a:cubicBezTo>
                  <a:cubicBezTo>
                    <a:pt x="370" y="1788"/>
                    <a:pt x="433" y="1671"/>
                    <a:pt x="406" y="1571"/>
                  </a:cubicBezTo>
                  <a:cubicBezTo>
                    <a:pt x="343" y="1346"/>
                    <a:pt x="325" y="1130"/>
                    <a:pt x="325" y="904"/>
                  </a:cubicBezTo>
                  <a:cubicBezTo>
                    <a:pt x="334" y="679"/>
                    <a:pt x="352" y="463"/>
                    <a:pt x="397" y="246"/>
                  </a:cubicBezTo>
                  <a:cubicBezTo>
                    <a:pt x="406" y="219"/>
                    <a:pt x="406" y="192"/>
                    <a:pt x="406" y="174"/>
                  </a:cubicBezTo>
                  <a:cubicBezTo>
                    <a:pt x="390" y="76"/>
                    <a:pt x="307" y="0"/>
                    <a:pt x="211" y="0"/>
                  </a:cubicBezTo>
                  <a:close/>
                </a:path>
              </a:pathLst>
            </a:custGeom>
            <a:solidFill>
              <a:srgbClr val="42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206"/>
            <p:cNvSpPr/>
            <p:nvPr/>
          </p:nvSpPr>
          <p:spPr>
            <a:xfrm>
              <a:off x="2368775" y="3930000"/>
              <a:ext cx="1895650" cy="136475"/>
            </a:xfrm>
            <a:custGeom>
              <a:avLst/>
              <a:gdLst/>
              <a:ahLst/>
              <a:cxnLst/>
              <a:rect l="l" t="t" r="r" b="b"/>
              <a:pathLst>
                <a:path w="75826" h="5459" extrusionOk="0">
                  <a:moveTo>
                    <a:pt x="334" y="0"/>
                  </a:moveTo>
                  <a:cubicBezTo>
                    <a:pt x="234" y="0"/>
                    <a:pt x="153" y="70"/>
                    <a:pt x="145" y="163"/>
                  </a:cubicBezTo>
                  <a:lnTo>
                    <a:pt x="145" y="172"/>
                  </a:lnTo>
                  <a:cubicBezTo>
                    <a:pt x="154" y="848"/>
                    <a:pt x="91" y="1515"/>
                    <a:pt x="64" y="2191"/>
                  </a:cubicBezTo>
                  <a:cubicBezTo>
                    <a:pt x="46" y="2525"/>
                    <a:pt x="37" y="2859"/>
                    <a:pt x="28" y="3192"/>
                  </a:cubicBezTo>
                  <a:lnTo>
                    <a:pt x="1" y="4202"/>
                  </a:lnTo>
                  <a:cubicBezTo>
                    <a:pt x="1" y="4211"/>
                    <a:pt x="1" y="4220"/>
                    <a:pt x="1" y="4229"/>
                  </a:cubicBezTo>
                  <a:cubicBezTo>
                    <a:pt x="9" y="4331"/>
                    <a:pt x="98" y="4401"/>
                    <a:pt x="199" y="4401"/>
                  </a:cubicBezTo>
                  <a:cubicBezTo>
                    <a:pt x="205" y="4401"/>
                    <a:pt x="211" y="4400"/>
                    <a:pt x="217" y="4400"/>
                  </a:cubicBezTo>
                  <a:cubicBezTo>
                    <a:pt x="325" y="4391"/>
                    <a:pt x="397" y="4292"/>
                    <a:pt x="388" y="4184"/>
                  </a:cubicBezTo>
                  <a:cubicBezTo>
                    <a:pt x="352" y="3850"/>
                    <a:pt x="325" y="3526"/>
                    <a:pt x="316" y="3192"/>
                  </a:cubicBezTo>
                  <a:cubicBezTo>
                    <a:pt x="307" y="2859"/>
                    <a:pt x="307" y="2525"/>
                    <a:pt x="316" y="2191"/>
                  </a:cubicBezTo>
                  <a:cubicBezTo>
                    <a:pt x="332" y="1593"/>
                    <a:pt x="356" y="988"/>
                    <a:pt x="482" y="395"/>
                  </a:cubicBezTo>
                  <a:lnTo>
                    <a:pt x="482" y="395"/>
                  </a:lnTo>
                  <a:cubicBezTo>
                    <a:pt x="3476" y="513"/>
                    <a:pt x="6462" y="726"/>
                    <a:pt x="9447" y="930"/>
                  </a:cubicBezTo>
                  <a:lnTo>
                    <a:pt x="18569" y="1552"/>
                  </a:lnTo>
                  <a:lnTo>
                    <a:pt x="36804" y="2804"/>
                  </a:lnTo>
                  <a:lnTo>
                    <a:pt x="55039" y="4075"/>
                  </a:lnTo>
                  <a:lnTo>
                    <a:pt x="64162" y="4715"/>
                  </a:lnTo>
                  <a:lnTo>
                    <a:pt x="68714" y="5031"/>
                  </a:lnTo>
                  <a:lnTo>
                    <a:pt x="70994" y="5193"/>
                  </a:lnTo>
                  <a:cubicBezTo>
                    <a:pt x="71760" y="5256"/>
                    <a:pt x="72517" y="5265"/>
                    <a:pt x="73275" y="5446"/>
                  </a:cubicBezTo>
                  <a:lnTo>
                    <a:pt x="73284" y="5455"/>
                  </a:lnTo>
                  <a:cubicBezTo>
                    <a:pt x="73296" y="5457"/>
                    <a:pt x="73307" y="5458"/>
                    <a:pt x="73319" y="5458"/>
                  </a:cubicBezTo>
                  <a:cubicBezTo>
                    <a:pt x="73385" y="5458"/>
                    <a:pt x="73440" y="5416"/>
                    <a:pt x="73455" y="5346"/>
                  </a:cubicBezTo>
                  <a:cubicBezTo>
                    <a:pt x="73473" y="5274"/>
                    <a:pt x="73545" y="5175"/>
                    <a:pt x="73617" y="5094"/>
                  </a:cubicBezTo>
                  <a:cubicBezTo>
                    <a:pt x="73689" y="5013"/>
                    <a:pt x="73770" y="4932"/>
                    <a:pt x="73861" y="4851"/>
                  </a:cubicBezTo>
                  <a:cubicBezTo>
                    <a:pt x="74041" y="4706"/>
                    <a:pt x="74239" y="4571"/>
                    <a:pt x="74428" y="4436"/>
                  </a:cubicBezTo>
                  <a:cubicBezTo>
                    <a:pt x="74627" y="4301"/>
                    <a:pt x="74825" y="4175"/>
                    <a:pt x="75032" y="4057"/>
                  </a:cubicBezTo>
                  <a:cubicBezTo>
                    <a:pt x="75240" y="3949"/>
                    <a:pt x="75456" y="3841"/>
                    <a:pt x="75681" y="3751"/>
                  </a:cubicBezTo>
                  <a:cubicBezTo>
                    <a:pt x="75699" y="3742"/>
                    <a:pt x="75717" y="3733"/>
                    <a:pt x="75735" y="3715"/>
                  </a:cubicBezTo>
                  <a:cubicBezTo>
                    <a:pt x="75817" y="3643"/>
                    <a:pt x="75826" y="3517"/>
                    <a:pt x="75753" y="3435"/>
                  </a:cubicBezTo>
                  <a:cubicBezTo>
                    <a:pt x="75714" y="3391"/>
                    <a:pt x="75659" y="3368"/>
                    <a:pt x="75604" y="3368"/>
                  </a:cubicBezTo>
                  <a:cubicBezTo>
                    <a:pt x="75557" y="3368"/>
                    <a:pt x="75511" y="3384"/>
                    <a:pt x="75474" y="3417"/>
                  </a:cubicBezTo>
                  <a:cubicBezTo>
                    <a:pt x="75294" y="3580"/>
                    <a:pt x="75104" y="3733"/>
                    <a:pt x="74915" y="3868"/>
                  </a:cubicBezTo>
                  <a:cubicBezTo>
                    <a:pt x="74726" y="4012"/>
                    <a:pt x="74528" y="4148"/>
                    <a:pt x="74329" y="4283"/>
                  </a:cubicBezTo>
                  <a:lnTo>
                    <a:pt x="73725" y="4670"/>
                  </a:lnTo>
                  <a:cubicBezTo>
                    <a:pt x="73617" y="4733"/>
                    <a:pt x="73518" y="4806"/>
                    <a:pt x="73419" y="4878"/>
                  </a:cubicBezTo>
                  <a:cubicBezTo>
                    <a:pt x="73347" y="4937"/>
                    <a:pt x="73270" y="4991"/>
                    <a:pt x="73195" y="5068"/>
                  </a:cubicBezTo>
                  <a:lnTo>
                    <a:pt x="73195" y="5068"/>
                  </a:lnTo>
                  <a:cubicBezTo>
                    <a:pt x="73017" y="5083"/>
                    <a:pt x="72839" y="5089"/>
                    <a:pt x="72662" y="5089"/>
                  </a:cubicBezTo>
                  <a:cubicBezTo>
                    <a:pt x="72107" y="5089"/>
                    <a:pt x="71560" y="5030"/>
                    <a:pt x="71012" y="5004"/>
                  </a:cubicBezTo>
                  <a:lnTo>
                    <a:pt x="68732" y="4842"/>
                  </a:lnTo>
                  <a:lnTo>
                    <a:pt x="64171" y="4535"/>
                  </a:lnTo>
                  <a:lnTo>
                    <a:pt x="55048" y="3904"/>
                  </a:lnTo>
                  <a:lnTo>
                    <a:pt x="36813" y="2651"/>
                  </a:lnTo>
                  <a:lnTo>
                    <a:pt x="18578" y="1371"/>
                  </a:lnTo>
                  <a:lnTo>
                    <a:pt x="9456" y="731"/>
                  </a:lnTo>
                  <a:cubicBezTo>
                    <a:pt x="6418" y="515"/>
                    <a:pt x="3381" y="308"/>
                    <a:pt x="352" y="1"/>
                  </a:cubicBezTo>
                  <a:cubicBezTo>
                    <a:pt x="346" y="1"/>
                    <a:pt x="340" y="0"/>
                    <a:pt x="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206"/>
            <p:cNvSpPr/>
            <p:nvPr/>
          </p:nvSpPr>
          <p:spPr>
            <a:xfrm>
              <a:off x="4430700" y="4072425"/>
              <a:ext cx="13325" cy="57275"/>
            </a:xfrm>
            <a:custGeom>
              <a:avLst/>
              <a:gdLst/>
              <a:ahLst/>
              <a:cxnLst/>
              <a:rect l="l" t="t" r="r" b="b"/>
              <a:pathLst>
                <a:path w="533" h="2291" fill="none" extrusionOk="0">
                  <a:moveTo>
                    <a:pt x="533" y="1"/>
                  </a:moveTo>
                  <a:cubicBezTo>
                    <a:pt x="46" y="902"/>
                    <a:pt x="1" y="1668"/>
                    <a:pt x="397" y="2290"/>
                  </a:cubicBezTo>
                </a:path>
              </a:pathLst>
            </a:custGeom>
            <a:noFill/>
            <a:ln w="9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206"/>
            <p:cNvSpPr/>
            <p:nvPr/>
          </p:nvSpPr>
          <p:spPr>
            <a:xfrm>
              <a:off x="4195450" y="4056625"/>
              <a:ext cx="126900" cy="115300"/>
            </a:xfrm>
            <a:custGeom>
              <a:avLst/>
              <a:gdLst/>
              <a:ahLst/>
              <a:cxnLst/>
              <a:rect l="l" t="t" r="r" b="b"/>
              <a:pathLst>
                <a:path w="5076" h="4612" extrusionOk="0">
                  <a:moveTo>
                    <a:pt x="660" y="2885"/>
                  </a:moveTo>
                  <a:cubicBezTo>
                    <a:pt x="657" y="2892"/>
                    <a:pt x="655" y="2895"/>
                    <a:pt x="649" y="2895"/>
                  </a:cubicBezTo>
                  <a:cubicBezTo>
                    <a:pt x="653" y="2892"/>
                    <a:pt x="656" y="2888"/>
                    <a:pt x="660" y="2885"/>
                  </a:cubicBezTo>
                  <a:close/>
                  <a:moveTo>
                    <a:pt x="218" y="0"/>
                  </a:moveTo>
                  <a:cubicBezTo>
                    <a:pt x="177" y="0"/>
                    <a:pt x="136" y="12"/>
                    <a:pt x="99" y="38"/>
                  </a:cubicBezTo>
                  <a:cubicBezTo>
                    <a:pt x="18" y="101"/>
                    <a:pt x="0" y="218"/>
                    <a:pt x="63" y="308"/>
                  </a:cubicBezTo>
                  <a:cubicBezTo>
                    <a:pt x="126" y="381"/>
                    <a:pt x="190" y="408"/>
                    <a:pt x="244" y="444"/>
                  </a:cubicBezTo>
                  <a:cubicBezTo>
                    <a:pt x="298" y="471"/>
                    <a:pt x="343" y="489"/>
                    <a:pt x="397" y="516"/>
                  </a:cubicBezTo>
                  <a:cubicBezTo>
                    <a:pt x="496" y="552"/>
                    <a:pt x="604" y="588"/>
                    <a:pt x="703" y="624"/>
                  </a:cubicBezTo>
                  <a:lnTo>
                    <a:pt x="1289" y="804"/>
                  </a:lnTo>
                  <a:cubicBezTo>
                    <a:pt x="1686" y="921"/>
                    <a:pt x="2074" y="1048"/>
                    <a:pt x="2461" y="1183"/>
                  </a:cubicBezTo>
                  <a:cubicBezTo>
                    <a:pt x="2840" y="1318"/>
                    <a:pt x="3236" y="1453"/>
                    <a:pt x="3624" y="1588"/>
                  </a:cubicBezTo>
                  <a:cubicBezTo>
                    <a:pt x="3795" y="1643"/>
                    <a:pt x="3964" y="1697"/>
                    <a:pt x="4135" y="1750"/>
                  </a:cubicBezTo>
                  <a:lnTo>
                    <a:pt x="4135" y="1750"/>
                  </a:lnTo>
                  <a:cubicBezTo>
                    <a:pt x="4004" y="1784"/>
                    <a:pt x="3873" y="1817"/>
                    <a:pt x="3741" y="1850"/>
                  </a:cubicBezTo>
                  <a:lnTo>
                    <a:pt x="2668" y="2111"/>
                  </a:lnTo>
                  <a:lnTo>
                    <a:pt x="2137" y="2237"/>
                  </a:lnTo>
                  <a:cubicBezTo>
                    <a:pt x="1956" y="2282"/>
                    <a:pt x="1776" y="2309"/>
                    <a:pt x="1596" y="2355"/>
                  </a:cubicBezTo>
                  <a:cubicBezTo>
                    <a:pt x="1406" y="2391"/>
                    <a:pt x="1226" y="2445"/>
                    <a:pt x="1055" y="2508"/>
                  </a:cubicBezTo>
                  <a:cubicBezTo>
                    <a:pt x="875" y="2571"/>
                    <a:pt x="694" y="2643"/>
                    <a:pt x="541" y="2787"/>
                  </a:cubicBezTo>
                  <a:lnTo>
                    <a:pt x="550" y="2787"/>
                  </a:lnTo>
                  <a:cubicBezTo>
                    <a:pt x="541" y="2796"/>
                    <a:pt x="523" y="2814"/>
                    <a:pt x="523" y="2823"/>
                  </a:cubicBezTo>
                  <a:cubicBezTo>
                    <a:pt x="514" y="2850"/>
                    <a:pt x="523" y="2850"/>
                    <a:pt x="514" y="2859"/>
                  </a:cubicBezTo>
                  <a:cubicBezTo>
                    <a:pt x="514" y="2877"/>
                    <a:pt x="523" y="2886"/>
                    <a:pt x="523" y="2895"/>
                  </a:cubicBezTo>
                  <a:cubicBezTo>
                    <a:pt x="532" y="2913"/>
                    <a:pt x="541" y="2931"/>
                    <a:pt x="541" y="2940"/>
                  </a:cubicBezTo>
                  <a:cubicBezTo>
                    <a:pt x="559" y="2967"/>
                    <a:pt x="577" y="2986"/>
                    <a:pt x="586" y="3004"/>
                  </a:cubicBezTo>
                  <a:cubicBezTo>
                    <a:pt x="613" y="3040"/>
                    <a:pt x="649" y="3076"/>
                    <a:pt x="676" y="3112"/>
                  </a:cubicBezTo>
                  <a:cubicBezTo>
                    <a:pt x="739" y="3184"/>
                    <a:pt x="794" y="3247"/>
                    <a:pt x="857" y="3319"/>
                  </a:cubicBezTo>
                  <a:cubicBezTo>
                    <a:pt x="983" y="3445"/>
                    <a:pt x="1109" y="3571"/>
                    <a:pt x="1226" y="3707"/>
                  </a:cubicBezTo>
                  <a:cubicBezTo>
                    <a:pt x="1352" y="3833"/>
                    <a:pt x="1488" y="3959"/>
                    <a:pt x="1605" y="4094"/>
                  </a:cubicBezTo>
                  <a:lnTo>
                    <a:pt x="1794" y="4293"/>
                  </a:lnTo>
                  <a:cubicBezTo>
                    <a:pt x="1830" y="4329"/>
                    <a:pt x="1866" y="4365"/>
                    <a:pt x="1902" y="4401"/>
                  </a:cubicBezTo>
                  <a:cubicBezTo>
                    <a:pt x="1947" y="4437"/>
                    <a:pt x="1983" y="4473"/>
                    <a:pt x="2046" y="4509"/>
                  </a:cubicBezTo>
                  <a:lnTo>
                    <a:pt x="2173" y="4581"/>
                  </a:lnTo>
                  <a:cubicBezTo>
                    <a:pt x="2211" y="4600"/>
                    <a:pt x="2254" y="4611"/>
                    <a:pt x="2298" y="4611"/>
                  </a:cubicBezTo>
                  <a:cubicBezTo>
                    <a:pt x="2337" y="4611"/>
                    <a:pt x="2378" y="4602"/>
                    <a:pt x="2416" y="4581"/>
                  </a:cubicBezTo>
                  <a:cubicBezTo>
                    <a:pt x="2533" y="4509"/>
                    <a:pt x="2578" y="4356"/>
                    <a:pt x="2506" y="4238"/>
                  </a:cubicBezTo>
                  <a:cubicBezTo>
                    <a:pt x="2462" y="4157"/>
                    <a:pt x="2376" y="4111"/>
                    <a:pt x="2284" y="4111"/>
                  </a:cubicBezTo>
                  <a:cubicBezTo>
                    <a:pt x="2244" y="4111"/>
                    <a:pt x="2202" y="4120"/>
                    <a:pt x="2164" y="4139"/>
                  </a:cubicBezTo>
                  <a:cubicBezTo>
                    <a:pt x="2160" y="4146"/>
                    <a:pt x="2151" y="4149"/>
                    <a:pt x="2140" y="4149"/>
                  </a:cubicBezTo>
                  <a:cubicBezTo>
                    <a:pt x="2122" y="4149"/>
                    <a:pt x="2096" y="4141"/>
                    <a:pt x="2074" y="4130"/>
                  </a:cubicBezTo>
                  <a:cubicBezTo>
                    <a:pt x="2037" y="4121"/>
                    <a:pt x="2001" y="4103"/>
                    <a:pt x="1956" y="4085"/>
                  </a:cubicBezTo>
                  <a:cubicBezTo>
                    <a:pt x="1884" y="4049"/>
                    <a:pt x="1812" y="3995"/>
                    <a:pt x="1740" y="3941"/>
                  </a:cubicBezTo>
                  <a:cubicBezTo>
                    <a:pt x="1596" y="3842"/>
                    <a:pt x="1470" y="3716"/>
                    <a:pt x="1343" y="3589"/>
                  </a:cubicBezTo>
                  <a:cubicBezTo>
                    <a:pt x="1217" y="3463"/>
                    <a:pt x="1091" y="3337"/>
                    <a:pt x="965" y="3211"/>
                  </a:cubicBezTo>
                  <a:cubicBezTo>
                    <a:pt x="902" y="3148"/>
                    <a:pt x="848" y="3085"/>
                    <a:pt x="785" y="3013"/>
                  </a:cubicBezTo>
                  <a:cubicBezTo>
                    <a:pt x="757" y="2986"/>
                    <a:pt x="730" y="2949"/>
                    <a:pt x="703" y="2913"/>
                  </a:cubicBezTo>
                  <a:cubicBezTo>
                    <a:pt x="695" y="2896"/>
                    <a:pt x="686" y="2887"/>
                    <a:pt x="677" y="2870"/>
                  </a:cubicBezTo>
                  <a:lnTo>
                    <a:pt x="677" y="2870"/>
                  </a:lnTo>
                  <a:cubicBezTo>
                    <a:pt x="792" y="2769"/>
                    <a:pt x="950" y="2710"/>
                    <a:pt x="1100" y="2652"/>
                  </a:cubicBezTo>
                  <a:cubicBezTo>
                    <a:pt x="1271" y="2598"/>
                    <a:pt x="1452" y="2562"/>
                    <a:pt x="1632" y="2526"/>
                  </a:cubicBezTo>
                  <a:cubicBezTo>
                    <a:pt x="1803" y="2490"/>
                    <a:pt x="1992" y="2472"/>
                    <a:pt x="2173" y="2427"/>
                  </a:cubicBezTo>
                  <a:lnTo>
                    <a:pt x="2713" y="2328"/>
                  </a:lnTo>
                  <a:lnTo>
                    <a:pt x="3804" y="2120"/>
                  </a:lnTo>
                  <a:cubicBezTo>
                    <a:pt x="4165" y="2057"/>
                    <a:pt x="4534" y="1994"/>
                    <a:pt x="4895" y="1949"/>
                  </a:cubicBezTo>
                  <a:cubicBezTo>
                    <a:pt x="4985" y="1931"/>
                    <a:pt x="5048" y="1868"/>
                    <a:pt x="5057" y="1778"/>
                  </a:cubicBezTo>
                  <a:cubicBezTo>
                    <a:pt x="5075" y="1669"/>
                    <a:pt x="4994" y="1579"/>
                    <a:pt x="4895" y="1570"/>
                  </a:cubicBezTo>
                  <a:lnTo>
                    <a:pt x="4886" y="1570"/>
                  </a:lnTo>
                  <a:lnTo>
                    <a:pt x="4886" y="1561"/>
                  </a:lnTo>
                  <a:cubicBezTo>
                    <a:pt x="4489" y="1525"/>
                    <a:pt x="4093" y="1444"/>
                    <a:pt x="3696" y="1336"/>
                  </a:cubicBezTo>
                  <a:cubicBezTo>
                    <a:pt x="3299" y="1237"/>
                    <a:pt x="2921" y="1111"/>
                    <a:pt x="2533" y="975"/>
                  </a:cubicBezTo>
                  <a:cubicBezTo>
                    <a:pt x="2146" y="840"/>
                    <a:pt x="1758" y="705"/>
                    <a:pt x="1370" y="561"/>
                  </a:cubicBezTo>
                  <a:cubicBezTo>
                    <a:pt x="1181" y="489"/>
                    <a:pt x="992" y="417"/>
                    <a:pt x="812" y="335"/>
                  </a:cubicBezTo>
                  <a:cubicBezTo>
                    <a:pt x="712" y="290"/>
                    <a:pt x="631" y="254"/>
                    <a:pt x="541" y="200"/>
                  </a:cubicBezTo>
                  <a:cubicBezTo>
                    <a:pt x="505" y="182"/>
                    <a:pt x="460" y="155"/>
                    <a:pt x="433" y="128"/>
                  </a:cubicBezTo>
                  <a:cubicBezTo>
                    <a:pt x="397" y="110"/>
                    <a:pt x="370" y="74"/>
                    <a:pt x="370" y="74"/>
                  </a:cubicBezTo>
                  <a:cubicBezTo>
                    <a:pt x="332" y="26"/>
                    <a:pt x="276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206"/>
            <p:cNvSpPr/>
            <p:nvPr/>
          </p:nvSpPr>
          <p:spPr>
            <a:xfrm>
              <a:off x="2368100" y="3995375"/>
              <a:ext cx="1847425" cy="137250"/>
            </a:xfrm>
            <a:custGeom>
              <a:avLst/>
              <a:gdLst/>
              <a:ahLst/>
              <a:cxnLst/>
              <a:rect l="l" t="t" r="r" b="b"/>
              <a:pathLst>
                <a:path w="73897" h="5490" extrusionOk="0">
                  <a:moveTo>
                    <a:pt x="208" y="0"/>
                  </a:moveTo>
                  <a:cubicBezTo>
                    <a:pt x="100" y="0"/>
                    <a:pt x="10" y="81"/>
                    <a:pt x="0" y="189"/>
                  </a:cubicBezTo>
                  <a:cubicBezTo>
                    <a:pt x="0" y="289"/>
                    <a:pt x="82" y="388"/>
                    <a:pt x="190" y="388"/>
                  </a:cubicBezTo>
                  <a:cubicBezTo>
                    <a:pt x="6319" y="694"/>
                    <a:pt x="12440" y="1136"/>
                    <a:pt x="18569" y="1560"/>
                  </a:cubicBezTo>
                  <a:lnTo>
                    <a:pt x="36940" y="2840"/>
                  </a:lnTo>
                  <a:lnTo>
                    <a:pt x="55310" y="4138"/>
                  </a:lnTo>
                  <a:lnTo>
                    <a:pt x="64495" y="4787"/>
                  </a:lnTo>
                  <a:lnTo>
                    <a:pt x="69092" y="5111"/>
                  </a:lnTo>
                  <a:lnTo>
                    <a:pt x="71382" y="5273"/>
                  </a:lnTo>
                  <a:cubicBezTo>
                    <a:pt x="72148" y="5327"/>
                    <a:pt x="72914" y="5381"/>
                    <a:pt x="73680" y="5490"/>
                  </a:cubicBezTo>
                  <a:lnTo>
                    <a:pt x="73698" y="5490"/>
                  </a:lnTo>
                  <a:cubicBezTo>
                    <a:pt x="73806" y="5490"/>
                    <a:pt x="73897" y="5399"/>
                    <a:pt x="73897" y="5291"/>
                  </a:cubicBezTo>
                  <a:cubicBezTo>
                    <a:pt x="73897" y="5183"/>
                    <a:pt x="73815" y="5102"/>
                    <a:pt x="73707" y="5102"/>
                  </a:cubicBezTo>
                  <a:cubicBezTo>
                    <a:pt x="72932" y="5093"/>
                    <a:pt x="72166" y="5048"/>
                    <a:pt x="71409" y="4994"/>
                  </a:cubicBezTo>
                  <a:lnTo>
                    <a:pt x="69110" y="4832"/>
                  </a:lnTo>
                  <a:lnTo>
                    <a:pt x="64513" y="4525"/>
                  </a:lnTo>
                  <a:lnTo>
                    <a:pt x="55328" y="3903"/>
                  </a:lnTo>
                  <a:lnTo>
                    <a:pt x="36949" y="2650"/>
                  </a:lnTo>
                  <a:lnTo>
                    <a:pt x="18578" y="1379"/>
                  </a:lnTo>
                  <a:cubicBezTo>
                    <a:pt x="12458" y="956"/>
                    <a:pt x="6328" y="550"/>
                    <a:pt x="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5" name="Google Shape;6085;p207"/>
          <p:cNvSpPr txBox="1">
            <a:spLocks noGrp="1"/>
          </p:cNvSpPr>
          <p:nvPr>
            <p:ph type="ctrTitle" idx="19"/>
          </p:nvPr>
        </p:nvSpPr>
        <p:spPr>
          <a:xfrm>
            <a:off x="1672050" y="2978800"/>
            <a:ext cx="29565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What division type could I use to always round down to a whole number?</a:t>
            </a:r>
            <a:endParaRPr sz="2300"/>
          </a:p>
        </p:txBody>
      </p:sp>
      <p:sp>
        <p:nvSpPr>
          <p:cNvPr id="6086" name="Google Shape;6086;p207"/>
          <p:cNvSpPr txBox="1">
            <a:spLocks noGrp="1"/>
          </p:cNvSpPr>
          <p:nvPr>
            <p:ph type="ctrTitle" idx="7"/>
          </p:nvPr>
        </p:nvSpPr>
        <p:spPr>
          <a:xfrm>
            <a:off x="5908324" y="2985854"/>
            <a:ext cx="24513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What division type will give the remainder?</a:t>
            </a:r>
            <a:endParaRPr sz="2300"/>
          </a:p>
        </p:txBody>
      </p:sp>
      <p:sp>
        <p:nvSpPr>
          <p:cNvPr id="6087" name="Google Shape;6087;p207"/>
          <p:cNvSpPr txBox="1">
            <a:spLocks noGrp="1"/>
          </p:cNvSpPr>
          <p:nvPr>
            <p:ph type="ctrTitle"/>
          </p:nvPr>
        </p:nvSpPr>
        <p:spPr>
          <a:xfrm>
            <a:off x="5908324" y="1566952"/>
            <a:ext cx="24513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What does a </a:t>
            </a:r>
            <a:r>
              <a:rPr lang="en" sz="2300" b="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lang="en" sz="23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mean?</a:t>
            </a:r>
            <a:endParaRPr sz="2300"/>
          </a:p>
        </p:txBody>
      </p:sp>
      <p:sp>
        <p:nvSpPr>
          <p:cNvPr id="6088" name="Google Shape;6088;p207"/>
          <p:cNvSpPr txBox="1">
            <a:spLocks noGrp="1"/>
          </p:cNvSpPr>
          <p:nvPr>
            <p:ph type="ctrTitle" idx="9"/>
          </p:nvPr>
        </p:nvSpPr>
        <p:spPr>
          <a:xfrm>
            <a:off x="1912664" y="1573839"/>
            <a:ext cx="2451300" cy="3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What does an </a:t>
            </a:r>
            <a:r>
              <a:rPr lang="en" sz="2300" b="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Integer</a:t>
            </a:r>
            <a:r>
              <a:rPr lang="en" sz="2300" b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mean?</a:t>
            </a:r>
            <a:endParaRPr sz="2300"/>
          </a:p>
        </p:txBody>
      </p:sp>
      <p:grpSp>
        <p:nvGrpSpPr>
          <p:cNvPr id="6089" name="Google Shape;6089;p207"/>
          <p:cNvGrpSpPr/>
          <p:nvPr/>
        </p:nvGrpSpPr>
        <p:grpSpPr>
          <a:xfrm>
            <a:off x="719907" y="887875"/>
            <a:ext cx="7704016" cy="176025"/>
            <a:chOff x="4345425" y="2175475"/>
            <a:chExt cx="800750" cy="176025"/>
          </a:xfrm>
        </p:grpSpPr>
        <p:sp>
          <p:nvSpPr>
            <p:cNvPr id="6090" name="Google Shape;6090;p207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207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92" name="Google Shape;6092;p207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Data Types &amp; Arithmetic Operators</a:t>
            </a:r>
            <a:endParaRPr/>
          </a:p>
        </p:txBody>
      </p:sp>
      <p:sp>
        <p:nvSpPr>
          <p:cNvPr id="6093" name="Google Shape;6093;p207"/>
          <p:cNvSpPr txBox="1">
            <a:spLocks noGrp="1"/>
          </p:cNvSpPr>
          <p:nvPr>
            <p:ph type="title" idx="2"/>
          </p:nvPr>
        </p:nvSpPr>
        <p:spPr>
          <a:xfrm>
            <a:off x="4903953" y="1556525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094" name="Google Shape;6094;p207"/>
          <p:cNvSpPr txBox="1">
            <a:spLocks noGrp="1"/>
          </p:cNvSpPr>
          <p:nvPr>
            <p:ph type="title" idx="6"/>
          </p:nvPr>
        </p:nvSpPr>
        <p:spPr>
          <a:xfrm>
            <a:off x="4903953" y="298139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095" name="Google Shape;6095;p207"/>
          <p:cNvSpPr txBox="1">
            <a:spLocks noGrp="1"/>
          </p:cNvSpPr>
          <p:nvPr>
            <p:ph type="title" idx="14"/>
          </p:nvPr>
        </p:nvSpPr>
        <p:spPr>
          <a:xfrm>
            <a:off x="784376" y="1563412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096" name="Google Shape;6096;p207"/>
          <p:cNvSpPr txBox="1">
            <a:spLocks noGrp="1"/>
          </p:cNvSpPr>
          <p:nvPr>
            <p:ph type="title" idx="18"/>
          </p:nvPr>
        </p:nvSpPr>
        <p:spPr>
          <a:xfrm>
            <a:off x="784376" y="2988281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6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6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6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6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6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6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6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6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nline Notebook XL by Slidesgo">
  <a:themeElements>
    <a:clrScheme name="Simple Light">
      <a:dk1>
        <a:srgbClr val="1C4587"/>
      </a:dk1>
      <a:lt1>
        <a:srgbClr val="FFFFFF"/>
      </a:lt1>
      <a:dk2>
        <a:srgbClr val="000000"/>
      </a:dk2>
      <a:lt2>
        <a:srgbClr val="F6B0F7"/>
      </a:lt2>
      <a:accent1>
        <a:srgbClr val="CAFFCA"/>
      </a:accent1>
      <a:accent2>
        <a:srgbClr val="FFE599"/>
      </a:accent2>
      <a:accent3>
        <a:srgbClr val="FFF8D3"/>
      </a:accent3>
      <a:accent4>
        <a:srgbClr val="FFBBAA"/>
      </a:accent4>
      <a:accent5>
        <a:srgbClr val="FFFFF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nline Notebook XL by Slidesgo">
  <a:themeElements>
    <a:clrScheme name="Simple Light">
      <a:dk1>
        <a:srgbClr val="1C4587"/>
      </a:dk1>
      <a:lt1>
        <a:srgbClr val="FFFFFF"/>
      </a:lt1>
      <a:dk2>
        <a:srgbClr val="000000"/>
      </a:dk2>
      <a:lt2>
        <a:srgbClr val="F6B0F7"/>
      </a:lt2>
      <a:accent1>
        <a:srgbClr val="CAFFCA"/>
      </a:accent1>
      <a:accent2>
        <a:srgbClr val="FFE599"/>
      </a:accent2>
      <a:accent3>
        <a:srgbClr val="FFF8D3"/>
      </a:accent3>
      <a:accent4>
        <a:srgbClr val="FFBBAA"/>
      </a:accent4>
      <a:accent5>
        <a:srgbClr val="FFFFF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nline Notebook XL by Slidesgo">
  <a:themeElements>
    <a:clrScheme name="Simple Light">
      <a:dk1>
        <a:srgbClr val="1C4587"/>
      </a:dk1>
      <a:lt1>
        <a:srgbClr val="FFFFFF"/>
      </a:lt1>
      <a:dk2>
        <a:srgbClr val="000000"/>
      </a:dk2>
      <a:lt2>
        <a:srgbClr val="F6B0F7"/>
      </a:lt2>
      <a:accent1>
        <a:srgbClr val="CAFFCA"/>
      </a:accent1>
      <a:accent2>
        <a:srgbClr val="FFE599"/>
      </a:accent2>
      <a:accent3>
        <a:srgbClr val="FFF8D3"/>
      </a:accent3>
      <a:accent4>
        <a:srgbClr val="FFBBAA"/>
      </a:accent4>
      <a:accent5>
        <a:srgbClr val="FFFFF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29374dd-2437-4816-8d63-bf9cc1b578e5}" enabled="1" method="Privileged" siteId="{39b03722-b836-496a-85ec-850f0957ca6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1611</Words>
  <Application>Microsoft Office PowerPoint</Application>
  <PresentationFormat>On-screen Show (16:9)</PresentationFormat>
  <Paragraphs>296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Itim</vt:lpstr>
      <vt:lpstr>Calibri</vt:lpstr>
      <vt:lpstr>Arial</vt:lpstr>
      <vt:lpstr>Permanent Marker</vt:lpstr>
      <vt:lpstr>Muli</vt:lpstr>
      <vt:lpstr>Simple Light</vt:lpstr>
      <vt:lpstr>Online Notebook XL by Slidesgo</vt:lpstr>
      <vt:lpstr>Online Notebook XL by Slidesgo</vt:lpstr>
      <vt:lpstr>Online Notebook XL by Slidesgo</vt:lpstr>
      <vt:lpstr>Tech Mentorship Unit 3</vt:lpstr>
      <vt:lpstr>Intro to Data Types</vt:lpstr>
      <vt:lpstr>What are Data Types?</vt:lpstr>
      <vt:lpstr>Why do we need them?</vt:lpstr>
      <vt:lpstr>5.) -4.3</vt:lpstr>
      <vt:lpstr>Float</vt:lpstr>
      <vt:lpstr>Identify Data Type</vt:lpstr>
      <vt:lpstr>Identify Data Type for these Variables</vt:lpstr>
      <vt:lpstr>Limitations of a Floating Point number</vt:lpstr>
      <vt:lpstr>Limitations of a Floating Point number</vt:lpstr>
      <vt:lpstr>Arithmetic Operators</vt:lpstr>
      <vt:lpstr>Beginner Operators</vt:lpstr>
      <vt:lpstr>Addition Example</vt:lpstr>
      <vt:lpstr>Addition Example: Answer</vt:lpstr>
      <vt:lpstr>Subtraction Example:</vt:lpstr>
      <vt:lpstr>Subtraction Example: Answer</vt:lpstr>
      <vt:lpstr>Multiplication Example:</vt:lpstr>
      <vt:lpstr>Multiplication Example: Answer</vt:lpstr>
      <vt:lpstr>Division Example: </vt:lpstr>
      <vt:lpstr>Division Example: Answer </vt:lpstr>
      <vt:lpstr>Exponential Example:</vt:lpstr>
      <vt:lpstr>Exponential Example: Answer  </vt:lpstr>
      <vt:lpstr>Practice &amp; Review</vt:lpstr>
      <vt:lpstr>Question 1: Answer</vt:lpstr>
      <vt:lpstr>Question 2: Answer</vt:lpstr>
      <vt:lpstr>Question 3: Answer</vt:lpstr>
      <vt:lpstr>Question 4: Answer</vt:lpstr>
      <vt:lpstr>Question 5: Answer</vt:lpstr>
      <vt:lpstr>Wait!</vt:lpstr>
      <vt:lpstr>What is Floor Division</vt:lpstr>
      <vt:lpstr>How do you do Floor Division?</vt:lpstr>
      <vt:lpstr>Floor Division Example:</vt:lpstr>
      <vt:lpstr>Floor Division Example: Answer</vt:lpstr>
      <vt:lpstr>Floor Division Example:</vt:lpstr>
      <vt:lpstr>Floor Division Example: Answer</vt:lpstr>
      <vt:lpstr>Python Artmethic Operators</vt:lpstr>
      <vt:lpstr>How do you do Modular Division?</vt:lpstr>
      <vt:lpstr>Modular Division Example:</vt:lpstr>
      <vt:lpstr>Modular Division Example: Answer</vt:lpstr>
      <vt:lpstr>Modular Division Example:</vt:lpstr>
      <vt:lpstr>Modular Division Example: Answer</vt:lpstr>
      <vt:lpstr>Floor Division Vs. Modular Division</vt:lpstr>
      <vt:lpstr>What division type could I use to always round down to a whole number?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Halsall</cp:lastModifiedBy>
  <cp:revision>1</cp:revision>
  <dcterms:modified xsi:type="dcterms:W3CDTF">2025-10-14T16:36:57Z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Simple Light:3\Online Notebook XL by Slidesgo:3\Online Notebook XL by Slidesgo:3\Online Notebook XL by Slidesgo:3</vt:lpwstr>
  </property>
  <property fmtid="{D5CDD505-2E9C-101B-9397-08002B2CF9AE}" pid="3" name="ClassificationContentMarkingFooterText">
    <vt:lpwstr>Public</vt:lpwstr>
  </property>
</Properties>
</file>