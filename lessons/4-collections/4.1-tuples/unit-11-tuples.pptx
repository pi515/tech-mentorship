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3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theme/theme4.xml" ContentType="application/vnd.openxmlformats-officedocument.theme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theme/theme5.xml" ContentType="application/vnd.openxmlformats-officedocument.theme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10" r:id="rId1"/>
    <p:sldMasterId id="2147483911" r:id="rId2"/>
    <p:sldMasterId id="2147483912" r:id="rId3"/>
    <p:sldMasterId id="2147483913" r:id="rId4"/>
    <p:sldMasterId id="2147483914" r:id="rId5"/>
    <p:sldMasterId id="2147483915" r:id="rId6"/>
  </p:sldMasterIdLst>
  <p:notesMasterIdLst>
    <p:notesMasterId r:id="rId3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87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5143500" type="screen16x9"/>
  <p:notesSz cx="6858000" cy="9144000"/>
  <p:embeddedFontLst>
    <p:embeddedFont>
      <p:font typeface="Itim" panose="020B0604020202020204" charset="-34"/>
      <p:regular r:id="rId39"/>
    </p:embeddedFont>
    <p:embeddedFont>
      <p:font typeface="Permanent Marker" panose="020B0604020202020204" charset="0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510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1.fntdata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font" Target="fonts/font2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" name="Google Shape;7659;g258bb715513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0" name="Google Shape;7660;g258bb715513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5" name="Google Shape;7665;g258bb715513_0_6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6" name="Google Shape;7666;g258bb715513_0_6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2" name="Google Shape;7712;g30a969f602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3" name="Google Shape;7713;g30a969f602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7" name="Google Shape;7757;g25e15276e16_0_1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8" name="Google Shape;7758;g25e15276e16_0_1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5" name="Google Shape;7815;g237a94c71b5_1_1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6" name="Google Shape;7816;g237a94c71b5_1_1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the Students to describe what the grocery list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We are look for answers like [a bunch of item, order, and changeable]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6" name="Google Shape;7826;g237a94c71b5_1_3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7" name="Google Shape;7827;g237a94c71b5_1_3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6" name="Google Shape;7826;g237a94c71b5_1_3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7" name="Google Shape;7827;g237a94c71b5_1_3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589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6" name="Google Shape;7846;g25bbc9034eb_0_20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7" name="Google Shape;7847;g25bbc9034eb_0_20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5" name="Google Shape;7865;g23814ef2aa3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6" name="Google Shape;7866;g23814ef2aa3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9" name="Google Shape;7899;g237a94c71b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0" name="Google Shape;7900;g237a94c71b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" name="Google Shape;7946;g237a94c71b5_1_4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7" name="Google Shape;7947;g237a94c71b5_1_48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 students that Indices ALWAYS start with the number 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Students if these index look familiar at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answer with List from one of the previous lessons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Make the connections between List Index so that way with Tuple index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Students which index Chicken, Eggs, and Water are under so they can get a grasp on what indexes 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what List[0] could be corresponding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If they are stuck as them what is the value of index 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 answer is chicken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1" name="Google Shape;8011;g237a94c71b5_1_6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2" name="Google Shape;8012;g237a94c71b5_1_6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students to predict what the code will print 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students are stuck as them what the 24d index of the list is and maybe remind them to start with 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 answer is Water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walk students through how “Water” is saved into the variable element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that element will be printed out meaning that “Water” will be outputted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1" name="Google Shape;8021;g23814ef2aa3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2" name="Google Shape;8022;g23814ef2aa3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students to predict what the code will print 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students are stuck as them what the 2nd index of the list is and maybe remind them to start with 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 answer is bread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walk students through how “Bread” is saved into the variable element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that element will be printed out meaning that “Bread” will be outputted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1" name="Google Shape;8031;g260e2c6d1f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2" name="Google Shape;8032;g260e2c6d1f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8" name="Google Shape;8078;g260e2c92e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9" name="Google Shape;8079;g260e2c92e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3" name="Google Shape;8123;g237bcd38f6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4" name="Google Shape;8124;g237bcd38f6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student first if they think think the will be included in the slice of tuple[:3]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students are stuck as them what they the first and third index are?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Answer [1] “Milk” &amp; [3]“Chicken”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Ask Student what elements are in-between “Milk” &amp; “Chicken”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Answer with “Bread”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them know our current slice of the tuple is [“Milk”, “Bread”, “Chicken”]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remind them that milk was the first number in the slice [1:3] is that inclusive or exclusive?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answer with “Yes” so milk stays in our sliced list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ask them if the second number in the slice [1:3] is that inclusive or exclusive?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answer with “no” so “Chicken” is out of our sliced list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ask the students what our final sliced tuple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They should answer with [“Milk”,”Bread”]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8" name="Google Shape;8188;g237bcd38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9" name="Google Shape;8189;g237bcd38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 should begin to get an understanding of how to get an element out of a list using the square brackets [ ]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Google Shape;8198;g23814ef2aa3_1_3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9" name="Google Shape;8199;g23814ef2aa3_1_3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 should begin to get an understanding of how to get an element out of a list using the square brackets [ ]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9" name="Google Shape;8209;g260e2c6d1f4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0" name="Google Shape;8210;g260e2c6d1f4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6" name="Google Shape;8256;g23814ef2aa3_1_3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7" name="Google Shape;8257;g23814ef2aa3_1_3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6" name="Google Shape;8266;g260e2c6d1f4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7" name="Google Shape;8267;g260e2c6d1f4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3" name="Google Shape;8313;g23814ef2aa3_1_77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4" name="Google Shape;8314;g23814ef2aa3_1_77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3" name="Google Shape;8323;g260e2c6d1f4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4" name="Google Shape;8324;g260e2c6d1f4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0" name="Google Shape;8370;g23814ef2aa3_1_7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1" name="Google Shape;8371;g23814ef2aa3_1_7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the students if Tuple are so limited in what they can do then why would we Tuples have been created?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Have a quick little discussion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0" name="Google Shape;8380;g260e2c6d1f4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1" name="Google Shape;8381;g260e2c6d1f4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" name="Google Shape;8427;g23814ef2aa3_1_7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8" name="Google Shape;8428;g23814ef2aa3_1_7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9" name="Google Shape;8469;g23814ef2aa3_1_6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0" name="Google Shape;8470;g23814ef2aa3_1_6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4" name="Google Shape;8514;g260e2c6d1f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5" name="Google Shape;8515;g260e2c6d1f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9" name="Google Shape;8559;g260e2c92e9a_1_1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0" name="Google Shape;8560;g260e2c92e9a_1_1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4" name="Google Shape;8604;g25bbc9034eb_0_20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5" name="Google Shape;8605;g25bbc9034eb_0_20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4" name="Google Shape;8654;g25bbc9034eb_0_37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5" name="Google Shape;8655;g25bbc9034eb_0_37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the Students to describe what the grocery list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We are look for answers like [a bunch of item, order, and changeable]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://bit.ly/2TtBDfr" TargetMode="Externa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4.xml"/><Relationship Id="rId4" Type="http://schemas.openxmlformats.org/officeDocument/2006/relationships/hyperlink" Target="http://bit.ly/2TtBDfr" TargetMode="Externa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5.xml"/><Relationship Id="rId4" Type="http://schemas.openxmlformats.org/officeDocument/2006/relationships/hyperlink" Target="http://bit.ly/2TtBDfr" TargetMode="Externa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://bit.ly/2TtBDfr" TargetMode="Externa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716575" y="0"/>
            <a:ext cx="8579795" cy="5143484"/>
          </a:xfrm>
          <a:custGeom>
            <a:avLst/>
            <a:gdLst/>
            <a:ahLst/>
            <a:cxnLst/>
            <a:rect l="l" t="t" r="r" b="b"/>
            <a:pathLst>
              <a:path w="128517" h="78770" extrusionOk="0">
                <a:moveTo>
                  <a:pt x="35" y="1"/>
                </a:moveTo>
                <a:lnTo>
                  <a:pt x="0" y="78769"/>
                </a:lnTo>
                <a:lnTo>
                  <a:pt x="128517" y="78769"/>
                </a:lnTo>
                <a:cubicBezTo>
                  <a:pt x="61260" y="76442"/>
                  <a:pt x="7739" y="332"/>
                  <a:pt x="7739" y="332"/>
                </a:cubicBezTo>
                <a:lnTo>
                  <a:pt x="35" y="1"/>
                </a:lnTo>
                <a:close/>
              </a:path>
            </a:pathLst>
          </a:custGeom>
          <a:solidFill>
            <a:srgbClr val="B0D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1754550" y="1135650"/>
            <a:ext cx="5634900" cy="2872200"/>
          </a:xfrm>
          <a:prstGeom prst="plaque">
            <a:avLst>
              <a:gd name="adj" fmla="val 11691"/>
            </a:avLst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" name="Google Shape;53;p13"/>
          <p:cNvCxnSpPr/>
          <p:nvPr/>
        </p:nvCxnSpPr>
        <p:spPr>
          <a:xfrm>
            <a:off x="2572800" y="31168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" name="Google Shape;54;p13"/>
          <p:cNvCxnSpPr/>
          <p:nvPr/>
        </p:nvCxnSpPr>
        <p:spPr>
          <a:xfrm>
            <a:off x="2572800" y="22227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" name="Google Shape;55;p13"/>
          <p:cNvGrpSpPr/>
          <p:nvPr/>
        </p:nvGrpSpPr>
        <p:grpSpPr>
          <a:xfrm rot="697126">
            <a:off x="8280187" y="-46678"/>
            <a:ext cx="1305393" cy="1346461"/>
            <a:chOff x="1492000" y="427450"/>
            <a:chExt cx="1188000" cy="1225375"/>
          </a:xfrm>
        </p:grpSpPr>
        <p:sp>
          <p:nvSpPr>
            <p:cNvPr id="56" name="Google Shape;56;p13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13"/>
          <p:cNvSpPr/>
          <p:nvPr/>
        </p:nvSpPr>
        <p:spPr>
          <a:xfrm>
            <a:off x="-50900" y="-21500"/>
            <a:ext cx="771000" cy="5165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" name="Google Shape;68;p13"/>
          <p:cNvGrpSpPr/>
          <p:nvPr/>
        </p:nvGrpSpPr>
        <p:grpSpPr>
          <a:xfrm rot="-1976796" flipH="1">
            <a:off x="5917481" y="3990133"/>
            <a:ext cx="3474354" cy="888893"/>
            <a:chOff x="3809875" y="1963175"/>
            <a:chExt cx="1923600" cy="492150"/>
          </a:xfrm>
        </p:grpSpPr>
        <p:sp>
          <p:nvSpPr>
            <p:cNvPr id="69" name="Google Shape;69;p13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80;p13"/>
          <p:cNvGrpSpPr/>
          <p:nvPr/>
        </p:nvGrpSpPr>
        <p:grpSpPr>
          <a:xfrm rot="-375097">
            <a:off x="1228557" y="-253382"/>
            <a:ext cx="711742" cy="793298"/>
            <a:chOff x="6554696" y="509501"/>
            <a:chExt cx="711709" cy="793261"/>
          </a:xfrm>
        </p:grpSpPr>
        <p:sp>
          <p:nvSpPr>
            <p:cNvPr id="81" name="Google Shape;81;p13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13"/>
          <p:cNvGrpSpPr/>
          <p:nvPr/>
        </p:nvGrpSpPr>
        <p:grpSpPr>
          <a:xfrm rot="807122">
            <a:off x="809300" y="4708652"/>
            <a:ext cx="2497551" cy="2401906"/>
            <a:chOff x="1857000" y="3245400"/>
            <a:chExt cx="1233825" cy="1186575"/>
          </a:xfrm>
        </p:grpSpPr>
        <p:sp>
          <p:nvSpPr>
            <p:cNvPr id="84" name="Google Shape;84;p13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13"/>
          <p:cNvSpPr/>
          <p:nvPr/>
        </p:nvSpPr>
        <p:spPr>
          <a:xfrm rot="-381518">
            <a:off x="1317430" y="-146232"/>
            <a:ext cx="102933" cy="551241"/>
          </a:xfrm>
          <a:prstGeom prst="roundRect">
            <a:avLst>
              <a:gd name="adj" fmla="val 50000"/>
            </a:avLst>
          </a:prstGeom>
          <a:solidFill>
            <a:srgbClr val="EEEEEE">
              <a:alpha val="474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2351850" y="1460922"/>
            <a:ext cx="4440300" cy="17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Itim"/>
              <a:buNone/>
              <a:defRPr sz="6000" b="1"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716575" y="0"/>
            <a:ext cx="8579795" cy="5143484"/>
          </a:xfrm>
          <a:custGeom>
            <a:avLst/>
            <a:gdLst/>
            <a:ahLst/>
            <a:cxnLst/>
            <a:rect l="l" t="t" r="r" b="b"/>
            <a:pathLst>
              <a:path w="128517" h="78770" extrusionOk="0">
                <a:moveTo>
                  <a:pt x="35" y="1"/>
                </a:moveTo>
                <a:lnTo>
                  <a:pt x="0" y="78769"/>
                </a:lnTo>
                <a:lnTo>
                  <a:pt x="128517" y="78769"/>
                </a:lnTo>
                <a:cubicBezTo>
                  <a:pt x="61260" y="76442"/>
                  <a:pt x="7739" y="332"/>
                  <a:pt x="7739" y="332"/>
                </a:cubicBezTo>
                <a:lnTo>
                  <a:pt x="35" y="1"/>
                </a:lnTo>
                <a:close/>
              </a:path>
            </a:pathLst>
          </a:custGeom>
          <a:solidFill>
            <a:srgbClr val="B0D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1754550" y="1135650"/>
            <a:ext cx="5634900" cy="2872200"/>
          </a:xfrm>
          <a:prstGeom prst="plaque">
            <a:avLst>
              <a:gd name="adj" fmla="val 11691"/>
            </a:avLst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0" name="Google Shape;100;p15"/>
          <p:cNvCxnSpPr/>
          <p:nvPr/>
        </p:nvCxnSpPr>
        <p:spPr>
          <a:xfrm>
            <a:off x="2572800" y="31168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5"/>
          <p:cNvCxnSpPr/>
          <p:nvPr/>
        </p:nvCxnSpPr>
        <p:spPr>
          <a:xfrm>
            <a:off x="2572800" y="22227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" name="Google Shape;102;p15"/>
          <p:cNvGrpSpPr/>
          <p:nvPr/>
        </p:nvGrpSpPr>
        <p:grpSpPr>
          <a:xfrm rot="697126">
            <a:off x="8280187" y="-46678"/>
            <a:ext cx="1305393" cy="1346461"/>
            <a:chOff x="1492000" y="427450"/>
            <a:chExt cx="1188000" cy="1225375"/>
          </a:xfrm>
        </p:grpSpPr>
        <p:sp>
          <p:nvSpPr>
            <p:cNvPr id="103" name="Google Shape;103;p15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15"/>
          <p:cNvSpPr/>
          <p:nvPr/>
        </p:nvSpPr>
        <p:spPr>
          <a:xfrm>
            <a:off x="-50900" y="-21500"/>
            <a:ext cx="771000" cy="5165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15"/>
          <p:cNvGrpSpPr/>
          <p:nvPr/>
        </p:nvGrpSpPr>
        <p:grpSpPr>
          <a:xfrm rot="-1976796" flipH="1">
            <a:off x="5917481" y="3990133"/>
            <a:ext cx="3474354" cy="888893"/>
            <a:chOff x="3809875" y="1963175"/>
            <a:chExt cx="1923600" cy="492150"/>
          </a:xfrm>
        </p:grpSpPr>
        <p:sp>
          <p:nvSpPr>
            <p:cNvPr id="116" name="Google Shape;116;p15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Google Shape;127;p15"/>
          <p:cNvGrpSpPr/>
          <p:nvPr/>
        </p:nvGrpSpPr>
        <p:grpSpPr>
          <a:xfrm rot="-375097">
            <a:off x="1228557" y="-253382"/>
            <a:ext cx="711742" cy="793298"/>
            <a:chOff x="6554696" y="509501"/>
            <a:chExt cx="711709" cy="793261"/>
          </a:xfrm>
        </p:grpSpPr>
        <p:sp>
          <p:nvSpPr>
            <p:cNvPr id="128" name="Google Shape;128;p15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15"/>
          <p:cNvGrpSpPr/>
          <p:nvPr/>
        </p:nvGrpSpPr>
        <p:grpSpPr>
          <a:xfrm rot="807122">
            <a:off x="809300" y="4708652"/>
            <a:ext cx="2497551" cy="2401906"/>
            <a:chOff x="1857000" y="3245400"/>
            <a:chExt cx="1233825" cy="1186575"/>
          </a:xfrm>
        </p:grpSpPr>
        <p:sp>
          <p:nvSpPr>
            <p:cNvPr id="131" name="Google Shape;131;p15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15"/>
          <p:cNvSpPr/>
          <p:nvPr/>
        </p:nvSpPr>
        <p:spPr>
          <a:xfrm rot="-381518">
            <a:off x="1317430" y="-146232"/>
            <a:ext cx="102933" cy="551241"/>
          </a:xfrm>
          <a:prstGeom prst="roundRect">
            <a:avLst>
              <a:gd name="adj" fmla="val 50000"/>
            </a:avLst>
          </a:prstGeom>
          <a:solidFill>
            <a:srgbClr val="EEEEEE">
              <a:alpha val="474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ctrTitle"/>
          </p:nvPr>
        </p:nvSpPr>
        <p:spPr>
          <a:xfrm>
            <a:off x="2351850" y="1460922"/>
            <a:ext cx="4440300" cy="174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Itim"/>
              <a:buNone/>
              <a:defRPr sz="6000" b="1"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42" name="Google Shape;142;p1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16"/>
          <p:cNvSpPr txBox="1">
            <a:spLocks noGrp="1"/>
          </p:cNvSpPr>
          <p:nvPr>
            <p:ph type="subTitle" idx="1"/>
          </p:nvPr>
        </p:nvSpPr>
        <p:spPr>
          <a:xfrm>
            <a:off x="3117150" y="3530226"/>
            <a:ext cx="29097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title"/>
          </p:nvPr>
        </p:nvSpPr>
        <p:spPr>
          <a:xfrm>
            <a:off x="1918650" y="1613852"/>
            <a:ext cx="5306700" cy="17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6" name="Google Shape;166;p16"/>
          <p:cNvSpPr txBox="1">
            <a:spLocks noGrp="1"/>
          </p:cNvSpPr>
          <p:nvPr>
            <p:ph type="title" idx="2" hasCustomPrompt="1"/>
          </p:nvPr>
        </p:nvSpPr>
        <p:spPr>
          <a:xfrm>
            <a:off x="3843750" y="591078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67" name="Google Shape;167;p16"/>
          <p:cNvGrpSpPr/>
          <p:nvPr/>
        </p:nvGrpSpPr>
        <p:grpSpPr>
          <a:xfrm rot="-697126" flipH="1">
            <a:off x="569287" y="-351303"/>
            <a:ext cx="1305393" cy="1346461"/>
            <a:chOff x="1492000" y="427450"/>
            <a:chExt cx="1188000" cy="1225375"/>
          </a:xfrm>
        </p:grpSpPr>
        <p:sp>
          <p:nvSpPr>
            <p:cNvPr id="168" name="Google Shape;168;p16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/>
          <p:nvPr/>
        </p:nvSpPr>
        <p:spPr>
          <a:xfrm>
            <a:off x="8740343" y="1780347"/>
            <a:ext cx="20479" cy="58449"/>
          </a:xfrm>
          <a:custGeom>
            <a:avLst/>
            <a:gdLst/>
            <a:ahLst/>
            <a:cxnLst/>
            <a:rect l="l" t="t" r="r" b="b"/>
            <a:pathLst>
              <a:path w="488" h="1403" extrusionOk="0">
                <a:moveTo>
                  <a:pt x="249" y="0"/>
                </a:moveTo>
                <a:cubicBezTo>
                  <a:pt x="193" y="0"/>
                  <a:pt x="139" y="35"/>
                  <a:pt x="118" y="90"/>
                </a:cubicBezTo>
                <a:cubicBezTo>
                  <a:pt x="73" y="190"/>
                  <a:pt x="46" y="289"/>
                  <a:pt x="28" y="397"/>
                </a:cubicBezTo>
                <a:cubicBezTo>
                  <a:pt x="19" y="442"/>
                  <a:pt x="1" y="496"/>
                  <a:pt x="19" y="541"/>
                </a:cubicBezTo>
                <a:cubicBezTo>
                  <a:pt x="19" y="559"/>
                  <a:pt x="28" y="568"/>
                  <a:pt x="37" y="586"/>
                </a:cubicBezTo>
                <a:cubicBezTo>
                  <a:pt x="64" y="595"/>
                  <a:pt x="145" y="613"/>
                  <a:pt x="145" y="622"/>
                </a:cubicBezTo>
                <a:cubicBezTo>
                  <a:pt x="145" y="631"/>
                  <a:pt x="100" y="649"/>
                  <a:pt x="73" y="658"/>
                </a:cubicBezTo>
                <a:cubicBezTo>
                  <a:pt x="37" y="667"/>
                  <a:pt x="46" y="685"/>
                  <a:pt x="46" y="694"/>
                </a:cubicBezTo>
                <a:cubicBezTo>
                  <a:pt x="37" y="902"/>
                  <a:pt x="46" y="1100"/>
                  <a:pt x="109" y="1307"/>
                </a:cubicBezTo>
                <a:cubicBezTo>
                  <a:pt x="118" y="1343"/>
                  <a:pt x="154" y="1379"/>
                  <a:pt x="190" y="1397"/>
                </a:cubicBezTo>
                <a:cubicBezTo>
                  <a:pt x="203" y="1401"/>
                  <a:pt x="215" y="1402"/>
                  <a:pt x="228" y="1402"/>
                </a:cubicBezTo>
                <a:cubicBezTo>
                  <a:pt x="289" y="1402"/>
                  <a:pt x="348" y="1367"/>
                  <a:pt x="371" y="1307"/>
                </a:cubicBezTo>
                <a:cubicBezTo>
                  <a:pt x="434" y="1109"/>
                  <a:pt x="443" y="902"/>
                  <a:pt x="443" y="703"/>
                </a:cubicBezTo>
                <a:cubicBezTo>
                  <a:pt x="443" y="685"/>
                  <a:pt x="452" y="676"/>
                  <a:pt x="416" y="658"/>
                </a:cubicBezTo>
                <a:cubicBezTo>
                  <a:pt x="389" y="649"/>
                  <a:pt x="344" y="640"/>
                  <a:pt x="344" y="622"/>
                </a:cubicBezTo>
                <a:cubicBezTo>
                  <a:pt x="344" y="613"/>
                  <a:pt x="425" y="595"/>
                  <a:pt x="443" y="586"/>
                </a:cubicBezTo>
                <a:cubicBezTo>
                  <a:pt x="461" y="577"/>
                  <a:pt x="470" y="559"/>
                  <a:pt x="470" y="550"/>
                </a:cubicBezTo>
                <a:cubicBezTo>
                  <a:pt x="488" y="496"/>
                  <a:pt x="470" y="451"/>
                  <a:pt x="461" y="397"/>
                </a:cubicBezTo>
                <a:cubicBezTo>
                  <a:pt x="443" y="298"/>
                  <a:pt x="416" y="190"/>
                  <a:pt x="380" y="90"/>
                </a:cubicBezTo>
                <a:cubicBezTo>
                  <a:pt x="362" y="54"/>
                  <a:pt x="335" y="27"/>
                  <a:pt x="298" y="9"/>
                </a:cubicBezTo>
                <a:cubicBezTo>
                  <a:pt x="282" y="3"/>
                  <a:pt x="266" y="0"/>
                  <a:pt x="2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" name="Google Shape;181;p1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82" name="Google Shape;182;p1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" name="Google Shape;204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body" idx="1"/>
          </p:nvPr>
        </p:nvSpPr>
        <p:spPr>
          <a:xfrm>
            <a:off x="720000" y="1170724"/>
            <a:ext cx="7704000" cy="38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1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08" name="Google Shape;208;p18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09" name="Google Shape;209;p18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0" name="Google Shape;210;p1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11" name="Google Shape;211;p18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12" name="Google Shape;212;p1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7" name="Google Shape;227;p18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28" name="Google Shape;228;p1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43" name="Google Shape;243;p18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18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18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18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7" name="Google Shape;247;p18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1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9" name="Google Shape;249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8"/>
          <p:cNvSpPr txBox="1">
            <a:spLocks noGrp="1"/>
          </p:cNvSpPr>
          <p:nvPr>
            <p:ph type="body" idx="1"/>
          </p:nvPr>
        </p:nvSpPr>
        <p:spPr>
          <a:xfrm>
            <a:off x="720000" y="2980194"/>
            <a:ext cx="31293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1" name="Google Shape;251;p18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2" name="Google Shape;252;p18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9"/>
          <p:cNvGrpSpPr/>
          <p:nvPr/>
        </p:nvGrpSpPr>
        <p:grpSpPr>
          <a:xfrm>
            <a:off x="352670" y="6764"/>
            <a:ext cx="8793030" cy="5129556"/>
            <a:chOff x="514825" y="859725"/>
            <a:chExt cx="6865800" cy="4005275"/>
          </a:xfrm>
        </p:grpSpPr>
        <p:sp>
          <p:nvSpPr>
            <p:cNvPr id="256" name="Google Shape;256;p1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" name="Google Shape;277;p19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4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2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80" name="Google Shape;280;p2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" name="Google Shape;299;p20"/>
          <p:cNvSpPr txBox="1">
            <a:spLocks noGrp="1"/>
          </p:cNvSpPr>
          <p:nvPr>
            <p:ph type="subTitle" idx="1"/>
          </p:nvPr>
        </p:nvSpPr>
        <p:spPr>
          <a:xfrm>
            <a:off x="890100" y="1760244"/>
            <a:ext cx="7533900" cy="27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2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03" name="Google Shape;303;p2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22" name="Google Shape;322;p21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3" name="Google Shape;323;p21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1"/>
          <p:cNvSpPr txBox="1">
            <a:spLocks noGrp="1"/>
          </p:cNvSpPr>
          <p:nvPr>
            <p:ph type="title"/>
          </p:nvPr>
        </p:nvSpPr>
        <p:spPr>
          <a:xfrm>
            <a:off x="720000" y="1560650"/>
            <a:ext cx="3519300" cy="16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5" name="Google Shape;325;p21"/>
          <p:cNvSpPr txBox="1">
            <a:spLocks noGrp="1"/>
          </p:cNvSpPr>
          <p:nvPr>
            <p:ph type="subTitle" idx="1"/>
          </p:nvPr>
        </p:nvSpPr>
        <p:spPr>
          <a:xfrm rot="684086">
            <a:off x="5771626" y="1941489"/>
            <a:ext cx="1878775" cy="154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2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28" name="Google Shape;328;p2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1061575" y="1472687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8" name="Google Shape;348;p22"/>
          <p:cNvSpPr txBox="1">
            <a:spLocks noGrp="1"/>
          </p:cNvSpPr>
          <p:nvPr>
            <p:ph type="body" idx="1"/>
          </p:nvPr>
        </p:nvSpPr>
        <p:spPr>
          <a:xfrm>
            <a:off x="1061575" y="2468991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349" name="Google Shape;349;p22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0" name="Google Shape;350;p22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"/>
          <p:cNvSpPr txBox="1">
            <a:spLocks noGrp="1"/>
          </p:cNvSpPr>
          <p:nvPr>
            <p:ph type="title"/>
          </p:nvPr>
        </p:nvSpPr>
        <p:spPr>
          <a:xfrm>
            <a:off x="3223200" y="1570950"/>
            <a:ext cx="2697600" cy="20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2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55" name="Google Shape;355;p2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74" name="Google Shape;374;p24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5" name="Google Shape;375;p24"/>
          <p:cNvSpPr txBox="1">
            <a:spLocks noGrp="1"/>
          </p:cNvSpPr>
          <p:nvPr>
            <p:ph type="title" hasCustomPrompt="1"/>
          </p:nvPr>
        </p:nvSpPr>
        <p:spPr>
          <a:xfrm>
            <a:off x="1768200" y="1654521"/>
            <a:ext cx="5607600" cy="8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6" name="Google Shape;376;p24"/>
          <p:cNvSpPr txBox="1">
            <a:spLocks noGrp="1"/>
          </p:cNvSpPr>
          <p:nvPr>
            <p:ph type="body" idx="1"/>
          </p:nvPr>
        </p:nvSpPr>
        <p:spPr>
          <a:xfrm>
            <a:off x="2710050" y="2650221"/>
            <a:ext cx="3723900" cy="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26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381" name="Google Shape;381;p26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82" name="Google Shape;382;p2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83" name="Google Shape;383;p26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384" name="Google Shape;384;p2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9" name="Google Shape;399;p26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400" name="Google Shape;400;p2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15" name="Google Shape;415;p26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6" name="Google Shape;416;p26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" name="Google Shape;417;p26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Google Shape;418;p26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" name="Google Shape;419;p26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0" name="Google Shape;420;p2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21" name="Google Shape;421;p2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68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22" name="Google Shape;422;p26"/>
          <p:cNvSpPr txBox="1">
            <a:spLocks noGrp="1"/>
          </p:cNvSpPr>
          <p:nvPr>
            <p:ph type="subTitle" idx="1"/>
          </p:nvPr>
        </p:nvSpPr>
        <p:spPr>
          <a:xfrm>
            <a:off x="90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3" name="Google Shape;423;p26"/>
          <p:cNvSpPr txBox="1">
            <a:spLocks noGrp="1"/>
          </p:cNvSpPr>
          <p:nvPr>
            <p:ph type="subTitle" idx="2"/>
          </p:nvPr>
        </p:nvSpPr>
        <p:spPr>
          <a:xfrm>
            <a:off x="567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4" name="Google Shape;424;p26"/>
          <p:cNvSpPr txBox="1">
            <a:spLocks noGrp="1"/>
          </p:cNvSpPr>
          <p:nvPr>
            <p:ph type="subTitle" idx="3"/>
          </p:nvPr>
        </p:nvSpPr>
        <p:spPr>
          <a:xfrm>
            <a:off x="90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5" name="Google Shape;425;p26"/>
          <p:cNvSpPr txBox="1">
            <a:spLocks noGrp="1"/>
          </p:cNvSpPr>
          <p:nvPr>
            <p:ph type="subTitle" idx="4"/>
          </p:nvPr>
        </p:nvSpPr>
        <p:spPr>
          <a:xfrm>
            <a:off x="567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6" name="Google Shape;426;p26"/>
          <p:cNvSpPr txBox="1">
            <a:spLocks noGrp="1"/>
          </p:cNvSpPr>
          <p:nvPr>
            <p:ph type="subTitle" idx="5"/>
          </p:nvPr>
        </p:nvSpPr>
        <p:spPr>
          <a:xfrm>
            <a:off x="90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26"/>
          <p:cNvSpPr txBox="1">
            <a:spLocks noGrp="1"/>
          </p:cNvSpPr>
          <p:nvPr>
            <p:ph type="subTitle" idx="6"/>
          </p:nvPr>
        </p:nvSpPr>
        <p:spPr>
          <a:xfrm>
            <a:off x="567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8" name="Google Shape;428;p26"/>
          <p:cNvSpPr txBox="1">
            <a:spLocks noGrp="1"/>
          </p:cNvSpPr>
          <p:nvPr>
            <p:ph type="subTitle" idx="7"/>
          </p:nvPr>
        </p:nvSpPr>
        <p:spPr>
          <a:xfrm>
            <a:off x="90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9" name="Google Shape;429;p26"/>
          <p:cNvSpPr txBox="1">
            <a:spLocks noGrp="1"/>
          </p:cNvSpPr>
          <p:nvPr>
            <p:ph type="subTitle" idx="8"/>
          </p:nvPr>
        </p:nvSpPr>
        <p:spPr>
          <a:xfrm>
            <a:off x="567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2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32" name="Google Shape;432;p2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4" name="Google Shape;454;p27"/>
          <p:cNvSpPr txBox="1">
            <a:spLocks noGrp="1"/>
          </p:cNvSpPr>
          <p:nvPr>
            <p:ph type="ctrTitle"/>
          </p:nvPr>
        </p:nvSpPr>
        <p:spPr>
          <a:xfrm>
            <a:off x="5908324" y="1290427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55" name="Google Shape;455;p27"/>
          <p:cNvSpPr txBox="1">
            <a:spLocks noGrp="1"/>
          </p:cNvSpPr>
          <p:nvPr>
            <p:ph type="subTitle" idx="1"/>
          </p:nvPr>
        </p:nvSpPr>
        <p:spPr>
          <a:xfrm>
            <a:off x="590832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6" name="Google Shape;456;p27"/>
          <p:cNvSpPr txBox="1">
            <a:spLocks noGrp="1"/>
          </p:cNvSpPr>
          <p:nvPr>
            <p:ph type="title" idx="2" hasCustomPrompt="1"/>
          </p:nvPr>
        </p:nvSpPr>
        <p:spPr>
          <a:xfrm>
            <a:off x="4903953" y="1280000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57" name="Google Shape;457;p27"/>
          <p:cNvSpPr txBox="1">
            <a:spLocks noGrp="1"/>
          </p:cNvSpPr>
          <p:nvPr>
            <p:ph type="subTitle" idx="3"/>
          </p:nvPr>
        </p:nvSpPr>
        <p:spPr>
          <a:xfrm>
            <a:off x="590832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8" name="Google Shape;458;p27"/>
          <p:cNvSpPr txBox="1">
            <a:spLocks noGrp="1"/>
          </p:cNvSpPr>
          <p:nvPr>
            <p:ph type="title" idx="4" hasCustomPrompt="1"/>
          </p:nvPr>
        </p:nvSpPr>
        <p:spPr>
          <a:xfrm>
            <a:off x="4903953" y="327730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5"/>
          </p:nvPr>
        </p:nvSpPr>
        <p:spPr>
          <a:xfrm>
            <a:off x="5908324" y="2589180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0" name="Google Shape;460;p27"/>
          <p:cNvSpPr txBox="1">
            <a:spLocks noGrp="1"/>
          </p:cNvSpPr>
          <p:nvPr>
            <p:ph type="title" idx="6" hasCustomPrompt="1"/>
          </p:nvPr>
        </p:nvSpPr>
        <p:spPr>
          <a:xfrm>
            <a:off x="4903953" y="230664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61" name="Google Shape;461;p27"/>
          <p:cNvSpPr txBox="1">
            <a:spLocks noGrp="1"/>
          </p:cNvSpPr>
          <p:nvPr>
            <p:ph type="ctrTitle" idx="7"/>
          </p:nvPr>
        </p:nvSpPr>
        <p:spPr>
          <a:xfrm>
            <a:off x="5908324" y="231110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62" name="Google Shape;462;p27"/>
          <p:cNvSpPr txBox="1">
            <a:spLocks noGrp="1"/>
          </p:cNvSpPr>
          <p:nvPr>
            <p:ph type="ctrTitle" idx="8"/>
          </p:nvPr>
        </p:nvSpPr>
        <p:spPr>
          <a:xfrm>
            <a:off x="5908324" y="328299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63" name="Google Shape;463;p27"/>
          <p:cNvSpPr txBox="1">
            <a:spLocks noGrp="1"/>
          </p:cNvSpPr>
          <p:nvPr>
            <p:ph type="ctrTitle" idx="9"/>
          </p:nvPr>
        </p:nvSpPr>
        <p:spPr>
          <a:xfrm>
            <a:off x="1912664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64" name="Google Shape;464;p27"/>
          <p:cNvSpPr txBox="1">
            <a:spLocks noGrp="1"/>
          </p:cNvSpPr>
          <p:nvPr>
            <p:ph type="subTitle" idx="13"/>
          </p:nvPr>
        </p:nvSpPr>
        <p:spPr>
          <a:xfrm>
            <a:off x="191266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5" name="Google Shape;465;p27"/>
          <p:cNvSpPr txBox="1">
            <a:spLocks noGrp="1"/>
          </p:cNvSpPr>
          <p:nvPr>
            <p:ph type="title" idx="14" hasCustomPrompt="1"/>
          </p:nvPr>
        </p:nvSpPr>
        <p:spPr>
          <a:xfrm>
            <a:off x="784376" y="1286887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5"/>
          </p:nvPr>
        </p:nvSpPr>
        <p:spPr>
          <a:xfrm>
            <a:off x="191266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7" name="Google Shape;467;p27"/>
          <p:cNvSpPr txBox="1">
            <a:spLocks noGrp="1"/>
          </p:cNvSpPr>
          <p:nvPr>
            <p:ph type="title" idx="16" hasCustomPrompt="1"/>
          </p:nvPr>
        </p:nvSpPr>
        <p:spPr>
          <a:xfrm>
            <a:off x="784376" y="3284192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68" name="Google Shape;468;p27"/>
          <p:cNvSpPr txBox="1">
            <a:spLocks noGrp="1"/>
          </p:cNvSpPr>
          <p:nvPr>
            <p:ph type="subTitle" idx="17"/>
          </p:nvPr>
        </p:nvSpPr>
        <p:spPr>
          <a:xfrm>
            <a:off x="1912664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9" name="Google Shape;469;p27"/>
          <p:cNvSpPr txBox="1">
            <a:spLocks noGrp="1"/>
          </p:cNvSpPr>
          <p:nvPr>
            <p:ph type="title" idx="18" hasCustomPrompt="1"/>
          </p:nvPr>
        </p:nvSpPr>
        <p:spPr>
          <a:xfrm>
            <a:off x="784376" y="2313531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70" name="Google Shape;470;p27"/>
          <p:cNvSpPr txBox="1">
            <a:spLocks noGrp="1"/>
          </p:cNvSpPr>
          <p:nvPr>
            <p:ph type="ctrTitle" idx="19"/>
          </p:nvPr>
        </p:nvSpPr>
        <p:spPr>
          <a:xfrm>
            <a:off x="1912664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71" name="Google Shape;471;p27"/>
          <p:cNvSpPr txBox="1">
            <a:spLocks noGrp="1"/>
          </p:cNvSpPr>
          <p:nvPr>
            <p:ph type="ctrTitle" idx="20"/>
          </p:nvPr>
        </p:nvSpPr>
        <p:spPr>
          <a:xfrm>
            <a:off x="1912664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72" name="Google Shape;472;p27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28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75" name="Google Shape;475;p2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7" name="Google Shape;497;p28"/>
          <p:cNvSpPr txBox="1">
            <a:spLocks noGrp="1"/>
          </p:cNvSpPr>
          <p:nvPr>
            <p:ph type="subTitle" idx="1"/>
          </p:nvPr>
        </p:nvSpPr>
        <p:spPr>
          <a:xfrm>
            <a:off x="2059950" y="2514140"/>
            <a:ext cx="43272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8" name="Google Shape;498;p28"/>
          <p:cNvSpPr txBox="1">
            <a:spLocks noGrp="1"/>
          </p:cNvSpPr>
          <p:nvPr>
            <p:ph type="title"/>
          </p:nvPr>
        </p:nvSpPr>
        <p:spPr>
          <a:xfrm>
            <a:off x="1080450" y="1555960"/>
            <a:ext cx="5306700" cy="8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9" name="Google Shape;499;p28"/>
          <p:cNvSpPr txBox="1">
            <a:spLocks noGrp="1"/>
          </p:cNvSpPr>
          <p:nvPr>
            <p:ph type="title" idx="2" hasCustomPrompt="1"/>
          </p:nvPr>
        </p:nvSpPr>
        <p:spPr>
          <a:xfrm>
            <a:off x="6853050" y="2092943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500" name="Google Shape;500;p28"/>
          <p:cNvGrpSpPr/>
          <p:nvPr/>
        </p:nvGrpSpPr>
        <p:grpSpPr>
          <a:xfrm rot="-5072894" flipH="1">
            <a:off x="-1007770" y="1789630"/>
            <a:ext cx="3474349" cy="888902"/>
            <a:chOff x="3809875" y="1963175"/>
            <a:chExt cx="1923600" cy="492150"/>
          </a:xfrm>
        </p:grpSpPr>
        <p:sp>
          <p:nvSpPr>
            <p:cNvPr id="501" name="Google Shape;501;p28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8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8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8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8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8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2" name="Google Shape;512;p28"/>
          <p:cNvGrpSpPr/>
          <p:nvPr/>
        </p:nvGrpSpPr>
        <p:grpSpPr>
          <a:xfrm rot="-375097">
            <a:off x="7330557" y="3418618"/>
            <a:ext cx="711742" cy="793298"/>
            <a:chOff x="6554696" y="509501"/>
            <a:chExt cx="711709" cy="793261"/>
          </a:xfrm>
        </p:grpSpPr>
        <p:sp>
          <p:nvSpPr>
            <p:cNvPr id="513" name="Google Shape;513;p28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8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oogle Shape;516;p2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17" name="Google Shape;517;p2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9" name="Google Shape;539;p29"/>
          <p:cNvSpPr txBox="1">
            <a:spLocks noGrp="1"/>
          </p:cNvSpPr>
          <p:nvPr>
            <p:ph type="title"/>
          </p:nvPr>
        </p:nvSpPr>
        <p:spPr>
          <a:xfrm>
            <a:off x="3168000" y="1478819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40" name="Google Shape;540;p29"/>
          <p:cNvSpPr txBox="1">
            <a:spLocks noGrp="1"/>
          </p:cNvSpPr>
          <p:nvPr>
            <p:ph type="body" idx="1"/>
          </p:nvPr>
        </p:nvSpPr>
        <p:spPr>
          <a:xfrm>
            <a:off x="3168000" y="2469364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4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3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43" name="Google Shape;543;p3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5" name="Google Shape;565;p30"/>
          <p:cNvSpPr txBox="1">
            <a:spLocks noGrp="1"/>
          </p:cNvSpPr>
          <p:nvPr>
            <p:ph type="subTitle" idx="1"/>
          </p:nvPr>
        </p:nvSpPr>
        <p:spPr>
          <a:xfrm>
            <a:off x="398370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6" name="Google Shape;566;p30"/>
          <p:cNvSpPr txBox="1">
            <a:spLocks noGrp="1"/>
          </p:cNvSpPr>
          <p:nvPr>
            <p:ph type="ctrTitle"/>
          </p:nvPr>
        </p:nvSpPr>
        <p:spPr>
          <a:xfrm>
            <a:off x="58758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567" name="Google Shape;567;p30"/>
          <p:cNvGrpSpPr/>
          <p:nvPr/>
        </p:nvGrpSpPr>
        <p:grpSpPr>
          <a:xfrm>
            <a:off x="7673759" y="-287513"/>
            <a:ext cx="788762" cy="861588"/>
            <a:chOff x="7673759" y="-287513"/>
            <a:chExt cx="788762" cy="861588"/>
          </a:xfrm>
        </p:grpSpPr>
        <p:grpSp>
          <p:nvGrpSpPr>
            <p:cNvPr id="568" name="Google Shape;568;p30"/>
            <p:cNvGrpSpPr/>
            <p:nvPr/>
          </p:nvGrpSpPr>
          <p:grpSpPr>
            <a:xfrm rot="350572">
              <a:off x="7712287" y="-253348"/>
              <a:ext cx="711705" cy="793257"/>
              <a:chOff x="6554696" y="509501"/>
              <a:chExt cx="711709" cy="793261"/>
            </a:xfrm>
          </p:grpSpPr>
          <p:sp>
            <p:nvSpPr>
              <p:cNvPr id="569" name="Google Shape;569;p30"/>
              <p:cNvSpPr/>
              <p:nvPr/>
            </p:nvSpPr>
            <p:spPr>
              <a:xfrm>
                <a:off x="6560695" y="516700"/>
                <a:ext cx="696978" cy="779230"/>
              </a:xfrm>
              <a:custGeom>
                <a:avLst/>
                <a:gdLst/>
                <a:ahLst/>
                <a:cxnLst/>
                <a:rect l="l" t="t" r="r" b="b"/>
                <a:pathLst>
                  <a:path w="20913" h="23381" extrusionOk="0">
                    <a:moveTo>
                      <a:pt x="4201" y="1"/>
                    </a:moveTo>
                    <a:cubicBezTo>
                      <a:pt x="1903" y="1"/>
                      <a:pt x="28" y="1866"/>
                      <a:pt x="28" y="4165"/>
                    </a:cubicBezTo>
                    <a:lnTo>
                      <a:pt x="1" y="17073"/>
                    </a:lnTo>
                    <a:cubicBezTo>
                      <a:pt x="1" y="18903"/>
                      <a:pt x="1190" y="20516"/>
                      <a:pt x="2930" y="21057"/>
                    </a:cubicBezTo>
                    <a:lnTo>
                      <a:pt x="9736" y="23193"/>
                    </a:lnTo>
                    <a:cubicBezTo>
                      <a:pt x="10143" y="23318"/>
                      <a:pt x="10563" y="23381"/>
                      <a:pt x="10982" y="23381"/>
                    </a:cubicBezTo>
                    <a:cubicBezTo>
                      <a:pt x="11444" y="23381"/>
                      <a:pt x="11906" y="23304"/>
                      <a:pt x="12350" y="23148"/>
                    </a:cubicBezTo>
                    <a:lnTo>
                      <a:pt x="18092" y="21147"/>
                    </a:lnTo>
                    <a:cubicBezTo>
                      <a:pt x="19759" y="20570"/>
                      <a:pt x="20886" y="18993"/>
                      <a:pt x="20886" y="17217"/>
                    </a:cubicBezTo>
                    <a:lnTo>
                      <a:pt x="20913" y="4201"/>
                    </a:lnTo>
                    <a:cubicBezTo>
                      <a:pt x="20913" y="1903"/>
                      <a:pt x="19047" y="28"/>
                      <a:pt x="16748" y="28"/>
                    </a:cubicBezTo>
                    <a:lnTo>
                      <a:pt x="4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0"/>
              <p:cNvSpPr/>
              <p:nvPr/>
            </p:nvSpPr>
            <p:spPr>
              <a:xfrm>
                <a:off x="6554696" y="509501"/>
                <a:ext cx="711709" cy="793261"/>
              </a:xfrm>
              <a:custGeom>
                <a:avLst/>
                <a:gdLst/>
                <a:ahLst/>
                <a:cxnLst/>
                <a:rect l="l" t="t" r="r" b="b"/>
                <a:pathLst>
                  <a:path w="21355" h="23802" extrusionOk="0">
                    <a:moveTo>
                      <a:pt x="5138" y="442"/>
                    </a:moveTo>
                    <a:lnTo>
                      <a:pt x="7572" y="451"/>
                    </a:lnTo>
                    <a:lnTo>
                      <a:pt x="12440" y="469"/>
                    </a:lnTo>
                    <a:lnTo>
                      <a:pt x="14873" y="469"/>
                    </a:lnTo>
                    <a:lnTo>
                      <a:pt x="16090" y="478"/>
                    </a:lnTo>
                    <a:cubicBezTo>
                      <a:pt x="16249" y="478"/>
                      <a:pt x="16412" y="477"/>
                      <a:pt x="16574" y="477"/>
                    </a:cubicBezTo>
                    <a:cubicBezTo>
                      <a:pt x="16817" y="477"/>
                      <a:pt x="17058" y="480"/>
                      <a:pt x="17280" y="496"/>
                    </a:cubicBezTo>
                    <a:cubicBezTo>
                      <a:pt x="17659" y="541"/>
                      <a:pt x="18037" y="622"/>
                      <a:pt x="18389" y="766"/>
                    </a:cubicBezTo>
                    <a:cubicBezTo>
                      <a:pt x="18740" y="920"/>
                      <a:pt x="19083" y="1109"/>
                      <a:pt x="19380" y="1352"/>
                    </a:cubicBezTo>
                    <a:cubicBezTo>
                      <a:pt x="19669" y="1596"/>
                      <a:pt x="19939" y="1866"/>
                      <a:pt x="20155" y="2191"/>
                    </a:cubicBezTo>
                    <a:cubicBezTo>
                      <a:pt x="20363" y="2506"/>
                      <a:pt x="20534" y="2849"/>
                      <a:pt x="20651" y="3209"/>
                    </a:cubicBezTo>
                    <a:cubicBezTo>
                      <a:pt x="20759" y="3579"/>
                      <a:pt x="20832" y="3948"/>
                      <a:pt x="20832" y="4336"/>
                    </a:cubicBezTo>
                    <a:cubicBezTo>
                      <a:pt x="20841" y="4733"/>
                      <a:pt x="20832" y="5147"/>
                      <a:pt x="20832" y="5544"/>
                    </a:cubicBezTo>
                    <a:lnTo>
                      <a:pt x="20841" y="7978"/>
                    </a:lnTo>
                    <a:lnTo>
                      <a:pt x="20850" y="12845"/>
                    </a:lnTo>
                    <a:lnTo>
                      <a:pt x="20850" y="15279"/>
                    </a:lnTo>
                    <a:lnTo>
                      <a:pt x="20850" y="16496"/>
                    </a:lnTo>
                    <a:lnTo>
                      <a:pt x="20850" y="17109"/>
                    </a:lnTo>
                    <a:lnTo>
                      <a:pt x="20859" y="17406"/>
                    </a:lnTo>
                    <a:lnTo>
                      <a:pt x="20841" y="17704"/>
                    </a:lnTo>
                    <a:cubicBezTo>
                      <a:pt x="20795" y="18470"/>
                      <a:pt x="20516" y="19218"/>
                      <a:pt x="20047" y="19831"/>
                    </a:cubicBezTo>
                    <a:cubicBezTo>
                      <a:pt x="19579" y="20453"/>
                      <a:pt x="18930" y="20921"/>
                      <a:pt x="18208" y="21183"/>
                    </a:cubicBezTo>
                    <a:lnTo>
                      <a:pt x="13602" y="22769"/>
                    </a:lnTo>
                    <a:lnTo>
                      <a:pt x="12458" y="23175"/>
                    </a:lnTo>
                    <a:cubicBezTo>
                      <a:pt x="12088" y="23292"/>
                      <a:pt x="11709" y="23364"/>
                      <a:pt x="11322" y="23382"/>
                    </a:cubicBezTo>
                    <a:cubicBezTo>
                      <a:pt x="11267" y="23385"/>
                      <a:pt x="11211" y="23386"/>
                      <a:pt x="11156" y="23386"/>
                    </a:cubicBezTo>
                    <a:cubicBezTo>
                      <a:pt x="10830" y="23386"/>
                      <a:pt x="10500" y="23342"/>
                      <a:pt x="10177" y="23265"/>
                    </a:cubicBezTo>
                    <a:cubicBezTo>
                      <a:pt x="9997" y="23211"/>
                      <a:pt x="9798" y="23148"/>
                      <a:pt x="9609" y="23085"/>
                    </a:cubicBezTo>
                    <a:lnTo>
                      <a:pt x="9023" y="22905"/>
                    </a:lnTo>
                    <a:lnTo>
                      <a:pt x="4381" y="21453"/>
                    </a:lnTo>
                    <a:lnTo>
                      <a:pt x="3218" y="21093"/>
                    </a:lnTo>
                    <a:cubicBezTo>
                      <a:pt x="2849" y="20976"/>
                      <a:pt x="2497" y="20813"/>
                      <a:pt x="2173" y="20597"/>
                    </a:cubicBezTo>
                    <a:cubicBezTo>
                      <a:pt x="1542" y="20173"/>
                      <a:pt x="1001" y="19578"/>
                      <a:pt x="676" y="18866"/>
                    </a:cubicBezTo>
                    <a:cubicBezTo>
                      <a:pt x="505" y="18515"/>
                      <a:pt x="397" y="18136"/>
                      <a:pt x="343" y="17749"/>
                    </a:cubicBezTo>
                    <a:cubicBezTo>
                      <a:pt x="298" y="17361"/>
                      <a:pt x="316" y="16955"/>
                      <a:pt x="316" y="16550"/>
                    </a:cubicBezTo>
                    <a:lnTo>
                      <a:pt x="334" y="14116"/>
                    </a:lnTo>
                    <a:lnTo>
                      <a:pt x="388" y="9248"/>
                    </a:lnTo>
                    <a:cubicBezTo>
                      <a:pt x="397" y="7626"/>
                      <a:pt x="406" y="6003"/>
                      <a:pt x="415" y="4381"/>
                    </a:cubicBezTo>
                    <a:cubicBezTo>
                      <a:pt x="424" y="3993"/>
                      <a:pt x="478" y="3606"/>
                      <a:pt x="586" y="3245"/>
                    </a:cubicBezTo>
                    <a:cubicBezTo>
                      <a:pt x="703" y="2876"/>
                      <a:pt x="866" y="2524"/>
                      <a:pt x="1082" y="2200"/>
                    </a:cubicBezTo>
                    <a:cubicBezTo>
                      <a:pt x="1298" y="1884"/>
                      <a:pt x="1551" y="1596"/>
                      <a:pt x="1848" y="1343"/>
                    </a:cubicBezTo>
                    <a:cubicBezTo>
                      <a:pt x="2155" y="1109"/>
                      <a:pt x="2479" y="902"/>
                      <a:pt x="2831" y="748"/>
                    </a:cubicBezTo>
                    <a:cubicBezTo>
                      <a:pt x="3191" y="604"/>
                      <a:pt x="3561" y="505"/>
                      <a:pt x="3948" y="460"/>
                    </a:cubicBezTo>
                    <a:cubicBezTo>
                      <a:pt x="4039" y="451"/>
                      <a:pt x="4138" y="451"/>
                      <a:pt x="4237" y="442"/>
                    </a:cubicBezTo>
                    <a:close/>
                    <a:moveTo>
                      <a:pt x="4381" y="0"/>
                    </a:moveTo>
                    <a:lnTo>
                      <a:pt x="4219" y="9"/>
                    </a:lnTo>
                    <a:cubicBezTo>
                      <a:pt x="4111" y="18"/>
                      <a:pt x="4003" y="18"/>
                      <a:pt x="3894" y="27"/>
                    </a:cubicBezTo>
                    <a:cubicBezTo>
                      <a:pt x="3471" y="81"/>
                      <a:pt x="3056" y="190"/>
                      <a:pt x="2668" y="352"/>
                    </a:cubicBezTo>
                    <a:cubicBezTo>
                      <a:pt x="2272" y="523"/>
                      <a:pt x="1911" y="748"/>
                      <a:pt x="1578" y="1019"/>
                    </a:cubicBezTo>
                    <a:cubicBezTo>
                      <a:pt x="1253" y="1289"/>
                      <a:pt x="965" y="1614"/>
                      <a:pt x="731" y="1965"/>
                    </a:cubicBezTo>
                    <a:cubicBezTo>
                      <a:pt x="496" y="2326"/>
                      <a:pt x="316" y="2713"/>
                      <a:pt x="190" y="3119"/>
                    </a:cubicBezTo>
                    <a:cubicBezTo>
                      <a:pt x="63" y="3534"/>
                      <a:pt x="9" y="3957"/>
                      <a:pt x="0" y="4381"/>
                    </a:cubicBezTo>
                    <a:cubicBezTo>
                      <a:pt x="0" y="6003"/>
                      <a:pt x="0" y="7626"/>
                      <a:pt x="9" y="9248"/>
                    </a:cubicBezTo>
                    <a:lnTo>
                      <a:pt x="54" y="14116"/>
                    </a:lnTo>
                    <a:lnTo>
                      <a:pt x="54" y="16550"/>
                    </a:lnTo>
                    <a:lnTo>
                      <a:pt x="54" y="17154"/>
                    </a:lnTo>
                    <a:cubicBezTo>
                      <a:pt x="54" y="17253"/>
                      <a:pt x="54" y="17361"/>
                      <a:pt x="63" y="17469"/>
                    </a:cubicBezTo>
                    <a:cubicBezTo>
                      <a:pt x="63" y="17568"/>
                      <a:pt x="72" y="17676"/>
                      <a:pt x="81" y="17776"/>
                    </a:cubicBezTo>
                    <a:cubicBezTo>
                      <a:pt x="127" y="18190"/>
                      <a:pt x="217" y="18605"/>
                      <a:pt x="370" y="19002"/>
                    </a:cubicBezTo>
                    <a:cubicBezTo>
                      <a:pt x="676" y="19786"/>
                      <a:pt x="1226" y="20489"/>
                      <a:pt x="1947" y="20949"/>
                    </a:cubicBezTo>
                    <a:cubicBezTo>
                      <a:pt x="2299" y="21183"/>
                      <a:pt x="2696" y="21363"/>
                      <a:pt x="3092" y="21489"/>
                    </a:cubicBezTo>
                    <a:lnTo>
                      <a:pt x="4255" y="21859"/>
                    </a:lnTo>
                    <a:lnTo>
                      <a:pt x="8897" y="23310"/>
                    </a:lnTo>
                    <a:lnTo>
                      <a:pt x="9483" y="23490"/>
                    </a:lnTo>
                    <a:cubicBezTo>
                      <a:pt x="9672" y="23554"/>
                      <a:pt x="9862" y="23617"/>
                      <a:pt x="10078" y="23671"/>
                    </a:cubicBezTo>
                    <a:cubicBezTo>
                      <a:pt x="10418" y="23761"/>
                      <a:pt x="10777" y="23801"/>
                      <a:pt x="11133" y="23801"/>
                    </a:cubicBezTo>
                    <a:cubicBezTo>
                      <a:pt x="11202" y="23801"/>
                      <a:pt x="11271" y="23800"/>
                      <a:pt x="11340" y="23797"/>
                    </a:cubicBezTo>
                    <a:cubicBezTo>
                      <a:pt x="11764" y="23779"/>
                      <a:pt x="12187" y="23698"/>
                      <a:pt x="12593" y="23563"/>
                    </a:cubicBezTo>
                    <a:lnTo>
                      <a:pt x="13738" y="23157"/>
                    </a:lnTo>
                    <a:lnTo>
                      <a:pt x="18335" y="21552"/>
                    </a:lnTo>
                    <a:cubicBezTo>
                      <a:pt x="19137" y="21273"/>
                      <a:pt x="19858" y="20759"/>
                      <a:pt x="20372" y="20083"/>
                    </a:cubicBezTo>
                    <a:cubicBezTo>
                      <a:pt x="20895" y="19407"/>
                      <a:pt x="21210" y="18578"/>
                      <a:pt x="21273" y="17731"/>
                    </a:cubicBezTo>
                    <a:lnTo>
                      <a:pt x="21282" y="17406"/>
                    </a:lnTo>
                    <a:lnTo>
                      <a:pt x="21282" y="17109"/>
                    </a:lnTo>
                    <a:lnTo>
                      <a:pt x="21291" y="16496"/>
                    </a:lnTo>
                    <a:lnTo>
                      <a:pt x="21291" y="15279"/>
                    </a:lnTo>
                    <a:lnTo>
                      <a:pt x="21309" y="12845"/>
                    </a:lnTo>
                    <a:lnTo>
                      <a:pt x="21327" y="7978"/>
                    </a:lnTo>
                    <a:lnTo>
                      <a:pt x="21345" y="5544"/>
                    </a:lnTo>
                    <a:cubicBezTo>
                      <a:pt x="21345" y="5138"/>
                      <a:pt x="21354" y="4742"/>
                      <a:pt x="21345" y="4327"/>
                    </a:cubicBezTo>
                    <a:cubicBezTo>
                      <a:pt x="21336" y="3894"/>
                      <a:pt x="21255" y="3471"/>
                      <a:pt x="21129" y="3056"/>
                    </a:cubicBezTo>
                    <a:cubicBezTo>
                      <a:pt x="20994" y="2650"/>
                      <a:pt x="20795" y="2263"/>
                      <a:pt x="20561" y="1911"/>
                    </a:cubicBezTo>
                    <a:cubicBezTo>
                      <a:pt x="20309" y="1551"/>
                      <a:pt x="20011" y="1244"/>
                      <a:pt x="19678" y="974"/>
                    </a:cubicBezTo>
                    <a:cubicBezTo>
                      <a:pt x="19344" y="694"/>
                      <a:pt x="18966" y="487"/>
                      <a:pt x="18569" y="325"/>
                    </a:cubicBezTo>
                    <a:cubicBezTo>
                      <a:pt x="18172" y="153"/>
                      <a:pt x="17749" y="72"/>
                      <a:pt x="17325" y="18"/>
                    </a:cubicBezTo>
                    <a:cubicBezTo>
                      <a:pt x="17109" y="5"/>
                      <a:pt x="16901" y="2"/>
                      <a:pt x="16698" y="2"/>
                    </a:cubicBezTo>
                    <a:cubicBezTo>
                      <a:pt x="16596" y="2"/>
                      <a:pt x="16494" y="3"/>
                      <a:pt x="16393" y="3"/>
                    </a:cubicBezTo>
                    <a:cubicBezTo>
                      <a:pt x="16292" y="3"/>
                      <a:pt x="16192" y="2"/>
                      <a:pt x="160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1" name="Google Shape;571;p30"/>
            <p:cNvSpPr/>
            <p:nvPr/>
          </p:nvSpPr>
          <p:spPr>
            <a:xfrm rot="442426">
              <a:off x="8229710" y="-161880"/>
              <a:ext cx="102851" cy="55127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5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" name="Google Shape;573;p3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74" name="Google Shape;574;p3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6" name="Google Shape;596;p31"/>
          <p:cNvSpPr txBox="1">
            <a:spLocks noGrp="1"/>
          </p:cNvSpPr>
          <p:nvPr>
            <p:ph type="subTitle" idx="1"/>
          </p:nvPr>
        </p:nvSpPr>
        <p:spPr>
          <a:xfrm>
            <a:off x="235185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97" name="Google Shape;597;p31"/>
          <p:cNvSpPr txBox="1">
            <a:spLocks noGrp="1"/>
          </p:cNvSpPr>
          <p:nvPr>
            <p:ph type="ctrTitle"/>
          </p:nvPr>
        </p:nvSpPr>
        <p:spPr>
          <a:xfrm>
            <a:off x="32979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3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00" name="Google Shape;600;p3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2" name="Google Shape;622;p32"/>
          <p:cNvSpPr txBox="1">
            <a:spLocks noGrp="1"/>
          </p:cNvSpPr>
          <p:nvPr>
            <p:ph type="subTitle" idx="1"/>
          </p:nvPr>
        </p:nvSpPr>
        <p:spPr>
          <a:xfrm>
            <a:off x="906900" y="298732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3" name="Google Shape;623;p32"/>
          <p:cNvSpPr txBox="1">
            <a:spLocks noGrp="1"/>
          </p:cNvSpPr>
          <p:nvPr>
            <p:ph type="subTitle" idx="2"/>
          </p:nvPr>
        </p:nvSpPr>
        <p:spPr>
          <a:xfrm>
            <a:off x="906900" y="12797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4" name="Google Shape;624;p32"/>
          <p:cNvSpPr txBox="1">
            <a:spLocks noGrp="1"/>
          </p:cNvSpPr>
          <p:nvPr>
            <p:ph type="subTitle" idx="3"/>
          </p:nvPr>
        </p:nvSpPr>
        <p:spPr>
          <a:xfrm>
            <a:off x="906900" y="1743949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5" name="Google Shape;625;p32"/>
          <p:cNvSpPr txBox="1">
            <a:spLocks noGrp="1"/>
          </p:cNvSpPr>
          <p:nvPr>
            <p:ph type="subTitle" idx="4"/>
          </p:nvPr>
        </p:nvSpPr>
        <p:spPr>
          <a:xfrm>
            <a:off x="906900" y="3464338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6" name="Google Shape;626;p3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7"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3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29" name="Google Shape;629;p3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1" name="Google Shape;651;p33"/>
          <p:cNvSpPr txBox="1">
            <a:spLocks noGrp="1"/>
          </p:cNvSpPr>
          <p:nvPr>
            <p:ph type="ctrTitle"/>
          </p:nvPr>
        </p:nvSpPr>
        <p:spPr>
          <a:xfrm>
            <a:off x="52729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2" name="Google Shape;652;p33"/>
          <p:cNvSpPr txBox="1">
            <a:spLocks noGrp="1"/>
          </p:cNvSpPr>
          <p:nvPr>
            <p:ph type="subTitle" idx="1"/>
          </p:nvPr>
        </p:nvSpPr>
        <p:spPr>
          <a:xfrm>
            <a:off x="52729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3" name="Google Shape;653;p33"/>
          <p:cNvSpPr txBox="1">
            <a:spLocks noGrp="1"/>
          </p:cNvSpPr>
          <p:nvPr>
            <p:ph type="subTitle" idx="2"/>
          </p:nvPr>
        </p:nvSpPr>
        <p:spPr>
          <a:xfrm>
            <a:off x="52729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33"/>
          <p:cNvSpPr txBox="1">
            <a:spLocks noGrp="1"/>
          </p:cNvSpPr>
          <p:nvPr>
            <p:ph type="ctrTitle" idx="3"/>
          </p:nvPr>
        </p:nvSpPr>
        <p:spPr>
          <a:xfrm>
            <a:off x="52729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5" name="Google Shape;655;p33"/>
          <p:cNvSpPr txBox="1">
            <a:spLocks noGrp="1"/>
          </p:cNvSpPr>
          <p:nvPr>
            <p:ph type="ctrTitle" idx="4"/>
          </p:nvPr>
        </p:nvSpPr>
        <p:spPr>
          <a:xfrm>
            <a:off x="14197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6" name="Google Shape;656;p33"/>
          <p:cNvSpPr txBox="1">
            <a:spLocks noGrp="1"/>
          </p:cNvSpPr>
          <p:nvPr>
            <p:ph type="subTitle" idx="5"/>
          </p:nvPr>
        </p:nvSpPr>
        <p:spPr>
          <a:xfrm>
            <a:off x="14197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7" name="Google Shape;657;p33"/>
          <p:cNvSpPr txBox="1">
            <a:spLocks noGrp="1"/>
          </p:cNvSpPr>
          <p:nvPr>
            <p:ph type="subTitle" idx="6"/>
          </p:nvPr>
        </p:nvSpPr>
        <p:spPr>
          <a:xfrm>
            <a:off x="14197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8" name="Google Shape;658;p33"/>
          <p:cNvSpPr txBox="1">
            <a:spLocks noGrp="1"/>
          </p:cNvSpPr>
          <p:nvPr>
            <p:ph type="ctrTitle" idx="7"/>
          </p:nvPr>
        </p:nvSpPr>
        <p:spPr>
          <a:xfrm>
            <a:off x="14197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9" name="Google Shape;659;p33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1" name="Google Shape;661;p34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662" name="Google Shape;662;p34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63" name="Google Shape;663;p3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64" name="Google Shape;664;p34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665" name="Google Shape;665;p3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0" name="Google Shape;680;p34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681" name="Google Shape;681;p3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6" name="Google Shape;696;p34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7" name="Google Shape;697;p34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8" name="Google Shape;698;p34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9" name="Google Shape;699;p34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Google Shape;700;p34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Google Shape;701;p3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02" name="Google Shape;702;p3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087300" cy="14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34"/>
          <p:cNvSpPr txBox="1">
            <a:spLocks noGrp="1"/>
          </p:cNvSpPr>
          <p:nvPr>
            <p:ph type="subTitle" idx="1"/>
          </p:nvPr>
        </p:nvSpPr>
        <p:spPr>
          <a:xfrm>
            <a:off x="5703898" y="86720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4" name="Google Shape;704;p34"/>
          <p:cNvSpPr txBox="1">
            <a:spLocks noGrp="1"/>
          </p:cNvSpPr>
          <p:nvPr>
            <p:ph type="subTitle" idx="2"/>
          </p:nvPr>
        </p:nvSpPr>
        <p:spPr>
          <a:xfrm>
            <a:off x="5703898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5" name="Google Shape;705;p34"/>
          <p:cNvSpPr txBox="1">
            <a:spLocks noGrp="1"/>
          </p:cNvSpPr>
          <p:nvPr>
            <p:ph type="subTitle" idx="3"/>
          </p:nvPr>
        </p:nvSpPr>
        <p:spPr>
          <a:xfrm>
            <a:off x="906900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6" name="Google Shape;706;p34"/>
          <p:cNvSpPr txBox="1">
            <a:spLocks noGrp="1"/>
          </p:cNvSpPr>
          <p:nvPr>
            <p:ph type="subTitle" idx="4"/>
          </p:nvPr>
        </p:nvSpPr>
        <p:spPr>
          <a:xfrm>
            <a:off x="906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7" name="Google Shape;707;p34"/>
          <p:cNvSpPr txBox="1">
            <a:spLocks noGrp="1"/>
          </p:cNvSpPr>
          <p:nvPr>
            <p:ph type="subTitle" idx="5"/>
          </p:nvPr>
        </p:nvSpPr>
        <p:spPr>
          <a:xfrm>
            <a:off x="5703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8" name="Google Shape;708;p34"/>
          <p:cNvSpPr txBox="1">
            <a:spLocks noGrp="1"/>
          </p:cNvSpPr>
          <p:nvPr>
            <p:ph type="subTitle" idx="6"/>
          </p:nvPr>
        </p:nvSpPr>
        <p:spPr>
          <a:xfrm>
            <a:off x="5703900" y="1247983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9"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0" name="Google Shape;710;p3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11" name="Google Shape;711;p3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3" name="Google Shape;733;p35"/>
          <p:cNvSpPr txBox="1">
            <a:spLocks noGrp="1"/>
          </p:cNvSpPr>
          <p:nvPr>
            <p:ph type="ctrTitle"/>
          </p:nvPr>
        </p:nvSpPr>
        <p:spPr>
          <a:xfrm>
            <a:off x="3443850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34" name="Google Shape;734;p35"/>
          <p:cNvSpPr txBox="1">
            <a:spLocks noGrp="1"/>
          </p:cNvSpPr>
          <p:nvPr>
            <p:ph type="subTitle" idx="1"/>
          </p:nvPr>
        </p:nvSpPr>
        <p:spPr>
          <a:xfrm>
            <a:off x="344384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5" name="Google Shape;735;p35"/>
          <p:cNvSpPr txBox="1">
            <a:spLocks noGrp="1"/>
          </p:cNvSpPr>
          <p:nvPr>
            <p:ph type="subTitle" idx="2"/>
          </p:nvPr>
        </p:nvSpPr>
        <p:spPr>
          <a:xfrm>
            <a:off x="4759920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35"/>
          <p:cNvSpPr txBox="1">
            <a:spLocks noGrp="1"/>
          </p:cNvSpPr>
          <p:nvPr>
            <p:ph type="ctrTitle" idx="3"/>
          </p:nvPr>
        </p:nvSpPr>
        <p:spPr>
          <a:xfrm>
            <a:off x="475992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37" name="Google Shape;737;p35"/>
          <p:cNvSpPr txBox="1">
            <a:spLocks noGrp="1"/>
          </p:cNvSpPr>
          <p:nvPr>
            <p:ph type="ctrTitle" idx="4"/>
          </p:nvPr>
        </p:nvSpPr>
        <p:spPr>
          <a:xfrm>
            <a:off x="81170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38" name="Google Shape;738;p35"/>
          <p:cNvSpPr txBox="1">
            <a:spLocks noGrp="1"/>
          </p:cNvSpPr>
          <p:nvPr>
            <p:ph type="subTitle" idx="5"/>
          </p:nvPr>
        </p:nvSpPr>
        <p:spPr>
          <a:xfrm>
            <a:off x="81170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9" name="Google Shape;739;p35"/>
          <p:cNvSpPr txBox="1">
            <a:spLocks noGrp="1"/>
          </p:cNvSpPr>
          <p:nvPr>
            <p:ph type="subTitle" idx="6"/>
          </p:nvPr>
        </p:nvSpPr>
        <p:spPr>
          <a:xfrm>
            <a:off x="2127778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0" name="Google Shape;740;p35"/>
          <p:cNvSpPr txBox="1">
            <a:spLocks noGrp="1"/>
          </p:cNvSpPr>
          <p:nvPr>
            <p:ph type="ctrTitle" idx="7"/>
          </p:nvPr>
        </p:nvSpPr>
        <p:spPr>
          <a:xfrm>
            <a:off x="212778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41" name="Google Shape;741;p35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42" name="Google Shape;742;p35"/>
          <p:cNvSpPr txBox="1">
            <a:spLocks noGrp="1"/>
          </p:cNvSpPr>
          <p:nvPr>
            <p:ph type="ctrTitle" idx="9"/>
          </p:nvPr>
        </p:nvSpPr>
        <p:spPr>
          <a:xfrm>
            <a:off x="607599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43" name="Google Shape;743;p35"/>
          <p:cNvSpPr txBox="1">
            <a:spLocks noGrp="1"/>
          </p:cNvSpPr>
          <p:nvPr>
            <p:ph type="subTitle" idx="13"/>
          </p:nvPr>
        </p:nvSpPr>
        <p:spPr>
          <a:xfrm>
            <a:off x="607599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3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46" name="Google Shape;746;p3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8" name="Google Shape;768;p36"/>
          <p:cNvSpPr txBox="1">
            <a:spLocks noGrp="1"/>
          </p:cNvSpPr>
          <p:nvPr>
            <p:ph type="title"/>
          </p:nvPr>
        </p:nvSpPr>
        <p:spPr>
          <a:xfrm>
            <a:off x="5314275" y="1089028"/>
            <a:ext cx="3109500" cy="13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9" name="Google Shape;769;p36"/>
          <p:cNvSpPr txBox="1">
            <a:spLocks noGrp="1"/>
          </p:cNvSpPr>
          <p:nvPr>
            <p:ph type="subTitle" idx="1"/>
          </p:nvPr>
        </p:nvSpPr>
        <p:spPr>
          <a:xfrm>
            <a:off x="6241125" y="2611969"/>
            <a:ext cx="21828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34"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1" name="Google Shape;771;p3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72" name="Google Shape;772;p3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4" name="Google Shape;794;p37"/>
          <p:cNvSpPr txBox="1">
            <a:spLocks noGrp="1"/>
          </p:cNvSpPr>
          <p:nvPr>
            <p:ph type="title"/>
          </p:nvPr>
        </p:nvSpPr>
        <p:spPr>
          <a:xfrm>
            <a:off x="717000" y="1491225"/>
            <a:ext cx="3870300" cy="9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5" name="Google Shape;795;p37"/>
          <p:cNvSpPr txBox="1">
            <a:spLocks noGrp="1"/>
          </p:cNvSpPr>
          <p:nvPr>
            <p:ph type="subTitle" idx="1"/>
          </p:nvPr>
        </p:nvSpPr>
        <p:spPr>
          <a:xfrm>
            <a:off x="1870200" y="2570158"/>
            <a:ext cx="27171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1"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7" name="Google Shape;797;p38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98" name="Google Shape;798;p3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0" name="Google Shape;820;p38"/>
          <p:cNvSpPr txBox="1">
            <a:spLocks noGrp="1"/>
          </p:cNvSpPr>
          <p:nvPr>
            <p:ph type="ctrTitle"/>
          </p:nvPr>
        </p:nvSpPr>
        <p:spPr>
          <a:xfrm>
            <a:off x="988403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821" name="Google Shape;821;p38"/>
          <p:cNvSpPr txBox="1">
            <a:spLocks noGrp="1"/>
          </p:cNvSpPr>
          <p:nvPr>
            <p:ph type="subTitle" idx="1"/>
          </p:nvPr>
        </p:nvSpPr>
        <p:spPr>
          <a:xfrm>
            <a:off x="988403" y="1579523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2" name="Google Shape;822;p38"/>
          <p:cNvSpPr txBox="1">
            <a:spLocks noGrp="1"/>
          </p:cNvSpPr>
          <p:nvPr>
            <p:ph type="subTitle" idx="2"/>
          </p:nvPr>
        </p:nvSpPr>
        <p:spPr>
          <a:xfrm>
            <a:off x="988403" y="3577425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3" name="Google Shape;823;p38"/>
          <p:cNvSpPr txBox="1">
            <a:spLocks noGrp="1"/>
          </p:cNvSpPr>
          <p:nvPr>
            <p:ph type="subTitle" idx="3"/>
          </p:nvPr>
        </p:nvSpPr>
        <p:spPr>
          <a:xfrm>
            <a:off x="988403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4" name="Google Shape;824;p38"/>
          <p:cNvSpPr txBox="1">
            <a:spLocks noGrp="1"/>
          </p:cNvSpPr>
          <p:nvPr>
            <p:ph type="ctrTitle" idx="4"/>
          </p:nvPr>
        </p:nvSpPr>
        <p:spPr>
          <a:xfrm>
            <a:off x="988403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825" name="Google Shape;825;p38"/>
          <p:cNvSpPr txBox="1">
            <a:spLocks noGrp="1"/>
          </p:cNvSpPr>
          <p:nvPr>
            <p:ph type="ctrTitle" idx="5"/>
          </p:nvPr>
        </p:nvSpPr>
        <p:spPr>
          <a:xfrm>
            <a:off x="988403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826" name="Google Shape;826;p38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9"/>
          <p:cNvSpPr txBox="1">
            <a:spLocks noGrp="1"/>
          </p:cNvSpPr>
          <p:nvPr>
            <p:ph type="title"/>
          </p:nvPr>
        </p:nvSpPr>
        <p:spPr>
          <a:xfrm>
            <a:off x="5059850" y="3019625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1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0"/>
          <p:cNvSpPr txBox="1">
            <a:spLocks noGrp="1"/>
          </p:cNvSpPr>
          <p:nvPr>
            <p:ph type="title"/>
          </p:nvPr>
        </p:nvSpPr>
        <p:spPr>
          <a:xfrm>
            <a:off x="1249850" y="873387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4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4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833" name="Google Shape;833;p4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5" name="Google Shape;855;p41"/>
          <p:cNvSpPr txBox="1">
            <a:spLocks noGrp="1"/>
          </p:cNvSpPr>
          <p:nvPr>
            <p:ph type="title"/>
          </p:nvPr>
        </p:nvSpPr>
        <p:spPr>
          <a:xfrm>
            <a:off x="1232825" y="1765317"/>
            <a:ext cx="66783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6" name="Google Shape;856;p41"/>
          <p:cNvSpPr txBox="1">
            <a:spLocks noGrp="1"/>
          </p:cNvSpPr>
          <p:nvPr>
            <p:ph type="body" idx="1"/>
          </p:nvPr>
        </p:nvSpPr>
        <p:spPr>
          <a:xfrm>
            <a:off x="2155325" y="2698083"/>
            <a:ext cx="48333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32"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8" name="Google Shape;858;p4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859" name="Google Shape;859;p4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1" name="Google Shape;881;p42"/>
          <p:cNvSpPr txBox="1">
            <a:spLocks noGrp="1"/>
          </p:cNvSpPr>
          <p:nvPr>
            <p:ph type="title"/>
          </p:nvPr>
        </p:nvSpPr>
        <p:spPr>
          <a:xfrm>
            <a:off x="3800500" y="1351950"/>
            <a:ext cx="3933000" cy="15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82" name="Google Shape;882;p42"/>
          <p:cNvSpPr txBox="1">
            <a:spLocks noGrp="1"/>
          </p:cNvSpPr>
          <p:nvPr>
            <p:ph type="body" idx="1"/>
          </p:nvPr>
        </p:nvSpPr>
        <p:spPr>
          <a:xfrm>
            <a:off x="3800550" y="3111475"/>
            <a:ext cx="39330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r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5"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" name="Google Shape;884;p4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885" name="Google Shape;885;p4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7" name="Google Shape;907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6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9" name="Google Shape;909;p44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910" name="Google Shape;910;p44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11" name="Google Shape;911;p4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912" name="Google Shape;912;p44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913" name="Google Shape;913;p4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4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4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4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4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4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8" name="Google Shape;928;p44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929" name="Google Shape;929;p4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944" name="Google Shape;944;p44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5" name="Google Shape;945;p44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6" name="Google Shape;946;p44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7" name="Google Shape;947;p44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8" name="Google Shape;948;p44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9" name="Google Shape;949;p4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50" name="Google Shape;950;p44"/>
          <p:cNvSpPr txBox="1">
            <a:spLocks noGrp="1"/>
          </p:cNvSpPr>
          <p:nvPr>
            <p:ph type="subTitle" idx="1"/>
          </p:nvPr>
        </p:nvSpPr>
        <p:spPr>
          <a:xfrm>
            <a:off x="906900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1" name="Google Shape;951;p44"/>
          <p:cNvSpPr txBox="1">
            <a:spLocks noGrp="1"/>
          </p:cNvSpPr>
          <p:nvPr>
            <p:ph type="subTitle" idx="2"/>
          </p:nvPr>
        </p:nvSpPr>
        <p:spPr>
          <a:xfrm>
            <a:off x="5565696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2" name="Google Shape;952;p44"/>
          <p:cNvSpPr txBox="1">
            <a:spLocks noGrp="1"/>
          </p:cNvSpPr>
          <p:nvPr>
            <p:ph type="subTitle" idx="3"/>
          </p:nvPr>
        </p:nvSpPr>
        <p:spPr>
          <a:xfrm>
            <a:off x="906900" y="208403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3" name="Google Shape;953;p44"/>
          <p:cNvSpPr txBox="1">
            <a:spLocks noGrp="1"/>
          </p:cNvSpPr>
          <p:nvPr>
            <p:ph type="subTitle" idx="4"/>
          </p:nvPr>
        </p:nvSpPr>
        <p:spPr>
          <a:xfrm>
            <a:off x="5565688" y="2094806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4" name="Google Shape;954;p44"/>
          <p:cNvSpPr txBox="1">
            <a:spLocks noGrp="1"/>
          </p:cNvSpPr>
          <p:nvPr>
            <p:ph type="subTitle" idx="5"/>
          </p:nvPr>
        </p:nvSpPr>
        <p:spPr>
          <a:xfrm>
            <a:off x="906900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5" name="Google Shape;955;p44"/>
          <p:cNvSpPr txBox="1">
            <a:spLocks noGrp="1"/>
          </p:cNvSpPr>
          <p:nvPr>
            <p:ph type="subTitle" idx="6"/>
          </p:nvPr>
        </p:nvSpPr>
        <p:spPr>
          <a:xfrm>
            <a:off x="5565688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6" name="Google Shape;956;p44"/>
          <p:cNvSpPr txBox="1">
            <a:spLocks noGrp="1"/>
          </p:cNvSpPr>
          <p:nvPr>
            <p:ph type="subTitle" idx="7"/>
          </p:nvPr>
        </p:nvSpPr>
        <p:spPr>
          <a:xfrm>
            <a:off x="906900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7" name="Google Shape;957;p44"/>
          <p:cNvSpPr txBox="1">
            <a:spLocks noGrp="1"/>
          </p:cNvSpPr>
          <p:nvPr>
            <p:ph type="subTitle" idx="8"/>
          </p:nvPr>
        </p:nvSpPr>
        <p:spPr>
          <a:xfrm>
            <a:off x="5565688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8" name="Google Shape;958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30000" cy="99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7"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0" name="Google Shape;960;p4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961" name="Google Shape;961;p4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3" name="Google Shape;983;p45"/>
          <p:cNvSpPr txBox="1">
            <a:spLocks noGrp="1"/>
          </p:cNvSpPr>
          <p:nvPr>
            <p:ph type="ctrTitle"/>
          </p:nvPr>
        </p:nvSpPr>
        <p:spPr>
          <a:xfrm>
            <a:off x="5295149" y="1449725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984" name="Google Shape;984;p45"/>
          <p:cNvSpPr txBox="1">
            <a:spLocks noGrp="1"/>
          </p:cNvSpPr>
          <p:nvPr>
            <p:ph type="subTitle" idx="1"/>
          </p:nvPr>
        </p:nvSpPr>
        <p:spPr>
          <a:xfrm>
            <a:off x="5295149" y="1731948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5" name="Google Shape;985;p45"/>
          <p:cNvSpPr txBox="1">
            <a:spLocks noGrp="1"/>
          </p:cNvSpPr>
          <p:nvPr>
            <p:ph type="subTitle" idx="2"/>
          </p:nvPr>
        </p:nvSpPr>
        <p:spPr>
          <a:xfrm>
            <a:off x="5295149" y="3281876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6" name="Google Shape;986;p45"/>
          <p:cNvSpPr txBox="1">
            <a:spLocks noGrp="1"/>
          </p:cNvSpPr>
          <p:nvPr>
            <p:ph type="ctrTitle" idx="3"/>
          </p:nvPr>
        </p:nvSpPr>
        <p:spPr>
          <a:xfrm>
            <a:off x="5295153" y="2989856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987" name="Google Shape;987;p45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8"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9" name="Google Shape;989;p4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990" name="Google Shape;990;p4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2" name="Google Shape;1012;p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4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4" name="Google Shape;1014;p4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015" name="Google Shape;1015;p4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7" name="Google Shape;1037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99100" cy="87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9"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oogle Shape;1039;p4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040" name="Google Shape;1040;p4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2" name="Google Shape;1062;p48"/>
          <p:cNvSpPr txBox="1">
            <a:spLocks noGrp="1"/>
          </p:cNvSpPr>
          <p:nvPr>
            <p:ph type="subTitle" idx="1"/>
          </p:nvPr>
        </p:nvSpPr>
        <p:spPr>
          <a:xfrm>
            <a:off x="8041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063" name="Google Shape;1063;p48"/>
          <p:cNvSpPr txBox="1">
            <a:spLocks noGrp="1"/>
          </p:cNvSpPr>
          <p:nvPr>
            <p:ph type="subTitle" idx="2"/>
          </p:nvPr>
        </p:nvSpPr>
        <p:spPr>
          <a:xfrm>
            <a:off x="58336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064" name="Google Shape;1064;p48"/>
          <p:cNvSpPr txBox="1">
            <a:spLocks noGrp="1"/>
          </p:cNvSpPr>
          <p:nvPr>
            <p:ph type="subTitle" idx="3"/>
          </p:nvPr>
        </p:nvSpPr>
        <p:spPr>
          <a:xfrm>
            <a:off x="8041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065" name="Google Shape;1065;p48"/>
          <p:cNvSpPr txBox="1">
            <a:spLocks noGrp="1"/>
          </p:cNvSpPr>
          <p:nvPr>
            <p:ph type="subTitle" idx="4"/>
          </p:nvPr>
        </p:nvSpPr>
        <p:spPr>
          <a:xfrm>
            <a:off x="58336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066" name="Google Shape;1066;p48"/>
          <p:cNvSpPr txBox="1">
            <a:spLocks noGrp="1"/>
          </p:cNvSpPr>
          <p:nvPr>
            <p:ph type="subTitle" idx="5"/>
          </p:nvPr>
        </p:nvSpPr>
        <p:spPr>
          <a:xfrm>
            <a:off x="331890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067" name="Google Shape;1067;p48"/>
          <p:cNvSpPr txBox="1">
            <a:spLocks noGrp="1"/>
          </p:cNvSpPr>
          <p:nvPr>
            <p:ph type="subTitle" idx="6"/>
          </p:nvPr>
        </p:nvSpPr>
        <p:spPr>
          <a:xfrm>
            <a:off x="331890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068" name="Google Shape;1068;p4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69" name="Google Shape;1069;p48"/>
          <p:cNvSpPr txBox="1">
            <a:spLocks noGrp="1"/>
          </p:cNvSpPr>
          <p:nvPr>
            <p:ph type="subTitle" idx="7"/>
          </p:nvPr>
        </p:nvSpPr>
        <p:spPr>
          <a:xfrm>
            <a:off x="8041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0" name="Google Shape;1070;p48"/>
          <p:cNvSpPr txBox="1">
            <a:spLocks noGrp="1"/>
          </p:cNvSpPr>
          <p:nvPr>
            <p:ph type="subTitle" idx="8"/>
          </p:nvPr>
        </p:nvSpPr>
        <p:spPr>
          <a:xfrm>
            <a:off x="58336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1" name="Google Shape;1071;p48"/>
          <p:cNvSpPr txBox="1">
            <a:spLocks noGrp="1"/>
          </p:cNvSpPr>
          <p:nvPr>
            <p:ph type="subTitle" idx="9"/>
          </p:nvPr>
        </p:nvSpPr>
        <p:spPr>
          <a:xfrm>
            <a:off x="8041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2" name="Google Shape;1072;p48"/>
          <p:cNvSpPr txBox="1">
            <a:spLocks noGrp="1"/>
          </p:cNvSpPr>
          <p:nvPr>
            <p:ph type="subTitle" idx="13"/>
          </p:nvPr>
        </p:nvSpPr>
        <p:spPr>
          <a:xfrm>
            <a:off x="58336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3" name="Google Shape;1073;p48"/>
          <p:cNvSpPr txBox="1">
            <a:spLocks noGrp="1"/>
          </p:cNvSpPr>
          <p:nvPr>
            <p:ph type="subTitle" idx="14"/>
          </p:nvPr>
        </p:nvSpPr>
        <p:spPr>
          <a:xfrm>
            <a:off x="331890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4" name="Google Shape;1074;p48"/>
          <p:cNvSpPr txBox="1">
            <a:spLocks noGrp="1"/>
          </p:cNvSpPr>
          <p:nvPr>
            <p:ph type="subTitle" idx="15"/>
          </p:nvPr>
        </p:nvSpPr>
        <p:spPr>
          <a:xfrm>
            <a:off x="331890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7"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oogle Shape;1076;p4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077" name="Google Shape;1077;p4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9" name="Google Shape;1099;p49"/>
          <p:cNvSpPr txBox="1">
            <a:spLocks noGrp="1"/>
          </p:cNvSpPr>
          <p:nvPr>
            <p:ph type="subTitle" idx="1"/>
          </p:nvPr>
        </p:nvSpPr>
        <p:spPr>
          <a:xfrm>
            <a:off x="8041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100" name="Google Shape;1100;p49"/>
          <p:cNvSpPr txBox="1">
            <a:spLocks noGrp="1"/>
          </p:cNvSpPr>
          <p:nvPr>
            <p:ph type="subTitle" idx="2"/>
          </p:nvPr>
        </p:nvSpPr>
        <p:spPr>
          <a:xfrm>
            <a:off x="58336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101" name="Google Shape;1101;p49"/>
          <p:cNvSpPr txBox="1">
            <a:spLocks noGrp="1"/>
          </p:cNvSpPr>
          <p:nvPr>
            <p:ph type="subTitle" idx="3"/>
          </p:nvPr>
        </p:nvSpPr>
        <p:spPr>
          <a:xfrm>
            <a:off x="3318900" y="20030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102" name="Google Shape;1102;p49"/>
          <p:cNvSpPr txBox="1">
            <a:spLocks noGrp="1"/>
          </p:cNvSpPr>
          <p:nvPr>
            <p:ph type="title"/>
          </p:nvPr>
        </p:nvSpPr>
        <p:spPr>
          <a:xfrm>
            <a:off x="5917800" y="540000"/>
            <a:ext cx="25062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3" name="Google Shape;1103;p49"/>
          <p:cNvSpPr txBox="1">
            <a:spLocks noGrp="1"/>
          </p:cNvSpPr>
          <p:nvPr>
            <p:ph type="subTitle" idx="4"/>
          </p:nvPr>
        </p:nvSpPr>
        <p:spPr>
          <a:xfrm>
            <a:off x="8041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4" name="Google Shape;1104;p49"/>
          <p:cNvSpPr txBox="1">
            <a:spLocks noGrp="1"/>
          </p:cNvSpPr>
          <p:nvPr>
            <p:ph type="subTitle" idx="5"/>
          </p:nvPr>
        </p:nvSpPr>
        <p:spPr>
          <a:xfrm>
            <a:off x="58336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5" name="Google Shape;1105;p49"/>
          <p:cNvSpPr txBox="1">
            <a:spLocks noGrp="1"/>
          </p:cNvSpPr>
          <p:nvPr>
            <p:ph type="subTitle" idx="6"/>
          </p:nvPr>
        </p:nvSpPr>
        <p:spPr>
          <a:xfrm>
            <a:off x="3318900" y="2389956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28"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7" name="Google Shape;1107;p50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108" name="Google Shape;1108;p5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5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5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5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5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0" name="Google Shape;1130;p50"/>
          <p:cNvSpPr txBox="1">
            <a:spLocks noGrp="1"/>
          </p:cNvSpPr>
          <p:nvPr>
            <p:ph type="subTitle" idx="1"/>
          </p:nvPr>
        </p:nvSpPr>
        <p:spPr>
          <a:xfrm>
            <a:off x="1342450" y="3241403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131" name="Google Shape;1131;p50"/>
          <p:cNvSpPr txBox="1">
            <a:spLocks noGrp="1"/>
          </p:cNvSpPr>
          <p:nvPr>
            <p:ph type="subTitle" idx="2"/>
          </p:nvPr>
        </p:nvSpPr>
        <p:spPr>
          <a:xfrm>
            <a:off x="5295350" y="3232090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132" name="Google Shape;1132;p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3" name="Google Shape;1133;p50"/>
          <p:cNvSpPr txBox="1">
            <a:spLocks noGrp="1"/>
          </p:cNvSpPr>
          <p:nvPr>
            <p:ph type="subTitle" idx="3"/>
          </p:nvPr>
        </p:nvSpPr>
        <p:spPr>
          <a:xfrm>
            <a:off x="1342450" y="3615440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34" name="Google Shape;1134;p50"/>
          <p:cNvSpPr txBox="1">
            <a:spLocks noGrp="1"/>
          </p:cNvSpPr>
          <p:nvPr>
            <p:ph type="subTitle" idx="4"/>
          </p:nvPr>
        </p:nvSpPr>
        <p:spPr>
          <a:xfrm>
            <a:off x="5295350" y="3606127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20"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" name="Google Shape;1136;p5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137" name="Google Shape;1137;p5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5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5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5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5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5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5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5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5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5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5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5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5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5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5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5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5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5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9" name="Google Shape;1159;p51"/>
          <p:cNvSpPr txBox="1">
            <a:spLocks noGrp="1"/>
          </p:cNvSpPr>
          <p:nvPr>
            <p:ph type="ctrTitle"/>
          </p:nvPr>
        </p:nvSpPr>
        <p:spPr>
          <a:xfrm>
            <a:off x="3443847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160" name="Google Shape;1160;p51"/>
          <p:cNvSpPr txBox="1">
            <a:spLocks noGrp="1"/>
          </p:cNvSpPr>
          <p:nvPr>
            <p:ph type="subTitle" idx="1"/>
          </p:nvPr>
        </p:nvSpPr>
        <p:spPr>
          <a:xfrm>
            <a:off x="3443847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61" name="Google Shape;1161;p51"/>
          <p:cNvSpPr txBox="1">
            <a:spLocks noGrp="1"/>
          </p:cNvSpPr>
          <p:nvPr>
            <p:ph type="subTitle" idx="2"/>
          </p:nvPr>
        </p:nvSpPr>
        <p:spPr>
          <a:xfrm>
            <a:off x="475992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62" name="Google Shape;1162;p51"/>
          <p:cNvSpPr txBox="1">
            <a:spLocks noGrp="1"/>
          </p:cNvSpPr>
          <p:nvPr>
            <p:ph type="ctrTitle" idx="3"/>
          </p:nvPr>
        </p:nvSpPr>
        <p:spPr>
          <a:xfrm>
            <a:off x="475992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163" name="Google Shape;1163;p51"/>
          <p:cNvSpPr txBox="1">
            <a:spLocks noGrp="1"/>
          </p:cNvSpPr>
          <p:nvPr>
            <p:ph type="ctrTitle" idx="4"/>
          </p:nvPr>
        </p:nvSpPr>
        <p:spPr>
          <a:xfrm>
            <a:off x="81170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164" name="Google Shape;1164;p51"/>
          <p:cNvSpPr txBox="1">
            <a:spLocks noGrp="1"/>
          </p:cNvSpPr>
          <p:nvPr>
            <p:ph type="subTitle" idx="5"/>
          </p:nvPr>
        </p:nvSpPr>
        <p:spPr>
          <a:xfrm>
            <a:off x="81170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65" name="Google Shape;1165;p51"/>
          <p:cNvSpPr txBox="1">
            <a:spLocks noGrp="1"/>
          </p:cNvSpPr>
          <p:nvPr>
            <p:ph type="subTitle" idx="6"/>
          </p:nvPr>
        </p:nvSpPr>
        <p:spPr>
          <a:xfrm>
            <a:off x="212778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66" name="Google Shape;1166;p51"/>
          <p:cNvSpPr txBox="1">
            <a:spLocks noGrp="1"/>
          </p:cNvSpPr>
          <p:nvPr>
            <p:ph type="ctrTitle" idx="7"/>
          </p:nvPr>
        </p:nvSpPr>
        <p:spPr>
          <a:xfrm>
            <a:off x="212778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167" name="Google Shape;1167;p51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68" name="Google Shape;1168;p51"/>
          <p:cNvSpPr txBox="1">
            <a:spLocks noGrp="1"/>
          </p:cNvSpPr>
          <p:nvPr>
            <p:ph type="ctrTitle" idx="9"/>
          </p:nvPr>
        </p:nvSpPr>
        <p:spPr>
          <a:xfrm>
            <a:off x="607599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169" name="Google Shape;1169;p51"/>
          <p:cNvSpPr txBox="1">
            <a:spLocks noGrp="1"/>
          </p:cNvSpPr>
          <p:nvPr>
            <p:ph type="subTitle" idx="13"/>
          </p:nvPr>
        </p:nvSpPr>
        <p:spPr>
          <a:xfrm>
            <a:off x="607599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21"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1171;p5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172" name="Google Shape;1172;p5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5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5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5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5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5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5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5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5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5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5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5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5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5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5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5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5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5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1" name="Google Shape;1191;p52"/>
          <p:cNvSpPr txBox="1">
            <a:spLocks noGrp="1"/>
          </p:cNvSpPr>
          <p:nvPr>
            <p:ph type="title" hasCustomPrompt="1"/>
          </p:nvPr>
        </p:nvSpPr>
        <p:spPr>
          <a:xfrm>
            <a:off x="715349" y="1829975"/>
            <a:ext cx="52644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2" name="Google Shape;1192;p52"/>
          <p:cNvSpPr txBox="1">
            <a:spLocks noGrp="1"/>
          </p:cNvSpPr>
          <p:nvPr>
            <p:ph type="body" idx="1"/>
          </p:nvPr>
        </p:nvSpPr>
        <p:spPr>
          <a:xfrm>
            <a:off x="715350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33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4" name="Google Shape;1194;p5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195" name="Google Shape;1195;p5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5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5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5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5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5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5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5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5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5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5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5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5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5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5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5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5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5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5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4" name="Google Shape;1214;p53"/>
          <p:cNvSpPr txBox="1">
            <a:spLocks noGrp="1"/>
          </p:cNvSpPr>
          <p:nvPr>
            <p:ph type="title" hasCustomPrompt="1"/>
          </p:nvPr>
        </p:nvSpPr>
        <p:spPr>
          <a:xfrm>
            <a:off x="3772625" y="1829975"/>
            <a:ext cx="45693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5" name="Google Shape;1215;p53"/>
          <p:cNvSpPr txBox="1">
            <a:spLocks noGrp="1"/>
          </p:cNvSpPr>
          <p:nvPr>
            <p:ph type="body" idx="1"/>
          </p:nvPr>
        </p:nvSpPr>
        <p:spPr>
          <a:xfrm>
            <a:off x="3772649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2"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7" name="Google Shape;1217;p54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218" name="Google Shape;1218;p54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19" name="Google Shape;1219;p5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20" name="Google Shape;1220;p54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221" name="Google Shape;1221;p5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5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5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5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5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5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5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5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5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5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5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5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5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5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5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6" name="Google Shape;1236;p54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237" name="Google Shape;1237;p5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5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5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5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5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5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5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5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5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5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5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5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5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5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5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52" name="Google Shape;1252;p54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3" name="Google Shape;1253;p54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4" name="Google Shape;1254;p54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5" name="Google Shape;1255;p54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6" name="Google Shape;1256;p54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7" name="Google Shape;1257;p5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58" name="Google Shape;1258;p54"/>
          <p:cNvSpPr txBox="1">
            <a:spLocks noGrp="1"/>
          </p:cNvSpPr>
          <p:nvPr>
            <p:ph type="title" hasCustomPrompt="1"/>
          </p:nvPr>
        </p:nvSpPr>
        <p:spPr>
          <a:xfrm>
            <a:off x="720000" y="1143700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59" name="Google Shape;1259;p54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60" name="Google Shape;1260;p54"/>
          <p:cNvSpPr txBox="1">
            <a:spLocks noGrp="1"/>
          </p:cNvSpPr>
          <p:nvPr>
            <p:ph type="title" idx="3" hasCustomPrompt="1"/>
          </p:nvPr>
        </p:nvSpPr>
        <p:spPr>
          <a:xfrm>
            <a:off x="5094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61" name="Google Shape;1261;p54"/>
          <p:cNvSpPr txBox="1">
            <a:spLocks noGrp="1"/>
          </p:cNvSpPr>
          <p:nvPr>
            <p:ph type="subTitle" idx="1"/>
          </p:nvPr>
        </p:nvSpPr>
        <p:spPr>
          <a:xfrm>
            <a:off x="915300" y="1964863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62" name="Google Shape;1262;p54"/>
          <p:cNvSpPr txBox="1">
            <a:spLocks noGrp="1"/>
          </p:cNvSpPr>
          <p:nvPr>
            <p:ph type="subTitle" idx="4"/>
          </p:nvPr>
        </p:nvSpPr>
        <p:spPr>
          <a:xfrm>
            <a:off x="915300" y="3754738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63" name="Google Shape;1263;p54"/>
          <p:cNvSpPr txBox="1">
            <a:spLocks noGrp="1"/>
          </p:cNvSpPr>
          <p:nvPr>
            <p:ph type="subTitle" idx="5"/>
          </p:nvPr>
        </p:nvSpPr>
        <p:spPr>
          <a:xfrm>
            <a:off x="5192850" y="3754772"/>
            <a:ext cx="31323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3"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5" name="Google Shape;1265;p5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266" name="Google Shape;1266;p5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5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5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5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5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5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5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5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5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5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5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5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5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5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5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5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5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5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5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5" name="Google Shape;1285;p55"/>
          <p:cNvSpPr txBox="1">
            <a:spLocks noGrp="1"/>
          </p:cNvSpPr>
          <p:nvPr>
            <p:ph type="title" hasCustomPrompt="1"/>
          </p:nvPr>
        </p:nvSpPr>
        <p:spPr>
          <a:xfrm>
            <a:off x="3285938" y="11437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86" name="Google Shape;1286;p55"/>
          <p:cNvSpPr txBox="1">
            <a:spLocks noGrp="1"/>
          </p:cNvSpPr>
          <p:nvPr>
            <p:ph type="subTitle" idx="1"/>
          </p:nvPr>
        </p:nvSpPr>
        <p:spPr>
          <a:xfrm>
            <a:off x="3285938" y="1964876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87" name="Google Shape;1287;p55"/>
          <p:cNvSpPr txBox="1">
            <a:spLocks noGrp="1"/>
          </p:cNvSpPr>
          <p:nvPr>
            <p:ph type="title" idx="2" hasCustomPrompt="1"/>
          </p:nvPr>
        </p:nvSpPr>
        <p:spPr>
          <a:xfrm>
            <a:off x="3285938" y="29701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88" name="Google Shape;1288;p55"/>
          <p:cNvSpPr txBox="1">
            <a:spLocks noGrp="1"/>
          </p:cNvSpPr>
          <p:nvPr>
            <p:ph type="subTitle" idx="3"/>
          </p:nvPr>
        </p:nvSpPr>
        <p:spPr>
          <a:xfrm>
            <a:off x="3285938" y="3791277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89" name="Google Shape;1289;p55"/>
          <p:cNvSpPr txBox="1">
            <a:spLocks noGrp="1"/>
          </p:cNvSpPr>
          <p:nvPr>
            <p:ph type="title" idx="4" hasCustomPrompt="1"/>
          </p:nvPr>
        </p:nvSpPr>
        <p:spPr>
          <a:xfrm>
            <a:off x="6030113" y="11563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90" name="Google Shape;1290;p55"/>
          <p:cNvSpPr txBox="1">
            <a:spLocks noGrp="1"/>
          </p:cNvSpPr>
          <p:nvPr>
            <p:ph type="subTitle" idx="5"/>
          </p:nvPr>
        </p:nvSpPr>
        <p:spPr>
          <a:xfrm>
            <a:off x="6030113" y="19775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91" name="Google Shape;1291;p55"/>
          <p:cNvSpPr txBox="1">
            <a:spLocks noGrp="1"/>
          </p:cNvSpPr>
          <p:nvPr>
            <p:ph type="title" idx="6" hasCustomPrompt="1"/>
          </p:nvPr>
        </p:nvSpPr>
        <p:spPr>
          <a:xfrm>
            <a:off x="6030113" y="29827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92" name="Google Shape;1292;p55"/>
          <p:cNvSpPr txBox="1">
            <a:spLocks noGrp="1"/>
          </p:cNvSpPr>
          <p:nvPr>
            <p:ph type="subTitle" idx="7"/>
          </p:nvPr>
        </p:nvSpPr>
        <p:spPr>
          <a:xfrm>
            <a:off x="6030113" y="38039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5"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4" name="Google Shape;1294;p56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295" name="Google Shape;1295;p56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96" name="Google Shape;1296;p5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97" name="Google Shape;1297;p56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298" name="Google Shape;1298;p5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5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5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5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5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5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5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5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5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5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5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5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5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5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5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3" name="Google Shape;1313;p56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314" name="Google Shape;1314;p5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5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5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5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5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5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5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5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5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5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5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5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5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5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5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29" name="Google Shape;1329;p56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0" name="Google Shape;1330;p56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1" name="Google Shape;1331;p56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2" name="Google Shape;1332;p56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" name="Google Shape;1333;p56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4" name="Google Shape;1334;p5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35" name="Google Shape;1335;p56"/>
          <p:cNvSpPr txBox="1">
            <a:spLocks noGrp="1"/>
          </p:cNvSpPr>
          <p:nvPr>
            <p:ph type="subTitle" idx="1"/>
          </p:nvPr>
        </p:nvSpPr>
        <p:spPr>
          <a:xfrm>
            <a:off x="720000" y="2532242"/>
            <a:ext cx="23004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36" name="Google Shape;1336;p56"/>
          <p:cNvSpPr txBox="1">
            <a:spLocks noGrp="1"/>
          </p:cNvSpPr>
          <p:nvPr>
            <p:ph type="title"/>
          </p:nvPr>
        </p:nvSpPr>
        <p:spPr>
          <a:xfrm>
            <a:off x="720000" y="1452200"/>
            <a:ext cx="1554900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6"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8" name="Google Shape;1338;p57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339" name="Google Shape;1339;p57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40" name="Google Shape;1340;p5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41" name="Google Shape;1341;p57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342" name="Google Shape;1342;p5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5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5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5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5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5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5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5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5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5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5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5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5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5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5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7" name="Google Shape;1357;p57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358" name="Google Shape;1358;p5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5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5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5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5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5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5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5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5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5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5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5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5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5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5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73" name="Google Shape;1373;p57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4" name="Google Shape;1374;p57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5" name="Google Shape;1375;p57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6" name="Google Shape;1376;p57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7" name="Google Shape;1377;p57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8" name="Google Shape;1378;p5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79" name="Google Shape;1379;p57"/>
          <p:cNvSpPr txBox="1">
            <a:spLocks noGrp="1"/>
          </p:cNvSpPr>
          <p:nvPr>
            <p:ph type="subTitle" idx="1"/>
          </p:nvPr>
        </p:nvSpPr>
        <p:spPr>
          <a:xfrm>
            <a:off x="6302975" y="2571750"/>
            <a:ext cx="21213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80" name="Google Shape;1380;p57"/>
          <p:cNvSpPr txBox="1">
            <a:spLocks noGrp="1"/>
          </p:cNvSpPr>
          <p:nvPr>
            <p:ph type="title"/>
          </p:nvPr>
        </p:nvSpPr>
        <p:spPr>
          <a:xfrm>
            <a:off x="6682500" y="1452213"/>
            <a:ext cx="1741500" cy="9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0"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2" name="Google Shape;1382;p58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383" name="Google Shape;1383;p5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5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5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5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5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5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5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5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5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5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5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5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5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5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5" name="Google Shape;1405;p5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06" name="Google Shape;1406;p58"/>
          <p:cNvSpPr txBox="1">
            <a:spLocks noGrp="1"/>
          </p:cNvSpPr>
          <p:nvPr>
            <p:ph type="body" idx="1"/>
          </p:nvPr>
        </p:nvSpPr>
        <p:spPr>
          <a:xfrm>
            <a:off x="720000" y="1246924"/>
            <a:ext cx="7704000" cy="3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9"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oogle Shape;1408;p5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409" name="Google Shape;1409;p5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5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5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5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5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5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5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5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5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5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5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5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5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5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5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5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5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5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5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428" name="Google Shape;1428;p59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9" name="Google Shape;1429;p59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59"/>
          <p:cNvSpPr txBox="1">
            <a:spLocks noGrp="1"/>
          </p:cNvSpPr>
          <p:nvPr>
            <p:ph type="ctrTitle"/>
          </p:nvPr>
        </p:nvSpPr>
        <p:spPr>
          <a:xfrm>
            <a:off x="2351875" y="540000"/>
            <a:ext cx="4440300" cy="92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31" name="Google Shape;1431;p59"/>
          <p:cNvSpPr txBox="1"/>
          <p:nvPr/>
        </p:nvSpPr>
        <p:spPr>
          <a:xfrm>
            <a:off x="2422213" y="3592175"/>
            <a:ext cx="42996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CREDITS: This presentation template was created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, including icons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 and infographics &amp; images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432" name="Google Shape;1432;p59"/>
          <p:cNvSpPr txBox="1">
            <a:spLocks noGrp="1"/>
          </p:cNvSpPr>
          <p:nvPr>
            <p:ph type="subTitle" idx="1"/>
          </p:nvPr>
        </p:nvSpPr>
        <p:spPr>
          <a:xfrm>
            <a:off x="2955600" y="2255325"/>
            <a:ext cx="3232800" cy="13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1433" name="Google Shape;1433;p59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1434" name="Google Shape;1434;p59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59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59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59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59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59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59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59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59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59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59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5"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6" name="Google Shape;1446;p60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447" name="Google Shape;1447;p60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8" name="Google Shape;1448;p6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49" name="Google Shape;1449;p60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450" name="Google Shape;1450;p6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6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6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6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6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6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6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6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6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6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6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6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6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5" name="Google Shape;1465;p60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466" name="Google Shape;1466;p6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6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6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6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6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6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6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6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6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6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6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6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6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6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6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81" name="Google Shape;1481;p60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60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60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4" name="Google Shape;1484;p60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5" name="Google Shape;1485;p60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6" name="Google Shape;1486;p6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6"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8" name="Google Shape;1488;p6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489" name="Google Shape;1489;p6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6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6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6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6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6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6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6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6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6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6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6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6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6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6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6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6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6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6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08" name="Google Shape;1508;p61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9" name="Google Shape;1509;p61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0" name="Google Shape;1510;p61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1511" name="Google Shape;1511;p61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61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61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61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61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61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61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61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61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61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61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7"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3" name="Google Shape;1523;p6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524" name="Google Shape;1524;p6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6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6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6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6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6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6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6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6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6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6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6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6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6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6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6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6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6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6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6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6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6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8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6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548" name="Google Shape;1548;p6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6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6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6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6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6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6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6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6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6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6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6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6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6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6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6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6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6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6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6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6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6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0" name="Google Shape;1570;p63"/>
          <p:cNvGrpSpPr/>
          <p:nvPr/>
        </p:nvGrpSpPr>
        <p:grpSpPr>
          <a:xfrm>
            <a:off x="2995920" y="1056023"/>
            <a:ext cx="3152176" cy="3031462"/>
            <a:chOff x="1857000" y="3245400"/>
            <a:chExt cx="1233825" cy="1186575"/>
          </a:xfrm>
        </p:grpSpPr>
        <p:sp>
          <p:nvSpPr>
            <p:cNvPr id="1571" name="Google Shape;1571;p63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63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63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63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63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63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39">
    <p:spTree>
      <p:nvGrpSpPr>
        <p:cNvPr id="1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8" name="Google Shape;1578;p6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579" name="Google Shape;1579;p6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6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6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6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6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6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6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6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6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6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6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6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6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6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6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6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6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6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6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6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6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6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1" name="Google Shape;1601;p64"/>
          <p:cNvGrpSpPr/>
          <p:nvPr/>
        </p:nvGrpSpPr>
        <p:grpSpPr>
          <a:xfrm>
            <a:off x="262" y="2729663"/>
            <a:ext cx="2995174" cy="2414033"/>
            <a:chOff x="6562292" y="3785209"/>
            <a:chExt cx="1875030" cy="1511226"/>
          </a:xfrm>
        </p:grpSpPr>
        <p:grpSp>
          <p:nvGrpSpPr>
            <p:cNvPr id="1602" name="Google Shape;1602;p64"/>
            <p:cNvGrpSpPr/>
            <p:nvPr/>
          </p:nvGrpSpPr>
          <p:grpSpPr>
            <a:xfrm>
              <a:off x="7717466" y="3785209"/>
              <a:ext cx="719856" cy="680112"/>
              <a:chOff x="7717200" y="3905550"/>
              <a:chExt cx="592377" cy="559671"/>
            </a:xfrm>
          </p:grpSpPr>
          <p:sp>
            <p:nvSpPr>
              <p:cNvPr id="1603" name="Google Shape;1603;p64"/>
              <p:cNvSpPr/>
              <p:nvPr/>
            </p:nvSpPr>
            <p:spPr>
              <a:xfrm>
                <a:off x="7724869" y="3917054"/>
                <a:ext cx="581268" cy="532152"/>
              </a:xfrm>
              <a:custGeom>
                <a:avLst/>
                <a:gdLst/>
                <a:ahLst/>
                <a:cxnLst/>
                <a:rect l="l" t="t" r="r" b="b"/>
                <a:pathLst>
                  <a:path w="10308" h="9437" extrusionOk="0">
                    <a:moveTo>
                      <a:pt x="10129" y="1"/>
                    </a:moveTo>
                    <a:cubicBezTo>
                      <a:pt x="9518" y="1"/>
                      <a:pt x="4203" y="2425"/>
                      <a:pt x="3814" y="2672"/>
                    </a:cubicBezTo>
                    <a:cubicBezTo>
                      <a:pt x="3407" y="2932"/>
                      <a:pt x="0" y="4549"/>
                      <a:pt x="0" y="4684"/>
                    </a:cubicBezTo>
                    <a:cubicBezTo>
                      <a:pt x="0" y="4808"/>
                      <a:pt x="2382" y="5425"/>
                      <a:pt x="2382" y="5425"/>
                    </a:cubicBezTo>
                    <a:cubicBezTo>
                      <a:pt x="2382" y="5425"/>
                      <a:pt x="2456" y="6129"/>
                      <a:pt x="2580" y="6771"/>
                    </a:cubicBezTo>
                    <a:cubicBezTo>
                      <a:pt x="2703" y="7400"/>
                      <a:pt x="2963" y="8511"/>
                      <a:pt x="2963" y="8511"/>
                    </a:cubicBezTo>
                    <a:cubicBezTo>
                      <a:pt x="3308" y="8474"/>
                      <a:pt x="4901" y="7104"/>
                      <a:pt x="4901" y="7104"/>
                    </a:cubicBezTo>
                    <a:cubicBezTo>
                      <a:pt x="4901" y="7104"/>
                      <a:pt x="6308" y="9424"/>
                      <a:pt x="6542" y="9437"/>
                    </a:cubicBezTo>
                    <a:cubicBezTo>
                      <a:pt x="6543" y="9437"/>
                      <a:pt x="6543" y="9437"/>
                      <a:pt x="6543" y="9437"/>
                    </a:cubicBezTo>
                    <a:cubicBezTo>
                      <a:pt x="6786" y="9437"/>
                      <a:pt x="10307" y="265"/>
                      <a:pt x="10184" y="18"/>
                    </a:cubicBezTo>
                    <a:cubicBezTo>
                      <a:pt x="10177" y="6"/>
                      <a:pt x="10159" y="1"/>
                      <a:pt x="101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64"/>
              <p:cNvSpPr/>
              <p:nvPr/>
            </p:nvSpPr>
            <p:spPr>
              <a:xfrm>
                <a:off x="7717200" y="3905550"/>
                <a:ext cx="592377" cy="559671"/>
              </a:xfrm>
              <a:custGeom>
                <a:avLst/>
                <a:gdLst/>
                <a:ahLst/>
                <a:cxnLst/>
                <a:rect l="l" t="t" r="r" b="b"/>
                <a:pathLst>
                  <a:path w="10505" h="9925" extrusionOk="0">
                    <a:moveTo>
                      <a:pt x="9764" y="420"/>
                    </a:moveTo>
                    <a:cubicBezTo>
                      <a:pt x="9147" y="827"/>
                      <a:pt x="8518" y="1247"/>
                      <a:pt x="7913" y="1654"/>
                    </a:cubicBezTo>
                    <a:cubicBezTo>
                      <a:pt x="7715" y="1802"/>
                      <a:pt x="7505" y="1938"/>
                      <a:pt x="7283" y="2086"/>
                    </a:cubicBezTo>
                    <a:cubicBezTo>
                      <a:pt x="6111" y="2889"/>
                      <a:pt x="4728" y="3839"/>
                      <a:pt x="3382" y="4851"/>
                    </a:cubicBezTo>
                    <a:cubicBezTo>
                      <a:pt x="3148" y="5037"/>
                      <a:pt x="2926" y="5209"/>
                      <a:pt x="2728" y="5382"/>
                    </a:cubicBezTo>
                    <a:lnTo>
                      <a:pt x="2679" y="5419"/>
                    </a:lnTo>
                    <a:lnTo>
                      <a:pt x="2605" y="5493"/>
                    </a:lnTo>
                    <a:cubicBezTo>
                      <a:pt x="2506" y="5432"/>
                      <a:pt x="2407" y="5382"/>
                      <a:pt x="2296" y="5370"/>
                    </a:cubicBezTo>
                    <a:lnTo>
                      <a:pt x="2197" y="5345"/>
                    </a:lnTo>
                    <a:cubicBezTo>
                      <a:pt x="1963" y="5259"/>
                      <a:pt x="1728" y="5197"/>
                      <a:pt x="1482" y="5123"/>
                    </a:cubicBezTo>
                    <a:cubicBezTo>
                      <a:pt x="1087" y="5000"/>
                      <a:pt x="716" y="4913"/>
                      <a:pt x="358" y="4839"/>
                    </a:cubicBezTo>
                    <a:lnTo>
                      <a:pt x="371" y="4839"/>
                    </a:lnTo>
                    <a:lnTo>
                      <a:pt x="420" y="4802"/>
                    </a:lnTo>
                    <a:cubicBezTo>
                      <a:pt x="506" y="4740"/>
                      <a:pt x="605" y="4679"/>
                      <a:pt x="704" y="4629"/>
                    </a:cubicBezTo>
                    <a:cubicBezTo>
                      <a:pt x="815" y="4568"/>
                      <a:pt x="938" y="4518"/>
                      <a:pt x="1062" y="4456"/>
                    </a:cubicBezTo>
                    <a:lnTo>
                      <a:pt x="1210" y="4382"/>
                    </a:lnTo>
                    <a:cubicBezTo>
                      <a:pt x="1802" y="4098"/>
                      <a:pt x="2407" y="3790"/>
                      <a:pt x="3062" y="3457"/>
                    </a:cubicBezTo>
                    <a:cubicBezTo>
                      <a:pt x="3432" y="3259"/>
                      <a:pt x="3827" y="3062"/>
                      <a:pt x="4296" y="2827"/>
                    </a:cubicBezTo>
                    <a:cubicBezTo>
                      <a:pt x="5975" y="1988"/>
                      <a:pt x="7382" y="1309"/>
                      <a:pt x="8876" y="729"/>
                    </a:cubicBezTo>
                    <a:cubicBezTo>
                      <a:pt x="9159" y="605"/>
                      <a:pt x="9468" y="506"/>
                      <a:pt x="9764" y="420"/>
                    </a:cubicBezTo>
                    <a:close/>
                    <a:moveTo>
                      <a:pt x="9949" y="494"/>
                    </a:moveTo>
                    <a:lnTo>
                      <a:pt x="9949" y="494"/>
                    </a:lnTo>
                    <a:cubicBezTo>
                      <a:pt x="9814" y="630"/>
                      <a:pt x="9678" y="790"/>
                      <a:pt x="9542" y="938"/>
                    </a:cubicBezTo>
                    <a:cubicBezTo>
                      <a:pt x="9468" y="1037"/>
                      <a:pt x="9394" y="1124"/>
                      <a:pt x="9320" y="1198"/>
                    </a:cubicBezTo>
                    <a:cubicBezTo>
                      <a:pt x="8900" y="1654"/>
                      <a:pt x="8468" y="2111"/>
                      <a:pt x="8049" y="2568"/>
                    </a:cubicBezTo>
                    <a:cubicBezTo>
                      <a:pt x="7296" y="3358"/>
                      <a:pt x="6543" y="4148"/>
                      <a:pt x="5790" y="4938"/>
                    </a:cubicBezTo>
                    <a:lnTo>
                      <a:pt x="5283" y="5469"/>
                    </a:lnTo>
                    <a:lnTo>
                      <a:pt x="4913" y="5864"/>
                    </a:lnTo>
                    <a:cubicBezTo>
                      <a:pt x="4777" y="6012"/>
                      <a:pt x="4642" y="6160"/>
                      <a:pt x="4493" y="6308"/>
                    </a:cubicBezTo>
                    <a:lnTo>
                      <a:pt x="4469" y="6308"/>
                    </a:lnTo>
                    <a:cubicBezTo>
                      <a:pt x="4358" y="6370"/>
                      <a:pt x="4259" y="6456"/>
                      <a:pt x="4197" y="6567"/>
                    </a:cubicBezTo>
                    <a:cubicBezTo>
                      <a:pt x="4173" y="6580"/>
                      <a:pt x="4160" y="6604"/>
                      <a:pt x="4148" y="6617"/>
                    </a:cubicBezTo>
                    <a:cubicBezTo>
                      <a:pt x="4061" y="6740"/>
                      <a:pt x="3987" y="6863"/>
                      <a:pt x="3913" y="6987"/>
                    </a:cubicBezTo>
                    <a:lnTo>
                      <a:pt x="3864" y="7086"/>
                    </a:lnTo>
                    <a:cubicBezTo>
                      <a:pt x="3790" y="7209"/>
                      <a:pt x="3716" y="7320"/>
                      <a:pt x="3642" y="7431"/>
                    </a:cubicBezTo>
                    <a:cubicBezTo>
                      <a:pt x="3580" y="7555"/>
                      <a:pt x="3518" y="7641"/>
                      <a:pt x="3444" y="7752"/>
                    </a:cubicBezTo>
                    <a:lnTo>
                      <a:pt x="3173" y="8221"/>
                    </a:lnTo>
                    <a:lnTo>
                      <a:pt x="3123" y="8295"/>
                    </a:lnTo>
                    <a:cubicBezTo>
                      <a:pt x="3025" y="7876"/>
                      <a:pt x="2950" y="7444"/>
                      <a:pt x="2889" y="7024"/>
                    </a:cubicBezTo>
                    <a:cubicBezTo>
                      <a:pt x="2827" y="6592"/>
                      <a:pt x="2765" y="6148"/>
                      <a:pt x="2654" y="5728"/>
                    </a:cubicBezTo>
                    <a:cubicBezTo>
                      <a:pt x="2679" y="5678"/>
                      <a:pt x="2691" y="5629"/>
                      <a:pt x="2679" y="5580"/>
                    </a:cubicBezTo>
                    <a:cubicBezTo>
                      <a:pt x="2827" y="5456"/>
                      <a:pt x="2975" y="5333"/>
                      <a:pt x="3136" y="5222"/>
                    </a:cubicBezTo>
                    <a:cubicBezTo>
                      <a:pt x="3210" y="5172"/>
                      <a:pt x="3284" y="5123"/>
                      <a:pt x="3358" y="5074"/>
                    </a:cubicBezTo>
                    <a:cubicBezTo>
                      <a:pt x="3950" y="4629"/>
                      <a:pt x="4568" y="4197"/>
                      <a:pt x="5098" y="3815"/>
                    </a:cubicBezTo>
                    <a:cubicBezTo>
                      <a:pt x="6333" y="2950"/>
                      <a:pt x="7666" y="2025"/>
                      <a:pt x="9024" y="1111"/>
                    </a:cubicBezTo>
                    <a:lnTo>
                      <a:pt x="9196" y="988"/>
                    </a:lnTo>
                    <a:cubicBezTo>
                      <a:pt x="9443" y="827"/>
                      <a:pt x="9703" y="654"/>
                      <a:pt x="9949" y="494"/>
                    </a:cubicBezTo>
                    <a:close/>
                    <a:moveTo>
                      <a:pt x="4530" y="6530"/>
                    </a:moveTo>
                    <a:cubicBezTo>
                      <a:pt x="4555" y="6555"/>
                      <a:pt x="4580" y="6580"/>
                      <a:pt x="4592" y="6617"/>
                    </a:cubicBezTo>
                    <a:lnTo>
                      <a:pt x="4617" y="6641"/>
                    </a:lnTo>
                    <a:cubicBezTo>
                      <a:pt x="4679" y="6777"/>
                      <a:pt x="4753" y="6901"/>
                      <a:pt x="4802" y="7036"/>
                    </a:cubicBezTo>
                    <a:lnTo>
                      <a:pt x="4839" y="7110"/>
                    </a:lnTo>
                    <a:cubicBezTo>
                      <a:pt x="4864" y="7160"/>
                      <a:pt x="4888" y="7221"/>
                      <a:pt x="4925" y="7283"/>
                    </a:cubicBezTo>
                    <a:cubicBezTo>
                      <a:pt x="4802" y="7345"/>
                      <a:pt x="4691" y="7419"/>
                      <a:pt x="4580" y="7505"/>
                    </a:cubicBezTo>
                    <a:cubicBezTo>
                      <a:pt x="4555" y="7530"/>
                      <a:pt x="4530" y="7542"/>
                      <a:pt x="4493" y="7567"/>
                    </a:cubicBezTo>
                    <a:cubicBezTo>
                      <a:pt x="4333" y="7691"/>
                      <a:pt x="4160" y="7826"/>
                      <a:pt x="4000" y="7950"/>
                    </a:cubicBezTo>
                    <a:cubicBezTo>
                      <a:pt x="3901" y="8024"/>
                      <a:pt x="3815" y="8098"/>
                      <a:pt x="3728" y="8172"/>
                    </a:cubicBezTo>
                    <a:lnTo>
                      <a:pt x="3580" y="8308"/>
                    </a:lnTo>
                    <a:lnTo>
                      <a:pt x="3518" y="8357"/>
                    </a:lnTo>
                    <a:cubicBezTo>
                      <a:pt x="3457" y="8406"/>
                      <a:pt x="3395" y="8456"/>
                      <a:pt x="3321" y="8505"/>
                    </a:cubicBezTo>
                    <a:cubicBezTo>
                      <a:pt x="3407" y="8382"/>
                      <a:pt x="3481" y="8258"/>
                      <a:pt x="3555" y="8135"/>
                    </a:cubicBezTo>
                    <a:cubicBezTo>
                      <a:pt x="3703" y="7876"/>
                      <a:pt x="3864" y="7629"/>
                      <a:pt x="4000" y="7370"/>
                    </a:cubicBezTo>
                    <a:cubicBezTo>
                      <a:pt x="4049" y="7296"/>
                      <a:pt x="4086" y="7209"/>
                      <a:pt x="4135" y="7123"/>
                    </a:cubicBezTo>
                    <a:cubicBezTo>
                      <a:pt x="4222" y="6925"/>
                      <a:pt x="4333" y="6752"/>
                      <a:pt x="4469" y="6592"/>
                    </a:cubicBezTo>
                    <a:cubicBezTo>
                      <a:pt x="4493" y="6567"/>
                      <a:pt x="4506" y="6543"/>
                      <a:pt x="4530" y="6530"/>
                    </a:cubicBezTo>
                    <a:close/>
                    <a:moveTo>
                      <a:pt x="9912" y="877"/>
                    </a:moveTo>
                    <a:lnTo>
                      <a:pt x="9912" y="877"/>
                    </a:lnTo>
                    <a:cubicBezTo>
                      <a:pt x="9826" y="1087"/>
                      <a:pt x="9752" y="1296"/>
                      <a:pt x="9690" y="1469"/>
                    </a:cubicBezTo>
                    <a:cubicBezTo>
                      <a:pt x="9431" y="2222"/>
                      <a:pt x="9147" y="2963"/>
                      <a:pt x="8876" y="3654"/>
                    </a:cubicBezTo>
                    <a:cubicBezTo>
                      <a:pt x="8567" y="4444"/>
                      <a:pt x="8258" y="5246"/>
                      <a:pt x="7950" y="6049"/>
                    </a:cubicBezTo>
                    <a:cubicBezTo>
                      <a:pt x="7654" y="6802"/>
                      <a:pt x="7357" y="7567"/>
                      <a:pt x="7073" y="8320"/>
                    </a:cubicBezTo>
                    <a:cubicBezTo>
                      <a:pt x="7012" y="8456"/>
                      <a:pt x="6962" y="8604"/>
                      <a:pt x="6913" y="8740"/>
                    </a:cubicBezTo>
                    <a:cubicBezTo>
                      <a:pt x="6839" y="8962"/>
                      <a:pt x="6752" y="9196"/>
                      <a:pt x="6666" y="9406"/>
                    </a:cubicBezTo>
                    <a:cubicBezTo>
                      <a:pt x="6580" y="9258"/>
                      <a:pt x="6506" y="9110"/>
                      <a:pt x="6407" y="8974"/>
                    </a:cubicBezTo>
                    <a:lnTo>
                      <a:pt x="6333" y="8863"/>
                    </a:lnTo>
                    <a:lnTo>
                      <a:pt x="6197" y="8666"/>
                    </a:lnTo>
                    <a:cubicBezTo>
                      <a:pt x="6073" y="8468"/>
                      <a:pt x="5938" y="8258"/>
                      <a:pt x="5814" y="8061"/>
                    </a:cubicBezTo>
                    <a:cubicBezTo>
                      <a:pt x="5580" y="7715"/>
                      <a:pt x="5345" y="7345"/>
                      <a:pt x="5086" y="6851"/>
                    </a:cubicBezTo>
                    <a:lnTo>
                      <a:pt x="5061" y="6814"/>
                    </a:lnTo>
                    <a:cubicBezTo>
                      <a:pt x="4975" y="6666"/>
                      <a:pt x="4839" y="6407"/>
                      <a:pt x="4654" y="6333"/>
                    </a:cubicBezTo>
                    <a:cubicBezTo>
                      <a:pt x="5197" y="5839"/>
                      <a:pt x="5703" y="5308"/>
                      <a:pt x="6197" y="4790"/>
                    </a:cubicBezTo>
                    <a:cubicBezTo>
                      <a:pt x="6320" y="4654"/>
                      <a:pt x="6444" y="4530"/>
                      <a:pt x="6567" y="4395"/>
                    </a:cubicBezTo>
                    <a:cubicBezTo>
                      <a:pt x="7394" y="3531"/>
                      <a:pt x="8382" y="2494"/>
                      <a:pt x="9345" y="1469"/>
                    </a:cubicBezTo>
                    <a:cubicBezTo>
                      <a:pt x="9419" y="1383"/>
                      <a:pt x="9493" y="1309"/>
                      <a:pt x="9579" y="1222"/>
                    </a:cubicBezTo>
                    <a:cubicBezTo>
                      <a:pt x="9690" y="1111"/>
                      <a:pt x="9801" y="1000"/>
                      <a:pt x="9912" y="877"/>
                    </a:cubicBezTo>
                    <a:close/>
                    <a:moveTo>
                      <a:pt x="10172" y="0"/>
                    </a:moveTo>
                    <a:cubicBezTo>
                      <a:pt x="10085" y="0"/>
                      <a:pt x="10011" y="13"/>
                      <a:pt x="9937" y="25"/>
                    </a:cubicBezTo>
                    <a:cubicBezTo>
                      <a:pt x="9653" y="99"/>
                      <a:pt x="9369" y="185"/>
                      <a:pt x="9098" y="297"/>
                    </a:cubicBezTo>
                    <a:cubicBezTo>
                      <a:pt x="8258" y="605"/>
                      <a:pt x="7444" y="988"/>
                      <a:pt x="6691" y="1346"/>
                    </a:cubicBezTo>
                    <a:cubicBezTo>
                      <a:pt x="5506" y="1914"/>
                      <a:pt x="4271" y="2543"/>
                      <a:pt x="2913" y="3247"/>
                    </a:cubicBezTo>
                    <a:cubicBezTo>
                      <a:pt x="2407" y="3518"/>
                      <a:pt x="1889" y="3777"/>
                      <a:pt x="1370" y="4024"/>
                    </a:cubicBezTo>
                    <a:lnTo>
                      <a:pt x="667" y="4382"/>
                    </a:lnTo>
                    <a:cubicBezTo>
                      <a:pt x="482" y="4469"/>
                      <a:pt x="309" y="4568"/>
                      <a:pt x="161" y="4703"/>
                    </a:cubicBezTo>
                    <a:cubicBezTo>
                      <a:pt x="136" y="4728"/>
                      <a:pt x="111" y="4765"/>
                      <a:pt x="99" y="4802"/>
                    </a:cubicBezTo>
                    <a:cubicBezTo>
                      <a:pt x="50" y="4814"/>
                      <a:pt x="25" y="4851"/>
                      <a:pt x="13" y="4888"/>
                    </a:cubicBezTo>
                    <a:cubicBezTo>
                      <a:pt x="0" y="4938"/>
                      <a:pt x="25" y="4975"/>
                      <a:pt x="62" y="5000"/>
                    </a:cubicBezTo>
                    <a:cubicBezTo>
                      <a:pt x="482" y="5172"/>
                      <a:pt x="914" y="5333"/>
                      <a:pt x="1346" y="5456"/>
                    </a:cubicBezTo>
                    <a:cubicBezTo>
                      <a:pt x="1593" y="5530"/>
                      <a:pt x="1827" y="5617"/>
                      <a:pt x="2074" y="5691"/>
                    </a:cubicBezTo>
                    <a:cubicBezTo>
                      <a:pt x="2160" y="5715"/>
                      <a:pt x="2235" y="5740"/>
                      <a:pt x="2321" y="5765"/>
                    </a:cubicBezTo>
                    <a:lnTo>
                      <a:pt x="2395" y="5790"/>
                    </a:lnTo>
                    <a:lnTo>
                      <a:pt x="2407" y="5802"/>
                    </a:lnTo>
                    <a:cubicBezTo>
                      <a:pt x="2432" y="5814"/>
                      <a:pt x="2444" y="5827"/>
                      <a:pt x="2469" y="5827"/>
                    </a:cubicBezTo>
                    <a:cubicBezTo>
                      <a:pt x="2494" y="6061"/>
                      <a:pt x="2518" y="6283"/>
                      <a:pt x="2543" y="6518"/>
                    </a:cubicBezTo>
                    <a:cubicBezTo>
                      <a:pt x="2617" y="7246"/>
                      <a:pt x="2691" y="7999"/>
                      <a:pt x="2950" y="8690"/>
                    </a:cubicBezTo>
                    <a:lnTo>
                      <a:pt x="2950" y="8703"/>
                    </a:lnTo>
                    <a:cubicBezTo>
                      <a:pt x="2950" y="8740"/>
                      <a:pt x="2963" y="8764"/>
                      <a:pt x="2987" y="8789"/>
                    </a:cubicBezTo>
                    <a:cubicBezTo>
                      <a:pt x="3012" y="8838"/>
                      <a:pt x="3062" y="8876"/>
                      <a:pt x="3111" y="8876"/>
                    </a:cubicBezTo>
                    <a:lnTo>
                      <a:pt x="3148" y="8876"/>
                    </a:lnTo>
                    <a:cubicBezTo>
                      <a:pt x="3457" y="8764"/>
                      <a:pt x="3728" y="8604"/>
                      <a:pt x="3975" y="8382"/>
                    </a:cubicBezTo>
                    <a:cubicBezTo>
                      <a:pt x="4012" y="8345"/>
                      <a:pt x="4061" y="8308"/>
                      <a:pt x="4111" y="8271"/>
                    </a:cubicBezTo>
                    <a:cubicBezTo>
                      <a:pt x="4222" y="8184"/>
                      <a:pt x="4333" y="8098"/>
                      <a:pt x="4444" y="8024"/>
                    </a:cubicBezTo>
                    <a:lnTo>
                      <a:pt x="4617" y="7900"/>
                    </a:lnTo>
                    <a:lnTo>
                      <a:pt x="4765" y="7789"/>
                    </a:lnTo>
                    <a:cubicBezTo>
                      <a:pt x="4864" y="7728"/>
                      <a:pt x="4963" y="7653"/>
                      <a:pt x="5049" y="7579"/>
                    </a:cubicBezTo>
                    <a:cubicBezTo>
                      <a:pt x="5160" y="7777"/>
                      <a:pt x="5296" y="7999"/>
                      <a:pt x="5444" y="8258"/>
                    </a:cubicBezTo>
                    <a:cubicBezTo>
                      <a:pt x="5617" y="8530"/>
                      <a:pt x="5790" y="8814"/>
                      <a:pt x="5950" y="9061"/>
                    </a:cubicBezTo>
                    <a:cubicBezTo>
                      <a:pt x="6012" y="9147"/>
                      <a:pt x="6061" y="9246"/>
                      <a:pt x="6123" y="9345"/>
                    </a:cubicBezTo>
                    <a:cubicBezTo>
                      <a:pt x="6222" y="9530"/>
                      <a:pt x="6345" y="9703"/>
                      <a:pt x="6468" y="9875"/>
                    </a:cubicBezTo>
                    <a:cubicBezTo>
                      <a:pt x="6493" y="9900"/>
                      <a:pt x="6543" y="9925"/>
                      <a:pt x="6580" y="9925"/>
                    </a:cubicBezTo>
                    <a:cubicBezTo>
                      <a:pt x="6629" y="9925"/>
                      <a:pt x="6666" y="9900"/>
                      <a:pt x="6703" y="9875"/>
                    </a:cubicBezTo>
                    <a:cubicBezTo>
                      <a:pt x="6728" y="9838"/>
                      <a:pt x="6752" y="9789"/>
                      <a:pt x="6752" y="9740"/>
                    </a:cubicBezTo>
                    <a:cubicBezTo>
                      <a:pt x="6925" y="9431"/>
                      <a:pt x="7073" y="9110"/>
                      <a:pt x="7209" y="8801"/>
                    </a:cubicBezTo>
                    <a:lnTo>
                      <a:pt x="7258" y="8703"/>
                    </a:lnTo>
                    <a:cubicBezTo>
                      <a:pt x="7555" y="8024"/>
                      <a:pt x="7851" y="7333"/>
                      <a:pt x="8123" y="6666"/>
                    </a:cubicBezTo>
                    <a:lnTo>
                      <a:pt x="8147" y="6592"/>
                    </a:lnTo>
                    <a:cubicBezTo>
                      <a:pt x="8740" y="5185"/>
                      <a:pt x="9406" y="3518"/>
                      <a:pt x="10024" y="1827"/>
                    </a:cubicBezTo>
                    <a:cubicBezTo>
                      <a:pt x="10135" y="1519"/>
                      <a:pt x="10258" y="1210"/>
                      <a:pt x="10357" y="877"/>
                    </a:cubicBezTo>
                    <a:lnTo>
                      <a:pt x="10369" y="827"/>
                    </a:lnTo>
                    <a:cubicBezTo>
                      <a:pt x="10443" y="654"/>
                      <a:pt x="10480" y="469"/>
                      <a:pt x="10468" y="284"/>
                    </a:cubicBezTo>
                    <a:cubicBezTo>
                      <a:pt x="10505" y="222"/>
                      <a:pt x="10493" y="148"/>
                      <a:pt x="10443" y="111"/>
                    </a:cubicBezTo>
                    <a:cubicBezTo>
                      <a:pt x="10369" y="37"/>
                      <a:pt x="10270" y="0"/>
                      <a:pt x="10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5" name="Google Shape;1605;p64"/>
            <p:cNvSpPr/>
            <p:nvPr/>
          </p:nvSpPr>
          <p:spPr>
            <a:xfrm>
              <a:off x="6562292" y="4354432"/>
              <a:ext cx="1368335" cy="942004"/>
            </a:xfrm>
            <a:custGeom>
              <a:avLst/>
              <a:gdLst/>
              <a:ahLst/>
              <a:cxnLst/>
              <a:rect l="l" t="t" r="r" b="b"/>
              <a:pathLst>
                <a:path w="16999" h="11703" extrusionOk="0">
                  <a:moveTo>
                    <a:pt x="16961" y="211"/>
                  </a:moveTo>
                  <a:cubicBezTo>
                    <a:pt x="16998" y="87"/>
                    <a:pt x="16850" y="1"/>
                    <a:pt x="16764" y="100"/>
                  </a:cubicBezTo>
                  <a:cubicBezTo>
                    <a:pt x="16752" y="112"/>
                    <a:pt x="16752" y="124"/>
                    <a:pt x="16739" y="137"/>
                  </a:cubicBezTo>
                  <a:lnTo>
                    <a:pt x="16727" y="186"/>
                  </a:lnTo>
                  <a:lnTo>
                    <a:pt x="16715" y="235"/>
                  </a:lnTo>
                  <a:lnTo>
                    <a:pt x="16690" y="285"/>
                  </a:lnTo>
                  <a:lnTo>
                    <a:pt x="16665" y="346"/>
                  </a:lnTo>
                  <a:cubicBezTo>
                    <a:pt x="16616" y="495"/>
                    <a:pt x="16826" y="569"/>
                    <a:pt x="16887" y="433"/>
                  </a:cubicBezTo>
                  <a:lnTo>
                    <a:pt x="16912" y="359"/>
                  </a:lnTo>
                  <a:lnTo>
                    <a:pt x="16924" y="309"/>
                  </a:lnTo>
                  <a:lnTo>
                    <a:pt x="16949" y="260"/>
                  </a:lnTo>
                  <a:close/>
                  <a:moveTo>
                    <a:pt x="260" y="10197"/>
                  </a:moveTo>
                  <a:cubicBezTo>
                    <a:pt x="137" y="10110"/>
                    <a:pt x="1" y="10283"/>
                    <a:pt x="112" y="10382"/>
                  </a:cubicBezTo>
                  <a:lnTo>
                    <a:pt x="186" y="10444"/>
                  </a:lnTo>
                  <a:lnTo>
                    <a:pt x="248" y="10481"/>
                  </a:lnTo>
                  <a:lnTo>
                    <a:pt x="309" y="10530"/>
                  </a:lnTo>
                  <a:cubicBezTo>
                    <a:pt x="433" y="10617"/>
                    <a:pt x="569" y="10431"/>
                    <a:pt x="445" y="10345"/>
                  </a:cubicBezTo>
                  <a:lnTo>
                    <a:pt x="384" y="10296"/>
                  </a:lnTo>
                  <a:lnTo>
                    <a:pt x="334" y="10259"/>
                  </a:lnTo>
                  <a:close/>
                  <a:moveTo>
                    <a:pt x="1013" y="10728"/>
                  </a:moveTo>
                  <a:cubicBezTo>
                    <a:pt x="890" y="10617"/>
                    <a:pt x="741" y="10789"/>
                    <a:pt x="853" y="10900"/>
                  </a:cubicBezTo>
                  <a:cubicBezTo>
                    <a:pt x="865" y="10900"/>
                    <a:pt x="877" y="10913"/>
                    <a:pt x="890" y="10925"/>
                  </a:cubicBezTo>
                  <a:lnTo>
                    <a:pt x="951" y="10962"/>
                  </a:lnTo>
                  <a:lnTo>
                    <a:pt x="1013" y="10999"/>
                  </a:lnTo>
                  <a:lnTo>
                    <a:pt x="1087" y="11036"/>
                  </a:lnTo>
                  <a:cubicBezTo>
                    <a:pt x="1211" y="11135"/>
                    <a:pt x="1359" y="10962"/>
                    <a:pt x="1248" y="10863"/>
                  </a:cubicBezTo>
                  <a:cubicBezTo>
                    <a:pt x="1235" y="10851"/>
                    <a:pt x="1223" y="10839"/>
                    <a:pt x="1211" y="10839"/>
                  </a:cubicBezTo>
                  <a:lnTo>
                    <a:pt x="1136" y="10802"/>
                  </a:lnTo>
                  <a:lnTo>
                    <a:pt x="1075" y="10765"/>
                  </a:lnTo>
                  <a:close/>
                  <a:moveTo>
                    <a:pt x="1828" y="11123"/>
                  </a:moveTo>
                  <a:cubicBezTo>
                    <a:pt x="1680" y="11073"/>
                    <a:pt x="1593" y="11283"/>
                    <a:pt x="1741" y="11345"/>
                  </a:cubicBezTo>
                  <a:lnTo>
                    <a:pt x="1791" y="11370"/>
                  </a:lnTo>
                  <a:lnTo>
                    <a:pt x="1852" y="11382"/>
                  </a:lnTo>
                  <a:lnTo>
                    <a:pt x="1914" y="11407"/>
                  </a:lnTo>
                  <a:lnTo>
                    <a:pt x="1964" y="11431"/>
                  </a:lnTo>
                  <a:cubicBezTo>
                    <a:pt x="2001" y="11444"/>
                    <a:pt x="2050" y="11431"/>
                    <a:pt x="2075" y="11394"/>
                  </a:cubicBezTo>
                  <a:cubicBezTo>
                    <a:pt x="2136" y="11345"/>
                    <a:pt x="2124" y="11234"/>
                    <a:pt x="2038" y="11209"/>
                  </a:cubicBezTo>
                  <a:lnTo>
                    <a:pt x="1988" y="11184"/>
                  </a:lnTo>
                  <a:lnTo>
                    <a:pt x="1927" y="11172"/>
                  </a:lnTo>
                  <a:lnTo>
                    <a:pt x="1877" y="11147"/>
                  </a:lnTo>
                  <a:close/>
                  <a:moveTo>
                    <a:pt x="2692" y="11382"/>
                  </a:moveTo>
                  <a:cubicBezTo>
                    <a:pt x="2568" y="11370"/>
                    <a:pt x="2507" y="11518"/>
                    <a:pt x="2605" y="11592"/>
                  </a:cubicBezTo>
                  <a:cubicBezTo>
                    <a:pt x="2618" y="11604"/>
                    <a:pt x="2630" y="11616"/>
                    <a:pt x="2642" y="11616"/>
                  </a:cubicBezTo>
                  <a:lnTo>
                    <a:pt x="2717" y="11629"/>
                  </a:lnTo>
                  <a:lnTo>
                    <a:pt x="2778" y="11641"/>
                  </a:lnTo>
                  <a:lnTo>
                    <a:pt x="2840" y="11653"/>
                  </a:lnTo>
                  <a:lnTo>
                    <a:pt x="2877" y="11653"/>
                  </a:lnTo>
                  <a:cubicBezTo>
                    <a:pt x="3013" y="11666"/>
                    <a:pt x="3062" y="11481"/>
                    <a:pt x="2939" y="11431"/>
                  </a:cubicBezTo>
                  <a:lnTo>
                    <a:pt x="2914" y="11431"/>
                  </a:lnTo>
                  <a:lnTo>
                    <a:pt x="2865" y="11431"/>
                  </a:lnTo>
                  <a:lnTo>
                    <a:pt x="2815" y="11419"/>
                  </a:lnTo>
                  <a:lnTo>
                    <a:pt x="2766" y="11407"/>
                  </a:lnTo>
                  <a:lnTo>
                    <a:pt x="2692" y="11394"/>
                  </a:lnTo>
                  <a:close/>
                  <a:moveTo>
                    <a:pt x="3593" y="11468"/>
                  </a:moveTo>
                  <a:cubicBezTo>
                    <a:pt x="3457" y="11481"/>
                    <a:pt x="3432" y="11653"/>
                    <a:pt x="3556" y="11690"/>
                  </a:cubicBezTo>
                  <a:cubicBezTo>
                    <a:pt x="3568" y="11703"/>
                    <a:pt x="3581" y="11703"/>
                    <a:pt x="3593" y="11690"/>
                  </a:cubicBezTo>
                  <a:lnTo>
                    <a:pt x="3679" y="11690"/>
                  </a:lnTo>
                  <a:lnTo>
                    <a:pt x="3741" y="11690"/>
                  </a:lnTo>
                  <a:lnTo>
                    <a:pt x="3790" y="11690"/>
                  </a:lnTo>
                  <a:lnTo>
                    <a:pt x="3827" y="11690"/>
                  </a:lnTo>
                  <a:cubicBezTo>
                    <a:pt x="3963" y="11690"/>
                    <a:pt x="3988" y="11518"/>
                    <a:pt x="3865" y="11468"/>
                  </a:cubicBezTo>
                  <a:cubicBezTo>
                    <a:pt x="3852" y="11468"/>
                    <a:pt x="3840" y="11468"/>
                    <a:pt x="3815" y="11468"/>
                  </a:cubicBezTo>
                  <a:lnTo>
                    <a:pt x="3778" y="11468"/>
                  </a:lnTo>
                  <a:lnTo>
                    <a:pt x="3729" y="11468"/>
                  </a:lnTo>
                  <a:lnTo>
                    <a:pt x="3593" y="11468"/>
                  </a:lnTo>
                  <a:close/>
                  <a:moveTo>
                    <a:pt x="4482" y="11357"/>
                  </a:moveTo>
                  <a:cubicBezTo>
                    <a:pt x="4371" y="11394"/>
                    <a:pt x="4371" y="11567"/>
                    <a:pt x="4482" y="11592"/>
                  </a:cubicBezTo>
                  <a:cubicBezTo>
                    <a:pt x="4506" y="11592"/>
                    <a:pt x="4519" y="11592"/>
                    <a:pt x="4531" y="11592"/>
                  </a:cubicBezTo>
                  <a:lnTo>
                    <a:pt x="4593" y="11579"/>
                  </a:lnTo>
                  <a:lnTo>
                    <a:pt x="4642" y="11567"/>
                  </a:lnTo>
                  <a:lnTo>
                    <a:pt x="4704" y="11555"/>
                  </a:lnTo>
                  <a:lnTo>
                    <a:pt x="4766" y="11530"/>
                  </a:lnTo>
                  <a:cubicBezTo>
                    <a:pt x="4864" y="11505"/>
                    <a:pt x="4877" y="11370"/>
                    <a:pt x="4790" y="11320"/>
                  </a:cubicBezTo>
                  <a:cubicBezTo>
                    <a:pt x="4766" y="11308"/>
                    <a:pt x="4729" y="11295"/>
                    <a:pt x="4704" y="11308"/>
                  </a:cubicBezTo>
                  <a:lnTo>
                    <a:pt x="4642" y="11320"/>
                  </a:lnTo>
                  <a:lnTo>
                    <a:pt x="4593" y="11333"/>
                  </a:lnTo>
                  <a:lnTo>
                    <a:pt x="4543" y="11345"/>
                  </a:lnTo>
                  <a:lnTo>
                    <a:pt x="4482" y="11370"/>
                  </a:lnTo>
                  <a:close/>
                  <a:moveTo>
                    <a:pt x="5346" y="11073"/>
                  </a:moveTo>
                  <a:cubicBezTo>
                    <a:pt x="5222" y="11123"/>
                    <a:pt x="5272" y="11308"/>
                    <a:pt x="5395" y="11295"/>
                  </a:cubicBezTo>
                  <a:cubicBezTo>
                    <a:pt x="5408" y="11295"/>
                    <a:pt x="5432" y="11295"/>
                    <a:pt x="5445" y="11283"/>
                  </a:cubicBezTo>
                  <a:lnTo>
                    <a:pt x="5469" y="11271"/>
                  </a:lnTo>
                  <a:lnTo>
                    <a:pt x="5519" y="11258"/>
                  </a:lnTo>
                  <a:lnTo>
                    <a:pt x="5568" y="11234"/>
                  </a:lnTo>
                  <a:lnTo>
                    <a:pt x="5617" y="11209"/>
                  </a:lnTo>
                  <a:lnTo>
                    <a:pt x="5654" y="11184"/>
                  </a:lnTo>
                  <a:cubicBezTo>
                    <a:pt x="5741" y="11147"/>
                    <a:pt x="5741" y="11012"/>
                    <a:pt x="5642" y="10975"/>
                  </a:cubicBezTo>
                  <a:cubicBezTo>
                    <a:pt x="5617" y="10962"/>
                    <a:pt x="5580" y="10962"/>
                    <a:pt x="5556" y="10975"/>
                  </a:cubicBezTo>
                  <a:lnTo>
                    <a:pt x="5469" y="11012"/>
                  </a:lnTo>
                  <a:lnTo>
                    <a:pt x="5420" y="11036"/>
                  </a:lnTo>
                  <a:lnTo>
                    <a:pt x="5346" y="11073"/>
                  </a:lnTo>
                  <a:close/>
                  <a:moveTo>
                    <a:pt x="6136" y="10641"/>
                  </a:moveTo>
                  <a:cubicBezTo>
                    <a:pt x="6099" y="10666"/>
                    <a:pt x="6086" y="10703"/>
                    <a:pt x="6086" y="10752"/>
                  </a:cubicBezTo>
                  <a:cubicBezTo>
                    <a:pt x="6111" y="10839"/>
                    <a:pt x="6198" y="10876"/>
                    <a:pt x="6272" y="10839"/>
                  </a:cubicBezTo>
                  <a:lnTo>
                    <a:pt x="6333" y="10789"/>
                  </a:lnTo>
                  <a:lnTo>
                    <a:pt x="6370" y="10765"/>
                  </a:lnTo>
                  <a:lnTo>
                    <a:pt x="6420" y="10728"/>
                  </a:lnTo>
                  <a:lnTo>
                    <a:pt x="6469" y="10703"/>
                  </a:lnTo>
                  <a:cubicBezTo>
                    <a:pt x="6580" y="10617"/>
                    <a:pt x="6481" y="10444"/>
                    <a:pt x="6358" y="10493"/>
                  </a:cubicBezTo>
                  <a:lnTo>
                    <a:pt x="6333" y="10505"/>
                  </a:lnTo>
                  <a:lnTo>
                    <a:pt x="6247" y="10567"/>
                  </a:lnTo>
                  <a:cubicBezTo>
                    <a:pt x="6210" y="10592"/>
                    <a:pt x="6173" y="10617"/>
                    <a:pt x="6136" y="10641"/>
                  </a:cubicBezTo>
                  <a:close/>
                  <a:moveTo>
                    <a:pt x="6864" y="10086"/>
                  </a:moveTo>
                  <a:cubicBezTo>
                    <a:pt x="6753" y="10160"/>
                    <a:pt x="6864" y="10333"/>
                    <a:pt x="6988" y="10271"/>
                  </a:cubicBezTo>
                  <a:cubicBezTo>
                    <a:pt x="7000" y="10271"/>
                    <a:pt x="7000" y="10259"/>
                    <a:pt x="7012" y="10259"/>
                  </a:cubicBezTo>
                  <a:lnTo>
                    <a:pt x="7185" y="10098"/>
                  </a:lnTo>
                  <a:cubicBezTo>
                    <a:pt x="7222" y="10061"/>
                    <a:pt x="7234" y="10012"/>
                    <a:pt x="7210" y="9962"/>
                  </a:cubicBezTo>
                  <a:cubicBezTo>
                    <a:pt x="7173" y="9888"/>
                    <a:pt x="7086" y="9876"/>
                    <a:pt x="7025" y="9925"/>
                  </a:cubicBezTo>
                  <a:cubicBezTo>
                    <a:pt x="6975" y="9987"/>
                    <a:pt x="6913" y="10036"/>
                    <a:pt x="6864" y="10086"/>
                  </a:cubicBezTo>
                  <a:close/>
                  <a:moveTo>
                    <a:pt x="7494" y="9432"/>
                  </a:moveTo>
                  <a:cubicBezTo>
                    <a:pt x="7395" y="9543"/>
                    <a:pt x="7568" y="9703"/>
                    <a:pt x="7679" y="9580"/>
                  </a:cubicBezTo>
                  <a:lnTo>
                    <a:pt x="7827" y="9407"/>
                  </a:lnTo>
                  <a:cubicBezTo>
                    <a:pt x="7926" y="9296"/>
                    <a:pt x="7790" y="9148"/>
                    <a:pt x="7679" y="9222"/>
                  </a:cubicBezTo>
                  <a:cubicBezTo>
                    <a:pt x="7666" y="9234"/>
                    <a:pt x="7654" y="9246"/>
                    <a:pt x="7642" y="9259"/>
                  </a:cubicBezTo>
                  <a:cubicBezTo>
                    <a:pt x="7592" y="9320"/>
                    <a:pt x="7543" y="9370"/>
                    <a:pt x="7494" y="9432"/>
                  </a:cubicBezTo>
                  <a:close/>
                  <a:moveTo>
                    <a:pt x="8049" y="8703"/>
                  </a:moveTo>
                  <a:cubicBezTo>
                    <a:pt x="7963" y="8827"/>
                    <a:pt x="8160" y="8975"/>
                    <a:pt x="8247" y="8827"/>
                  </a:cubicBezTo>
                  <a:cubicBezTo>
                    <a:pt x="8296" y="8765"/>
                    <a:pt x="8333" y="8703"/>
                    <a:pt x="8382" y="8629"/>
                  </a:cubicBezTo>
                  <a:cubicBezTo>
                    <a:pt x="8456" y="8518"/>
                    <a:pt x="8308" y="8382"/>
                    <a:pt x="8210" y="8481"/>
                  </a:cubicBezTo>
                  <a:cubicBezTo>
                    <a:pt x="8197" y="8493"/>
                    <a:pt x="8185" y="8493"/>
                    <a:pt x="8185" y="8506"/>
                  </a:cubicBezTo>
                  <a:cubicBezTo>
                    <a:pt x="8136" y="8567"/>
                    <a:pt x="8098" y="8642"/>
                    <a:pt x="8061" y="8703"/>
                  </a:cubicBezTo>
                  <a:close/>
                  <a:moveTo>
                    <a:pt x="8518" y="7913"/>
                  </a:moveTo>
                  <a:cubicBezTo>
                    <a:pt x="8493" y="7963"/>
                    <a:pt x="8506" y="8024"/>
                    <a:pt x="8543" y="8061"/>
                  </a:cubicBezTo>
                  <a:cubicBezTo>
                    <a:pt x="8605" y="8111"/>
                    <a:pt x="8691" y="8086"/>
                    <a:pt x="8728" y="8024"/>
                  </a:cubicBezTo>
                  <a:cubicBezTo>
                    <a:pt x="8765" y="7950"/>
                    <a:pt x="8802" y="7889"/>
                    <a:pt x="8827" y="7814"/>
                  </a:cubicBezTo>
                  <a:cubicBezTo>
                    <a:pt x="8888" y="7703"/>
                    <a:pt x="8740" y="7592"/>
                    <a:pt x="8654" y="7679"/>
                  </a:cubicBezTo>
                  <a:cubicBezTo>
                    <a:pt x="8642" y="7691"/>
                    <a:pt x="8629" y="7703"/>
                    <a:pt x="8629" y="7716"/>
                  </a:cubicBezTo>
                  <a:cubicBezTo>
                    <a:pt x="8592" y="7777"/>
                    <a:pt x="8555" y="7852"/>
                    <a:pt x="8518" y="7913"/>
                  </a:cubicBezTo>
                  <a:close/>
                  <a:moveTo>
                    <a:pt x="8901" y="7086"/>
                  </a:moveTo>
                  <a:cubicBezTo>
                    <a:pt x="8851" y="7197"/>
                    <a:pt x="9000" y="7296"/>
                    <a:pt x="9098" y="7210"/>
                  </a:cubicBezTo>
                  <a:cubicBezTo>
                    <a:pt x="9111" y="7197"/>
                    <a:pt x="9111" y="7185"/>
                    <a:pt x="9123" y="7173"/>
                  </a:cubicBezTo>
                  <a:cubicBezTo>
                    <a:pt x="9148" y="7099"/>
                    <a:pt x="9172" y="7024"/>
                    <a:pt x="9197" y="6950"/>
                  </a:cubicBezTo>
                  <a:cubicBezTo>
                    <a:pt x="9246" y="6827"/>
                    <a:pt x="9086" y="6728"/>
                    <a:pt x="9012" y="6839"/>
                  </a:cubicBezTo>
                  <a:cubicBezTo>
                    <a:pt x="9000" y="6839"/>
                    <a:pt x="8987" y="6852"/>
                    <a:pt x="8987" y="6876"/>
                  </a:cubicBezTo>
                  <a:cubicBezTo>
                    <a:pt x="8963" y="6938"/>
                    <a:pt x="8926" y="7012"/>
                    <a:pt x="8901" y="7086"/>
                  </a:cubicBezTo>
                  <a:close/>
                  <a:moveTo>
                    <a:pt x="9197" y="6222"/>
                  </a:moveTo>
                  <a:cubicBezTo>
                    <a:pt x="9160" y="6370"/>
                    <a:pt x="9382" y="6432"/>
                    <a:pt x="9419" y="6284"/>
                  </a:cubicBezTo>
                  <a:cubicBezTo>
                    <a:pt x="9444" y="6197"/>
                    <a:pt x="9456" y="6123"/>
                    <a:pt x="9481" y="6049"/>
                  </a:cubicBezTo>
                  <a:cubicBezTo>
                    <a:pt x="9506" y="5951"/>
                    <a:pt x="9395" y="5864"/>
                    <a:pt x="9308" y="5926"/>
                  </a:cubicBezTo>
                  <a:cubicBezTo>
                    <a:pt x="9284" y="5938"/>
                    <a:pt x="9259" y="5963"/>
                    <a:pt x="9246" y="6000"/>
                  </a:cubicBezTo>
                  <a:cubicBezTo>
                    <a:pt x="9234" y="6074"/>
                    <a:pt x="9209" y="6148"/>
                    <a:pt x="9197" y="6222"/>
                  </a:cubicBezTo>
                  <a:close/>
                  <a:moveTo>
                    <a:pt x="9382" y="5321"/>
                  </a:moveTo>
                  <a:cubicBezTo>
                    <a:pt x="9358" y="5444"/>
                    <a:pt x="9530" y="5506"/>
                    <a:pt x="9592" y="5407"/>
                  </a:cubicBezTo>
                  <a:cubicBezTo>
                    <a:pt x="9604" y="5395"/>
                    <a:pt x="9617" y="5370"/>
                    <a:pt x="9617" y="5358"/>
                  </a:cubicBezTo>
                  <a:cubicBezTo>
                    <a:pt x="9629" y="5284"/>
                    <a:pt x="9629" y="5198"/>
                    <a:pt x="9641" y="5124"/>
                  </a:cubicBezTo>
                  <a:cubicBezTo>
                    <a:pt x="9641" y="5099"/>
                    <a:pt x="9641" y="5087"/>
                    <a:pt x="9641" y="5062"/>
                  </a:cubicBezTo>
                  <a:cubicBezTo>
                    <a:pt x="9666" y="5000"/>
                    <a:pt x="9629" y="4938"/>
                    <a:pt x="9567" y="4926"/>
                  </a:cubicBezTo>
                  <a:cubicBezTo>
                    <a:pt x="9555" y="4914"/>
                    <a:pt x="9543" y="4914"/>
                    <a:pt x="9530" y="4926"/>
                  </a:cubicBezTo>
                  <a:cubicBezTo>
                    <a:pt x="9456" y="4926"/>
                    <a:pt x="9370" y="4926"/>
                    <a:pt x="9296" y="4926"/>
                  </a:cubicBezTo>
                  <a:cubicBezTo>
                    <a:pt x="9172" y="4926"/>
                    <a:pt x="9135" y="5111"/>
                    <a:pt x="9259" y="5148"/>
                  </a:cubicBezTo>
                  <a:cubicBezTo>
                    <a:pt x="9271" y="5161"/>
                    <a:pt x="9284" y="5161"/>
                    <a:pt x="9308" y="5161"/>
                  </a:cubicBezTo>
                  <a:lnTo>
                    <a:pt x="9419" y="5161"/>
                  </a:lnTo>
                  <a:cubicBezTo>
                    <a:pt x="9419" y="5222"/>
                    <a:pt x="9395" y="5272"/>
                    <a:pt x="9395" y="5333"/>
                  </a:cubicBezTo>
                  <a:close/>
                  <a:moveTo>
                    <a:pt x="9456" y="4420"/>
                  </a:moveTo>
                  <a:cubicBezTo>
                    <a:pt x="9469" y="4556"/>
                    <a:pt x="9666" y="4556"/>
                    <a:pt x="9679" y="4420"/>
                  </a:cubicBezTo>
                  <a:lnTo>
                    <a:pt x="9679" y="4358"/>
                  </a:lnTo>
                  <a:lnTo>
                    <a:pt x="9679" y="4173"/>
                  </a:lnTo>
                  <a:cubicBezTo>
                    <a:pt x="9679" y="4050"/>
                    <a:pt x="9506" y="4025"/>
                    <a:pt x="9456" y="4136"/>
                  </a:cubicBezTo>
                  <a:cubicBezTo>
                    <a:pt x="9456" y="4161"/>
                    <a:pt x="9456" y="4173"/>
                    <a:pt x="9456" y="4185"/>
                  </a:cubicBezTo>
                  <a:lnTo>
                    <a:pt x="9456" y="4420"/>
                  </a:lnTo>
                  <a:close/>
                  <a:moveTo>
                    <a:pt x="9395" y="3506"/>
                  </a:moveTo>
                  <a:cubicBezTo>
                    <a:pt x="9407" y="3642"/>
                    <a:pt x="9604" y="3642"/>
                    <a:pt x="9617" y="3506"/>
                  </a:cubicBezTo>
                  <a:lnTo>
                    <a:pt x="9617" y="3482"/>
                  </a:lnTo>
                  <a:cubicBezTo>
                    <a:pt x="9604" y="3395"/>
                    <a:pt x="9592" y="3321"/>
                    <a:pt x="9580" y="3235"/>
                  </a:cubicBezTo>
                  <a:cubicBezTo>
                    <a:pt x="9555" y="3111"/>
                    <a:pt x="9370" y="3111"/>
                    <a:pt x="9358" y="3235"/>
                  </a:cubicBezTo>
                  <a:cubicBezTo>
                    <a:pt x="9345" y="3260"/>
                    <a:pt x="9345" y="3272"/>
                    <a:pt x="9358" y="3284"/>
                  </a:cubicBezTo>
                  <a:cubicBezTo>
                    <a:pt x="9370" y="3358"/>
                    <a:pt x="9382" y="3432"/>
                    <a:pt x="9395" y="3506"/>
                  </a:cubicBezTo>
                  <a:close/>
                  <a:moveTo>
                    <a:pt x="9111" y="2692"/>
                  </a:moveTo>
                  <a:cubicBezTo>
                    <a:pt x="9197" y="2791"/>
                    <a:pt x="9358" y="2716"/>
                    <a:pt x="9321" y="2593"/>
                  </a:cubicBezTo>
                  <a:cubicBezTo>
                    <a:pt x="9308" y="2568"/>
                    <a:pt x="9308" y="2556"/>
                    <a:pt x="9296" y="2544"/>
                  </a:cubicBezTo>
                  <a:cubicBezTo>
                    <a:pt x="9234" y="2482"/>
                    <a:pt x="9172" y="2420"/>
                    <a:pt x="9098" y="2371"/>
                  </a:cubicBezTo>
                  <a:cubicBezTo>
                    <a:pt x="8987" y="2297"/>
                    <a:pt x="8851" y="2433"/>
                    <a:pt x="8938" y="2544"/>
                  </a:cubicBezTo>
                  <a:cubicBezTo>
                    <a:pt x="8950" y="2544"/>
                    <a:pt x="8963" y="2556"/>
                    <a:pt x="8975" y="2568"/>
                  </a:cubicBezTo>
                  <a:cubicBezTo>
                    <a:pt x="9024" y="2593"/>
                    <a:pt x="9074" y="2642"/>
                    <a:pt x="9111" y="2692"/>
                  </a:cubicBezTo>
                  <a:close/>
                  <a:moveTo>
                    <a:pt x="8395" y="2544"/>
                  </a:moveTo>
                  <a:cubicBezTo>
                    <a:pt x="8531" y="2507"/>
                    <a:pt x="8493" y="2309"/>
                    <a:pt x="8358" y="2321"/>
                  </a:cubicBezTo>
                  <a:cubicBezTo>
                    <a:pt x="8345" y="2321"/>
                    <a:pt x="8333" y="2321"/>
                    <a:pt x="8321" y="2321"/>
                  </a:cubicBezTo>
                  <a:cubicBezTo>
                    <a:pt x="8247" y="2346"/>
                    <a:pt x="8173" y="2383"/>
                    <a:pt x="8098" y="2420"/>
                  </a:cubicBezTo>
                  <a:cubicBezTo>
                    <a:pt x="8074" y="2433"/>
                    <a:pt x="8049" y="2445"/>
                    <a:pt x="8037" y="2470"/>
                  </a:cubicBezTo>
                  <a:cubicBezTo>
                    <a:pt x="8000" y="2568"/>
                    <a:pt x="8098" y="2679"/>
                    <a:pt x="8197" y="2630"/>
                  </a:cubicBezTo>
                  <a:cubicBezTo>
                    <a:pt x="8259" y="2593"/>
                    <a:pt x="8333" y="2568"/>
                    <a:pt x="8395" y="2544"/>
                  </a:cubicBezTo>
                  <a:close/>
                  <a:moveTo>
                    <a:pt x="7642" y="3000"/>
                  </a:moveTo>
                  <a:cubicBezTo>
                    <a:pt x="7666" y="2976"/>
                    <a:pt x="7679" y="2951"/>
                    <a:pt x="7679" y="2926"/>
                  </a:cubicBezTo>
                  <a:cubicBezTo>
                    <a:pt x="7691" y="2815"/>
                    <a:pt x="7568" y="2754"/>
                    <a:pt x="7494" y="2815"/>
                  </a:cubicBezTo>
                  <a:cubicBezTo>
                    <a:pt x="7420" y="2877"/>
                    <a:pt x="7370" y="2926"/>
                    <a:pt x="7308" y="3000"/>
                  </a:cubicBezTo>
                  <a:cubicBezTo>
                    <a:pt x="7284" y="3037"/>
                    <a:pt x="7271" y="3087"/>
                    <a:pt x="7296" y="3136"/>
                  </a:cubicBezTo>
                  <a:cubicBezTo>
                    <a:pt x="7346" y="3198"/>
                    <a:pt x="7432" y="3210"/>
                    <a:pt x="7481" y="3149"/>
                  </a:cubicBezTo>
                  <a:cubicBezTo>
                    <a:pt x="7531" y="3087"/>
                    <a:pt x="7580" y="3037"/>
                    <a:pt x="7642" y="2988"/>
                  </a:cubicBezTo>
                  <a:close/>
                  <a:moveTo>
                    <a:pt x="7259" y="3692"/>
                  </a:moveTo>
                  <a:cubicBezTo>
                    <a:pt x="7259" y="3655"/>
                    <a:pt x="7234" y="3605"/>
                    <a:pt x="7185" y="3593"/>
                  </a:cubicBezTo>
                  <a:cubicBezTo>
                    <a:pt x="7111" y="3568"/>
                    <a:pt x="7025" y="3630"/>
                    <a:pt x="7037" y="3704"/>
                  </a:cubicBezTo>
                  <a:cubicBezTo>
                    <a:pt x="7037" y="3790"/>
                    <a:pt x="7049" y="3877"/>
                    <a:pt x="7086" y="3963"/>
                  </a:cubicBezTo>
                  <a:cubicBezTo>
                    <a:pt x="7123" y="4099"/>
                    <a:pt x="7321" y="4050"/>
                    <a:pt x="7308" y="3914"/>
                  </a:cubicBezTo>
                  <a:cubicBezTo>
                    <a:pt x="7308" y="3914"/>
                    <a:pt x="7308" y="3901"/>
                    <a:pt x="7308" y="3889"/>
                  </a:cubicBezTo>
                  <a:cubicBezTo>
                    <a:pt x="7284" y="3827"/>
                    <a:pt x="7271" y="3766"/>
                    <a:pt x="7271" y="3692"/>
                  </a:cubicBezTo>
                  <a:close/>
                  <a:moveTo>
                    <a:pt x="7666" y="4408"/>
                  </a:moveTo>
                  <a:cubicBezTo>
                    <a:pt x="7568" y="4321"/>
                    <a:pt x="7420" y="4432"/>
                    <a:pt x="7481" y="4556"/>
                  </a:cubicBezTo>
                  <a:cubicBezTo>
                    <a:pt x="7481" y="4556"/>
                    <a:pt x="7494" y="4568"/>
                    <a:pt x="7506" y="4580"/>
                  </a:cubicBezTo>
                  <a:cubicBezTo>
                    <a:pt x="7555" y="4642"/>
                    <a:pt x="7617" y="4691"/>
                    <a:pt x="7679" y="4741"/>
                  </a:cubicBezTo>
                  <a:cubicBezTo>
                    <a:pt x="7802" y="4840"/>
                    <a:pt x="7950" y="4667"/>
                    <a:pt x="7839" y="4568"/>
                  </a:cubicBezTo>
                  <a:cubicBezTo>
                    <a:pt x="7778" y="4519"/>
                    <a:pt x="7728" y="4469"/>
                    <a:pt x="7666" y="4408"/>
                  </a:cubicBezTo>
                  <a:close/>
                  <a:moveTo>
                    <a:pt x="8395" y="4852"/>
                  </a:moveTo>
                  <a:cubicBezTo>
                    <a:pt x="8271" y="4815"/>
                    <a:pt x="8197" y="4988"/>
                    <a:pt x="8308" y="5062"/>
                  </a:cubicBezTo>
                  <a:cubicBezTo>
                    <a:pt x="8321" y="5062"/>
                    <a:pt x="8333" y="5074"/>
                    <a:pt x="8345" y="5074"/>
                  </a:cubicBezTo>
                  <a:cubicBezTo>
                    <a:pt x="8419" y="5099"/>
                    <a:pt x="8493" y="5111"/>
                    <a:pt x="8580" y="5124"/>
                  </a:cubicBezTo>
                  <a:cubicBezTo>
                    <a:pt x="8703" y="5136"/>
                    <a:pt x="8765" y="4963"/>
                    <a:pt x="8654" y="4901"/>
                  </a:cubicBezTo>
                  <a:cubicBezTo>
                    <a:pt x="8642" y="4901"/>
                    <a:pt x="8629" y="4889"/>
                    <a:pt x="8617" y="4889"/>
                  </a:cubicBezTo>
                  <a:cubicBezTo>
                    <a:pt x="8543" y="4877"/>
                    <a:pt x="8469" y="4864"/>
                    <a:pt x="8395" y="4852"/>
                  </a:cubicBezTo>
                  <a:close/>
                  <a:moveTo>
                    <a:pt x="10197" y="4852"/>
                  </a:moveTo>
                  <a:cubicBezTo>
                    <a:pt x="10074" y="4864"/>
                    <a:pt x="10074" y="5049"/>
                    <a:pt x="10197" y="5074"/>
                  </a:cubicBezTo>
                  <a:cubicBezTo>
                    <a:pt x="10209" y="5074"/>
                    <a:pt x="10222" y="5074"/>
                    <a:pt x="10234" y="5074"/>
                  </a:cubicBezTo>
                  <a:lnTo>
                    <a:pt x="10469" y="5037"/>
                  </a:lnTo>
                  <a:cubicBezTo>
                    <a:pt x="10592" y="5012"/>
                    <a:pt x="10592" y="4827"/>
                    <a:pt x="10469" y="4815"/>
                  </a:cubicBezTo>
                  <a:cubicBezTo>
                    <a:pt x="10456" y="4803"/>
                    <a:pt x="10431" y="4803"/>
                    <a:pt x="10419" y="4815"/>
                  </a:cubicBezTo>
                  <a:cubicBezTo>
                    <a:pt x="10345" y="4827"/>
                    <a:pt x="10271" y="4840"/>
                    <a:pt x="10197" y="4852"/>
                  </a:cubicBezTo>
                  <a:close/>
                  <a:moveTo>
                    <a:pt x="11098" y="4667"/>
                  </a:moveTo>
                  <a:cubicBezTo>
                    <a:pt x="11012" y="4691"/>
                    <a:pt x="10975" y="4803"/>
                    <a:pt x="11049" y="4864"/>
                  </a:cubicBezTo>
                  <a:cubicBezTo>
                    <a:pt x="11073" y="4889"/>
                    <a:pt x="11123" y="4901"/>
                    <a:pt x="11160" y="4901"/>
                  </a:cubicBezTo>
                  <a:lnTo>
                    <a:pt x="11382" y="4840"/>
                  </a:lnTo>
                  <a:cubicBezTo>
                    <a:pt x="11518" y="4803"/>
                    <a:pt x="11493" y="4593"/>
                    <a:pt x="11345" y="4605"/>
                  </a:cubicBezTo>
                  <a:lnTo>
                    <a:pt x="11320" y="4605"/>
                  </a:lnTo>
                  <a:lnTo>
                    <a:pt x="11098" y="4667"/>
                  </a:lnTo>
                  <a:close/>
                  <a:moveTo>
                    <a:pt x="11987" y="4408"/>
                  </a:moveTo>
                  <a:cubicBezTo>
                    <a:pt x="11851" y="4457"/>
                    <a:pt x="11888" y="4642"/>
                    <a:pt x="12024" y="4642"/>
                  </a:cubicBezTo>
                  <a:cubicBezTo>
                    <a:pt x="12036" y="4642"/>
                    <a:pt x="12049" y="4642"/>
                    <a:pt x="12061" y="4642"/>
                  </a:cubicBezTo>
                  <a:lnTo>
                    <a:pt x="12283" y="4556"/>
                  </a:lnTo>
                  <a:cubicBezTo>
                    <a:pt x="12394" y="4519"/>
                    <a:pt x="12369" y="4334"/>
                    <a:pt x="12246" y="4334"/>
                  </a:cubicBezTo>
                  <a:cubicBezTo>
                    <a:pt x="12221" y="4334"/>
                    <a:pt x="12209" y="4334"/>
                    <a:pt x="12197" y="4346"/>
                  </a:cubicBezTo>
                  <a:lnTo>
                    <a:pt x="11987" y="4420"/>
                  </a:lnTo>
                  <a:close/>
                  <a:moveTo>
                    <a:pt x="12839" y="4074"/>
                  </a:moveTo>
                  <a:cubicBezTo>
                    <a:pt x="12727" y="4124"/>
                    <a:pt x="12764" y="4296"/>
                    <a:pt x="12888" y="4296"/>
                  </a:cubicBezTo>
                  <a:cubicBezTo>
                    <a:pt x="12900" y="4296"/>
                    <a:pt x="12913" y="4296"/>
                    <a:pt x="12925" y="4284"/>
                  </a:cubicBezTo>
                  <a:lnTo>
                    <a:pt x="13147" y="4185"/>
                  </a:lnTo>
                  <a:cubicBezTo>
                    <a:pt x="13258" y="4136"/>
                    <a:pt x="13209" y="3951"/>
                    <a:pt x="13085" y="3963"/>
                  </a:cubicBezTo>
                  <a:cubicBezTo>
                    <a:pt x="13073" y="3963"/>
                    <a:pt x="13061" y="3976"/>
                    <a:pt x="13048" y="3976"/>
                  </a:cubicBezTo>
                  <a:close/>
                  <a:moveTo>
                    <a:pt x="13653" y="3655"/>
                  </a:moveTo>
                  <a:cubicBezTo>
                    <a:pt x="13542" y="3729"/>
                    <a:pt x="13604" y="3889"/>
                    <a:pt x="13727" y="3877"/>
                  </a:cubicBezTo>
                  <a:cubicBezTo>
                    <a:pt x="13740" y="3877"/>
                    <a:pt x="13752" y="3864"/>
                    <a:pt x="13764" y="3864"/>
                  </a:cubicBezTo>
                  <a:cubicBezTo>
                    <a:pt x="13838" y="3827"/>
                    <a:pt x="13900" y="3778"/>
                    <a:pt x="13974" y="3741"/>
                  </a:cubicBezTo>
                  <a:cubicBezTo>
                    <a:pt x="14098" y="3655"/>
                    <a:pt x="13987" y="3457"/>
                    <a:pt x="13851" y="3544"/>
                  </a:cubicBezTo>
                  <a:close/>
                  <a:moveTo>
                    <a:pt x="14419" y="3161"/>
                  </a:moveTo>
                  <a:cubicBezTo>
                    <a:pt x="14320" y="3235"/>
                    <a:pt x="14394" y="3395"/>
                    <a:pt x="14517" y="3371"/>
                  </a:cubicBezTo>
                  <a:cubicBezTo>
                    <a:pt x="14530" y="3371"/>
                    <a:pt x="14554" y="3358"/>
                    <a:pt x="14567" y="3358"/>
                  </a:cubicBezTo>
                  <a:cubicBezTo>
                    <a:pt x="14628" y="3309"/>
                    <a:pt x="14690" y="3260"/>
                    <a:pt x="14752" y="3210"/>
                  </a:cubicBezTo>
                  <a:cubicBezTo>
                    <a:pt x="14826" y="3149"/>
                    <a:pt x="14801" y="3013"/>
                    <a:pt x="14690" y="3000"/>
                  </a:cubicBezTo>
                  <a:cubicBezTo>
                    <a:pt x="14665" y="3000"/>
                    <a:pt x="14628" y="3013"/>
                    <a:pt x="14604" y="3025"/>
                  </a:cubicBezTo>
                  <a:close/>
                  <a:moveTo>
                    <a:pt x="15135" y="2581"/>
                  </a:moveTo>
                  <a:cubicBezTo>
                    <a:pt x="15097" y="2605"/>
                    <a:pt x="15085" y="2655"/>
                    <a:pt x="15097" y="2692"/>
                  </a:cubicBezTo>
                  <a:cubicBezTo>
                    <a:pt x="15110" y="2778"/>
                    <a:pt x="15221" y="2815"/>
                    <a:pt x="15295" y="2754"/>
                  </a:cubicBezTo>
                  <a:cubicBezTo>
                    <a:pt x="15344" y="2704"/>
                    <a:pt x="15406" y="2642"/>
                    <a:pt x="15455" y="2593"/>
                  </a:cubicBezTo>
                  <a:cubicBezTo>
                    <a:pt x="15579" y="2482"/>
                    <a:pt x="15418" y="2309"/>
                    <a:pt x="15307" y="2420"/>
                  </a:cubicBezTo>
                  <a:cubicBezTo>
                    <a:pt x="15246" y="2470"/>
                    <a:pt x="15196" y="2531"/>
                    <a:pt x="15135" y="2581"/>
                  </a:cubicBezTo>
                  <a:close/>
                  <a:moveTo>
                    <a:pt x="15752" y="1926"/>
                  </a:moveTo>
                  <a:cubicBezTo>
                    <a:pt x="15715" y="1951"/>
                    <a:pt x="15715" y="2001"/>
                    <a:pt x="15739" y="2050"/>
                  </a:cubicBezTo>
                  <a:cubicBezTo>
                    <a:pt x="15776" y="2124"/>
                    <a:pt x="15875" y="2124"/>
                    <a:pt x="15925" y="2062"/>
                  </a:cubicBezTo>
                  <a:cubicBezTo>
                    <a:pt x="15974" y="2001"/>
                    <a:pt x="16023" y="1939"/>
                    <a:pt x="16073" y="1877"/>
                  </a:cubicBezTo>
                  <a:cubicBezTo>
                    <a:pt x="16134" y="1778"/>
                    <a:pt x="16023" y="1655"/>
                    <a:pt x="15925" y="1717"/>
                  </a:cubicBezTo>
                  <a:cubicBezTo>
                    <a:pt x="15912" y="1717"/>
                    <a:pt x="15900" y="1729"/>
                    <a:pt x="15900" y="1741"/>
                  </a:cubicBezTo>
                  <a:cubicBezTo>
                    <a:pt x="15850" y="1803"/>
                    <a:pt x="15801" y="1865"/>
                    <a:pt x="15752" y="1926"/>
                  </a:cubicBezTo>
                  <a:close/>
                  <a:moveTo>
                    <a:pt x="16270" y="1173"/>
                  </a:moveTo>
                  <a:cubicBezTo>
                    <a:pt x="16159" y="1285"/>
                    <a:pt x="16332" y="1445"/>
                    <a:pt x="16443" y="1322"/>
                  </a:cubicBezTo>
                  <a:cubicBezTo>
                    <a:pt x="16455" y="1322"/>
                    <a:pt x="16455" y="1309"/>
                    <a:pt x="16468" y="1297"/>
                  </a:cubicBezTo>
                  <a:lnTo>
                    <a:pt x="16492" y="1248"/>
                  </a:lnTo>
                  <a:lnTo>
                    <a:pt x="16542" y="1149"/>
                  </a:lnTo>
                  <a:lnTo>
                    <a:pt x="16579" y="1087"/>
                  </a:lnTo>
                  <a:cubicBezTo>
                    <a:pt x="16653" y="964"/>
                    <a:pt x="16480" y="853"/>
                    <a:pt x="16394" y="951"/>
                  </a:cubicBezTo>
                  <a:cubicBezTo>
                    <a:pt x="16381" y="964"/>
                    <a:pt x="16381" y="976"/>
                    <a:pt x="16381" y="976"/>
                  </a:cubicBezTo>
                  <a:lnTo>
                    <a:pt x="16344" y="1038"/>
                  </a:lnTo>
                  <a:lnTo>
                    <a:pt x="16295" y="11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66"/>
          <p:cNvSpPr/>
          <p:nvPr/>
        </p:nvSpPr>
        <p:spPr>
          <a:xfrm>
            <a:off x="716575" y="0"/>
            <a:ext cx="8579795" cy="5143484"/>
          </a:xfrm>
          <a:custGeom>
            <a:avLst/>
            <a:gdLst/>
            <a:ahLst/>
            <a:cxnLst/>
            <a:rect l="l" t="t" r="r" b="b"/>
            <a:pathLst>
              <a:path w="128517" h="78770" extrusionOk="0">
                <a:moveTo>
                  <a:pt x="35" y="1"/>
                </a:moveTo>
                <a:lnTo>
                  <a:pt x="0" y="78769"/>
                </a:lnTo>
                <a:lnTo>
                  <a:pt x="128517" y="78769"/>
                </a:lnTo>
                <a:cubicBezTo>
                  <a:pt x="61260" y="76442"/>
                  <a:pt x="7739" y="332"/>
                  <a:pt x="7739" y="332"/>
                </a:cubicBezTo>
                <a:lnTo>
                  <a:pt x="35" y="1"/>
                </a:lnTo>
                <a:close/>
              </a:path>
            </a:pathLst>
          </a:custGeom>
          <a:solidFill>
            <a:srgbClr val="B0D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2" name="Google Shape;1612;p66"/>
          <p:cNvSpPr/>
          <p:nvPr/>
        </p:nvSpPr>
        <p:spPr>
          <a:xfrm>
            <a:off x="1754550" y="1135650"/>
            <a:ext cx="5634900" cy="2872200"/>
          </a:xfrm>
          <a:prstGeom prst="plaque">
            <a:avLst>
              <a:gd name="adj" fmla="val 11691"/>
            </a:avLst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13" name="Google Shape;1613;p66"/>
          <p:cNvCxnSpPr/>
          <p:nvPr/>
        </p:nvCxnSpPr>
        <p:spPr>
          <a:xfrm>
            <a:off x="2572800" y="31168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4" name="Google Shape;1614;p66"/>
          <p:cNvCxnSpPr/>
          <p:nvPr/>
        </p:nvCxnSpPr>
        <p:spPr>
          <a:xfrm>
            <a:off x="2572800" y="22227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15" name="Google Shape;1615;p66"/>
          <p:cNvGrpSpPr/>
          <p:nvPr/>
        </p:nvGrpSpPr>
        <p:grpSpPr>
          <a:xfrm rot="697126">
            <a:off x="8280187" y="-46678"/>
            <a:ext cx="1305393" cy="1346461"/>
            <a:chOff x="1492000" y="427450"/>
            <a:chExt cx="1188000" cy="1225375"/>
          </a:xfrm>
        </p:grpSpPr>
        <p:sp>
          <p:nvSpPr>
            <p:cNvPr id="1616" name="Google Shape;1616;p66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66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66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66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66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66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66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66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66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66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66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7" name="Google Shape;1627;p66"/>
          <p:cNvSpPr/>
          <p:nvPr/>
        </p:nvSpPr>
        <p:spPr>
          <a:xfrm>
            <a:off x="-50900" y="-21500"/>
            <a:ext cx="771000" cy="5165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8" name="Google Shape;1628;p66"/>
          <p:cNvGrpSpPr/>
          <p:nvPr/>
        </p:nvGrpSpPr>
        <p:grpSpPr>
          <a:xfrm rot="-1976796" flipH="1">
            <a:off x="5917481" y="3990133"/>
            <a:ext cx="3474354" cy="888893"/>
            <a:chOff x="3809875" y="1963175"/>
            <a:chExt cx="1923600" cy="492150"/>
          </a:xfrm>
        </p:grpSpPr>
        <p:sp>
          <p:nvSpPr>
            <p:cNvPr id="1629" name="Google Shape;1629;p66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66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66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66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66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66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66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66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66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6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66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0" name="Google Shape;1640;p66"/>
          <p:cNvGrpSpPr/>
          <p:nvPr/>
        </p:nvGrpSpPr>
        <p:grpSpPr>
          <a:xfrm rot="-375097">
            <a:off x="1228557" y="-253382"/>
            <a:ext cx="711742" cy="793298"/>
            <a:chOff x="6554696" y="509501"/>
            <a:chExt cx="711709" cy="793261"/>
          </a:xfrm>
        </p:grpSpPr>
        <p:sp>
          <p:nvSpPr>
            <p:cNvPr id="1641" name="Google Shape;1641;p66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66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3" name="Google Shape;1643;p66"/>
          <p:cNvGrpSpPr/>
          <p:nvPr/>
        </p:nvGrpSpPr>
        <p:grpSpPr>
          <a:xfrm rot="807122">
            <a:off x="809300" y="4708652"/>
            <a:ext cx="2497551" cy="2401906"/>
            <a:chOff x="1857000" y="3245400"/>
            <a:chExt cx="1233825" cy="1186575"/>
          </a:xfrm>
        </p:grpSpPr>
        <p:sp>
          <p:nvSpPr>
            <p:cNvPr id="1644" name="Google Shape;1644;p66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66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66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66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66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66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0" name="Google Shape;1650;p66"/>
          <p:cNvSpPr/>
          <p:nvPr/>
        </p:nvSpPr>
        <p:spPr>
          <a:xfrm rot="-381518">
            <a:off x="1317430" y="-146232"/>
            <a:ext cx="102933" cy="551241"/>
          </a:xfrm>
          <a:prstGeom prst="roundRect">
            <a:avLst>
              <a:gd name="adj" fmla="val 50000"/>
            </a:avLst>
          </a:prstGeom>
          <a:solidFill>
            <a:srgbClr val="EEEEEE">
              <a:alpha val="474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1" name="Google Shape;1651;p66"/>
          <p:cNvSpPr txBox="1">
            <a:spLocks noGrp="1"/>
          </p:cNvSpPr>
          <p:nvPr>
            <p:ph type="ctrTitle"/>
          </p:nvPr>
        </p:nvSpPr>
        <p:spPr>
          <a:xfrm>
            <a:off x="2351850" y="1460922"/>
            <a:ext cx="4440300" cy="174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Itim"/>
              <a:buNone/>
              <a:defRPr sz="6000" b="1"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52" name="Google Shape;1652;p66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4" name="Google Shape;1654;p6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655" name="Google Shape;1655;p6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6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6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6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6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6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6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6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6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6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6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6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6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6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6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6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6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6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6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6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6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6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7" name="Google Shape;1677;p67"/>
          <p:cNvSpPr txBox="1">
            <a:spLocks noGrp="1"/>
          </p:cNvSpPr>
          <p:nvPr>
            <p:ph type="subTitle" idx="1"/>
          </p:nvPr>
        </p:nvSpPr>
        <p:spPr>
          <a:xfrm>
            <a:off x="3117150" y="3530226"/>
            <a:ext cx="29097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78" name="Google Shape;1678;p67"/>
          <p:cNvSpPr txBox="1">
            <a:spLocks noGrp="1"/>
          </p:cNvSpPr>
          <p:nvPr>
            <p:ph type="title"/>
          </p:nvPr>
        </p:nvSpPr>
        <p:spPr>
          <a:xfrm>
            <a:off x="1918650" y="1613852"/>
            <a:ext cx="5306700" cy="17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79" name="Google Shape;1679;p67"/>
          <p:cNvSpPr txBox="1">
            <a:spLocks noGrp="1"/>
          </p:cNvSpPr>
          <p:nvPr>
            <p:ph type="title" idx="2" hasCustomPrompt="1"/>
          </p:nvPr>
        </p:nvSpPr>
        <p:spPr>
          <a:xfrm>
            <a:off x="3843750" y="591078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680" name="Google Shape;1680;p67"/>
          <p:cNvGrpSpPr/>
          <p:nvPr/>
        </p:nvGrpSpPr>
        <p:grpSpPr>
          <a:xfrm rot="-697126" flipH="1">
            <a:off x="569287" y="-351303"/>
            <a:ext cx="1305393" cy="1346461"/>
            <a:chOff x="1492000" y="427450"/>
            <a:chExt cx="1188000" cy="1225375"/>
          </a:xfrm>
        </p:grpSpPr>
        <p:sp>
          <p:nvSpPr>
            <p:cNvPr id="1681" name="Google Shape;1681;p67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67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67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67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67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67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67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67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67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67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67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68"/>
          <p:cNvSpPr/>
          <p:nvPr/>
        </p:nvSpPr>
        <p:spPr>
          <a:xfrm>
            <a:off x="8740343" y="1780347"/>
            <a:ext cx="20479" cy="58449"/>
          </a:xfrm>
          <a:custGeom>
            <a:avLst/>
            <a:gdLst/>
            <a:ahLst/>
            <a:cxnLst/>
            <a:rect l="l" t="t" r="r" b="b"/>
            <a:pathLst>
              <a:path w="488" h="1403" extrusionOk="0">
                <a:moveTo>
                  <a:pt x="249" y="0"/>
                </a:moveTo>
                <a:cubicBezTo>
                  <a:pt x="193" y="0"/>
                  <a:pt x="139" y="35"/>
                  <a:pt x="118" y="90"/>
                </a:cubicBezTo>
                <a:cubicBezTo>
                  <a:pt x="73" y="190"/>
                  <a:pt x="46" y="289"/>
                  <a:pt x="28" y="397"/>
                </a:cubicBezTo>
                <a:cubicBezTo>
                  <a:pt x="19" y="442"/>
                  <a:pt x="1" y="496"/>
                  <a:pt x="19" y="541"/>
                </a:cubicBezTo>
                <a:cubicBezTo>
                  <a:pt x="19" y="559"/>
                  <a:pt x="28" y="568"/>
                  <a:pt x="37" y="586"/>
                </a:cubicBezTo>
                <a:cubicBezTo>
                  <a:pt x="64" y="595"/>
                  <a:pt x="145" y="613"/>
                  <a:pt x="145" y="622"/>
                </a:cubicBezTo>
                <a:cubicBezTo>
                  <a:pt x="145" y="631"/>
                  <a:pt x="100" y="649"/>
                  <a:pt x="73" y="658"/>
                </a:cubicBezTo>
                <a:cubicBezTo>
                  <a:pt x="37" y="667"/>
                  <a:pt x="46" y="685"/>
                  <a:pt x="46" y="694"/>
                </a:cubicBezTo>
                <a:cubicBezTo>
                  <a:pt x="37" y="902"/>
                  <a:pt x="46" y="1100"/>
                  <a:pt x="109" y="1307"/>
                </a:cubicBezTo>
                <a:cubicBezTo>
                  <a:pt x="118" y="1343"/>
                  <a:pt x="154" y="1379"/>
                  <a:pt x="190" y="1397"/>
                </a:cubicBezTo>
                <a:cubicBezTo>
                  <a:pt x="203" y="1401"/>
                  <a:pt x="215" y="1402"/>
                  <a:pt x="228" y="1402"/>
                </a:cubicBezTo>
                <a:cubicBezTo>
                  <a:pt x="289" y="1402"/>
                  <a:pt x="348" y="1367"/>
                  <a:pt x="371" y="1307"/>
                </a:cubicBezTo>
                <a:cubicBezTo>
                  <a:pt x="434" y="1109"/>
                  <a:pt x="443" y="902"/>
                  <a:pt x="443" y="703"/>
                </a:cubicBezTo>
                <a:cubicBezTo>
                  <a:pt x="443" y="685"/>
                  <a:pt x="452" y="676"/>
                  <a:pt x="416" y="658"/>
                </a:cubicBezTo>
                <a:cubicBezTo>
                  <a:pt x="389" y="649"/>
                  <a:pt x="344" y="640"/>
                  <a:pt x="344" y="622"/>
                </a:cubicBezTo>
                <a:cubicBezTo>
                  <a:pt x="344" y="613"/>
                  <a:pt x="425" y="595"/>
                  <a:pt x="443" y="586"/>
                </a:cubicBezTo>
                <a:cubicBezTo>
                  <a:pt x="461" y="577"/>
                  <a:pt x="470" y="559"/>
                  <a:pt x="470" y="550"/>
                </a:cubicBezTo>
                <a:cubicBezTo>
                  <a:pt x="488" y="496"/>
                  <a:pt x="470" y="451"/>
                  <a:pt x="461" y="397"/>
                </a:cubicBezTo>
                <a:cubicBezTo>
                  <a:pt x="443" y="298"/>
                  <a:pt x="416" y="190"/>
                  <a:pt x="380" y="90"/>
                </a:cubicBezTo>
                <a:cubicBezTo>
                  <a:pt x="362" y="54"/>
                  <a:pt x="335" y="27"/>
                  <a:pt x="298" y="9"/>
                </a:cubicBezTo>
                <a:cubicBezTo>
                  <a:pt x="282" y="3"/>
                  <a:pt x="266" y="0"/>
                  <a:pt x="2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94" name="Google Shape;1694;p6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695" name="Google Shape;1695;p6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6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6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6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6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6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6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6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6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6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6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6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6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6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6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6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6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6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6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6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6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6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7" name="Google Shape;1717;p6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18" name="Google Shape;1718;p68"/>
          <p:cNvSpPr txBox="1">
            <a:spLocks noGrp="1"/>
          </p:cNvSpPr>
          <p:nvPr>
            <p:ph type="body" idx="1"/>
          </p:nvPr>
        </p:nvSpPr>
        <p:spPr>
          <a:xfrm>
            <a:off x="720000" y="1170724"/>
            <a:ext cx="7704000" cy="38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1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21" name="Google Shape;1721;p69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722" name="Google Shape;1722;p69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23" name="Google Shape;1723;p69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724" name="Google Shape;1724;p69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725" name="Google Shape;1725;p69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69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69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69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69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69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69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69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69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69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69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69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69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69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69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0" name="Google Shape;1740;p69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741" name="Google Shape;1741;p69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69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69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69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69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69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69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69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69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69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69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69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69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69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69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756" name="Google Shape;1756;p69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69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8" name="Google Shape;1758;p69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9" name="Google Shape;1759;p69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0" name="Google Shape;1760;p69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1" name="Google Shape;1761;p69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62" name="Google Shape;1762;p6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63" name="Google Shape;1763;p69"/>
          <p:cNvSpPr txBox="1">
            <a:spLocks noGrp="1"/>
          </p:cNvSpPr>
          <p:nvPr>
            <p:ph type="body" idx="1"/>
          </p:nvPr>
        </p:nvSpPr>
        <p:spPr>
          <a:xfrm>
            <a:off x="720000" y="2980194"/>
            <a:ext cx="31293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64" name="Google Shape;1764;p69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65" name="Google Shape;1765;p69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66" name="Google Shape;1766;p69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8" name="Google Shape;1768;p70"/>
          <p:cNvGrpSpPr/>
          <p:nvPr/>
        </p:nvGrpSpPr>
        <p:grpSpPr>
          <a:xfrm>
            <a:off x="352670" y="6764"/>
            <a:ext cx="8793030" cy="5129556"/>
            <a:chOff x="514825" y="859725"/>
            <a:chExt cx="6865800" cy="4005275"/>
          </a:xfrm>
        </p:grpSpPr>
        <p:sp>
          <p:nvSpPr>
            <p:cNvPr id="1769" name="Google Shape;1769;p7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7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7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7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7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7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7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7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7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7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7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7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7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7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7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7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7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7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7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7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7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0" name="Google Shape;1790;p70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4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2" name="Google Shape;1792;p7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793" name="Google Shape;1793;p7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7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7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7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7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7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7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7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7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7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7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7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7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7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7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7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7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7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7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71"/>
          <p:cNvSpPr txBox="1">
            <a:spLocks noGrp="1"/>
          </p:cNvSpPr>
          <p:nvPr>
            <p:ph type="subTitle" idx="1"/>
          </p:nvPr>
        </p:nvSpPr>
        <p:spPr>
          <a:xfrm>
            <a:off x="890100" y="1760244"/>
            <a:ext cx="7533900" cy="27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13" name="Google Shape;1813;p71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5" name="Google Shape;1815;p7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816" name="Google Shape;1816;p7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7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7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7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7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7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7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7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7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7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7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7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7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7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7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7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7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7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7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835" name="Google Shape;1835;p72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6" name="Google Shape;1836;p72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72"/>
          <p:cNvSpPr txBox="1">
            <a:spLocks noGrp="1"/>
          </p:cNvSpPr>
          <p:nvPr>
            <p:ph type="title"/>
          </p:nvPr>
        </p:nvSpPr>
        <p:spPr>
          <a:xfrm>
            <a:off x="720000" y="1560650"/>
            <a:ext cx="3519300" cy="16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838" name="Google Shape;1838;p72"/>
          <p:cNvSpPr txBox="1">
            <a:spLocks noGrp="1"/>
          </p:cNvSpPr>
          <p:nvPr>
            <p:ph type="subTitle" idx="1"/>
          </p:nvPr>
        </p:nvSpPr>
        <p:spPr>
          <a:xfrm rot="684086">
            <a:off x="5771626" y="1941489"/>
            <a:ext cx="1878775" cy="154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0" name="Google Shape;1840;p7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841" name="Google Shape;1841;p7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7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7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7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7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7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7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7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7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7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7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7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7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7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7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7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7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7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7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0" name="Google Shape;1860;p73"/>
          <p:cNvSpPr txBox="1">
            <a:spLocks noGrp="1"/>
          </p:cNvSpPr>
          <p:nvPr>
            <p:ph type="title"/>
          </p:nvPr>
        </p:nvSpPr>
        <p:spPr>
          <a:xfrm>
            <a:off x="1061575" y="1472687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61" name="Google Shape;1861;p73"/>
          <p:cNvSpPr txBox="1">
            <a:spLocks noGrp="1"/>
          </p:cNvSpPr>
          <p:nvPr>
            <p:ph type="body" idx="1"/>
          </p:nvPr>
        </p:nvSpPr>
        <p:spPr>
          <a:xfrm>
            <a:off x="1061575" y="2468991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1862" name="Google Shape;1862;p73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3" name="Google Shape;1863;p73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74"/>
          <p:cNvSpPr txBox="1">
            <a:spLocks noGrp="1"/>
          </p:cNvSpPr>
          <p:nvPr>
            <p:ph type="title"/>
          </p:nvPr>
        </p:nvSpPr>
        <p:spPr>
          <a:xfrm>
            <a:off x="3223200" y="1570950"/>
            <a:ext cx="2697600" cy="20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7" name="Google Shape;1867;p7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868" name="Google Shape;1868;p7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7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7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7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7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7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7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7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7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7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7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7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7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7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7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7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7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7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7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887" name="Google Shape;1887;p75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8" name="Google Shape;1888;p75"/>
          <p:cNvSpPr txBox="1">
            <a:spLocks noGrp="1"/>
          </p:cNvSpPr>
          <p:nvPr>
            <p:ph type="title" hasCustomPrompt="1"/>
          </p:nvPr>
        </p:nvSpPr>
        <p:spPr>
          <a:xfrm>
            <a:off x="1768200" y="1654521"/>
            <a:ext cx="5607600" cy="8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9" name="Google Shape;1889;p75"/>
          <p:cNvSpPr txBox="1">
            <a:spLocks noGrp="1"/>
          </p:cNvSpPr>
          <p:nvPr>
            <p:ph type="body" idx="1"/>
          </p:nvPr>
        </p:nvSpPr>
        <p:spPr>
          <a:xfrm>
            <a:off x="2710050" y="2650221"/>
            <a:ext cx="3723900" cy="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3" name="Google Shape;1893;p77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894" name="Google Shape;1894;p77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95" name="Google Shape;1895;p7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96" name="Google Shape;1896;p77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897" name="Google Shape;1897;p7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7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7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7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7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7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7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7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7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7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7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7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7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7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7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12" name="Google Shape;1912;p77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913" name="Google Shape;1913;p7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7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7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7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7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7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7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7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7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7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7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7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7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7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7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928" name="Google Shape;1928;p77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9" name="Google Shape;1929;p77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0" name="Google Shape;1930;p77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1" name="Google Shape;1931;p77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2" name="Google Shape;1932;p77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3" name="Google Shape;1933;p7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34" name="Google Shape;1934;p7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68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35" name="Google Shape;1935;p77"/>
          <p:cNvSpPr txBox="1">
            <a:spLocks noGrp="1"/>
          </p:cNvSpPr>
          <p:nvPr>
            <p:ph type="subTitle" idx="1"/>
          </p:nvPr>
        </p:nvSpPr>
        <p:spPr>
          <a:xfrm>
            <a:off x="90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36" name="Google Shape;1936;p77"/>
          <p:cNvSpPr txBox="1">
            <a:spLocks noGrp="1"/>
          </p:cNvSpPr>
          <p:nvPr>
            <p:ph type="subTitle" idx="2"/>
          </p:nvPr>
        </p:nvSpPr>
        <p:spPr>
          <a:xfrm>
            <a:off x="567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37" name="Google Shape;1937;p77"/>
          <p:cNvSpPr txBox="1">
            <a:spLocks noGrp="1"/>
          </p:cNvSpPr>
          <p:nvPr>
            <p:ph type="subTitle" idx="3"/>
          </p:nvPr>
        </p:nvSpPr>
        <p:spPr>
          <a:xfrm>
            <a:off x="90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38" name="Google Shape;1938;p77"/>
          <p:cNvSpPr txBox="1">
            <a:spLocks noGrp="1"/>
          </p:cNvSpPr>
          <p:nvPr>
            <p:ph type="subTitle" idx="4"/>
          </p:nvPr>
        </p:nvSpPr>
        <p:spPr>
          <a:xfrm>
            <a:off x="567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39" name="Google Shape;1939;p77"/>
          <p:cNvSpPr txBox="1">
            <a:spLocks noGrp="1"/>
          </p:cNvSpPr>
          <p:nvPr>
            <p:ph type="subTitle" idx="5"/>
          </p:nvPr>
        </p:nvSpPr>
        <p:spPr>
          <a:xfrm>
            <a:off x="90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40" name="Google Shape;1940;p77"/>
          <p:cNvSpPr txBox="1">
            <a:spLocks noGrp="1"/>
          </p:cNvSpPr>
          <p:nvPr>
            <p:ph type="subTitle" idx="6"/>
          </p:nvPr>
        </p:nvSpPr>
        <p:spPr>
          <a:xfrm>
            <a:off x="567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41" name="Google Shape;1941;p77"/>
          <p:cNvSpPr txBox="1">
            <a:spLocks noGrp="1"/>
          </p:cNvSpPr>
          <p:nvPr>
            <p:ph type="subTitle" idx="7"/>
          </p:nvPr>
        </p:nvSpPr>
        <p:spPr>
          <a:xfrm>
            <a:off x="90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42" name="Google Shape;1942;p77"/>
          <p:cNvSpPr txBox="1">
            <a:spLocks noGrp="1"/>
          </p:cNvSpPr>
          <p:nvPr>
            <p:ph type="subTitle" idx="8"/>
          </p:nvPr>
        </p:nvSpPr>
        <p:spPr>
          <a:xfrm>
            <a:off x="567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"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4" name="Google Shape;1944;p7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945" name="Google Shape;1945;p7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7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7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7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7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7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7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7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7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7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7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7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7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7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7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7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7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7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7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7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7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7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7" name="Google Shape;1967;p78"/>
          <p:cNvSpPr txBox="1">
            <a:spLocks noGrp="1"/>
          </p:cNvSpPr>
          <p:nvPr>
            <p:ph type="ctrTitle"/>
          </p:nvPr>
        </p:nvSpPr>
        <p:spPr>
          <a:xfrm>
            <a:off x="5908324" y="1290427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968" name="Google Shape;1968;p78"/>
          <p:cNvSpPr txBox="1">
            <a:spLocks noGrp="1"/>
          </p:cNvSpPr>
          <p:nvPr>
            <p:ph type="subTitle" idx="1"/>
          </p:nvPr>
        </p:nvSpPr>
        <p:spPr>
          <a:xfrm>
            <a:off x="590832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69" name="Google Shape;1969;p78"/>
          <p:cNvSpPr txBox="1">
            <a:spLocks noGrp="1"/>
          </p:cNvSpPr>
          <p:nvPr>
            <p:ph type="title" idx="2" hasCustomPrompt="1"/>
          </p:nvPr>
        </p:nvSpPr>
        <p:spPr>
          <a:xfrm>
            <a:off x="4903953" y="1280000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1970" name="Google Shape;1970;p78"/>
          <p:cNvSpPr txBox="1">
            <a:spLocks noGrp="1"/>
          </p:cNvSpPr>
          <p:nvPr>
            <p:ph type="subTitle" idx="3"/>
          </p:nvPr>
        </p:nvSpPr>
        <p:spPr>
          <a:xfrm>
            <a:off x="590832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71" name="Google Shape;1971;p78"/>
          <p:cNvSpPr txBox="1">
            <a:spLocks noGrp="1"/>
          </p:cNvSpPr>
          <p:nvPr>
            <p:ph type="title" idx="4" hasCustomPrompt="1"/>
          </p:nvPr>
        </p:nvSpPr>
        <p:spPr>
          <a:xfrm>
            <a:off x="4903953" y="327730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1972" name="Google Shape;1972;p78"/>
          <p:cNvSpPr txBox="1">
            <a:spLocks noGrp="1"/>
          </p:cNvSpPr>
          <p:nvPr>
            <p:ph type="subTitle" idx="5"/>
          </p:nvPr>
        </p:nvSpPr>
        <p:spPr>
          <a:xfrm>
            <a:off x="5908324" y="2589180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73" name="Google Shape;1973;p78"/>
          <p:cNvSpPr txBox="1">
            <a:spLocks noGrp="1"/>
          </p:cNvSpPr>
          <p:nvPr>
            <p:ph type="title" idx="6" hasCustomPrompt="1"/>
          </p:nvPr>
        </p:nvSpPr>
        <p:spPr>
          <a:xfrm>
            <a:off x="4903953" y="230664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1974" name="Google Shape;1974;p78"/>
          <p:cNvSpPr txBox="1">
            <a:spLocks noGrp="1"/>
          </p:cNvSpPr>
          <p:nvPr>
            <p:ph type="ctrTitle" idx="7"/>
          </p:nvPr>
        </p:nvSpPr>
        <p:spPr>
          <a:xfrm>
            <a:off x="5908324" y="231110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975" name="Google Shape;1975;p78"/>
          <p:cNvSpPr txBox="1">
            <a:spLocks noGrp="1"/>
          </p:cNvSpPr>
          <p:nvPr>
            <p:ph type="ctrTitle" idx="8"/>
          </p:nvPr>
        </p:nvSpPr>
        <p:spPr>
          <a:xfrm>
            <a:off x="5908324" y="328299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976" name="Google Shape;1976;p78"/>
          <p:cNvSpPr txBox="1">
            <a:spLocks noGrp="1"/>
          </p:cNvSpPr>
          <p:nvPr>
            <p:ph type="ctrTitle" idx="9"/>
          </p:nvPr>
        </p:nvSpPr>
        <p:spPr>
          <a:xfrm>
            <a:off x="1912664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977" name="Google Shape;1977;p78"/>
          <p:cNvSpPr txBox="1">
            <a:spLocks noGrp="1"/>
          </p:cNvSpPr>
          <p:nvPr>
            <p:ph type="subTitle" idx="13"/>
          </p:nvPr>
        </p:nvSpPr>
        <p:spPr>
          <a:xfrm>
            <a:off x="191266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78" name="Google Shape;1978;p78"/>
          <p:cNvSpPr txBox="1">
            <a:spLocks noGrp="1"/>
          </p:cNvSpPr>
          <p:nvPr>
            <p:ph type="title" idx="14" hasCustomPrompt="1"/>
          </p:nvPr>
        </p:nvSpPr>
        <p:spPr>
          <a:xfrm>
            <a:off x="784376" y="1286887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1979" name="Google Shape;1979;p78"/>
          <p:cNvSpPr txBox="1">
            <a:spLocks noGrp="1"/>
          </p:cNvSpPr>
          <p:nvPr>
            <p:ph type="subTitle" idx="15"/>
          </p:nvPr>
        </p:nvSpPr>
        <p:spPr>
          <a:xfrm>
            <a:off x="191266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80" name="Google Shape;1980;p78"/>
          <p:cNvSpPr txBox="1">
            <a:spLocks noGrp="1"/>
          </p:cNvSpPr>
          <p:nvPr>
            <p:ph type="title" idx="16" hasCustomPrompt="1"/>
          </p:nvPr>
        </p:nvSpPr>
        <p:spPr>
          <a:xfrm>
            <a:off x="784376" y="3284192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1981" name="Google Shape;1981;p78"/>
          <p:cNvSpPr txBox="1">
            <a:spLocks noGrp="1"/>
          </p:cNvSpPr>
          <p:nvPr>
            <p:ph type="subTitle" idx="17"/>
          </p:nvPr>
        </p:nvSpPr>
        <p:spPr>
          <a:xfrm>
            <a:off x="1912664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82" name="Google Shape;1982;p78"/>
          <p:cNvSpPr txBox="1">
            <a:spLocks noGrp="1"/>
          </p:cNvSpPr>
          <p:nvPr>
            <p:ph type="title" idx="18" hasCustomPrompt="1"/>
          </p:nvPr>
        </p:nvSpPr>
        <p:spPr>
          <a:xfrm>
            <a:off x="784376" y="2313531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1983" name="Google Shape;1983;p78"/>
          <p:cNvSpPr txBox="1">
            <a:spLocks noGrp="1"/>
          </p:cNvSpPr>
          <p:nvPr>
            <p:ph type="ctrTitle" idx="19"/>
          </p:nvPr>
        </p:nvSpPr>
        <p:spPr>
          <a:xfrm>
            <a:off x="1912664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984" name="Google Shape;1984;p78"/>
          <p:cNvSpPr txBox="1">
            <a:spLocks noGrp="1"/>
          </p:cNvSpPr>
          <p:nvPr>
            <p:ph type="ctrTitle" idx="20"/>
          </p:nvPr>
        </p:nvSpPr>
        <p:spPr>
          <a:xfrm>
            <a:off x="1912664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1985" name="Google Shape;1985;p78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7" name="Google Shape;1987;p7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988" name="Google Shape;1988;p7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7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7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7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7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7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7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7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7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7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7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7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7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7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7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7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7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7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7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7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7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7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0" name="Google Shape;2010;p79"/>
          <p:cNvSpPr txBox="1">
            <a:spLocks noGrp="1"/>
          </p:cNvSpPr>
          <p:nvPr>
            <p:ph type="subTitle" idx="1"/>
          </p:nvPr>
        </p:nvSpPr>
        <p:spPr>
          <a:xfrm>
            <a:off x="2059950" y="2514140"/>
            <a:ext cx="43272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11" name="Google Shape;2011;p79"/>
          <p:cNvSpPr txBox="1">
            <a:spLocks noGrp="1"/>
          </p:cNvSpPr>
          <p:nvPr>
            <p:ph type="title"/>
          </p:nvPr>
        </p:nvSpPr>
        <p:spPr>
          <a:xfrm>
            <a:off x="1080450" y="1555960"/>
            <a:ext cx="5306700" cy="8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012" name="Google Shape;2012;p79"/>
          <p:cNvSpPr txBox="1">
            <a:spLocks noGrp="1"/>
          </p:cNvSpPr>
          <p:nvPr>
            <p:ph type="title" idx="2" hasCustomPrompt="1"/>
          </p:nvPr>
        </p:nvSpPr>
        <p:spPr>
          <a:xfrm>
            <a:off x="6853050" y="2092943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2013" name="Google Shape;2013;p79"/>
          <p:cNvGrpSpPr/>
          <p:nvPr/>
        </p:nvGrpSpPr>
        <p:grpSpPr>
          <a:xfrm rot="-5072894" flipH="1">
            <a:off x="-1007770" y="1789630"/>
            <a:ext cx="3474349" cy="888902"/>
            <a:chOff x="3809875" y="1963175"/>
            <a:chExt cx="1923600" cy="492150"/>
          </a:xfrm>
        </p:grpSpPr>
        <p:sp>
          <p:nvSpPr>
            <p:cNvPr id="2014" name="Google Shape;2014;p79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79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79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79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79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79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79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79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79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79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79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5" name="Google Shape;2025;p79"/>
          <p:cNvGrpSpPr/>
          <p:nvPr/>
        </p:nvGrpSpPr>
        <p:grpSpPr>
          <a:xfrm rot="-375097">
            <a:off x="7330557" y="3418618"/>
            <a:ext cx="711742" cy="793298"/>
            <a:chOff x="6554696" y="509501"/>
            <a:chExt cx="711709" cy="793261"/>
          </a:xfrm>
        </p:grpSpPr>
        <p:sp>
          <p:nvSpPr>
            <p:cNvPr id="2026" name="Google Shape;2026;p79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79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9" name="Google Shape;2029;p80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030" name="Google Shape;2030;p8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8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8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8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8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8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8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8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8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8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8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8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8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8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8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8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8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8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8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8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8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8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2" name="Google Shape;2052;p80"/>
          <p:cNvSpPr txBox="1">
            <a:spLocks noGrp="1"/>
          </p:cNvSpPr>
          <p:nvPr>
            <p:ph type="title"/>
          </p:nvPr>
        </p:nvSpPr>
        <p:spPr>
          <a:xfrm>
            <a:off x="3168000" y="1478819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53" name="Google Shape;2053;p80"/>
          <p:cNvSpPr txBox="1">
            <a:spLocks noGrp="1"/>
          </p:cNvSpPr>
          <p:nvPr>
            <p:ph type="body" idx="1"/>
          </p:nvPr>
        </p:nvSpPr>
        <p:spPr>
          <a:xfrm>
            <a:off x="3168000" y="2469364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4"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5" name="Google Shape;2055;p8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056" name="Google Shape;2056;p8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8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8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8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8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8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8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8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8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8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8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8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8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8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8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8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8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8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8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8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8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8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8" name="Google Shape;2078;p81"/>
          <p:cNvSpPr txBox="1">
            <a:spLocks noGrp="1"/>
          </p:cNvSpPr>
          <p:nvPr>
            <p:ph type="subTitle" idx="1"/>
          </p:nvPr>
        </p:nvSpPr>
        <p:spPr>
          <a:xfrm>
            <a:off x="398370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79" name="Google Shape;2079;p81"/>
          <p:cNvSpPr txBox="1">
            <a:spLocks noGrp="1"/>
          </p:cNvSpPr>
          <p:nvPr>
            <p:ph type="ctrTitle"/>
          </p:nvPr>
        </p:nvSpPr>
        <p:spPr>
          <a:xfrm>
            <a:off x="58758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2080" name="Google Shape;2080;p81"/>
          <p:cNvGrpSpPr/>
          <p:nvPr/>
        </p:nvGrpSpPr>
        <p:grpSpPr>
          <a:xfrm>
            <a:off x="7673759" y="-287513"/>
            <a:ext cx="788762" cy="861588"/>
            <a:chOff x="7673759" y="-287513"/>
            <a:chExt cx="788762" cy="861588"/>
          </a:xfrm>
        </p:grpSpPr>
        <p:grpSp>
          <p:nvGrpSpPr>
            <p:cNvPr id="2081" name="Google Shape;2081;p81"/>
            <p:cNvGrpSpPr/>
            <p:nvPr/>
          </p:nvGrpSpPr>
          <p:grpSpPr>
            <a:xfrm rot="350572">
              <a:off x="7712287" y="-253348"/>
              <a:ext cx="711705" cy="793257"/>
              <a:chOff x="6554696" y="509501"/>
              <a:chExt cx="711709" cy="793261"/>
            </a:xfrm>
          </p:grpSpPr>
          <p:sp>
            <p:nvSpPr>
              <p:cNvPr id="2082" name="Google Shape;2082;p81"/>
              <p:cNvSpPr/>
              <p:nvPr/>
            </p:nvSpPr>
            <p:spPr>
              <a:xfrm>
                <a:off x="6560695" y="516700"/>
                <a:ext cx="696978" cy="779230"/>
              </a:xfrm>
              <a:custGeom>
                <a:avLst/>
                <a:gdLst/>
                <a:ahLst/>
                <a:cxnLst/>
                <a:rect l="l" t="t" r="r" b="b"/>
                <a:pathLst>
                  <a:path w="20913" h="23381" extrusionOk="0">
                    <a:moveTo>
                      <a:pt x="4201" y="1"/>
                    </a:moveTo>
                    <a:cubicBezTo>
                      <a:pt x="1903" y="1"/>
                      <a:pt x="28" y="1866"/>
                      <a:pt x="28" y="4165"/>
                    </a:cubicBezTo>
                    <a:lnTo>
                      <a:pt x="1" y="17073"/>
                    </a:lnTo>
                    <a:cubicBezTo>
                      <a:pt x="1" y="18903"/>
                      <a:pt x="1190" y="20516"/>
                      <a:pt x="2930" y="21057"/>
                    </a:cubicBezTo>
                    <a:lnTo>
                      <a:pt x="9736" y="23193"/>
                    </a:lnTo>
                    <a:cubicBezTo>
                      <a:pt x="10143" y="23318"/>
                      <a:pt x="10563" y="23381"/>
                      <a:pt x="10982" y="23381"/>
                    </a:cubicBezTo>
                    <a:cubicBezTo>
                      <a:pt x="11444" y="23381"/>
                      <a:pt x="11906" y="23304"/>
                      <a:pt x="12350" y="23148"/>
                    </a:cubicBezTo>
                    <a:lnTo>
                      <a:pt x="18092" y="21147"/>
                    </a:lnTo>
                    <a:cubicBezTo>
                      <a:pt x="19759" y="20570"/>
                      <a:pt x="20886" y="18993"/>
                      <a:pt x="20886" y="17217"/>
                    </a:cubicBezTo>
                    <a:lnTo>
                      <a:pt x="20913" y="4201"/>
                    </a:lnTo>
                    <a:cubicBezTo>
                      <a:pt x="20913" y="1903"/>
                      <a:pt x="19047" y="28"/>
                      <a:pt x="16748" y="28"/>
                    </a:cubicBezTo>
                    <a:lnTo>
                      <a:pt x="4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81"/>
              <p:cNvSpPr/>
              <p:nvPr/>
            </p:nvSpPr>
            <p:spPr>
              <a:xfrm>
                <a:off x="6554696" y="509501"/>
                <a:ext cx="711709" cy="793261"/>
              </a:xfrm>
              <a:custGeom>
                <a:avLst/>
                <a:gdLst/>
                <a:ahLst/>
                <a:cxnLst/>
                <a:rect l="l" t="t" r="r" b="b"/>
                <a:pathLst>
                  <a:path w="21355" h="23802" extrusionOk="0">
                    <a:moveTo>
                      <a:pt x="5138" y="442"/>
                    </a:moveTo>
                    <a:lnTo>
                      <a:pt x="7572" y="451"/>
                    </a:lnTo>
                    <a:lnTo>
                      <a:pt x="12440" y="469"/>
                    </a:lnTo>
                    <a:lnTo>
                      <a:pt x="14873" y="469"/>
                    </a:lnTo>
                    <a:lnTo>
                      <a:pt x="16090" y="478"/>
                    </a:lnTo>
                    <a:cubicBezTo>
                      <a:pt x="16249" y="478"/>
                      <a:pt x="16412" y="477"/>
                      <a:pt x="16574" y="477"/>
                    </a:cubicBezTo>
                    <a:cubicBezTo>
                      <a:pt x="16817" y="477"/>
                      <a:pt x="17058" y="480"/>
                      <a:pt x="17280" y="496"/>
                    </a:cubicBezTo>
                    <a:cubicBezTo>
                      <a:pt x="17659" y="541"/>
                      <a:pt x="18037" y="622"/>
                      <a:pt x="18389" y="766"/>
                    </a:cubicBezTo>
                    <a:cubicBezTo>
                      <a:pt x="18740" y="920"/>
                      <a:pt x="19083" y="1109"/>
                      <a:pt x="19380" y="1352"/>
                    </a:cubicBezTo>
                    <a:cubicBezTo>
                      <a:pt x="19669" y="1596"/>
                      <a:pt x="19939" y="1866"/>
                      <a:pt x="20155" y="2191"/>
                    </a:cubicBezTo>
                    <a:cubicBezTo>
                      <a:pt x="20363" y="2506"/>
                      <a:pt x="20534" y="2849"/>
                      <a:pt x="20651" y="3209"/>
                    </a:cubicBezTo>
                    <a:cubicBezTo>
                      <a:pt x="20759" y="3579"/>
                      <a:pt x="20832" y="3948"/>
                      <a:pt x="20832" y="4336"/>
                    </a:cubicBezTo>
                    <a:cubicBezTo>
                      <a:pt x="20841" y="4733"/>
                      <a:pt x="20832" y="5147"/>
                      <a:pt x="20832" y="5544"/>
                    </a:cubicBezTo>
                    <a:lnTo>
                      <a:pt x="20841" y="7978"/>
                    </a:lnTo>
                    <a:lnTo>
                      <a:pt x="20850" y="12845"/>
                    </a:lnTo>
                    <a:lnTo>
                      <a:pt x="20850" y="15279"/>
                    </a:lnTo>
                    <a:lnTo>
                      <a:pt x="20850" y="16496"/>
                    </a:lnTo>
                    <a:lnTo>
                      <a:pt x="20850" y="17109"/>
                    </a:lnTo>
                    <a:lnTo>
                      <a:pt x="20859" y="17406"/>
                    </a:lnTo>
                    <a:lnTo>
                      <a:pt x="20841" y="17704"/>
                    </a:lnTo>
                    <a:cubicBezTo>
                      <a:pt x="20795" y="18470"/>
                      <a:pt x="20516" y="19218"/>
                      <a:pt x="20047" y="19831"/>
                    </a:cubicBezTo>
                    <a:cubicBezTo>
                      <a:pt x="19579" y="20453"/>
                      <a:pt x="18930" y="20921"/>
                      <a:pt x="18208" y="21183"/>
                    </a:cubicBezTo>
                    <a:lnTo>
                      <a:pt x="13602" y="22769"/>
                    </a:lnTo>
                    <a:lnTo>
                      <a:pt x="12458" y="23175"/>
                    </a:lnTo>
                    <a:cubicBezTo>
                      <a:pt x="12088" y="23292"/>
                      <a:pt x="11709" y="23364"/>
                      <a:pt x="11322" y="23382"/>
                    </a:cubicBezTo>
                    <a:cubicBezTo>
                      <a:pt x="11267" y="23385"/>
                      <a:pt x="11211" y="23386"/>
                      <a:pt x="11156" y="23386"/>
                    </a:cubicBezTo>
                    <a:cubicBezTo>
                      <a:pt x="10830" y="23386"/>
                      <a:pt x="10500" y="23342"/>
                      <a:pt x="10177" y="23265"/>
                    </a:cubicBezTo>
                    <a:cubicBezTo>
                      <a:pt x="9997" y="23211"/>
                      <a:pt x="9798" y="23148"/>
                      <a:pt x="9609" y="23085"/>
                    </a:cubicBezTo>
                    <a:lnTo>
                      <a:pt x="9023" y="22905"/>
                    </a:lnTo>
                    <a:lnTo>
                      <a:pt x="4381" y="21453"/>
                    </a:lnTo>
                    <a:lnTo>
                      <a:pt x="3218" y="21093"/>
                    </a:lnTo>
                    <a:cubicBezTo>
                      <a:pt x="2849" y="20976"/>
                      <a:pt x="2497" y="20813"/>
                      <a:pt x="2173" y="20597"/>
                    </a:cubicBezTo>
                    <a:cubicBezTo>
                      <a:pt x="1542" y="20173"/>
                      <a:pt x="1001" y="19578"/>
                      <a:pt x="676" y="18866"/>
                    </a:cubicBezTo>
                    <a:cubicBezTo>
                      <a:pt x="505" y="18515"/>
                      <a:pt x="397" y="18136"/>
                      <a:pt x="343" y="17749"/>
                    </a:cubicBezTo>
                    <a:cubicBezTo>
                      <a:pt x="298" y="17361"/>
                      <a:pt x="316" y="16955"/>
                      <a:pt x="316" y="16550"/>
                    </a:cubicBezTo>
                    <a:lnTo>
                      <a:pt x="334" y="14116"/>
                    </a:lnTo>
                    <a:lnTo>
                      <a:pt x="388" y="9248"/>
                    </a:lnTo>
                    <a:cubicBezTo>
                      <a:pt x="397" y="7626"/>
                      <a:pt x="406" y="6003"/>
                      <a:pt x="415" y="4381"/>
                    </a:cubicBezTo>
                    <a:cubicBezTo>
                      <a:pt x="424" y="3993"/>
                      <a:pt x="478" y="3606"/>
                      <a:pt x="586" y="3245"/>
                    </a:cubicBezTo>
                    <a:cubicBezTo>
                      <a:pt x="703" y="2876"/>
                      <a:pt x="866" y="2524"/>
                      <a:pt x="1082" y="2200"/>
                    </a:cubicBezTo>
                    <a:cubicBezTo>
                      <a:pt x="1298" y="1884"/>
                      <a:pt x="1551" y="1596"/>
                      <a:pt x="1848" y="1343"/>
                    </a:cubicBezTo>
                    <a:cubicBezTo>
                      <a:pt x="2155" y="1109"/>
                      <a:pt x="2479" y="902"/>
                      <a:pt x="2831" y="748"/>
                    </a:cubicBezTo>
                    <a:cubicBezTo>
                      <a:pt x="3191" y="604"/>
                      <a:pt x="3561" y="505"/>
                      <a:pt x="3948" y="460"/>
                    </a:cubicBezTo>
                    <a:cubicBezTo>
                      <a:pt x="4039" y="451"/>
                      <a:pt x="4138" y="451"/>
                      <a:pt x="4237" y="442"/>
                    </a:cubicBezTo>
                    <a:close/>
                    <a:moveTo>
                      <a:pt x="4381" y="0"/>
                    </a:moveTo>
                    <a:lnTo>
                      <a:pt x="4219" y="9"/>
                    </a:lnTo>
                    <a:cubicBezTo>
                      <a:pt x="4111" y="18"/>
                      <a:pt x="4003" y="18"/>
                      <a:pt x="3894" y="27"/>
                    </a:cubicBezTo>
                    <a:cubicBezTo>
                      <a:pt x="3471" y="81"/>
                      <a:pt x="3056" y="190"/>
                      <a:pt x="2668" y="352"/>
                    </a:cubicBezTo>
                    <a:cubicBezTo>
                      <a:pt x="2272" y="523"/>
                      <a:pt x="1911" y="748"/>
                      <a:pt x="1578" y="1019"/>
                    </a:cubicBezTo>
                    <a:cubicBezTo>
                      <a:pt x="1253" y="1289"/>
                      <a:pt x="965" y="1614"/>
                      <a:pt x="731" y="1965"/>
                    </a:cubicBezTo>
                    <a:cubicBezTo>
                      <a:pt x="496" y="2326"/>
                      <a:pt x="316" y="2713"/>
                      <a:pt x="190" y="3119"/>
                    </a:cubicBezTo>
                    <a:cubicBezTo>
                      <a:pt x="63" y="3534"/>
                      <a:pt x="9" y="3957"/>
                      <a:pt x="0" y="4381"/>
                    </a:cubicBezTo>
                    <a:cubicBezTo>
                      <a:pt x="0" y="6003"/>
                      <a:pt x="0" y="7626"/>
                      <a:pt x="9" y="9248"/>
                    </a:cubicBezTo>
                    <a:lnTo>
                      <a:pt x="54" y="14116"/>
                    </a:lnTo>
                    <a:lnTo>
                      <a:pt x="54" y="16550"/>
                    </a:lnTo>
                    <a:lnTo>
                      <a:pt x="54" y="17154"/>
                    </a:lnTo>
                    <a:cubicBezTo>
                      <a:pt x="54" y="17253"/>
                      <a:pt x="54" y="17361"/>
                      <a:pt x="63" y="17469"/>
                    </a:cubicBezTo>
                    <a:cubicBezTo>
                      <a:pt x="63" y="17568"/>
                      <a:pt x="72" y="17676"/>
                      <a:pt x="81" y="17776"/>
                    </a:cubicBezTo>
                    <a:cubicBezTo>
                      <a:pt x="127" y="18190"/>
                      <a:pt x="217" y="18605"/>
                      <a:pt x="370" y="19002"/>
                    </a:cubicBezTo>
                    <a:cubicBezTo>
                      <a:pt x="676" y="19786"/>
                      <a:pt x="1226" y="20489"/>
                      <a:pt x="1947" y="20949"/>
                    </a:cubicBezTo>
                    <a:cubicBezTo>
                      <a:pt x="2299" y="21183"/>
                      <a:pt x="2696" y="21363"/>
                      <a:pt x="3092" y="21489"/>
                    </a:cubicBezTo>
                    <a:lnTo>
                      <a:pt x="4255" y="21859"/>
                    </a:lnTo>
                    <a:lnTo>
                      <a:pt x="8897" y="23310"/>
                    </a:lnTo>
                    <a:lnTo>
                      <a:pt x="9483" y="23490"/>
                    </a:lnTo>
                    <a:cubicBezTo>
                      <a:pt x="9672" y="23554"/>
                      <a:pt x="9862" y="23617"/>
                      <a:pt x="10078" y="23671"/>
                    </a:cubicBezTo>
                    <a:cubicBezTo>
                      <a:pt x="10418" y="23761"/>
                      <a:pt x="10777" y="23801"/>
                      <a:pt x="11133" y="23801"/>
                    </a:cubicBezTo>
                    <a:cubicBezTo>
                      <a:pt x="11202" y="23801"/>
                      <a:pt x="11271" y="23800"/>
                      <a:pt x="11340" y="23797"/>
                    </a:cubicBezTo>
                    <a:cubicBezTo>
                      <a:pt x="11764" y="23779"/>
                      <a:pt x="12187" y="23698"/>
                      <a:pt x="12593" y="23563"/>
                    </a:cubicBezTo>
                    <a:lnTo>
                      <a:pt x="13738" y="23157"/>
                    </a:lnTo>
                    <a:lnTo>
                      <a:pt x="18335" y="21552"/>
                    </a:lnTo>
                    <a:cubicBezTo>
                      <a:pt x="19137" y="21273"/>
                      <a:pt x="19858" y="20759"/>
                      <a:pt x="20372" y="20083"/>
                    </a:cubicBezTo>
                    <a:cubicBezTo>
                      <a:pt x="20895" y="19407"/>
                      <a:pt x="21210" y="18578"/>
                      <a:pt x="21273" y="17731"/>
                    </a:cubicBezTo>
                    <a:lnTo>
                      <a:pt x="21282" y="17406"/>
                    </a:lnTo>
                    <a:lnTo>
                      <a:pt x="21282" y="17109"/>
                    </a:lnTo>
                    <a:lnTo>
                      <a:pt x="21291" y="16496"/>
                    </a:lnTo>
                    <a:lnTo>
                      <a:pt x="21291" y="15279"/>
                    </a:lnTo>
                    <a:lnTo>
                      <a:pt x="21309" y="12845"/>
                    </a:lnTo>
                    <a:lnTo>
                      <a:pt x="21327" y="7978"/>
                    </a:lnTo>
                    <a:lnTo>
                      <a:pt x="21345" y="5544"/>
                    </a:lnTo>
                    <a:cubicBezTo>
                      <a:pt x="21345" y="5138"/>
                      <a:pt x="21354" y="4742"/>
                      <a:pt x="21345" y="4327"/>
                    </a:cubicBezTo>
                    <a:cubicBezTo>
                      <a:pt x="21336" y="3894"/>
                      <a:pt x="21255" y="3471"/>
                      <a:pt x="21129" y="3056"/>
                    </a:cubicBezTo>
                    <a:cubicBezTo>
                      <a:pt x="20994" y="2650"/>
                      <a:pt x="20795" y="2263"/>
                      <a:pt x="20561" y="1911"/>
                    </a:cubicBezTo>
                    <a:cubicBezTo>
                      <a:pt x="20309" y="1551"/>
                      <a:pt x="20011" y="1244"/>
                      <a:pt x="19678" y="974"/>
                    </a:cubicBezTo>
                    <a:cubicBezTo>
                      <a:pt x="19344" y="694"/>
                      <a:pt x="18966" y="487"/>
                      <a:pt x="18569" y="325"/>
                    </a:cubicBezTo>
                    <a:cubicBezTo>
                      <a:pt x="18172" y="153"/>
                      <a:pt x="17749" y="72"/>
                      <a:pt x="17325" y="18"/>
                    </a:cubicBezTo>
                    <a:cubicBezTo>
                      <a:pt x="17109" y="5"/>
                      <a:pt x="16901" y="2"/>
                      <a:pt x="16698" y="2"/>
                    </a:cubicBezTo>
                    <a:cubicBezTo>
                      <a:pt x="16596" y="2"/>
                      <a:pt x="16494" y="3"/>
                      <a:pt x="16393" y="3"/>
                    </a:cubicBezTo>
                    <a:cubicBezTo>
                      <a:pt x="16292" y="3"/>
                      <a:pt x="16192" y="2"/>
                      <a:pt x="160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84" name="Google Shape;2084;p81"/>
            <p:cNvSpPr/>
            <p:nvPr/>
          </p:nvSpPr>
          <p:spPr>
            <a:xfrm rot="442426">
              <a:off x="8229710" y="-161880"/>
              <a:ext cx="102851" cy="55127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5">
    <p:spTree>
      <p:nvGrpSpPr>
        <p:cNvPr id="1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6" name="Google Shape;2086;p8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087" name="Google Shape;2087;p8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8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8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8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8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8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8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8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8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8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8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8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8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8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8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8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8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8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8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8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8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8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9" name="Google Shape;2109;p82"/>
          <p:cNvSpPr txBox="1">
            <a:spLocks noGrp="1"/>
          </p:cNvSpPr>
          <p:nvPr>
            <p:ph type="subTitle" idx="1"/>
          </p:nvPr>
        </p:nvSpPr>
        <p:spPr>
          <a:xfrm>
            <a:off x="235185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10" name="Google Shape;2110;p82"/>
          <p:cNvSpPr txBox="1">
            <a:spLocks noGrp="1"/>
          </p:cNvSpPr>
          <p:nvPr>
            <p:ph type="ctrTitle"/>
          </p:nvPr>
        </p:nvSpPr>
        <p:spPr>
          <a:xfrm>
            <a:off x="32979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2" name="Google Shape;2112;p8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113" name="Google Shape;2113;p8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8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8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8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8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8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8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8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8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8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8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8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8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8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8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8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8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8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8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8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8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8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5" name="Google Shape;2135;p83"/>
          <p:cNvSpPr txBox="1">
            <a:spLocks noGrp="1"/>
          </p:cNvSpPr>
          <p:nvPr>
            <p:ph type="subTitle" idx="1"/>
          </p:nvPr>
        </p:nvSpPr>
        <p:spPr>
          <a:xfrm>
            <a:off x="906900" y="298732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36" name="Google Shape;2136;p83"/>
          <p:cNvSpPr txBox="1">
            <a:spLocks noGrp="1"/>
          </p:cNvSpPr>
          <p:nvPr>
            <p:ph type="subTitle" idx="2"/>
          </p:nvPr>
        </p:nvSpPr>
        <p:spPr>
          <a:xfrm>
            <a:off x="906900" y="12797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37" name="Google Shape;2137;p83"/>
          <p:cNvSpPr txBox="1">
            <a:spLocks noGrp="1"/>
          </p:cNvSpPr>
          <p:nvPr>
            <p:ph type="subTitle" idx="3"/>
          </p:nvPr>
        </p:nvSpPr>
        <p:spPr>
          <a:xfrm>
            <a:off x="906900" y="1743949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38" name="Google Shape;2138;p83"/>
          <p:cNvSpPr txBox="1">
            <a:spLocks noGrp="1"/>
          </p:cNvSpPr>
          <p:nvPr>
            <p:ph type="subTitle" idx="4"/>
          </p:nvPr>
        </p:nvSpPr>
        <p:spPr>
          <a:xfrm>
            <a:off x="906900" y="3464338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39" name="Google Shape;2139;p8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7"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1" name="Google Shape;2141;p8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142" name="Google Shape;2142;p8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8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8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8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8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8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8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8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8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8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8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8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8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8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8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8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8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8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8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8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8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8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4" name="Google Shape;2164;p84"/>
          <p:cNvSpPr txBox="1">
            <a:spLocks noGrp="1"/>
          </p:cNvSpPr>
          <p:nvPr>
            <p:ph type="ctrTitle"/>
          </p:nvPr>
        </p:nvSpPr>
        <p:spPr>
          <a:xfrm>
            <a:off x="52729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165" name="Google Shape;2165;p84"/>
          <p:cNvSpPr txBox="1">
            <a:spLocks noGrp="1"/>
          </p:cNvSpPr>
          <p:nvPr>
            <p:ph type="subTitle" idx="1"/>
          </p:nvPr>
        </p:nvSpPr>
        <p:spPr>
          <a:xfrm>
            <a:off x="52729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6" name="Google Shape;2166;p84"/>
          <p:cNvSpPr txBox="1">
            <a:spLocks noGrp="1"/>
          </p:cNvSpPr>
          <p:nvPr>
            <p:ph type="subTitle" idx="2"/>
          </p:nvPr>
        </p:nvSpPr>
        <p:spPr>
          <a:xfrm>
            <a:off x="52729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7" name="Google Shape;2167;p84"/>
          <p:cNvSpPr txBox="1">
            <a:spLocks noGrp="1"/>
          </p:cNvSpPr>
          <p:nvPr>
            <p:ph type="ctrTitle" idx="3"/>
          </p:nvPr>
        </p:nvSpPr>
        <p:spPr>
          <a:xfrm>
            <a:off x="52729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168" name="Google Shape;2168;p84"/>
          <p:cNvSpPr txBox="1">
            <a:spLocks noGrp="1"/>
          </p:cNvSpPr>
          <p:nvPr>
            <p:ph type="ctrTitle" idx="4"/>
          </p:nvPr>
        </p:nvSpPr>
        <p:spPr>
          <a:xfrm>
            <a:off x="14197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169" name="Google Shape;2169;p84"/>
          <p:cNvSpPr txBox="1">
            <a:spLocks noGrp="1"/>
          </p:cNvSpPr>
          <p:nvPr>
            <p:ph type="subTitle" idx="5"/>
          </p:nvPr>
        </p:nvSpPr>
        <p:spPr>
          <a:xfrm>
            <a:off x="14197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70" name="Google Shape;2170;p84"/>
          <p:cNvSpPr txBox="1">
            <a:spLocks noGrp="1"/>
          </p:cNvSpPr>
          <p:nvPr>
            <p:ph type="subTitle" idx="6"/>
          </p:nvPr>
        </p:nvSpPr>
        <p:spPr>
          <a:xfrm>
            <a:off x="14197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71" name="Google Shape;2171;p84"/>
          <p:cNvSpPr txBox="1">
            <a:spLocks noGrp="1"/>
          </p:cNvSpPr>
          <p:nvPr>
            <p:ph type="ctrTitle" idx="7"/>
          </p:nvPr>
        </p:nvSpPr>
        <p:spPr>
          <a:xfrm>
            <a:off x="14197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172" name="Google Shape;2172;p84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4" name="Google Shape;2174;p85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175" name="Google Shape;2175;p85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76" name="Google Shape;2176;p8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177" name="Google Shape;2177;p85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178" name="Google Shape;2178;p8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8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8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8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8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8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8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8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8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8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8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8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8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8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8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3" name="Google Shape;2193;p85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194" name="Google Shape;2194;p8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8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8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8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8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8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8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8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8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8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8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8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8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8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8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209" name="Google Shape;2209;p85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0" name="Google Shape;2210;p85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1" name="Google Shape;2211;p85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2" name="Google Shape;2212;p85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3" name="Google Shape;2213;p85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4" name="Google Shape;2214;p8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15" name="Google Shape;2215;p8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087300" cy="14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16" name="Google Shape;2216;p85"/>
          <p:cNvSpPr txBox="1">
            <a:spLocks noGrp="1"/>
          </p:cNvSpPr>
          <p:nvPr>
            <p:ph type="subTitle" idx="1"/>
          </p:nvPr>
        </p:nvSpPr>
        <p:spPr>
          <a:xfrm>
            <a:off x="5703898" y="86720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17" name="Google Shape;2217;p85"/>
          <p:cNvSpPr txBox="1">
            <a:spLocks noGrp="1"/>
          </p:cNvSpPr>
          <p:nvPr>
            <p:ph type="subTitle" idx="2"/>
          </p:nvPr>
        </p:nvSpPr>
        <p:spPr>
          <a:xfrm>
            <a:off x="5703898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18" name="Google Shape;2218;p85"/>
          <p:cNvSpPr txBox="1">
            <a:spLocks noGrp="1"/>
          </p:cNvSpPr>
          <p:nvPr>
            <p:ph type="subTitle" idx="3"/>
          </p:nvPr>
        </p:nvSpPr>
        <p:spPr>
          <a:xfrm>
            <a:off x="906900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19" name="Google Shape;2219;p85"/>
          <p:cNvSpPr txBox="1">
            <a:spLocks noGrp="1"/>
          </p:cNvSpPr>
          <p:nvPr>
            <p:ph type="subTitle" idx="4"/>
          </p:nvPr>
        </p:nvSpPr>
        <p:spPr>
          <a:xfrm>
            <a:off x="906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20" name="Google Shape;2220;p85"/>
          <p:cNvSpPr txBox="1">
            <a:spLocks noGrp="1"/>
          </p:cNvSpPr>
          <p:nvPr>
            <p:ph type="subTitle" idx="5"/>
          </p:nvPr>
        </p:nvSpPr>
        <p:spPr>
          <a:xfrm>
            <a:off x="5703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21" name="Google Shape;2221;p85"/>
          <p:cNvSpPr txBox="1">
            <a:spLocks noGrp="1"/>
          </p:cNvSpPr>
          <p:nvPr>
            <p:ph type="subTitle" idx="6"/>
          </p:nvPr>
        </p:nvSpPr>
        <p:spPr>
          <a:xfrm>
            <a:off x="5703900" y="1247983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9">
    <p:spTree>
      <p:nvGrpSpPr>
        <p:cNvPr id="1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3" name="Google Shape;2223;p8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224" name="Google Shape;2224;p8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8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8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8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8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8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8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8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8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8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8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8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8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8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8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8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8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8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8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8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8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8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6" name="Google Shape;2246;p86"/>
          <p:cNvSpPr txBox="1">
            <a:spLocks noGrp="1"/>
          </p:cNvSpPr>
          <p:nvPr>
            <p:ph type="ctrTitle"/>
          </p:nvPr>
        </p:nvSpPr>
        <p:spPr>
          <a:xfrm>
            <a:off x="3443850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247" name="Google Shape;2247;p86"/>
          <p:cNvSpPr txBox="1">
            <a:spLocks noGrp="1"/>
          </p:cNvSpPr>
          <p:nvPr>
            <p:ph type="subTitle" idx="1"/>
          </p:nvPr>
        </p:nvSpPr>
        <p:spPr>
          <a:xfrm>
            <a:off x="344384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48" name="Google Shape;2248;p86"/>
          <p:cNvSpPr txBox="1">
            <a:spLocks noGrp="1"/>
          </p:cNvSpPr>
          <p:nvPr>
            <p:ph type="subTitle" idx="2"/>
          </p:nvPr>
        </p:nvSpPr>
        <p:spPr>
          <a:xfrm>
            <a:off x="4759920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49" name="Google Shape;2249;p86"/>
          <p:cNvSpPr txBox="1">
            <a:spLocks noGrp="1"/>
          </p:cNvSpPr>
          <p:nvPr>
            <p:ph type="ctrTitle" idx="3"/>
          </p:nvPr>
        </p:nvSpPr>
        <p:spPr>
          <a:xfrm>
            <a:off x="475992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250" name="Google Shape;2250;p86"/>
          <p:cNvSpPr txBox="1">
            <a:spLocks noGrp="1"/>
          </p:cNvSpPr>
          <p:nvPr>
            <p:ph type="ctrTitle" idx="4"/>
          </p:nvPr>
        </p:nvSpPr>
        <p:spPr>
          <a:xfrm>
            <a:off x="81170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251" name="Google Shape;2251;p86"/>
          <p:cNvSpPr txBox="1">
            <a:spLocks noGrp="1"/>
          </p:cNvSpPr>
          <p:nvPr>
            <p:ph type="subTitle" idx="5"/>
          </p:nvPr>
        </p:nvSpPr>
        <p:spPr>
          <a:xfrm>
            <a:off x="81170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52" name="Google Shape;2252;p86"/>
          <p:cNvSpPr txBox="1">
            <a:spLocks noGrp="1"/>
          </p:cNvSpPr>
          <p:nvPr>
            <p:ph type="subTitle" idx="6"/>
          </p:nvPr>
        </p:nvSpPr>
        <p:spPr>
          <a:xfrm>
            <a:off x="2127778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53" name="Google Shape;2253;p86"/>
          <p:cNvSpPr txBox="1">
            <a:spLocks noGrp="1"/>
          </p:cNvSpPr>
          <p:nvPr>
            <p:ph type="ctrTitle" idx="7"/>
          </p:nvPr>
        </p:nvSpPr>
        <p:spPr>
          <a:xfrm>
            <a:off x="212778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254" name="Google Shape;2254;p86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255" name="Google Shape;2255;p86"/>
          <p:cNvSpPr txBox="1">
            <a:spLocks noGrp="1"/>
          </p:cNvSpPr>
          <p:nvPr>
            <p:ph type="ctrTitle" idx="9"/>
          </p:nvPr>
        </p:nvSpPr>
        <p:spPr>
          <a:xfrm>
            <a:off x="607599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256" name="Google Shape;2256;p86"/>
          <p:cNvSpPr txBox="1">
            <a:spLocks noGrp="1"/>
          </p:cNvSpPr>
          <p:nvPr>
            <p:ph type="subTitle" idx="13"/>
          </p:nvPr>
        </p:nvSpPr>
        <p:spPr>
          <a:xfrm>
            <a:off x="607599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8" name="Google Shape;2258;p8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259" name="Google Shape;2259;p8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8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8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8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8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8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8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8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8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8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8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8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8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8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8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8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8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8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8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8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8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8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1" name="Google Shape;2281;p87"/>
          <p:cNvSpPr txBox="1">
            <a:spLocks noGrp="1"/>
          </p:cNvSpPr>
          <p:nvPr>
            <p:ph type="title"/>
          </p:nvPr>
        </p:nvSpPr>
        <p:spPr>
          <a:xfrm>
            <a:off x="5314275" y="1089028"/>
            <a:ext cx="3109500" cy="13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82" name="Google Shape;2282;p87"/>
          <p:cNvSpPr txBox="1">
            <a:spLocks noGrp="1"/>
          </p:cNvSpPr>
          <p:nvPr>
            <p:ph type="subTitle" idx="1"/>
          </p:nvPr>
        </p:nvSpPr>
        <p:spPr>
          <a:xfrm>
            <a:off x="6241125" y="2611969"/>
            <a:ext cx="21828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34"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4" name="Google Shape;2284;p8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285" name="Google Shape;2285;p8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8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8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8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8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8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8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8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8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8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8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8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8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8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8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8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8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8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8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8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8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8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7" name="Google Shape;2307;p88"/>
          <p:cNvSpPr txBox="1">
            <a:spLocks noGrp="1"/>
          </p:cNvSpPr>
          <p:nvPr>
            <p:ph type="title"/>
          </p:nvPr>
        </p:nvSpPr>
        <p:spPr>
          <a:xfrm>
            <a:off x="717000" y="1491225"/>
            <a:ext cx="3870300" cy="9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08" name="Google Shape;2308;p88"/>
          <p:cNvSpPr txBox="1">
            <a:spLocks noGrp="1"/>
          </p:cNvSpPr>
          <p:nvPr>
            <p:ph type="subTitle" idx="1"/>
          </p:nvPr>
        </p:nvSpPr>
        <p:spPr>
          <a:xfrm>
            <a:off x="1870200" y="2570158"/>
            <a:ext cx="27171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1">
    <p:spTree>
      <p:nvGrpSpPr>
        <p:cNvPr id="1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0" name="Google Shape;2310;p8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311" name="Google Shape;2311;p8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8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8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8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8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8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8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8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8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8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8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8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8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8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8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8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8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8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8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8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8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8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3" name="Google Shape;2333;p89"/>
          <p:cNvSpPr txBox="1">
            <a:spLocks noGrp="1"/>
          </p:cNvSpPr>
          <p:nvPr>
            <p:ph type="ctrTitle"/>
          </p:nvPr>
        </p:nvSpPr>
        <p:spPr>
          <a:xfrm>
            <a:off x="988403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334" name="Google Shape;2334;p89"/>
          <p:cNvSpPr txBox="1">
            <a:spLocks noGrp="1"/>
          </p:cNvSpPr>
          <p:nvPr>
            <p:ph type="subTitle" idx="1"/>
          </p:nvPr>
        </p:nvSpPr>
        <p:spPr>
          <a:xfrm>
            <a:off x="988403" y="1579523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35" name="Google Shape;2335;p89"/>
          <p:cNvSpPr txBox="1">
            <a:spLocks noGrp="1"/>
          </p:cNvSpPr>
          <p:nvPr>
            <p:ph type="subTitle" idx="2"/>
          </p:nvPr>
        </p:nvSpPr>
        <p:spPr>
          <a:xfrm>
            <a:off x="988403" y="3577425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36" name="Google Shape;2336;p89"/>
          <p:cNvSpPr txBox="1">
            <a:spLocks noGrp="1"/>
          </p:cNvSpPr>
          <p:nvPr>
            <p:ph type="subTitle" idx="3"/>
          </p:nvPr>
        </p:nvSpPr>
        <p:spPr>
          <a:xfrm>
            <a:off x="988403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37" name="Google Shape;2337;p89"/>
          <p:cNvSpPr txBox="1">
            <a:spLocks noGrp="1"/>
          </p:cNvSpPr>
          <p:nvPr>
            <p:ph type="ctrTitle" idx="4"/>
          </p:nvPr>
        </p:nvSpPr>
        <p:spPr>
          <a:xfrm>
            <a:off x="988403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338" name="Google Shape;2338;p89"/>
          <p:cNvSpPr txBox="1">
            <a:spLocks noGrp="1"/>
          </p:cNvSpPr>
          <p:nvPr>
            <p:ph type="ctrTitle" idx="5"/>
          </p:nvPr>
        </p:nvSpPr>
        <p:spPr>
          <a:xfrm>
            <a:off x="988403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339" name="Google Shape;2339;p89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90"/>
          <p:cNvSpPr txBox="1">
            <a:spLocks noGrp="1"/>
          </p:cNvSpPr>
          <p:nvPr>
            <p:ph type="title"/>
          </p:nvPr>
        </p:nvSpPr>
        <p:spPr>
          <a:xfrm>
            <a:off x="5059850" y="3019625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1"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p91"/>
          <p:cNvSpPr txBox="1">
            <a:spLocks noGrp="1"/>
          </p:cNvSpPr>
          <p:nvPr>
            <p:ph type="title"/>
          </p:nvPr>
        </p:nvSpPr>
        <p:spPr>
          <a:xfrm>
            <a:off x="1249850" y="873387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4">
    <p:spTree>
      <p:nvGrpSpPr>
        <p:cNvPr id="1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5" name="Google Shape;2345;p9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346" name="Google Shape;2346;p9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9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9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9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9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9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9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9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9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9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9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9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9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9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9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9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9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9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9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9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9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9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8" name="Google Shape;2368;p92"/>
          <p:cNvSpPr txBox="1">
            <a:spLocks noGrp="1"/>
          </p:cNvSpPr>
          <p:nvPr>
            <p:ph type="title"/>
          </p:nvPr>
        </p:nvSpPr>
        <p:spPr>
          <a:xfrm>
            <a:off x="1232825" y="1765317"/>
            <a:ext cx="66783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69" name="Google Shape;2369;p92"/>
          <p:cNvSpPr txBox="1">
            <a:spLocks noGrp="1"/>
          </p:cNvSpPr>
          <p:nvPr>
            <p:ph type="body" idx="1"/>
          </p:nvPr>
        </p:nvSpPr>
        <p:spPr>
          <a:xfrm>
            <a:off x="2155325" y="2698083"/>
            <a:ext cx="48333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32">
    <p:spTree>
      <p:nvGrpSpPr>
        <p:cNvPr id="1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1" name="Google Shape;2371;p9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372" name="Google Shape;2372;p9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9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9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9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9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9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9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9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9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9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9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9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9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9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9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9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9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9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9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9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9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9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4" name="Google Shape;2394;p93"/>
          <p:cNvSpPr txBox="1">
            <a:spLocks noGrp="1"/>
          </p:cNvSpPr>
          <p:nvPr>
            <p:ph type="title"/>
          </p:nvPr>
        </p:nvSpPr>
        <p:spPr>
          <a:xfrm>
            <a:off x="3800500" y="1351950"/>
            <a:ext cx="3933000" cy="15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95" name="Google Shape;2395;p93"/>
          <p:cNvSpPr txBox="1">
            <a:spLocks noGrp="1"/>
          </p:cNvSpPr>
          <p:nvPr>
            <p:ph type="body" idx="1"/>
          </p:nvPr>
        </p:nvSpPr>
        <p:spPr>
          <a:xfrm>
            <a:off x="3800550" y="3111475"/>
            <a:ext cx="39330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r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5">
    <p:spTree>
      <p:nvGrpSpPr>
        <p:cNvPr id="1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7" name="Google Shape;2397;p9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398" name="Google Shape;2398;p9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9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9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9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9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9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9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9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9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9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9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9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9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9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9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9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9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9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9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9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9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9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0" name="Google Shape;2420;p9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6"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2" name="Google Shape;2422;p95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423" name="Google Shape;2423;p95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24" name="Google Shape;2424;p9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25" name="Google Shape;2425;p95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426" name="Google Shape;2426;p9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9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9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9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9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9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9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9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9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9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9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9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9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9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9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1" name="Google Shape;2441;p95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442" name="Google Shape;2442;p9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9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9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9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9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9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9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9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9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9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2452;p9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9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9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9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9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457" name="Google Shape;2457;p95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8" name="Google Shape;2458;p95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9" name="Google Shape;2459;p95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0" name="Google Shape;2460;p95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1" name="Google Shape;2461;p95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2" name="Google Shape;2462;p9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63" name="Google Shape;2463;p95"/>
          <p:cNvSpPr txBox="1">
            <a:spLocks noGrp="1"/>
          </p:cNvSpPr>
          <p:nvPr>
            <p:ph type="subTitle" idx="1"/>
          </p:nvPr>
        </p:nvSpPr>
        <p:spPr>
          <a:xfrm>
            <a:off x="906900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64" name="Google Shape;2464;p95"/>
          <p:cNvSpPr txBox="1">
            <a:spLocks noGrp="1"/>
          </p:cNvSpPr>
          <p:nvPr>
            <p:ph type="subTitle" idx="2"/>
          </p:nvPr>
        </p:nvSpPr>
        <p:spPr>
          <a:xfrm>
            <a:off x="5565696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65" name="Google Shape;2465;p95"/>
          <p:cNvSpPr txBox="1">
            <a:spLocks noGrp="1"/>
          </p:cNvSpPr>
          <p:nvPr>
            <p:ph type="subTitle" idx="3"/>
          </p:nvPr>
        </p:nvSpPr>
        <p:spPr>
          <a:xfrm>
            <a:off x="906900" y="208403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66" name="Google Shape;2466;p95"/>
          <p:cNvSpPr txBox="1">
            <a:spLocks noGrp="1"/>
          </p:cNvSpPr>
          <p:nvPr>
            <p:ph type="subTitle" idx="4"/>
          </p:nvPr>
        </p:nvSpPr>
        <p:spPr>
          <a:xfrm>
            <a:off x="5565688" y="2094806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67" name="Google Shape;2467;p95"/>
          <p:cNvSpPr txBox="1">
            <a:spLocks noGrp="1"/>
          </p:cNvSpPr>
          <p:nvPr>
            <p:ph type="subTitle" idx="5"/>
          </p:nvPr>
        </p:nvSpPr>
        <p:spPr>
          <a:xfrm>
            <a:off x="906900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68" name="Google Shape;2468;p95"/>
          <p:cNvSpPr txBox="1">
            <a:spLocks noGrp="1"/>
          </p:cNvSpPr>
          <p:nvPr>
            <p:ph type="subTitle" idx="6"/>
          </p:nvPr>
        </p:nvSpPr>
        <p:spPr>
          <a:xfrm>
            <a:off x="5565688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69" name="Google Shape;2469;p95"/>
          <p:cNvSpPr txBox="1">
            <a:spLocks noGrp="1"/>
          </p:cNvSpPr>
          <p:nvPr>
            <p:ph type="subTitle" idx="7"/>
          </p:nvPr>
        </p:nvSpPr>
        <p:spPr>
          <a:xfrm>
            <a:off x="906900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70" name="Google Shape;2470;p95"/>
          <p:cNvSpPr txBox="1">
            <a:spLocks noGrp="1"/>
          </p:cNvSpPr>
          <p:nvPr>
            <p:ph type="subTitle" idx="8"/>
          </p:nvPr>
        </p:nvSpPr>
        <p:spPr>
          <a:xfrm>
            <a:off x="5565688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71" name="Google Shape;2471;p9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30000" cy="99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7"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3" name="Google Shape;2473;p96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474" name="Google Shape;2474;p9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9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9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9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9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9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9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9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9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9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9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9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9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9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9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9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9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9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9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9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9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9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6" name="Google Shape;2496;p96"/>
          <p:cNvSpPr txBox="1">
            <a:spLocks noGrp="1"/>
          </p:cNvSpPr>
          <p:nvPr>
            <p:ph type="ctrTitle"/>
          </p:nvPr>
        </p:nvSpPr>
        <p:spPr>
          <a:xfrm>
            <a:off x="5295149" y="1449725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497" name="Google Shape;2497;p96"/>
          <p:cNvSpPr txBox="1">
            <a:spLocks noGrp="1"/>
          </p:cNvSpPr>
          <p:nvPr>
            <p:ph type="subTitle" idx="1"/>
          </p:nvPr>
        </p:nvSpPr>
        <p:spPr>
          <a:xfrm>
            <a:off x="5295149" y="1731948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98" name="Google Shape;2498;p96"/>
          <p:cNvSpPr txBox="1">
            <a:spLocks noGrp="1"/>
          </p:cNvSpPr>
          <p:nvPr>
            <p:ph type="subTitle" idx="2"/>
          </p:nvPr>
        </p:nvSpPr>
        <p:spPr>
          <a:xfrm>
            <a:off x="5295149" y="3281876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99" name="Google Shape;2499;p96"/>
          <p:cNvSpPr txBox="1">
            <a:spLocks noGrp="1"/>
          </p:cNvSpPr>
          <p:nvPr>
            <p:ph type="ctrTitle" idx="3"/>
          </p:nvPr>
        </p:nvSpPr>
        <p:spPr>
          <a:xfrm>
            <a:off x="5295153" y="2989856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500" name="Google Shape;2500;p96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8">
    <p:spTree>
      <p:nvGrpSpPr>
        <p:cNvPr id="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2" name="Google Shape;2502;p9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503" name="Google Shape;2503;p9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9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9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9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9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9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9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9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9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9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9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9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9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9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9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9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9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9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9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9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9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9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5" name="Google Shape;2525;p9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4">
    <p:spTree>
      <p:nvGrpSpPr>
        <p:cNvPr id="1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7" name="Google Shape;2527;p9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528" name="Google Shape;2528;p9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9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9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9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9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9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9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9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9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9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9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9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9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9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9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9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9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9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9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9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9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9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0" name="Google Shape;2550;p9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99100" cy="87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9"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2" name="Google Shape;2552;p9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553" name="Google Shape;2553;p9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9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9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9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9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9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9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9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9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9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9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9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9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9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9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9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9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9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9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9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9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9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5" name="Google Shape;2575;p99"/>
          <p:cNvSpPr txBox="1">
            <a:spLocks noGrp="1"/>
          </p:cNvSpPr>
          <p:nvPr>
            <p:ph type="subTitle" idx="1"/>
          </p:nvPr>
        </p:nvSpPr>
        <p:spPr>
          <a:xfrm>
            <a:off x="8041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576" name="Google Shape;2576;p99"/>
          <p:cNvSpPr txBox="1">
            <a:spLocks noGrp="1"/>
          </p:cNvSpPr>
          <p:nvPr>
            <p:ph type="subTitle" idx="2"/>
          </p:nvPr>
        </p:nvSpPr>
        <p:spPr>
          <a:xfrm>
            <a:off x="58336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577" name="Google Shape;2577;p99"/>
          <p:cNvSpPr txBox="1">
            <a:spLocks noGrp="1"/>
          </p:cNvSpPr>
          <p:nvPr>
            <p:ph type="subTitle" idx="3"/>
          </p:nvPr>
        </p:nvSpPr>
        <p:spPr>
          <a:xfrm>
            <a:off x="8041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578" name="Google Shape;2578;p99"/>
          <p:cNvSpPr txBox="1">
            <a:spLocks noGrp="1"/>
          </p:cNvSpPr>
          <p:nvPr>
            <p:ph type="subTitle" idx="4"/>
          </p:nvPr>
        </p:nvSpPr>
        <p:spPr>
          <a:xfrm>
            <a:off x="58336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579" name="Google Shape;2579;p99"/>
          <p:cNvSpPr txBox="1">
            <a:spLocks noGrp="1"/>
          </p:cNvSpPr>
          <p:nvPr>
            <p:ph type="subTitle" idx="5"/>
          </p:nvPr>
        </p:nvSpPr>
        <p:spPr>
          <a:xfrm>
            <a:off x="331890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580" name="Google Shape;2580;p99"/>
          <p:cNvSpPr txBox="1">
            <a:spLocks noGrp="1"/>
          </p:cNvSpPr>
          <p:nvPr>
            <p:ph type="subTitle" idx="6"/>
          </p:nvPr>
        </p:nvSpPr>
        <p:spPr>
          <a:xfrm>
            <a:off x="331890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581" name="Google Shape;2581;p9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82" name="Google Shape;2582;p99"/>
          <p:cNvSpPr txBox="1">
            <a:spLocks noGrp="1"/>
          </p:cNvSpPr>
          <p:nvPr>
            <p:ph type="subTitle" idx="7"/>
          </p:nvPr>
        </p:nvSpPr>
        <p:spPr>
          <a:xfrm>
            <a:off x="8041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83" name="Google Shape;2583;p99"/>
          <p:cNvSpPr txBox="1">
            <a:spLocks noGrp="1"/>
          </p:cNvSpPr>
          <p:nvPr>
            <p:ph type="subTitle" idx="8"/>
          </p:nvPr>
        </p:nvSpPr>
        <p:spPr>
          <a:xfrm>
            <a:off x="58336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84" name="Google Shape;2584;p99"/>
          <p:cNvSpPr txBox="1">
            <a:spLocks noGrp="1"/>
          </p:cNvSpPr>
          <p:nvPr>
            <p:ph type="subTitle" idx="9"/>
          </p:nvPr>
        </p:nvSpPr>
        <p:spPr>
          <a:xfrm>
            <a:off x="8041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85" name="Google Shape;2585;p99"/>
          <p:cNvSpPr txBox="1">
            <a:spLocks noGrp="1"/>
          </p:cNvSpPr>
          <p:nvPr>
            <p:ph type="subTitle" idx="13"/>
          </p:nvPr>
        </p:nvSpPr>
        <p:spPr>
          <a:xfrm>
            <a:off x="58336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86" name="Google Shape;2586;p99"/>
          <p:cNvSpPr txBox="1">
            <a:spLocks noGrp="1"/>
          </p:cNvSpPr>
          <p:nvPr>
            <p:ph type="subTitle" idx="14"/>
          </p:nvPr>
        </p:nvSpPr>
        <p:spPr>
          <a:xfrm>
            <a:off x="331890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87" name="Google Shape;2587;p99"/>
          <p:cNvSpPr txBox="1">
            <a:spLocks noGrp="1"/>
          </p:cNvSpPr>
          <p:nvPr>
            <p:ph type="subTitle" idx="15"/>
          </p:nvPr>
        </p:nvSpPr>
        <p:spPr>
          <a:xfrm>
            <a:off x="331890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7"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9" name="Google Shape;2589;p10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590" name="Google Shape;2590;p10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0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0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0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0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0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0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0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0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0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0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0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0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0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0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0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0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0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0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0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0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0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12" name="Google Shape;2612;p100"/>
          <p:cNvSpPr txBox="1">
            <a:spLocks noGrp="1"/>
          </p:cNvSpPr>
          <p:nvPr>
            <p:ph type="subTitle" idx="1"/>
          </p:nvPr>
        </p:nvSpPr>
        <p:spPr>
          <a:xfrm>
            <a:off x="8041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613" name="Google Shape;2613;p100"/>
          <p:cNvSpPr txBox="1">
            <a:spLocks noGrp="1"/>
          </p:cNvSpPr>
          <p:nvPr>
            <p:ph type="subTitle" idx="2"/>
          </p:nvPr>
        </p:nvSpPr>
        <p:spPr>
          <a:xfrm>
            <a:off x="58336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614" name="Google Shape;2614;p100"/>
          <p:cNvSpPr txBox="1">
            <a:spLocks noGrp="1"/>
          </p:cNvSpPr>
          <p:nvPr>
            <p:ph type="subTitle" idx="3"/>
          </p:nvPr>
        </p:nvSpPr>
        <p:spPr>
          <a:xfrm>
            <a:off x="3318900" y="20030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615" name="Google Shape;2615;p100"/>
          <p:cNvSpPr txBox="1">
            <a:spLocks noGrp="1"/>
          </p:cNvSpPr>
          <p:nvPr>
            <p:ph type="title"/>
          </p:nvPr>
        </p:nvSpPr>
        <p:spPr>
          <a:xfrm>
            <a:off x="5917800" y="540000"/>
            <a:ext cx="25062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16" name="Google Shape;2616;p100"/>
          <p:cNvSpPr txBox="1">
            <a:spLocks noGrp="1"/>
          </p:cNvSpPr>
          <p:nvPr>
            <p:ph type="subTitle" idx="4"/>
          </p:nvPr>
        </p:nvSpPr>
        <p:spPr>
          <a:xfrm>
            <a:off x="8041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17" name="Google Shape;2617;p100"/>
          <p:cNvSpPr txBox="1">
            <a:spLocks noGrp="1"/>
          </p:cNvSpPr>
          <p:nvPr>
            <p:ph type="subTitle" idx="5"/>
          </p:nvPr>
        </p:nvSpPr>
        <p:spPr>
          <a:xfrm>
            <a:off x="58336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18" name="Google Shape;2618;p100"/>
          <p:cNvSpPr txBox="1">
            <a:spLocks noGrp="1"/>
          </p:cNvSpPr>
          <p:nvPr>
            <p:ph type="subTitle" idx="6"/>
          </p:nvPr>
        </p:nvSpPr>
        <p:spPr>
          <a:xfrm>
            <a:off x="3318900" y="2389956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28"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0" name="Google Shape;2620;p10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621" name="Google Shape;2621;p10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0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0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0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0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0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0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0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0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0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0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0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0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0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0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0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0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0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0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0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0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0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3" name="Google Shape;2643;p101"/>
          <p:cNvSpPr txBox="1">
            <a:spLocks noGrp="1"/>
          </p:cNvSpPr>
          <p:nvPr>
            <p:ph type="subTitle" idx="1"/>
          </p:nvPr>
        </p:nvSpPr>
        <p:spPr>
          <a:xfrm>
            <a:off x="1342450" y="3241403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644" name="Google Shape;2644;p101"/>
          <p:cNvSpPr txBox="1">
            <a:spLocks noGrp="1"/>
          </p:cNvSpPr>
          <p:nvPr>
            <p:ph type="subTitle" idx="2"/>
          </p:nvPr>
        </p:nvSpPr>
        <p:spPr>
          <a:xfrm>
            <a:off x="5295350" y="3232090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2645" name="Google Shape;2645;p10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46" name="Google Shape;2646;p101"/>
          <p:cNvSpPr txBox="1">
            <a:spLocks noGrp="1"/>
          </p:cNvSpPr>
          <p:nvPr>
            <p:ph type="subTitle" idx="3"/>
          </p:nvPr>
        </p:nvSpPr>
        <p:spPr>
          <a:xfrm>
            <a:off x="1342450" y="3615440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47" name="Google Shape;2647;p101"/>
          <p:cNvSpPr txBox="1">
            <a:spLocks noGrp="1"/>
          </p:cNvSpPr>
          <p:nvPr>
            <p:ph type="subTitle" idx="4"/>
          </p:nvPr>
        </p:nvSpPr>
        <p:spPr>
          <a:xfrm>
            <a:off x="5295350" y="3606127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20">
    <p:spTree>
      <p:nvGrpSpPr>
        <p:cNvPr id="1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9" name="Google Shape;2649;p10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650" name="Google Shape;2650;p10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0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0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0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0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0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0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10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10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0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0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0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0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0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0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0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0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0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0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0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0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0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2" name="Google Shape;2672;p102"/>
          <p:cNvSpPr txBox="1">
            <a:spLocks noGrp="1"/>
          </p:cNvSpPr>
          <p:nvPr>
            <p:ph type="ctrTitle"/>
          </p:nvPr>
        </p:nvSpPr>
        <p:spPr>
          <a:xfrm>
            <a:off x="3443847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673" name="Google Shape;2673;p102"/>
          <p:cNvSpPr txBox="1">
            <a:spLocks noGrp="1"/>
          </p:cNvSpPr>
          <p:nvPr>
            <p:ph type="subTitle" idx="1"/>
          </p:nvPr>
        </p:nvSpPr>
        <p:spPr>
          <a:xfrm>
            <a:off x="3443847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74" name="Google Shape;2674;p102"/>
          <p:cNvSpPr txBox="1">
            <a:spLocks noGrp="1"/>
          </p:cNvSpPr>
          <p:nvPr>
            <p:ph type="subTitle" idx="2"/>
          </p:nvPr>
        </p:nvSpPr>
        <p:spPr>
          <a:xfrm>
            <a:off x="475992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75" name="Google Shape;2675;p102"/>
          <p:cNvSpPr txBox="1">
            <a:spLocks noGrp="1"/>
          </p:cNvSpPr>
          <p:nvPr>
            <p:ph type="ctrTitle" idx="3"/>
          </p:nvPr>
        </p:nvSpPr>
        <p:spPr>
          <a:xfrm>
            <a:off x="475992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676" name="Google Shape;2676;p102"/>
          <p:cNvSpPr txBox="1">
            <a:spLocks noGrp="1"/>
          </p:cNvSpPr>
          <p:nvPr>
            <p:ph type="ctrTitle" idx="4"/>
          </p:nvPr>
        </p:nvSpPr>
        <p:spPr>
          <a:xfrm>
            <a:off x="81170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677" name="Google Shape;2677;p102"/>
          <p:cNvSpPr txBox="1">
            <a:spLocks noGrp="1"/>
          </p:cNvSpPr>
          <p:nvPr>
            <p:ph type="subTitle" idx="5"/>
          </p:nvPr>
        </p:nvSpPr>
        <p:spPr>
          <a:xfrm>
            <a:off x="81170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78" name="Google Shape;2678;p102"/>
          <p:cNvSpPr txBox="1">
            <a:spLocks noGrp="1"/>
          </p:cNvSpPr>
          <p:nvPr>
            <p:ph type="subTitle" idx="6"/>
          </p:nvPr>
        </p:nvSpPr>
        <p:spPr>
          <a:xfrm>
            <a:off x="212778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79" name="Google Shape;2679;p102"/>
          <p:cNvSpPr txBox="1">
            <a:spLocks noGrp="1"/>
          </p:cNvSpPr>
          <p:nvPr>
            <p:ph type="ctrTitle" idx="7"/>
          </p:nvPr>
        </p:nvSpPr>
        <p:spPr>
          <a:xfrm>
            <a:off x="212778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680" name="Google Shape;2680;p102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81" name="Google Shape;2681;p102"/>
          <p:cNvSpPr txBox="1">
            <a:spLocks noGrp="1"/>
          </p:cNvSpPr>
          <p:nvPr>
            <p:ph type="ctrTitle" idx="9"/>
          </p:nvPr>
        </p:nvSpPr>
        <p:spPr>
          <a:xfrm>
            <a:off x="607599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2682" name="Google Shape;2682;p102"/>
          <p:cNvSpPr txBox="1">
            <a:spLocks noGrp="1"/>
          </p:cNvSpPr>
          <p:nvPr>
            <p:ph type="subTitle" idx="13"/>
          </p:nvPr>
        </p:nvSpPr>
        <p:spPr>
          <a:xfrm>
            <a:off x="607599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21">
    <p:spTree>
      <p:nvGrpSpPr>
        <p:cNvPr id="1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4" name="Google Shape;2684;p10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685" name="Google Shape;2685;p10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0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0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0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0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0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0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0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0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0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0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0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0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0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0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0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0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0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0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4" name="Google Shape;2704;p103"/>
          <p:cNvSpPr txBox="1">
            <a:spLocks noGrp="1"/>
          </p:cNvSpPr>
          <p:nvPr>
            <p:ph type="title" hasCustomPrompt="1"/>
          </p:nvPr>
        </p:nvSpPr>
        <p:spPr>
          <a:xfrm>
            <a:off x="715349" y="1829975"/>
            <a:ext cx="52644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05" name="Google Shape;2705;p103"/>
          <p:cNvSpPr txBox="1">
            <a:spLocks noGrp="1"/>
          </p:cNvSpPr>
          <p:nvPr>
            <p:ph type="body" idx="1"/>
          </p:nvPr>
        </p:nvSpPr>
        <p:spPr>
          <a:xfrm>
            <a:off x="715350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33">
    <p:spTree>
      <p:nvGrpSpPr>
        <p:cNvPr id="1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7" name="Google Shape;2707;p10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708" name="Google Shape;2708;p10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0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0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0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0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0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0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0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0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0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0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0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0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0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0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0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0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0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0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7" name="Google Shape;2727;p104"/>
          <p:cNvSpPr txBox="1">
            <a:spLocks noGrp="1"/>
          </p:cNvSpPr>
          <p:nvPr>
            <p:ph type="title" hasCustomPrompt="1"/>
          </p:nvPr>
        </p:nvSpPr>
        <p:spPr>
          <a:xfrm>
            <a:off x="3772625" y="1829975"/>
            <a:ext cx="45693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28" name="Google Shape;2728;p104"/>
          <p:cNvSpPr txBox="1">
            <a:spLocks noGrp="1"/>
          </p:cNvSpPr>
          <p:nvPr>
            <p:ph type="body" idx="1"/>
          </p:nvPr>
        </p:nvSpPr>
        <p:spPr>
          <a:xfrm>
            <a:off x="3772649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2"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0" name="Google Shape;2730;p105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731" name="Google Shape;2731;p105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32" name="Google Shape;2732;p10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33" name="Google Shape;2733;p105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734" name="Google Shape;2734;p10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10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10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10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10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10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10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10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10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10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10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10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10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10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10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9" name="Google Shape;2749;p105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750" name="Google Shape;2750;p10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10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10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10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10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10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10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10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10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10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10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10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10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10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10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65" name="Google Shape;2765;p105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6" name="Google Shape;2766;p105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7" name="Google Shape;2767;p105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8" name="Google Shape;2768;p105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9" name="Google Shape;2769;p105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70" name="Google Shape;2770;p10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71" name="Google Shape;2771;p105"/>
          <p:cNvSpPr txBox="1">
            <a:spLocks noGrp="1"/>
          </p:cNvSpPr>
          <p:nvPr>
            <p:ph type="title" hasCustomPrompt="1"/>
          </p:nvPr>
        </p:nvSpPr>
        <p:spPr>
          <a:xfrm>
            <a:off x="720000" y="1143700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72" name="Google Shape;2772;p105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73" name="Google Shape;2773;p105"/>
          <p:cNvSpPr txBox="1">
            <a:spLocks noGrp="1"/>
          </p:cNvSpPr>
          <p:nvPr>
            <p:ph type="title" idx="3" hasCustomPrompt="1"/>
          </p:nvPr>
        </p:nvSpPr>
        <p:spPr>
          <a:xfrm>
            <a:off x="5094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74" name="Google Shape;2774;p105"/>
          <p:cNvSpPr txBox="1">
            <a:spLocks noGrp="1"/>
          </p:cNvSpPr>
          <p:nvPr>
            <p:ph type="subTitle" idx="1"/>
          </p:nvPr>
        </p:nvSpPr>
        <p:spPr>
          <a:xfrm>
            <a:off x="915300" y="1964863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75" name="Google Shape;2775;p105"/>
          <p:cNvSpPr txBox="1">
            <a:spLocks noGrp="1"/>
          </p:cNvSpPr>
          <p:nvPr>
            <p:ph type="subTitle" idx="4"/>
          </p:nvPr>
        </p:nvSpPr>
        <p:spPr>
          <a:xfrm>
            <a:off x="915300" y="3754738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76" name="Google Shape;2776;p105"/>
          <p:cNvSpPr txBox="1">
            <a:spLocks noGrp="1"/>
          </p:cNvSpPr>
          <p:nvPr>
            <p:ph type="subTitle" idx="5"/>
          </p:nvPr>
        </p:nvSpPr>
        <p:spPr>
          <a:xfrm>
            <a:off x="5192850" y="3754772"/>
            <a:ext cx="31323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3">
    <p:spTree>
      <p:nvGrpSpPr>
        <p:cNvPr id="1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8" name="Google Shape;2778;p106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779" name="Google Shape;2779;p10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0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0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0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0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0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0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0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0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0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10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10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0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0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0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0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0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10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10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8" name="Google Shape;2798;p106"/>
          <p:cNvSpPr txBox="1">
            <a:spLocks noGrp="1"/>
          </p:cNvSpPr>
          <p:nvPr>
            <p:ph type="title" hasCustomPrompt="1"/>
          </p:nvPr>
        </p:nvSpPr>
        <p:spPr>
          <a:xfrm>
            <a:off x="3285938" y="11437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99" name="Google Shape;2799;p106"/>
          <p:cNvSpPr txBox="1">
            <a:spLocks noGrp="1"/>
          </p:cNvSpPr>
          <p:nvPr>
            <p:ph type="subTitle" idx="1"/>
          </p:nvPr>
        </p:nvSpPr>
        <p:spPr>
          <a:xfrm>
            <a:off x="3285938" y="1964876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00" name="Google Shape;2800;p106"/>
          <p:cNvSpPr txBox="1">
            <a:spLocks noGrp="1"/>
          </p:cNvSpPr>
          <p:nvPr>
            <p:ph type="title" idx="2" hasCustomPrompt="1"/>
          </p:nvPr>
        </p:nvSpPr>
        <p:spPr>
          <a:xfrm>
            <a:off x="3285938" y="29701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01" name="Google Shape;2801;p106"/>
          <p:cNvSpPr txBox="1">
            <a:spLocks noGrp="1"/>
          </p:cNvSpPr>
          <p:nvPr>
            <p:ph type="subTitle" idx="3"/>
          </p:nvPr>
        </p:nvSpPr>
        <p:spPr>
          <a:xfrm>
            <a:off x="3285938" y="3791277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02" name="Google Shape;2802;p106"/>
          <p:cNvSpPr txBox="1">
            <a:spLocks noGrp="1"/>
          </p:cNvSpPr>
          <p:nvPr>
            <p:ph type="title" idx="4" hasCustomPrompt="1"/>
          </p:nvPr>
        </p:nvSpPr>
        <p:spPr>
          <a:xfrm>
            <a:off x="6030113" y="11563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03" name="Google Shape;2803;p106"/>
          <p:cNvSpPr txBox="1">
            <a:spLocks noGrp="1"/>
          </p:cNvSpPr>
          <p:nvPr>
            <p:ph type="subTitle" idx="5"/>
          </p:nvPr>
        </p:nvSpPr>
        <p:spPr>
          <a:xfrm>
            <a:off x="6030113" y="19775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04" name="Google Shape;2804;p106"/>
          <p:cNvSpPr txBox="1">
            <a:spLocks noGrp="1"/>
          </p:cNvSpPr>
          <p:nvPr>
            <p:ph type="title" idx="6" hasCustomPrompt="1"/>
          </p:nvPr>
        </p:nvSpPr>
        <p:spPr>
          <a:xfrm>
            <a:off x="6030113" y="29827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05" name="Google Shape;2805;p106"/>
          <p:cNvSpPr txBox="1">
            <a:spLocks noGrp="1"/>
          </p:cNvSpPr>
          <p:nvPr>
            <p:ph type="subTitle" idx="7"/>
          </p:nvPr>
        </p:nvSpPr>
        <p:spPr>
          <a:xfrm>
            <a:off x="6030113" y="38039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5">
    <p:spTree>
      <p:nvGrpSpPr>
        <p:cNvPr id="1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7" name="Google Shape;2807;p107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808" name="Google Shape;2808;p107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09" name="Google Shape;2809;p10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810" name="Google Shape;2810;p107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811" name="Google Shape;2811;p10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10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10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10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10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10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10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10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10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10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10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10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10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10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10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6" name="Google Shape;2826;p107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827" name="Google Shape;2827;p10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10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10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10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10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10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10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10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10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10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10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10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10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10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10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842" name="Google Shape;2842;p107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3" name="Google Shape;2843;p107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4" name="Google Shape;2844;p107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5" name="Google Shape;2845;p107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6" name="Google Shape;2846;p107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7" name="Google Shape;2847;p10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48" name="Google Shape;2848;p107"/>
          <p:cNvSpPr txBox="1">
            <a:spLocks noGrp="1"/>
          </p:cNvSpPr>
          <p:nvPr>
            <p:ph type="subTitle" idx="1"/>
          </p:nvPr>
        </p:nvSpPr>
        <p:spPr>
          <a:xfrm>
            <a:off x="720000" y="2532242"/>
            <a:ext cx="23004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49" name="Google Shape;2849;p107"/>
          <p:cNvSpPr txBox="1">
            <a:spLocks noGrp="1"/>
          </p:cNvSpPr>
          <p:nvPr>
            <p:ph type="title"/>
          </p:nvPr>
        </p:nvSpPr>
        <p:spPr>
          <a:xfrm>
            <a:off x="720000" y="1452200"/>
            <a:ext cx="1554900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6">
    <p:spTree>
      <p:nvGrpSpPr>
        <p:cNvPr id="1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1" name="Google Shape;2851;p108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852" name="Google Shape;2852;p108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53" name="Google Shape;2853;p10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854" name="Google Shape;2854;p108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855" name="Google Shape;2855;p10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10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10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10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10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10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10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10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10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10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10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10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10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10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10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70" name="Google Shape;2870;p108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871" name="Google Shape;2871;p10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10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10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10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10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10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10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10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10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10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10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10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10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10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10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886" name="Google Shape;2886;p108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7" name="Google Shape;2887;p108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8" name="Google Shape;2888;p108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9" name="Google Shape;2889;p108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0" name="Google Shape;2890;p108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1" name="Google Shape;2891;p10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92" name="Google Shape;2892;p108"/>
          <p:cNvSpPr txBox="1">
            <a:spLocks noGrp="1"/>
          </p:cNvSpPr>
          <p:nvPr>
            <p:ph type="subTitle" idx="1"/>
          </p:nvPr>
        </p:nvSpPr>
        <p:spPr>
          <a:xfrm>
            <a:off x="6302975" y="2571750"/>
            <a:ext cx="21213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93" name="Google Shape;2893;p108"/>
          <p:cNvSpPr txBox="1">
            <a:spLocks noGrp="1"/>
          </p:cNvSpPr>
          <p:nvPr>
            <p:ph type="title"/>
          </p:nvPr>
        </p:nvSpPr>
        <p:spPr>
          <a:xfrm>
            <a:off x="6682500" y="1452213"/>
            <a:ext cx="1741500" cy="9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0">
    <p:spTree>
      <p:nvGrpSpPr>
        <p:cNvPr id="1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5" name="Google Shape;2895;p10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896" name="Google Shape;2896;p10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0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0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0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0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0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0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0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0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0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0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0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0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0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0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0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0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0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0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0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0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0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18" name="Google Shape;2918;p10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919" name="Google Shape;2919;p109"/>
          <p:cNvSpPr txBox="1">
            <a:spLocks noGrp="1"/>
          </p:cNvSpPr>
          <p:nvPr>
            <p:ph type="body" idx="1"/>
          </p:nvPr>
        </p:nvSpPr>
        <p:spPr>
          <a:xfrm>
            <a:off x="720000" y="1246924"/>
            <a:ext cx="7704000" cy="3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9">
    <p:spTree>
      <p:nvGrpSpPr>
        <p:cNvPr id="1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1" name="Google Shape;2921;p11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922" name="Google Shape;2922;p11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1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1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1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1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1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1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1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1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1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1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1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1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1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1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1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1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1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1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941" name="Google Shape;2941;p110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42" name="Google Shape;2942;p110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3" name="Google Shape;2943;p110"/>
          <p:cNvSpPr txBox="1">
            <a:spLocks noGrp="1"/>
          </p:cNvSpPr>
          <p:nvPr>
            <p:ph type="ctrTitle"/>
          </p:nvPr>
        </p:nvSpPr>
        <p:spPr>
          <a:xfrm>
            <a:off x="2351875" y="540000"/>
            <a:ext cx="4440300" cy="92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944" name="Google Shape;2944;p110"/>
          <p:cNvSpPr txBox="1"/>
          <p:nvPr/>
        </p:nvSpPr>
        <p:spPr>
          <a:xfrm>
            <a:off x="2422213" y="3592175"/>
            <a:ext cx="42996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CREDITS: This presentation template was created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, including icons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 and infographics &amp; images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945" name="Google Shape;2945;p110"/>
          <p:cNvSpPr txBox="1">
            <a:spLocks noGrp="1"/>
          </p:cNvSpPr>
          <p:nvPr>
            <p:ph type="subTitle" idx="1"/>
          </p:nvPr>
        </p:nvSpPr>
        <p:spPr>
          <a:xfrm>
            <a:off x="2955600" y="2255325"/>
            <a:ext cx="3232800" cy="13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2946" name="Google Shape;2946;p110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2947" name="Google Shape;2947;p110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10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10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10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10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10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10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10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10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10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10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5">
    <p:spTree>
      <p:nvGrpSpPr>
        <p:cNvPr id="1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9" name="Google Shape;2959;p111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2960" name="Google Shape;2960;p111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61" name="Google Shape;2961;p11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962" name="Google Shape;2962;p111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2963" name="Google Shape;2963;p11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11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11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11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11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11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11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11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11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11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11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11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11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11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11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8" name="Google Shape;2978;p111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2979" name="Google Shape;2979;p11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11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11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11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11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11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11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11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11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11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11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11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11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11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11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94" name="Google Shape;2994;p111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5" name="Google Shape;2995;p111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6" name="Google Shape;2996;p111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7" name="Google Shape;2997;p111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8" name="Google Shape;2998;p111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9" name="Google Shape;2999;p11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6">
    <p:spTree>
      <p:nvGrpSpPr>
        <p:cNvPr id="1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1" name="Google Shape;3001;p11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002" name="Google Shape;3002;p11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11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11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11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11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11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11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11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1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1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11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11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11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11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11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1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11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11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11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021" name="Google Shape;3021;p112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22" name="Google Shape;3022;p112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23" name="Google Shape;3023;p112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3024" name="Google Shape;3024;p112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112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112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112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112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112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112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112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112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112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112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7">
    <p:spTree>
      <p:nvGrpSpPr>
        <p:cNvPr id="1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6" name="Google Shape;3036;p11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037" name="Google Shape;3037;p11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11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11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11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11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11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11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11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11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11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11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11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11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11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11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11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11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11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11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11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11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11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8">
    <p:spTree>
      <p:nvGrpSpPr>
        <p:cNvPr id="1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0" name="Google Shape;3060;p11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061" name="Google Shape;3061;p11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11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11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11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11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11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11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11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11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11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11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11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11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11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11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11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11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11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11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11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11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11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3" name="Google Shape;3083;p114"/>
          <p:cNvGrpSpPr/>
          <p:nvPr/>
        </p:nvGrpSpPr>
        <p:grpSpPr>
          <a:xfrm>
            <a:off x="2995920" y="1056023"/>
            <a:ext cx="3152176" cy="3031462"/>
            <a:chOff x="1857000" y="3245400"/>
            <a:chExt cx="1233825" cy="1186575"/>
          </a:xfrm>
        </p:grpSpPr>
        <p:sp>
          <p:nvSpPr>
            <p:cNvPr id="3084" name="Google Shape;3084;p114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114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114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114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114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114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39">
    <p:spTree>
      <p:nvGrpSpPr>
        <p:cNvPr id="1" name="Shape 3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1" name="Google Shape;3091;p11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092" name="Google Shape;3092;p11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11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11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11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11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11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11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11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11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11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11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11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11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11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11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11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11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11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11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11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11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11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14" name="Google Shape;3114;p115"/>
          <p:cNvGrpSpPr/>
          <p:nvPr/>
        </p:nvGrpSpPr>
        <p:grpSpPr>
          <a:xfrm>
            <a:off x="262" y="2729663"/>
            <a:ext cx="2995174" cy="2414033"/>
            <a:chOff x="6562292" y="3785209"/>
            <a:chExt cx="1875030" cy="1511226"/>
          </a:xfrm>
        </p:grpSpPr>
        <p:grpSp>
          <p:nvGrpSpPr>
            <p:cNvPr id="3115" name="Google Shape;3115;p115"/>
            <p:cNvGrpSpPr/>
            <p:nvPr/>
          </p:nvGrpSpPr>
          <p:grpSpPr>
            <a:xfrm>
              <a:off x="7717466" y="3785209"/>
              <a:ext cx="719856" cy="680112"/>
              <a:chOff x="7717200" y="3905550"/>
              <a:chExt cx="592377" cy="559671"/>
            </a:xfrm>
          </p:grpSpPr>
          <p:sp>
            <p:nvSpPr>
              <p:cNvPr id="3116" name="Google Shape;3116;p115"/>
              <p:cNvSpPr/>
              <p:nvPr/>
            </p:nvSpPr>
            <p:spPr>
              <a:xfrm>
                <a:off x="7724869" y="3917054"/>
                <a:ext cx="581268" cy="532152"/>
              </a:xfrm>
              <a:custGeom>
                <a:avLst/>
                <a:gdLst/>
                <a:ahLst/>
                <a:cxnLst/>
                <a:rect l="l" t="t" r="r" b="b"/>
                <a:pathLst>
                  <a:path w="10308" h="9437" extrusionOk="0">
                    <a:moveTo>
                      <a:pt x="10129" y="1"/>
                    </a:moveTo>
                    <a:cubicBezTo>
                      <a:pt x="9518" y="1"/>
                      <a:pt x="4203" y="2425"/>
                      <a:pt x="3814" y="2672"/>
                    </a:cubicBezTo>
                    <a:cubicBezTo>
                      <a:pt x="3407" y="2932"/>
                      <a:pt x="0" y="4549"/>
                      <a:pt x="0" y="4684"/>
                    </a:cubicBezTo>
                    <a:cubicBezTo>
                      <a:pt x="0" y="4808"/>
                      <a:pt x="2382" y="5425"/>
                      <a:pt x="2382" y="5425"/>
                    </a:cubicBezTo>
                    <a:cubicBezTo>
                      <a:pt x="2382" y="5425"/>
                      <a:pt x="2456" y="6129"/>
                      <a:pt x="2580" y="6771"/>
                    </a:cubicBezTo>
                    <a:cubicBezTo>
                      <a:pt x="2703" y="7400"/>
                      <a:pt x="2963" y="8511"/>
                      <a:pt x="2963" y="8511"/>
                    </a:cubicBezTo>
                    <a:cubicBezTo>
                      <a:pt x="3308" y="8474"/>
                      <a:pt x="4901" y="7104"/>
                      <a:pt x="4901" y="7104"/>
                    </a:cubicBezTo>
                    <a:cubicBezTo>
                      <a:pt x="4901" y="7104"/>
                      <a:pt x="6308" y="9424"/>
                      <a:pt x="6542" y="9437"/>
                    </a:cubicBezTo>
                    <a:cubicBezTo>
                      <a:pt x="6543" y="9437"/>
                      <a:pt x="6543" y="9437"/>
                      <a:pt x="6543" y="9437"/>
                    </a:cubicBezTo>
                    <a:cubicBezTo>
                      <a:pt x="6786" y="9437"/>
                      <a:pt x="10307" y="265"/>
                      <a:pt x="10184" y="18"/>
                    </a:cubicBezTo>
                    <a:cubicBezTo>
                      <a:pt x="10177" y="6"/>
                      <a:pt x="10159" y="1"/>
                      <a:pt x="101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115"/>
              <p:cNvSpPr/>
              <p:nvPr/>
            </p:nvSpPr>
            <p:spPr>
              <a:xfrm>
                <a:off x="7717200" y="3905550"/>
                <a:ext cx="592377" cy="559671"/>
              </a:xfrm>
              <a:custGeom>
                <a:avLst/>
                <a:gdLst/>
                <a:ahLst/>
                <a:cxnLst/>
                <a:rect l="l" t="t" r="r" b="b"/>
                <a:pathLst>
                  <a:path w="10505" h="9925" extrusionOk="0">
                    <a:moveTo>
                      <a:pt x="9764" y="420"/>
                    </a:moveTo>
                    <a:cubicBezTo>
                      <a:pt x="9147" y="827"/>
                      <a:pt x="8518" y="1247"/>
                      <a:pt x="7913" y="1654"/>
                    </a:cubicBezTo>
                    <a:cubicBezTo>
                      <a:pt x="7715" y="1802"/>
                      <a:pt x="7505" y="1938"/>
                      <a:pt x="7283" y="2086"/>
                    </a:cubicBezTo>
                    <a:cubicBezTo>
                      <a:pt x="6111" y="2889"/>
                      <a:pt x="4728" y="3839"/>
                      <a:pt x="3382" y="4851"/>
                    </a:cubicBezTo>
                    <a:cubicBezTo>
                      <a:pt x="3148" y="5037"/>
                      <a:pt x="2926" y="5209"/>
                      <a:pt x="2728" y="5382"/>
                    </a:cubicBezTo>
                    <a:lnTo>
                      <a:pt x="2679" y="5419"/>
                    </a:lnTo>
                    <a:lnTo>
                      <a:pt x="2605" y="5493"/>
                    </a:lnTo>
                    <a:cubicBezTo>
                      <a:pt x="2506" y="5432"/>
                      <a:pt x="2407" y="5382"/>
                      <a:pt x="2296" y="5370"/>
                    </a:cubicBezTo>
                    <a:lnTo>
                      <a:pt x="2197" y="5345"/>
                    </a:lnTo>
                    <a:cubicBezTo>
                      <a:pt x="1963" y="5259"/>
                      <a:pt x="1728" y="5197"/>
                      <a:pt x="1482" y="5123"/>
                    </a:cubicBezTo>
                    <a:cubicBezTo>
                      <a:pt x="1087" y="5000"/>
                      <a:pt x="716" y="4913"/>
                      <a:pt x="358" y="4839"/>
                    </a:cubicBezTo>
                    <a:lnTo>
                      <a:pt x="371" y="4839"/>
                    </a:lnTo>
                    <a:lnTo>
                      <a:pt x="420" y="4802"/>
                    </a:lnTo>
                    <a:cubicBezTo>
                      <a:pt x="506" y="4740"/>
                      <a:pt x="605" y="4679"/>
                      <a:pt x="704" y="4629"/>
                    </a:cubicBezTo>
                    <a:cubicBezTo>
                      <a:pt x="815" y="4568"/>
                      <a:pt x="938" y="4518"/>
                      <a:pt x="1062" y="4456"/>
                    </a:cubicBezTo>
                    <a:lnTo>
                      <a:pt x="1210" y="4382"/>
                    </a:lnTo>
                    <a:cubicBezTo>
                      <a:pt x="1802" y="4098"/>
                      <a:pt x="2407" y="3790"/>
                      <a:pt x="3062" y="3457"/>
                    </a:cubicBezTo>
                    <a:cubicBezTo>
                      <a:pt x="3432" y="3259"/>
                      <a:pt x="3827" y="3062"/>
                      <a:pt x="4296" y="2827"/>
                    </a:cubicBezTo>
                    <a:cubicBezTo>
                      <a:pt x="5975" y="1988"/>
                      <a:pt x="7382" y="1309"/>
                      <a:pt x="8876" y="729"/>
                    </a:cubicBezTo>
                    <a:cubicBezTo>
                      <a:pt x="9159" y="605"/>
                      <a:pt x="9468" y="506"/>
                      <a:pt x="9764" y="420"/>
                    </a:cubicBezTo>
                    <a:close/>
                    <a:moveTo>
                      <a:pt x="9949" y="494"/>
                    </a:moveTo>
                    <a:lnTo>
                      <a:pt x="9949" y="494"/>
                    </a:lnTo>
                    <a:cubicBezTo>
                      <a:pt x="9814" y="630"/>
                      <a:pt x="9678" y="790"/>
                      <a:pt x="9542" y="938"/>
                    </a:cubicBezTo>
                    <a:cubicBezTo>
                      <a:pt x="9468" y="1037"/>
                      <a:pt x="9394" y="1124"/>
                      <a:pt x="9320" y="1198"/>
                    </a:cubicBezTo>
                    <a:cubicBezTo>
                      <a:pt x="8900" y="1654"/>
                      <a:pt x="8468" y="2111"/>
                      <a:pt x="8049" y="2568"/>
                    </a:cubicBezTo>
                    <a:cubicBezTo>
                      <a:pt x="7296" y="3358"/>
                      <a:pt x="6543" y="4148"/>
                      <a:pt x="5790" y="4938"/>
                    </a:cubicBezTo>
                    <a:lnTo>
                      <a:pt x="5283" y="5469"/>
                    </a:lnTo>
                    <a:lnTo>
                      <a:pt x="4913" y="5864"/>
                    </a:lnTo>
                    <a:cubicBezTo>
                      <a:pt x="4777" y="6012"/>
                      <a:pt x="4642" y="6160"/>
                      <a:pt x="4493" y="6308"/>
                    </a:cubicBezTo>
                    <a:lnTo>
                      <a:pt x="4469" y="6308"/>
                    </a:lnTo>
                    <a:cubicBezTo>
                      <a:pt x="4358" y="6370"/>
                      <a:pt x="4259" y="6456"/>
                      <a:pt x="4197" y="6567"/>
                    </a:cubicBezTo>
                    <a:cubicBezTo>
                      <a:pt x="4173" y="6580"/>
                      <a:pt x="4160" y="6604"/>
                      <a:pt x="4148" y="6617"/>
                    </a:cubicBezTo>
                    <a:cubicBezTo>
                      <a:pt x="4061" y="6740"/>
                      <a:pt x="3987" y="6863"/>
                      <a:pt x="3913" y="6987"/>
                    </a:cubicBezTo>
                    <a:lnTo>
                      <a:pt x="3864" y="7086"/>
                    </a:lnTo>
                    <a:cubicBezTo>
                      <a:pt x="3790" y="7209"/>
                      <a:pt x="3716" y="7320"/>
                      <a:pt x="3642" y="7431"/>
                    </a:cubicBezTo>
                    <a:cubicBezTo>
                      <a:pt x="3580" y="7555"/>
                      <a:pt x="3518" y="7641"/>
                      <a:pt x="3444" y="7752"/>
                    </a:cubicBezTo>
                    <a:lnTo>
                      <a:pt x="3173" y="8221"/>
                    </a:lnTo>
                    <a:lnTo>
                      <a:pt x="3123" y="8295"/>
                    </a:lnTo>
                    <a:cubicBezTo>
                      <a:pt x="3025" y="7876"/>
                      <a:pt x="2950" y="7444"/>
                      <a:pt x="2889" y="7024"/>
                    </a:cubicBezTo>
                    <a:cubicBezTo>
                      <a:pt x="2827" y="6592"/>
                      <a:pt x="2765" y="6148"/>
                      <a:pt x="2654" y="5728"/>
                    </a:cubicBezTo>
                    <a:cubicBezTo>
                      <a:pt x="2679" y="5678"/>
                      <a:pt x="2691" y="5629"/>
                      <a:pt x="2679" y="5580"/>
                    </a:cubicBezTo>
                    <a:cubicBezTo>
                      <a:pt x="2827" y="5456"/>
                      <a:pt x="2975" y="5333"/>
                      <a:pt x="3136" y="5222"/>
                    </a:cubicBezTo>
                    <a:cubicBezTo>
                      <a:pt x="3210" y="5172"/>
                      <a:pt x="3284" y="5123"/>
                      <a:pt x="3358" y="5074"/>
                    </a:cubicBezTo>
                    <a:cubicBezTo>
                      <a:pt x="3950" y="4629"/>
                      <a:pt x="4568" y="4197"/>
                      <a:pt x="5098" y="3815"/>
                    </a:cubicBezTo>
                    <a:cubicBezTo>
                      <a:pt x="6333" y="2950"/>
                      <a:pt x="7666" y="2025"/>
                      <a:pt x="9024" y="1111"/>
                    </a:cubicBezTo>
                    <a:lnTo>
                      <a:pt x="9196" y="988"/>
                    </a:lnTo>
                    <a:cubicBezTo>
                      <a:pt x="9443" y="827"/>
                      <a:pt x="9703" y="654"/>
                      <a:pt x="9949" y="494"/>
                    </a:cubicBezTo>
                    <a:close/>
                    <a:moveTo>
                      <a:pt x="4530" y="6530"/>
                    </a:moveTo>
                    <a:cubicBezTo>
                      <a:pt x="4555" y="6555"/>
                      <a:pt x="4580" y="6580"/>
                      <a:pt x="4592" y="6617"/>
                    </a:cubicBezTo>
                    <a:lnTo>
                      <a:pt x="4617" y="6641"/>
                    </a:lnTo>
                    <a:cubicBezTo>
                      <a:pt x="4679" y="6777"/>
                      <a:pt x="4753" y="6901"/>
                      <a:pt x="4802" y="7036"/>
                    </a:cubicBezTo>
                    <a:lnTo>
                      <a:pt x="4839" y="7110"/>
                    </a:lnTo>
                    <a:cubicBezTo>
                      <a:pt x="4864" y="7160"/>
                      <a:pt x="4888" y="7221"/>
                      <a:pt x="4925" y="7283"/>
                    </a:cubicBezTo>
                    <a:cubicBezTo>
                      <a:pt x="4802" y="7345"/>
                      <a:pt x="4691" y="7419"/>
                      <a:pt x="4580" y="7505"/>
                    </a:cubicBezTo>
                    <a:cubicBezTo>
                      <a:pt x="4555" y="7530"/>
                      <a:pt x="4530" y="7542"/>
                      <a:pt x="4493" y="7567"/>
                    </a:cubicBezTo>
                    <a:cubicBezTo>
                      <a:pt x="4333" y="7691"/>
                      <a:pt x="4160" y="7826"/>
                      <a:pt x="4000" y="7950"/>
                    </a:cubicBezTo>
                    <a:cubicBezTo>
                      <a:pt x="3901" y="8024"/>
                      <a:pt x="3815" y="8098"/>
                      <a:pt x="3728" y="8172"/>
                    </a:cubicBezTo>
                    <a:lnTo>
                      <a:pt x="3580" y="8308"/>
                    </a:lnTo>
                    <a:lnTo>
                      <a:pt x="3518" y="8357"/>
                    </a:lnTo>
                    <a:cubicBezTo>
                      <a:pt x="3457" y="8406"/>
                      <a:pt x="3395" y="8456"/>
                      <a:pt x="3321" y="8505"/>
                    </a:cubicBezTo>
                    <a:cubicBezTo>
                      <a:pt x="3407" y="8382"/>
                      <a:pt x="3481" y="8258"/>
                      <a:pt x="3555" y="8135"/>
                    </a:cubicBezTo>
                    <a:cubicBezTo>
                      <a:pt x="3703" y="7876"/>
                      <a:pt x="3864" y="7629"/>
                      <a:pt x="4000" y="7370"/>
                    </a:cubicBezTo>
                    <a:cubicBezTo>
                      <a:pt x="4049" y="7296"/>
                      <a:pt x="4086" y="7209"/>
                      <a:pt x="4135" y="7123"/>
                    </a:cubicBezTo>
                    <a:cubicBezTo>
                      <a:pt x="4222" y="6925"/>
                      <a:pt x="4333" y="6752"/>
                      <a:pt x="4469" y="6592"/>
                    </a:cubicBezTo>
                    <a:cubicBezTo>
                      <a:pt x="4493" y="6567"/>
                      <a:pt x="4506" y="6543"/>
                      <a:pt x="4530" y="6530"/>
                    </a:cubicBezTo>
                    <a:close/>
                    <a:moveTo>
                      <a:pt x="9912" y="877"/>
                    </a:moveTo>
                    <a:lnTo>
                      <a:pt x="9912" y="877"/>
                    </a:lnTo>
                    <a:cubicBezTo>
                      <a:pt x="9826" y="1087"/>
                      <a:pt x="9752" y="1296"/>
                      <a:pt x="9690" y="1469"/>
                    </a:cubicBezTo>
                    <a:cubicBezTo>
                      <a:pt x="9431" y="2222"/>
                      <a:pt x="9147" y="2963"/>
                      <a:pt x="8876" y="3654"/>
                    </a:cubicBezTo>
                    <a:cubicBezTo>
                      <a:pt x="8567" y="4444"/>
                      <a:pt x="8258" y="5246"/>
                      <a:pt x="7950" y="6049"/>
                    </a:cubicBezTo>
                    <a:cubicBezTo>
                      <a:pt x="7654" y="6802"/>
                      <a:pt x="7357" y="7567"/>
                      <a:pt x="7073" y="8320"/>
                    </a:cubicBezTo>
                    <a:cubicBezTo>
                      <a:pt x="7012" y="8456"/>
                      <a:pt x="6962" y="8604"/>
                      <a:pt x="6913" y="8740"/>
                    </a:cubicBezTo>
                    <a:cubicBezTo>
                      <a:pt x="6839" y="8962"/>
                      <a:pt x="6752" y="9196"/>
                      <a:pt x="6666" y="9406"/>
                    </a:cubicBezTo>
                    <a:cubicBezTo>
                      <a:pt x="6580" y="9258"/>
                      <a:pt x="6506" y="9110"/>
                      <a:pt x="6407" y="8974"/>
                    </a:cubicBezTo>
                    <a:lnTo>
                      <a:pt x="6333" y="8863"/>
                    </a:lnTo>
                    <a:lnTo>
                      <a:pt x="6197" y="8666"/>
                    </a:lnTo>
                    <a:cubicBezTo>
                      <a:pt x="6073" y="8468"/>
                      <a:pt x="5938" y="8258"/>
                      <a:pt x="5814" y="8061"/>
                    </a:cubicBezTo>
                    <a:cubicBezTo>
                      <a:pt x="5580" y="7715"/>
                      <a:pt x="5345" y="7345"/>
                      <a:pt x="5086" y="6851"/>
                    </a:cubicBezTo>
                    <a:lnTo>
                      <a:pt x="5061" y="6814"/>
                    </a:lnTo>
                    <a:cubicBezTo>
                      <a:pt x="4975" y="6666"/>
                      <a:pt x="4839" y="6407"/>
                      <a:pt x="4654" y="6333"/>
                    </a:cubicBezTo>
                    <a:cubicBezTo>
                      <a:pt x="5197" y="5839"/>
                      <a:pt x="5703" y="5308"/>
                      <a:pt x="6197" y="4790"/>
                    </a:cubicBezTo>
                    <a:cubicBezTo>
                      <a:pt x="6320" y="4654"/>
                      <a:pt x="6444" y="4530"/>
                      <a:pt x="6567" y="4395"/>
                    </a:cubicBezTo>
                    <a:cubicBezTo>
                      <a:pt x="7394" y="3531"/>
                      <a:pt x="8382" y="2494"/>
                      <a:pt x="9345" y="1469"/>
                    </a:cubicBezTo>
                    <a:cubicBezTo>
                      <a:pt x="9419" y="1383"/>
                      <a:pt x="9493" y="1309"/>
                      <a:pt x="9579" y="1222"/>
                    </a:cubicBezTo>
                    <a:cubicBezTo>
                      <a:pt x="9690" y="1111"/>
                      <a:pt x="9801" y="1000"/>
                      <a:pt x="9912" y="877"/>
                    </a:cubicBezTo>
                    <a:close/>
                    <a:moveTo>
                      <a:pt x="10172" y="0"/>
                    </a:moveTo>
                    <a:cubicBezTo>
                      <a:pt x="10085" y="0"/>
                      <a:pt x="10011" y="13"/>
                      <a:pt x="9937" y="25"/>
                    </a:cubicBezTo>
                    <a:cubicBezTo>
                      <a:pt x="9653" y="99"/>
                      <a:pt x="9369" y="185"/>
                      <a:pt x="9098" y="297"/>
                    </a:cubicBezTo>
                    <a:cubicBezTo>
                      <a:pt x="8258" y="605"/>
                      <a:pt x="7444" y="988"/>
                      <a:pt x="6691" y="1346"/>
                    </a:cubicBezTo>
                    <a:cubicBezTo>
                      <a:pt x="5506" y="1914"/>
                      <a:pt x="4271" y="2543"/>
                      <a:pt x="2913" y="3247"/>
                    </a:cubicBezTo>
                    <a:cubicBezTo>
                      <a:pt x="2407" y="3518"/>
                      <a:pt x="1889" y="3777"/>
                      <a:pt x="1370" y="4024"/>
                    </a:cubicBezTo>
                    <a:lnTo>
                      <a:pt x="667" y="4382"/>
                    </a:lnTo>
                    <a:cubicBezTo>
                      <a:pt x="482" y="4469"/>
                      <a:pt x="309" y="4568"/>
                      <a:pt x="161" y="4703"/>
                    </a:cubicBezTo>
                    <a:cubicBezTo>
                      <a:pt x="136" y="4728"/>
                      <a:pt x="111" y="4765"/>
                      <a:pt x="99" y="4802"/>
                    </a:cubicBezTo>
                    <a:cubicBezTo>
                      <a:pt x="50" y="4814"/>
                      <a:pt x="25" y="4851"/>
                      <a:pt x="13" y="4888"/>
                    </a:cubicBezTo>
                    <a:cubicBezTo>
                      <a:pt x="0" y="4938"/>
                      <a:pt x="25" y="4975"/>
                      <a:pt x="62" y="5000"/>
                    </a:cubicBezTo>
                    <a:cubicBezTo>
                      <a:pt x="482" y="5172"/>
                      <a:pt x="914" y="5333"/>
                      <a:pt x="1346" y="5456"/>
                    </a:cubicBezTo>
                    <a:cubicBezTo>
                      <a:pt x="1593" y="5530"/>
                      <a:pt x="1827" y="5617"/>
                      <a:pt x="2074" y="5691"/>
                    </a:cubicBezTo>
                    <a:cubicBezTo>
                      <a:pt x="2160" y="5715"/>
                      <a:pt x="2235" y="5740"/>
                      <a:pt x="2321" y="5765"/>
                    </a:cubicBezTo>
                    <a:lnTo>
                      <a:pt x="2395" y="5790"/>
                    </a:lnTo>
                    <a:lnTo>
                      <a:pt x="2407" y="5802"/>
                    </a:lnTo>
                    <a:cubicBezTo>
                      <a:pt x="2432" y="5814"/>
                      <a:pt x="2444" y="5827"/>
                      <a:pt x="2469" y="5827"/>
                    </a:cubicBezTo>
                    <a:cubicBezTo>
                      <a:pt x="2494" y="6061"/>
                      <a:pt x="2518" y="6283"/>
                      <a:pt x="2543" y="6518"/>
                    </a:cubicBezTo>
                    <a:cubicBezTo>
                      <a:pt x="2617" y="7246"/>
                      <a:pt x="2691" y="7999"/>
                      <a:pt x="2950" y="8690"/>
                    </a:cubicBezTo>
                    <a:lnTo>
                      <a:pt x="2950" y="8703"/>
                    </a:lnTo>
                    <a:cubicBezTo>
                      <a:pt x="2950" y="8740"/>
                      <a:pt x="2963" y="8764"/>
                      <a:pt x="2987" y="8789"/>
                    </a:cubicBezTo>
                    <a:cubicBezTo>
                      <a:pt x="3012" y="8838"/>
                      <a:pt x="3062" y="8876"/>
                      <a:pt x="3111" y="8876"/>
                    </a:cubicBezTo>
                    <a:lnTo>
                      <a:pt x="3148" y="8876"/>
                    </a:lnTo>
                    <a:cubicBezTo>
                      <a:pt x="3457" y="8764"/>
                      <a:pt x="3728" y="8604"/>
                      <a:pt x="3975" y="8382"/>
                    </a:cubicBezTo>
                    <a:cubicBezTo>
                      <a:pt x="4012" y="8345"/>
                      <a:pt x="4061" y="8308"/>
                      <a:pt x="4111" y="8271"/>
                    </a:cubicBezTo>
                    <a:cubicBezTo>
                      <a:pt x="4222" y="8184"/>
                      <a:pt x="4333" y="8098"/>
                      <a:pt x="4444" y="8024"/>
                    </a:cubicBezTo>
                    <a:lnTo>
                      <a:pt x="4617" y="7900"/>
                    </a:lnTo>
                    <a:lnTo>
                      <a:pt x="4765" y="7789"/>
                    </a:lnTo>
                    <a:cubicBezTo>
                      <a:pt x="4864" y="7728"/>
                      <a:pt x="4963" y="7653"/>
                      <a:pt x="5049" y="7579"/>
                    </a:cubicBezTo>
                    <a:cubicBezTo>
                      <a:pt x="5160" y="7777"/>
                      <a:pt x="5296" y="7999"/>
                      <a:pt x="5444" y="8258"/>
                    </a:cubicBezTo>
                    <a:cubicBezTo>
                      <a:pt x="5617" y="8530"/>
                      <a:pt x="5790" y="8814"/>
                      <a:pt x="5950" y="9061"/>
                    </a:cubicBezTo>
                    <a:cubicBezTo>
                      <a:pt x="6012" y="9147"/>
                      <a:pt x="6061" y="9246"/>
                      <a:pt x="6123" y="9345"/>
                    </a:cubicBezTo>
                    <a:cubicBezTo>
                      <a:pt x="6222" y="9530"/>
                      <a:pt x="6345" y="9703"/>
                      <a:pt x="6468" y="9875"/>
                    </a:cubicBezTo>
                    <a:cubicBezTo>
                      <a:pt x="6493" y="9900"/>
                      <a:pt x="6543" y="9925"/>
                      <a:pt x="6580" y="9925"/>
                    </a:cubicBezTo>
                    <a:cubicBezTo>
                      <a:pt x="6629" y="9925"/>
                      <a:pt x="6666" y="9900"/>
                      <a:pt x="6703" y="9875"/>
                    </a:cubicBezTo>
                    <a:cubicBezTo>
                      <a:pt x="6728" y="9838"/>
                      <a:pt x="6752" y="9789"/>
                      <a:pt x="6752" y="9740"/>
                    </a:cubicBezTo>
                    <a:cubicBezTo>
                      <a:pt x="6925" y="9431"/>
                      <a:pt x="7073" y="9110"/>
                      <a:pt x="7209" y="8801"/>
                    </a:cubicBezTo>
                    <a:lnTo>
                      <a:pt x="7258" y="8703"/>
                    </a:lnTo>
                    <a:cubicBezTo>
                      <a:pt x="7555" y="8024"/>
                      <a:pt x="7851" y="7333"/>
                      <a:pt x="8123" y="6666"/>
                    </a:cubicBezTo>
                    <a:lnTo>
                      <a:pt x="8147" y="6592"/>
                    </a:lnTo>
                    <a:cubicBezTo>
                      <a:pt x="8740" y="5185"/>
                      <a:pt x="9406" y="3518"/>
                      <a:pt x="10024" y="1827"/>
                    </a:cubicBezTo>
                    <a:cubicBezTo>
                      <a:pt x="10135" y="1519"/>
                      <a:pt x="10258" y="1210"/>
                      <a:pt x="10357" y="877"/>
                    </a:cubicBezTo>
                    <a:lnTo>
                      <a:pt x="10369" y="827"/>
                    </a:lnTo>
                    <a:cubicBezTo>
                      <a:pt x="10443" y="654"/>
                      <a:pt x="10480" y="469"/>
                      <a:pt x="10468" y="284"/>
                    </a:cubicBezTo>
                    <a:cubicBezTo>
                      <a:pt x="10505" y="222"/>
                      <a:pt x="10493" y="148"/>
                      <a:pt x="10443" y="111"/>
                    </a:cubicBezTo>
                    <a:cubicBezTo>
                      <a:pt x="10369" y="37"/>
                      <a:pt x="10270" y="0"/>
                      <a:pt x="10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18" name="Google Shape;3118;p115"/>
            <p:cNvSpPr/>
            <p:nvPr/>
          </p:nvSpPr>
          <p:spPr>
            <a:xfrm>
              <a:off x="6562292" y="4354432"/>
              <a:ext cx="1368335" cy="942004"/>
            </a:xfrm>
            <a:custGeom>
              <a:avLst/>
              <a:gdLst/>
              <a:ahLst/>
              <a:cxnLst/>
              <a:rect l="l" t="t" r="r" b="b"/>
              <a:pathLst>
                <a:path w="16999" h="11703" extrusionOk="0">
                  <a:moveTo>
                    <a:pt x="16961" y="211"/>
                  </a:moveTo>
                  <a:cubicBezTo>
                    <a:pt x="16998" y="87"/>
                    <a:pt x="16850" y="1"/>
                    <a:pt x="16764" y="100"/>
                  </a:cubicBezTo>
                  <a:cubicBezTo>
                    <a:pt x="16752" y="112"/>
                    <a:pt x="16752" y="124"/>
                    <a:pt x="16739" y="137"/>
                  </a:cubicBezTo>
                  <a:lnTo>
                    <a:pt x="16727" y="186"/>
                  </a:lnTo>
                  <a:lnTo>
                    <a:pt x="16715" y="235"/>
                  </a:lnTo>
                  <a:lnTo>
                    <a:pt x="16690" y="285"/>
                  </a:lnTo>
                  <a:lnTo>
                    <a:pt x="16665" y="346"/>
                  </a:lnTo>
                  <a:cubicBezTo>
                    <a:pt x="16616" y="495"/>
                    <a:pt x="16826" y="569"/>
                    <a:pt x="16887" y="433"/>
                  </a:cubicBezTo>
                  <a:lnTo>
                    <a:pt x="16912" y="359"/>
                  </a:lnTo>
                  <a:lnTo>
                    <a:pt x="16924" y="309"/>
                  </a:lnTo>
                  <a:lnTo>
                    <a:pt x="16949" y="260"/>
                  </a:lnTo>
                  <a:close/>
                  <a:moveTo>
                    <a:pt x="260" y="10197"/>
                  </a:moveTo>
                  <a:cubicBezTo>
                    <a:pt x="137" y="10110"/>
                    <a:pt x="1" y="10283"/>
                    <a:pt x="112" y="10382"/>
                  </a:cubicBezTo>
                  <a:lnTo>
                    <a:pt x="186" y="10444"/>
                  </a:lnTo>
                  <a:lnTo>
                    <a:pt x="248" y="10481"/>
                  </a:lnTo>
                  <a:lnTo>
                    <a:pt x="309" y="10530"/>
                  </a:lnTo>
                  <a:cubicBezTo>
                    <a:pt x="433" y="10617"/>
                    <a:pt x="569" y="10431"/>
                    <a:pt x="445" y="10345"/>
                  </a:cubicBezTo>
                  <a:lnTo>
                    <a:pt x="384" y="10296"/>
                  </a:lnTo>
                  <a:lnTo>
                    <a:pt x="334" y="10259"/>
                  </a:lnTo>
                  <a:close/>
                  <a:moveTo>
                    <a:pt x="1013" y="10728"/>
                  </a:moveTo>
                  <a:cubicBezTo>
                    <a:pt x="890" y="10617"/>
                    <a:pt x="741" y="10789"/>
                    <a:pt x="853" y="10900"/>
                  </a:cubicBezTo>
                  <a:cubicBezTo>
                    <a:pt x="865" y="10900"/>
                    <a:pt x="877" y="10913"/>
                    <a:pt x="890" y="10925"/>
                  </a:cubicBezTo>
                  <a:lnTo>
                    <a:pt x="951" y="10962"/>
                  </a:lnTo>
                  <a:lnTo>
                    <a:pt x="1013" y="10999"/>
                  </a:lnTo>
                  <a:lnTo>
                    <a:pt x="1087" y="11036"/>
                  </a:lnTo>
                  <a:cubicBezTo>
                    <a:pt x="1211" y="11135"/>
                    <a:pt x="1359" y="10962"/>
                    <a:pt x="1248" y="10863"/>
                  </a:cubicBezTo>
                  <a:cubicBezTo>
                    <a:pt x="1235" y="10851"/>
                    <a:pt x="1223" y="10839"/>
                    <a:pt x="1211" y="10839"/>
                  </a:cubicBezTo>
                  <a:lnTo>
                    <a:pt x="1136" y="10802"/>
                  </a:lnTo>
                  <a:lnTo>
                    <a:pt x="1075" y="10765"/>
                  </a:lnTo>
                  <a:close/>
                  <a:moveTo>
                    <a:pt x="1828" y="11123"/>
                  </a:moveTo>
                  <a:cubicBezTo>
                    <a:pt x="1680" y="11073"/>
                    <a:pt x="1593" y="11283"/>
                    <a:pt x="1741" y="11345"/>
                  </a:cubicBezTo>
                  <a:lnTo>
                    <a:pt x="1791" y="11370"/>
                  </a:lnTo>
                  <a:lnTo>
                    <a:pt x="1852" y="11382"/>
                  </a:lnTo>
                  <a:lnTo>
                    <a:pt x="1914" y="11407"/>
                  </a:lnTo>
                  <a:lnTo>
                    <a:pt x="1964" y="11431"/>
                  </a:lnTo>
                  <a:cubicBezTo>
                    <a:pt x="2001" y="11444"/>
                    <a:pt x="2050" y="11431"/>
                    <a:pt x="2075" y="11394"/>
                  </a:cubicBezTo>
                  <a:cubicBezTo>
                    <a:pt x="2136" y="11345"/>
                    <a:pt x="2124" y="11234"/>
                    <a:pt x="2038" y="11209"/>
                  </a:cubicBezTo>
                  <a:lnTo>
                    <a:pt x="1988" y="11184"/>
                  </a:lnTo>
                  <a:lnTo>
                    <a:pt x="1927" y="11172"/>
                  </a:lnTo>
                  <a:lnTo>
                    <a:pt x="1877" y="11147"/>
                  </a:lnTo>
                  <a:close/>
                  <a:moveTo>
                    <a:pt x="2692" y="11382"/>
                  </a:moveTo>
                  <a:cubicBezTo>
                    <a:pt x="2568" y="11370"/>
                    <a:pt x="2507" y="11518"/>
                    <a:pt x="2605" y="11592"/>
                  </a:cubicBezTo>
                  <a:cubicBezTo>
                    <a:pt x="2618" y="11604"/>
                    <a:pt x="2630" y="11616"/>
                    <a:pt x="2642" y="11616"/>
                  </a:cubicBezTo>
                  <a:lnTo>
                    <a:pt x="2717" y="11629"/>
                  </a:lnTo>
                  <a:lnTo>
                    <a:pt x="2778" y="11641"/>
                  </a:lnTo>
                  <a:lnTo>
                    <a:pt x="2840" y="11653"/>
                  </a:lnTo>
                  <a:lnTo>
                    <a:pt x="2877" y="11653"/>
                  </a:lnTo>
                  <a:cubicBezTo>
                    <a:pt x="3013" y="11666"/>
                    <a:pt x="3062" y="11481"/>
                    <a:pt x="2939" y="11431"/>
                  </a:cubicBezTo>
                  <a:lnTo>
                    <a:pt x="2914" y="11431"/>
                  </a:lnTo>
                  <a:lnTo>
                    <a:pt x="2865" y="11431"/>
                  </a:lnTo>
                  <a:lnTo>
                    <a:pt x="2815" y="11419"/>
                  </a:lnTo>
                  <a:lnTo>
                    <a:pt x="2766" y="11407"/>
                  </a:lnTo>
                  <a:lnTo>
                    <a:pt x="2692" y="11394"/>
                  </a:lnTo>
                  <a:close/>
                  <a:moveTo>
                    <a:pt x="3593" y="11468"/>
                  </a:moveTo>
                  <a:cubicBezTo>
                    <a:pt x="3457" y="11481"/>
                    <a:pt x="3432" y="11653"/>
                    <a:pt x="3556" y="11690"/>
                  </a:cubicBezTo>
                  <a:cubicBezTo>
                    <a:pt x="3568" y="11703"/>
                    <a:pt x="3581" y="11703"/>
                    <a:pt x="3593" y="11690"/>
                  </a:cubicBezTo>
                  <a:lnTo>
                    <a:pt x="3679" y="11690"/>
                  </a:lnTo>
                  <a:lnTo>
                    <a:pt x="3741" y="11690"/>
                  </a:lnTo>
                  <a:lnTo>
                    <a:pt x="3790" y="11690"/>
                  </a:lnTo>
                  <a:lnTo>
                    <a:pt x="3827" y="11690"/>
                  </a:lnTo>
                  <a:cubicBezTo>
                    <a:pt x="3963" y="11690"/>
                    <a:pt x="3988" y="11518"/>
                    <a:pt x="3865" y="11468"/>
                  </a:cubicBezTo>
                  <a:cubicBezTo>
                    <a:pt x="3852" y="11468"/>
                    <a:pt x="3840" y="11468"/>
                    <a:pt x="3815" y="11468"/>
                  </a:cubicBezTo>
                  <a:lnTo>
                    <a:pt x="3778" y="11468"/>
                  </a:lnTo>
                  <a:lnTo>
                    <a:pt x="3729" y="11468"/>
                  </a:lnTo>
                  <a:lnTo>
                    <a:pt x="3593" y="11468"/>
                  </a:lnTo>
                  <a:close/>
                  <a:moveTo>
                    <a:pt x="4482" y="11357"/>
                  </a:moveTo>
                  <a:cubicBezTo>
                    <a:pt x="4371" y="11394"/>
                    <a:pt x="4371" y="11567"/>
                    <a:pt x="4482" y="11592"/>
                  </a:cubicBezTo>
                  <a:cubicBezTo>
                    <a:pt x="4506" y="11592"/>
                    <a:pt x="4519" y="11592"/>
                    <a:pt x="4531" y="11592"/>
                  </a:cubicBezTo>
                  <a:lnTo>
                    <a:pt x="4593" y="11579"/>
                  </a:lnTo>
                  <a:lnTo>
                    <a:pt x="4642" y="11567"/>
                  </a:lnTo>
                  <a:lnTo>
                    <a:pt x="4704" y="11555"/>
                  </a:lnTo>
                  <a:lnTo>
                    <a:pt x="4766" y="11530"/>
                  </a:lnTo>
                  <a:cubicBezTo>
                    <a:pt x="4864" y="11505"/>
                    <a:pt x="4877" y="11370"/>
                    <a:pt x="4790" y="11320"/>
                  </a:cubicBezTo>
                  <a:cubicBezTo>
                    <a:pt x="4766" y="11308"/>
                    <a:pt x="4729" y="11295"/>
                    <a:pt x="4704" y="11308"/>
                  </a:cubicBezTo>
                  <a:lnTo>
                    <a:pt x="4642" y="11320"/>
                  </a:lnTo>
                  <a:lnTo>
                    <a:pt x="4593" y="11333"/>
                  </a:lnTo>
                  <a:lnTo>
                    <a:pt x="4543" y="11345"/>
                  </a:lnTo>
                  <a:lnTo>
                    <a:pt x="4482" y="11370"/>
                  </a:lnTo>
                  <a:close/>
                  <a:moveTo>
                    <a:pt x="5346" y="11073"/>
                  </a:moveTo>
                  <a:cubicBezTo>
                    <a:pt x="5222" y="11123"/>
                    <a:pt x="5272" y="11308"/>
                    <a:pt x="5395" y="11295"/>
                  </a:cubicBezTo>
                  <a:cubicBezTo>
                    <a:pt x="5408" y="11295"/>
                    <a:pt x="5432" y="11295"/>
                    <a:pt x="5445" y="11283"/>
                  </a:cubicBezTo>
                  <a:lnTo>
                    <a:pt x="5469" y="11271"/>
                  </a:lnTo>
                  <a:lnTo>
                    <a:pt x="5519" y="11258"/>
                  </a:lnTo>
                  <a:lnTo>
                    <a:pt x="5568" y="11234"/>
                  </a:lnTo>
                  <a:lnTo>
                    <a:pt x="5617" y="11209"/>
                  </a:lnTo>
                  <a:lnTo>
                    <a:pt x="5654" y="11184"/>
                  </a:lnTo>
                  <a:cubicBezTo>
                    <a:pt x="5741" y="11147"/>
                    <a:pt x="5741" y="11012"/>
                    <a:pt x="5642" y="10975"/>
                  </a:cubicBezTo>
                  <a:cubicBezTo>
                    <a:pt x="5617" y="10962"/>
                    <a:pt x="5580" y="10962"/>
                    <a:pt x="5556" y="10975"/>
                  </a:cubicBezTo>
                  <a:lnTo>
                    <a:pt x="5469" y="11012"/>
                  </a:lnTo>
                  <a:lnTo>
                    <a:pt x="5420" y="11036"/>
                  </a:lnTo>
                  <a:lnTo>
                    <a:pt x="5346" y="11073"/>
                  </a:lnTo>
                  <a:close/>
                  <a:moveTo>
                    <a:pt x="6136" y="10641"/>
                  </a:moveTo>
                  <a:cubicBezTo>
                    <a:pt x="6099" y="10666"/>
                    <a:pt x="6086" y="10703"/>
                    <a:pt x="6086" y="10752"/>
                  </a:cubicBezTo>
                  <a:cubicBezTo>
                    <a:pt x="6111" y="10839"/>
                    <a:pt x="6198" y="10876"/>
                    <a:pt x="6272" y="10839"/>
                  </a:cubicBezTo>
                  <a:lnTo>
                    <a:pt x="6333" y="10789"/>
                  </a:lnTo>
                  <a:lnTo>
                    <a:pt x="6370" y="10765"/>
                  </a:lnTo>
                  <a:lnTo>
                    <a:pt x="6420" y="10728"/>
                  </a:lnTo>
                  <a:lnTo>
                    <a:pt x="6469" y="10703"/>
                  </a:lnTo>
                  <a:cubicBezTo>
                    <a:pt x="6580" y="10617"/>
                    <a:pt x="6481" y="10444"/>
                    <a:pt x="6358" y="10493"/>
                  </a:cubicBezTo>
                  <a:lnTo>
                    <a:pt x="6333" y="10505"/>
                  </a:lnTo>
                  <a:lnTo>
                    <a:pt x="6247" y="10567"/>
                  </a:lnTo>
                  <a:cubicBezTo>
                    <a:pt x="6210" y="10592"/>
                    <a:pt x="6173" y="10617"/>
                    <a:pt x="6136" y="10641"/>
                  </a:cubicBezTo>
                  <a:close/>
                  <a:moveTo>
                    <a:pt x="6864" y="10086"/>
                  </a:moveTo>
                  <a:cubicBezTo>
                    <a:pt x="6753" y="10160"/>
                    <a:pt x="6864" y="10333"/>
                    <a:pt x="6988" y="10271"/>
                  </a:cubicBezTo>
                  <a:cubicBezTo>
                    <a:pt x="7000" y="10271"/>
                    <a:pt x="7000" y="10259"/>
                    <a:pt x="7012" y="10259"/>
                  </a:cubicBezTo>
                  <a:lnTo>
                    <a:pt x="7185" y="10098"/>
                  </a:lnTo>
                  <a:cubicBezTo>
                    <a:pt x="7222" y="10061"/>
                    <a:pt x="7234" y="10012"/>
                    <a:pt x="7210" y="9962"/>
                  </a:cubicBezTo>
                  <a:cubicBezTo>
                    <a:pt x="7173" y="9888"/>
                    <a:pt x="7086" y="9876"/>
                    <a:pt x="7025" y="9925"/>
                  </a:cubicBezTo>
                  <a:cubicBezTo>
                    <a:pt x="6975" y="9987"/>
                    <a:pt x="6913" y="10036"/>
                    <a:pt x="6864" y="10086"/>
                  </a:cubicBezTo>
                  <a:close/>
                  <a:moveTo>
                    <a:pt x="7494" y="9432"/>
                  </a:moveTo>
                  <a:cubicBezTo>
                    <a:pt x="7395" y="9543"/>
                    <a:pt x="7568" y="9703"/>
                    <a:pt x="7679" y="9580"/>
                  </a:cubicBezTo>
                  <a:lnTo>
                    <a:pt x="7827" y="9407"/>
                  </a:lnTo>
                  <a:cubicBezTo>
                    <a:pt x="7926" y="9296"/>
                    <a:pt x="7790" y="9148"/>
                    <a:pt x="7679" y="9222"/>
                  </a:cubicBezTo>
                  <a:cubicBezTo>
                    <a:pt x="7666" y="9234"/>
                    <a:pt x="7654" y="9246"/>
                    <a:pt x="7642" y="9259"/>
                  </a:cubicBezTo>
                  <a:cubicBezTo>
                    <a:pt x="7592" y="9320"/>
                    <a:pt x="7543" y="9370"/>
                    <a:pt x="7494" y="9432"/>
                  </a:cubicBezTo>
                  <a:close/>
                  <a:moveTo>
                    <a:pt x="8049" y="8703"/>
                  </a:moveTo>
                  <a:cubicBezTo>
                    <a:pt x="7963" y="8827"/>
                    <a:pt x="8160" y="8975"/>
                    <a:pt x="8247" y="8827"/>
                  </a:cubicBezTo>
                  <a:cubicBezTo>
                    <a:pt x="8296" y="8765"/>
                    <a:pt x="8333" y="8703"/>
                    <a:pt x="8382" y="8629"/>
                  </a:cubicBezTo>
                  <a:cubicBezTo>
                    <a:pt x="8456" y="8518"/>
                    <a:pt x="8308" y="8382"/>
                    <a:pt x="8210" y="8481"/>
                  </a:cubicBezTo>
                  <a:cubicBezTo>
                    <a:pt x="8197" y="8493"/>
                    <a:pt x="8185" y="8493"/>
                    <a:pt x="8185" y="8506"/>
                  </a:cubicBezTo>
                  <a:cubicBezTo>
                    <a:pt x="8136" y="8567"/>
                    <a:pt x="8098" y="8642"/>
                    <a:pt x="8061" y="8703"/>
                  </a:cubicBezTo>
                  <a:close/>
                  <a:moveTo>
                    <a:pt x="8518" y="7913"/>
                  </a:moveTo>
                  <a:cubicBezTo>
                    <a:pt x="8493" y="7963"/>
                    <a:pt x="8506" y="8024"/>
                    <a:pt x="8543" y="8061"/>
                  </a:cubicBezTo>
                  <a:cubicBezTo>
                    <a:pt x="8605" y="8111"/>
                    <a:pt x="8691" y="8086"/>
                    <a:pt x="8728" y="8024"/>
                  </a:cubicBezTo>
                  <a:cubicBezTo>
                    <a:pt x="8765" y="7950"/>
                    <a:pt x="8802" y="7889"/>
                    <a:pt x="8827" y="7814"/>
                  </a:cubicBezTo>
                  <a:cubicBezTo>
                    <a:pt x="8888" y="7703"/>
                    <a:pt x="8740" y="7592"/>
                    <a:pt x="8654" y="7679"/>
                  </a:cubicBezTo>
                  <a:cubicBezTo>
                    <a:pt x="8642" y="7691"/>
                    <a:pt x="8629" y="7703"/>
                    <a:pt x="8629" y="7716"/>
                  </a:cubicBezTo>
                  <a:cubicBezTo>
                    <a:pt x="8592" y="7777"/>
                    <a:pt x="8555" y="7852"/>
                    <a:pt x="8518" y="7913"/>
                  </a:cubicBezTo>
                  <a:close/>
                  <a:moveTo>
                    <a:pt x="8901" y="7086"/>
                  </a:moveTo>
                  <a:cubicBezTo>
                    <a:pt x="8851" y="7197"/>
                    <a:pt x="9000" y="7296"/>
                    <a:pt x="9098" y="7210"/>
                  </a:cubicBezTo>
                  <a:cubicBezTo>
                    <a:pt x="9111" y="7197"/>
                    <a:pt x="9111" y="7185"/>
                    <a:pt x="9123" y="7173"/>
                  </a:cubicBezTo>
                  <a:cubicBezTo>
                    <a:pt x="9148" y="7099"/>
                    <a:pt x="9172" y="7024"/>
                    <a:pt x="9197" y="6950"/>
                  </a:cubicBezTo>
                  <a:cubicBezTo>
                    <a:pt x="9246" y="6827"/>
                    <a:pt x="9086" y="6728"/>
                    <a:pt x="9012" y="6839"/>
                  </a:cubicBezTo>
                  <a:cubicBezTo>
                    <a:pt x="9000" y="6839"/>
                    <a:pt x="8987" y="6852"/>
                    <a:pt x="8987" y="6876"/>
                  </a:cubicBezTo>
                  <a:cubicBezTo>
                    <a:pt x="8963" y="6938"/>
                    <a:pt x="8926" y="7012"/>
                    <a:pt x="8901" y="7086"/>
                  </a:cubicBezTo>
                  <a:close/>
                  <a:moveTo>
                    <a:pt x="9197" y="6222"/>
                  </a:moveTo>
                  <a:cubicBezTo>
                    <a:pt x="9160" y="6370"/>
                    <a:pt x="9382" y="6432"/>
                    <a:pt x="9419" y="6284"/>
                  </a:cubicBezTo>
                  <a:cubicBezTo>
                    <a:pt x="9444" y="6197"/>
                    <a:pt x="9456" y="6123"/>
                    <a:pt x="9481" y="6049"/>
                  </a:cubicBezTo>
                  <a:cubicBezTo>
                    <a:pt x="9506" y="5951"/>
                    <a:pt x="9395" y="5864"/>
                    <a:pt x="9308" y="5926"/>
                  </a:cubicBezTo>
                  <a:cubicBezTo>
                    <a:pt x="9284" y="5938"/>
                    <a:pt x="9259" y="5963"/>
                    <a:pt x="9246" y="6000"/>
                  </a:cubicBezTo>
                  <a:cubicBezTo>
                    <a:pt x="9234" y="6074"/>
                    <a:pt x="9209" y="6148"/>
                    <a:pt x="9197" y="6222"/>
                  </a:cubicBezTo>
                  <a:close/>
                  <a:moveTo>
                    <a:pt x="9382" y="5321"/>
                  </a:moveTo>
                  <a:cubicBezTo>
                    <a:pt x="9358" y="5444"/>
                    <a:pt x="9530" y="5506"/>
                    <a:pt x="9592" y="5407"/>
                  </a:cubicBezTo>
                  <a:cubicBezTo>
                    <a:pt x="9604" y="5395"/>
                    <a:pt x="9617" y="5370"/>
                    <a:pt x="9617" y="5358"/>
                  </a:cubicBezTo>
                  <a:cubicBezTo>
                    <a:pt x="9629" y="5284"/>
                    <a:pt x="9629" y="5198"/>
                    <a:pt x="9641" y="5124"/>
                  </a:cubicBezTo>
                  <a:cubicBezTo>
                    <a:pt x="9641" y="5099"/>
                    <a:pt x="9641" y="5087"/>
                    <a:pt x="9641" y="5062"/>
                  </a:cubicBezTo>
                  <a:cubicBezTo>
                    <a:pt x="9666" y="5000"/>
                    <a:pt x="9629" y="4938"/>
                    <a:pt x="9567" y="4926"/>
                  </a:cubicBezTo>
                  <a:cubicBezTo>
                    <a:pt x="9555" y="4914"/>
                    <a:pt x="9543" y="4914"/>
                    <a:pt x="9530" y="4926"/>
                  </a:cubicBezTo>
                  <a:cubicBezTo>
                    <a:pt x="9456" y="4926"/>
                    <a:pt x="9370" y="4926"/>
                    <a:pt x="9296" y="4926"/>
                  </a:cubicBezTo>
                  <a:cubicBezTo>
                    <a:pt x="9172" y="4926"/>
                    <a:pt x="9135" y="5111"/>
                    <a:pt x="9259" y="5148"/>
                  </a:cubicBezTo>
                  <a:cubicBezTo>
                    <a:pt x="9271" y="5161"/>
                    <a:pt x="9284" y="5161"/>
                    <a:pt x="9308" y="5161"/>
                  </a:cubicBezTo>
                  <a:lnTo>
                    <a:pt x="9419" y="5161"/>
                  </a:lnTo>
                  <a:cubicBezTo>
                    <a:pt x="9419" y="5222"/>
                    <a:pt x="9395" y="5272"/>
                    <a:pt x="9395" y="5333"/>
                  </a:cubicBezTo>
                  <a:close/>
                  <a:moveTo>
                    <a:pt x="9456" y="4420"/>
                  </a:moveTo>
                  <a:cubicBezTo>
                    <a:pt x="9469" y="4556"/>
                    <a:pt x="9666" y="4556"/>
                    <a:pt x="9679" y="4420"/>
                  </a:cubicBezTo>
                  <a:lnTo>
                    <a:pt x="9679" y="4358"/>
                  </a:lnTo>
                  <a:lnTo>
                    <a:pt x="9679" y="4173"/>
                  </a:lnTo>
                  <a:cubicBezTo>
                    <a:pt x="9679" y="4050"/>
                    <a:pt x="9506" y="4025"/>
                    <a:pt x="9456" y="4136"/>
                  </a:cubicBezTo>
                  <a:cubicBezTo>
                    <a:pt x="9456" y="4161"/>
                    <a:pt x="9456" y="4173"/>
                    <a:pt x="9456" y="4185"/>
                  </a:cubicBezTo>
                  <a:lnTo>
                    <a:pt x="9456" y="4420"/>
                  </a:lnTo>
                  <a:close/>
                  <a:moveTo>
                    <a:pt x="9395" y="3506"/>
                  </a:moveTo>
                  <a:cubicBezTo>
                    <a:pt x="9407" y="3642"/>
                    <a:pt x="9604" y="3642"/>
                    <a:pt x="9617" y="3506"/>
                  </a:cubicBezTo>
                  <a:lnTo>
                    <a:pt x="9617" y="3482"/>
                  </a:lnTo>
                  <a:cubicBezTo>
                    <a:pt x="9604" y="3395"/>
                    <a:pt x="9592" y="3321"/>
                    <a:pt x="9580" y="3235"/>
                  </a:cubicBezTo>
                  <a:cubicBezTo>
                    <a:pt x="9555" y="3111"/>
                    <a:pt x="9370" y="3111"/>
                    <a:pt x="9358" y="3235"/>
                  </a:cubicBezTo>
                  <a:cubicBezTo>
                    <a:pt x="9345" y="3260"/>
                    <a:pt x="9345" y="3272"/>
                    <a:pt x="9358" y="3284"/>
                  </a:cubicBezTo>
                  <a:cubicBezTo>
                    <a:pt x="9370" y="3358"/>
                    <a:pt x="9382" y="3432"/>
                    <a:pt x="9395" y="3506"/>
                  </a:cubicBezTo>
                  <a:close/>
                  <a:moveTo>
                    <a:pt x="9111" y="2692"/>
                  </a:moveTo>
                  <a:cubicBezTo>
                    <a:pt x="9197" y="2791"/>
                    <a:pt x="9358" y="2716"/>
                    <a:pt x="9321" y="2593"/>
                  </a:cubicBezTo>
                  <a:cubicBezTo>
                    <a:pt x="9308" y="2568"/>
                    <a:pt x="9308" y="2556"/>
                    <a:pt x="9296" y="2544"/>
                  </a:cubicBezTo>
                  <a:cubicBezTo>
                    <a:pt x="9234" y="2482"/>
                    <a:pt x="9172" y="2420"/>
                    <a:pt x="9098" y="2371"/>
                  </a:cubicBezTo>
                  <a:cubicBezTo>
                    <a:pt x="8987" y="2297"/>
                    <a:pt x="8851" y="2433"/>
                    <a:pt x="8938" y="2544"/>
                  </a:cubicBezTo>
                  <a:cubicBezTo>
                    <a:pt x="8950" y="2544"/>
                    <a:pt x="8963" y="2556"/>
                    <a:pt x="8975" y="2568"/>
                  </a:cubicBezTo>
                  <a:cubicBezTo>
                    <a:pt x="9024" y="2593"/>
                    <a:pt x="9074" y="2642"/>
                    <a:pt x="9111" y="2692"/>
                  </a:cubicBezTo>
                  <a:close/>
                  <a:moveTo>
                    <a:pt x="8395" y="2544"/>
                  </a:moveTo>
                  <a:cubicBezTo>
                    <a:pt x="8531" y="2507"/>
                    <a:pt x="8493" y="2309"/>
                    <a:pt x="8358" y="2321"/>
                  </a:cubicBezTo>
                  <a:cubicBezTo>
                    <a:pt x="8345" y="2321"/>
                    <a:pt x="8333" y="2321"/>
                    <a:pt x="8321" y="2321"/>
                  </a:cubicBezTo>
                  <a:cubicBezTo>
                    <a:pt x="8247" y="2346"/>
                    <a:pt x="8173" y="2383"/>
                    <a:pt x="8098" y="2420"/>
                  </a:cubicBezTo>
                  <a:cubicBezTo>
                    <a:pt x="8074" y="2433"/>
                    <a:pt x="8049" y="2445"/>
                    <a:pt x="8037" y="2470"/>
                  </a:cubicBezTo>
                  <a:cubicBezTo>
                    <a:pt x="8000" y="2568"/>
                    <a:pt x="8098" y="2679"/>
                    <a:pt x="8197" y="2630"/>
                  </a:cubicBezTo>
                  <a:cubicBezTo>
                    <a:pt x="8259" y="2593"/>
                    <a:pt x="8333" y="2568"/>
                    <a:pt x="8395" y="2544"/>
                  </a:cubicBezTo>
                  <a:close/>
                  <a:moveTo>
                    <a:pt x="7642" y="3000"/>
                  </a:moveTo>
                  <a:cubicBezTo>
                    <a:pt x="7666" y="2976"/>
                    <a:pt x="7679" y="2951"/>
                    <a:pt x="7679" y="2926"/>
                  </a:cubicBezTo>
                  <a:cubicBezTo>
                    <a:pt x="7691" y="2815"/>
                    <a:pt x="7568" y="2754"/>
                    <a:pt x="7494" y="2815"/>
                  </a:cubicBezTo>
                  <a:cubicBezTo>
                    <a:pt x="7420" y="2877"/>
                    <a:pt x="7370" y="2926"/>
                    <a:pt x="7308" y="3000"/>
                  </a:cubicBezTo>
                  <a:cubicBezTo>
                    <a:pt x="7284" y="3037"/>
                    <a:pt x="7271" y="3087"/>
                    <a:pt x="7296" y="3136"/>
                  </a:cubicBezTo>
                  <a:cubicBezTo>
                    <a:pt x="7346" y="3198"/>
                    <a:pt x="7432" y="3210"/>
                    <a:pt x="7481" y="3149"/>
                  </a:cubicBezTo>
                  <a:cubicBezTo>
                    <a:pt x="7531" y="3087"/>
                    <a:pt x="7580" y="3037"/>
                    <a:pt x="7642" y="2988"/>
                  </a:cubicBezTo>
                  <a:close/>
                  <a:moveTo>
                    <a:pt x="7259" y="3692"/>
                  </a:moveTo>
                  <a:cubicBezTo>
                    <a:pt x="7259" y="3655"/>
                    <a:pt x="7234" y="3605"/>
                    <a:pt x="7185" y="3593"/>
                  </a:cubicBezTo>
                  <a:cubicBezTo>
                    <a:pt x="7111" y="3568"/>
                    <a:pt x="7025" y="3630"/>
                    <a:pt x="7037" y="3704"/>
                  </a:cubicBezTo>
                  <a:cubicBezTo>
                    <a:pt x="7037" y="3790"/>
                    <a:pt x="7049" y="3877"/>
                    <a:pt x="7086" y="3963"/>
                  </a:cubicBezTo>
                  <a:cubicBezTo>
                    <a:pt x="7123" y="4099"/>
                    <a:pt x="7321" y="4050"/>
                    <a:pt x="7308" y="3914"/>
                  </a:cubicBezTo>
                  <a:cubicBezTo>
                    <a:pt x="7308" y="3914"/>
                    <a:pt x="7308" y="3901"/>
                    <a:pt x="7308" y="3889"/>
                  </a:cubicBezTo>
                  <a:cubicBezTo>
                    <a:pt x="7284" y="3827"/>
                    <a:pt x="7271" y="3766"/>
                    <a:pt x="7271" y="3692"/>
                  </a:cubicBezTo>
                  <a:close/>
                  <a:moveTo>
                    <a:pt x="7666" y="4408"/>
                  </a:moveTo>
                  <a:cubicBezTo>
                    <a:pt x="7568" y="4321"/>
                    <a:pt x="7420" y="4432"/>
                    <a:pt x="7481" y="4556"/>
                  </a:cubicBezTo>
                  <a:cubicBezTo>
                    <a:pt x="7481" y="4556"/>
                    <a:pt x="7494" y="4568"/>
                    <a:pt x="7506" y="4580"/>
                  </a:cubicBezTo>
                  <a:cubicBezTo>
                    <a:pt x="7555" y="4642"/>
                    <a:pt x="7617" y="4691"/>
                    <a:pt x="7679" y="4741"/>
                  </a:cubicBezTo>
                  <a:cubicBezTo>
                    <a:pt x="7802" y="4840"/>
                    <a:pt x="7950" y="4667"/>
                    <a:pt x="7839" y="4568"/>
                  </a:cubicBezTo>
                  <a:cubicBezTo>
                    <a:pt x="7778" y="4519"/>
                    <a:pt x="7728" y="4469"/>
                    <a:pt x="7666" y="4408"/>
                  </a:cubicBezTo>
                  <a:close/>
                  <a:moveTo>
                    <a:pt x="8395" y="4852"/>
                  </a:moveTo>
                  <a:cubicBezTo>
                    <a:pt x="8271" y="4815"/>
                    <a:pt x="8197" y="4988"/>
                    <a:pt x="8308" y="5062"/>
                  </a:cubicBezTo>
                  <a:cubicBezTo>
                    <a:pt x="8321" y="5062"/>
                    <a:pt x="8333" y="5074"/>
                    <a:pt x="8345" y="5074"/>
                  </a:cubicBezTo>
                  <a:cubicBezTo>
                    <a:pt x="8419" y="5099"/>
                    <a:pt x="8493" y="5111"/>
                    <a:pt x="8580" y="5124"/>
                  </a:cubicBezTo>
                  <a:cubicBezTo>
                    <a:pt x="8703" y="5136"/>
                    <a:pt x="8765" y="4963"/>
                    <a:pt x="8654" y="4901"/>
                  </a:cubicBezTo>
                  <a:cubicBezTo>
                    <a:pt x="8642" y="4901"/>
                    <a:pt x="8629" y="4889"/>
                    <a:pt x="8617" y="4889"/>
                  </a:cubicBezTo>
                  <a:cubicBezTo>
                    <a:pt x="8543" y="4877"/>
                    <a:pt x="8469" y="4864"/>
                    <a:pt x="8395" y="4852"/>
                  </a:cubicBezTo>
                  <a:close/>
                  <a:moveTo>
                    <a:pt x="10197" y="4852"/>
                  </a:moveTo>
                  <a:cubicBezTo>
                    <a:pt x="10074" y="4864"/>
                    <a:pt x="10074" y="5049"/>
                    <a:pt x="10197" y="5074"/>
                  </a:cubicBezTo>
                  <a:cubicBezTo>
                    <a:pt x="10209" y="5074"/>
                    <a:pt x="10222" y="5074"/>
                    <a:pt x="10234" y="5074"/>
                  </a:cubicBezTo>
                  <a:lnTo>
                    <a:pt x="10469" y="5037"/>
                  </a:lnTo>
                  <a:cubicBezTo>
                    <a:pt x="10592" y="5012"/>
                    <a:pt x="10592" y="4827"/>
                    <a:pt x="10469" y="4815"/>
                  </a:cubicBezTo>
                  <a:cubicBezTo>
                    <a:pt x="10456" y="4803"/>
                    <a:pt x="10431" y="4803"/>
                    <a:pt x="10419" y="4815"/>
                  </a:cubicBezTo>
                  <a:cubicBezTo>
                    <a:pt x="10345" y="4827"/>
                    <a:pt x="10271" y="4840"/>
                    <a:pt x="10197" y="4852"/>
                  </a:cubicBezTo>
                  <a:close/>
                  <a:moveTo>
                    <a:pt x="11098" y="4667"/>
                  </a:moveTo>
                  <a:cubicBezTo>
                    <a:pt x="11012" y="4691"/>
                    <a:pt x="10975" y="4803"/>
                    <a:pt x="11049" y="4864"/>
                  </a:cubicBezTo>
                  <a:cubicBezTo>
                    <a:pt x="11073" y="4889"/>
                    <a:pt x="11123" y="4901"/>
                    <a:pt x="11160" y="4901"/>
                  </a:cubicBezTo>
                  <a:lnTo>
                    <a:pt x="11382" y="4840"/>
                  </a:lnTo>
                  <a:cubicBezTo>
                    <a:pt x="11518" y="4803"/>
                    <a:pt x="11493" y="4593"/>
                    <a:pt x="11345" y="4605"/>
                  </a:cubicBezTo>
                  <a:lnTo>
                    <a:pt x="11320" y="4605"/>
                  </a:lnTo>
                  <a:lnTo>
                    <a:pt x="11098" y="4667"/>
                  </a:lnTo>
                  <a:close/>
                  <a:moveTo>
                    <a:pt x="11987" y="4408"/>
                  </a:moveTo>
                  <a:cubicBezTo>
                    <a:pt x="11851" y="4457"/>
                    <a:pt x="11888" y="4642"/>
                    <a:pt x="12024" y="4642"/>
                  </a:cubicBezTo>
                  <a:cubicBezTo>
                    <a:pt x="12036" y="4642"/>
                    <a:pt x="12049" y="4642"/>
                    <a:pt x="12061" y="4642"/>
                  </a:cubicBezTo>
                  <a:lnTo>
                    <a:pt x="12283" y="4556"/>
                  </a:lnTo>
                  <a:cubicBezTo>
                    <a:pt x="12394" y="4519"/>
                    <a:pt x="12369" y="4334"/>
                    <a:pt x="12246" y="4334"/>
                  </a:cubicBezTo>
                  <a:cubicBezTo>
                    <a:pt x="12221" y="4334"/>
                    <a:pt x="12209" y="4334"/>
                    <a:pt x="12197" y="4346"/>
                  </a:cubicBezTo>
                  <a:lnTo>
                    <a:pt x="11987" y="4420"/>
                  </a:lnTo>
                  <a:close/>
                  <a:moveTo>
                    <a:pt x="12839" y="4074"/>
                  </a:moveTo>
                  <a:cubicBezTo>
                    <a:pt x="12727" y="4124"/>
                    <a:pt x="12764" y="4296"/>
                    <a:pt x="12888" y="4296"/>
                  </a:cubicBezTo>
                  <a:cubicBezTo>
                    <a:pt x="12900" y="4296"/>
                    <a:pt x="12913" y="4296"/>
                    <a:pt x="12925" y="4284"/>
                  </a:cubicBezTo>
                  <a:lnTo>
                    <a:pt x="13147" y="4185"/>
                  </a:lnTo>
                  <a:cubicBezTo>
                    <a:pt x="13258" y="4136"/>
                    <a:pt x="13209" y="3951"/>
                    <a:pt x="13085" y="3963"/>
                  </a:cubicBezTo>
                  <a:cubicBezTo>
                    <a:pt x="13073" y="3963"/>
                    <a:pt x="13061" y="3976"/>
                    <a:pt x="13048" y="3976"/>
                  </a:cubicBezTo>
                  <a:close/>
                  <a:moveTo>
                    <a:pt x="13653" y="3655"/>
                  </a:moveTo>
                  <a:cubicBezTo>
                    <a:pt x="13542" y="3729"/>
                    <a:pt x="13604" y="3889"/>
                    <a:pt x="13727" y="3877"/>
                  </a:cubicBezTo>
                  <a:cubicBezTo>
                    <a:pt x="13740" y="3877"/>
                    <a:pt x="13752" y="3864"/>
                    <a:pt x="13764" y="3864"/>
                  </a:cubicBezTo>
                  <a:cubicBezTo>
                    <a:pt x="13838" y="3827"/>
                    <a:pt x="13900" y="3778"/>
                    <a:pt x="13974" y="3741"/>
                  </a:cubicBezTo>
                  <a:cubicBezTo>
                    <a:pt x="14098" y="3655"/>
                    <a:pt x="13987" y="3457"/>
                    <a:pt x="13851" y="3544"/>
                  </a:cubicBezTo>
                  <a:close/>
                  <a:moveTo>
                    <a:pt x="14419" y="3161"/>
                  </a:moveTo>
                  <a:cubicBezTo>
                    <a:pt x="14320" y="3235"/>
                    <a:pt x="14394" y="3395"/>
                    <a:pt x="14517" y="3371"/>
                  </a:cubicBezTo>
                  <a:cubicBezTo>
                    <a:pt x="14530" y="3371"/>
                    <a:pt x="14554" y="3358"/>
                    <a:pt x="14567" y="3358"/>
                  </a:cubicBezTo>
                  <a:cubicBezTo>
                    <a:pt x="14628" y="3309"/>
                    <a:pt x="14690" y="3260"/>
                    <a:pt x="14752" y="3210"/>
                  </a:cubicBezTo>
                  <a:cubicBezTo>
                    <a:pt x="14826" y="3149"/>
                    <a:pt x="14801" y="3013"/>
                    <a:pt x="14690" y="3000"/>
                  </a:cubicBezTo>
                  <a:cubicBezTo>
                    <a:pt x="14665" y="3000"/>
                    <a:pt x="14628" y="3013"/>
                    <a:pt x="14604" y="3025"/>
                  </a:cubicBezTo>
                  <a:close/>
                  <a:moveTo>
                    <a:pt x="15135" y="2581"/>
                  </a:moveTo>
                  <a:cubicBezTo>
                    <a:pt x="15097" y="2605"/>
                    <a:pt x="15085" y="2655"/>
                    <a:pt x="15097" y="2692"/>
                  </a:cubicBezTo>
                  <a:cubicBezTo>
                    <a:pt x="15110" y="2778"/>
                    <a:pt x="15221" y="2815"/>
                    <a:pt x="15295" y="2754"/>
                  </a:cubicBezTo>
                  <a:cubicBezTo>
                    <a:pt x="15344" y="2704"/>
                    <a:pt x="15406" y="2642"/>
                    <a:pt x="15455" y="2593"/>
                  </a:cubicBezTo>
                  <a:cubicBezTo>
                    <a:pt x="15579" y="2482"/>
                    <a:pt x="15418" y="2309"/>
                    <a:pt x="15307" y="2420"/>
                  </a:cubicBezTo>
                  <a:cubicBezTo>
                    <a:pt x="15246" y="2470"/>
                    <a:pt x="15196" y="2531"/>
                    <a:pt x="15135" y="2581"/>
                  </a:cubicBezTo>
                  <a:close/>
                  <a:moveTo>
                    <a:pt x="15752" y="1926"/>
                  </a:moveTo>
                  <a:cubicBezTo>
                    <a:pt x="15715" y="1951"/>
                    <a:pt x="15715" y="2001"/>
                    <a:pt x="15739" y="2050"/>
                  </a:cubicBezTo>
                  <a:cubicBezTo>
                    <a:pt x="15776" y="2124"/>
                    <a:pt x="15875" y="2124"/>
                    <a:pt x="15925" y="2062"/>
                  </a:cubicBezTo>
                  <a:cubicBezTo>
                    <a:pt x="15974" y="2001"/>
                    <a:pt x="16023" y="1939"/>
                    <a:pt x="16073" y="1877"/>
                  </a:cubicBezTo>
                  <a:cubicBezTo>
                    <a:pt x="16134" y="1778"/>
                    <a:pt x="16023" y="1655"/>
                    <a:pt x="15925" y="1717"/>
                  </a:cubicBezTo>
                  <a:cubicBezTo>
                    <a:pt x="15912" y="1717"/>
                    <a:pt x="15900" y="1729"/>
                    <a:pt x="15900" y="1741"/>
                  </a:cubicBezTo>
                  <a:cubicBezTo>
                    <a:pt x="15850" y="1803"/>
                    <a:pt x="15801" y="1865"/>
                    <a:pt x="15752" y="1926"/>
                  </a:cubicBezTo>
                  <a:close/>
                  <a:moveTo>
                    <a:pt x="16270" y="1173"/>
                  </a:moveTo>
                  <a:cubicBezTo>
                    <a:pt x="16159" y="1285"/>
                    <a:pt x="16332" y="1445"/>
                    <a:pt x="16443" y="1322"/>
                  </a:cubicBezTo>
                  <a:cubicBezTo>
                    <a:pt x="16455" y="1322"/>
                    <a:pt x="16455" y="1309"/>
                    <a:pt x="16468" y="1297"/>
                  </a:cubicBezTo>
                  <a:lnTo>
                    <a:pt x="16492" y="1248"/>
                  </a:lnTo>
                  <a:lnTo>
                    <a:pt x="16542" y="1149"/>
                  </a:lnTo>
                  <a:lnTo>
                    <a:pt x="16579" y="1087"/>
                  </a:lnTo>
                  <a:cubicBezTo>
                    <a:pt x="16653" y="964"/>
                    <a:pt x="16480" y="853"/>
                    <a:pt x="16394" y="951"/>
                  </a:cubicBezTo>
                  <a:cubicBezTo>
                    <a:pt x="16381" y="964"/>
                    <a:pt x="16381" y="976"/>
                    <a:pt x="16381" y="976"/>
                  </a:cubicBezTo>
                  <a:lnTo>
                    <a:pt x="16344" y="1038"/>
                  </a:lnTo>
                  <a:lnTo>
                    <a:pt x="16295" y="11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Google Shape;3124;p117"/>
          <p:cNvSpPr/>
          <p:nvPr/>
        </p:nvSpPr>
        <p:spPr>
          <a:xfrm>
            <a:off x="716575" y="0"/>
            <a:ext cx="8579795" cy="5143484"/>
          </a:xfrm>
          <a:custGeom>
            <a:avLst/>
            <a:gdLst/>
            <a:ahLst/>
            <a:cxnLst/>
            <a:rect l="l" t="t" r="r" b="b"/>
            <a:pathLst>
              <a:path w="128517" h="78770" extrusionOk="0">
                <a:moveTo>
                  <a:pt x="35" y="1"/>
                </a:moveTo>
                <a:lnTo>
                  <a:pt x="0" y="78769"/>
                </a:lnTo>
                <a:lnTo>
                  <a:pt x="128517" y="78769"/>
                </a:lnTo>
                <a:cubicBezTo>
                  <a:pt x="61260" y="76442"/>
                  <a:pt x="7739" y="332"/>
                  <a:pt x="7739" y="332"/>
                </a:cubicBezTo>
                <a:lnTo>
                  <a:pt x="35" y="1"/>
                </a:lnTo>
                <a:close/>
              </a:path>
            </a:pathLst>
          </a:custGeom>
          <a:solidFill>
            <a:srgbClr val="B0D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5" name="Google Shape;3125;p117"/>
          <p:cNvSpPr/>
          <p:nvPr/>
        </p:nvSpPr>
        <p:spPr>
          <a:xfrm>
            <a:off x="1754550" y="1135650"/>
            <a:ext cx="5634900" cy="2872200"/>
          </a:xfrm>
          <a:prstGeom prst="plaque">
            <a:avLst>
              <a:gd name="adj" fmla="val 11691"/>
            </a:avLst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26" name="Google Shape;3126;p117"/>
          <p:cNvCxnSpPr/>
          <p:nvPr/>
        </p:nvCxnSpPr>
        <p:spPr>
          <a:xfrm>
            <a:off x="2572800" y="31168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7" name="Google Shape;3127;p117"/>
          <p:cNvCxnSpPr/>
          <p:nvPr/>
        </p:nvCxnSpPr>
        <p:spPr>
          <a:xfrm>
            <a:off x="2572800" y="22227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28" name="Google Shape;3128;p117"/>
          <p:cNvGrpSpPr/>
          <p:nvPr/>
        </p:nvGrpSpPr>
        <p:grpSpPr>
          <a:xfrm rot="697126">
            <a:off x="8280187" y="-46678"/>
            <a:ext cx="1305393" cy="1346461"/>
            <a:chOff x="1492000" y="427450"/>
            <a:chExt cx="1188000" cy="1225375"/>
          </a:xfrm>
        </p:grpSpPr>
        <p:sp>
          <p:nvSpPr>
            <p:cNvPr id="3129" name="Google Shape;3129;p117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117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117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117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117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117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117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117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117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117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117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0" name="Google Shape;3140;p117"/>
          <p:cNvSpPr/>
          <p:nvPr/>
        </p:nvSpPr>
        <p:spPr>
          <a:xfrm>
            <a:off x="-50900" y="-21500"/>
            <a:ext cx="771000" cy="5165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41" name="Google Shape;3141;p117"/>
          <p:cNvGrpSpPr/>
          <p:nvPr/>
        </p:nvGrpSpPr>
        <p:grpSpPr>
          <a:xfrm rot="-1976796" flipH="1">
            <a:off x="5917481" y="3990133"/>
            <a:ext cx="3474354" cy="888893"/>
            <a:chOff x="3809875" y="1963175"/>
            <a:chExt cx="1923600" cy="492150"/>
          </a:xfrm>
        </p:grpSpPr>
        <p:sp>
          <p:nvSpPr>
            <p:cNvPr id="3142" name="Google Shape;3142;p117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117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117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117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117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117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117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117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117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117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117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3" name="Google Shape;3153;p117"/>
          <p:cNvGrpSpPr/>
          <p:nvPr/>
        </p:nvGrpSpPr>
        <p:grpSpPr>
          <a:xfrm rot="-375097">
            <a:off x="1228557" y="-253382"/>
            <a:ext cx="711742" cy="793298"/>
            <a:chOff x="6554696" y="509501"/>
            <a:chExt cx="711709" cy="793261"/>
          </a:xfrm>
        </p:grpSpPr>
        <p:sp>
          <p:nvSpPr>
            <p:cNvPr id="3154" name="Google Shape;3154;p117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117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6" name="Google Shape;3156;p117"/>
          <p:cNvGrpSpPr/>
          <p:nvPr/>
        </p:nvGrpSpPr>
        <p:grpSpPr>
          <a:xfrm rot="807122">
            <a:off x="809300" y="4708652"/>
            <a:ext cx="2497551" cy="2401906"/>
            <a:chOff x="1857000" y="3245400"/>
            <a:chExt cx="1233825" cy="1186575"/>
          </a:xfrm>
        </p:grpSpPr>
        <p:sp>
          <p:nvSpPr>
            <p:cNvPr id="3157" name="Google Shape;3157;p117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117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117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117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117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117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63" name="Google Shape;3163;p117"/>
          <p:cNvSpPr/>
          <p:nvPr/>
        </p:nvSpPr>
        <p:spPr>
          <a:xfrm rot="-381518">
            <a:off x="1317430" y="-146232"/>
            <a:ext cx="102933" cy="551241"/>
          </a:xfrm>
          <a:prstGeom prst="roundRect">
            <a:avLst>
              <a:gd name="adj" fmla="val 50000"/>
            </a:avLst>
          </a:prstGeom>
          <a:solidFill>
            <a:srgbClr val="EEEEEE">
              <a:alpha val="474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4" name="Google Shape;3164;p117"/>
          <p:cNvSpPr txBox="1">
            <a:spLocks noGrp="1"/>
          </p:cNvSpPr>
          <p:nvPr>
            <p:ph type="ctrTitle"/>
          </p:nvPr>
        </p:nvSpPr>
        <p:spPr>
          <a:xfrm>
            <a:off x="2351850" y="1460922"/>
            <a:ext cx="4440300" cy="174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Itim"/>
              <a:buNone/>
              <a:defRPr sz="6000" b="1"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65" name="Google Shape;3165;p117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7" name="Google Shape;3167;p11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168" name="Google Shape;3168;p11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11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11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11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11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11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11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11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11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11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11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11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11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11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11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11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11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11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11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11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11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11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0" name="Google Shape;3190;p118"/>
          <p:cNvSpPr txBox="1">
            <a:spLocks noGrp="1"/>
          </p:cNvSpPr>
          <p:nvPr>
            <p:ph type="subTitle" idx="1"/>
          </p:nvPr>
        </p:nvSpPr>
        <p:spPr>
          <a:xfrm>
            <a:off x="3117150" y="3530226"/>
            <a:ext cx="29097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191" name="Google Shape;3191;p118"/>
          <p:cNvSpPr txBox="1">
            <a:spLocks noGrp="1"/>
          </p:cNvSpPr>
          <p:nvPr>
            <p:ph type="title"/>
          </p:nvPr>
        </p:nvSpPr>
        <p:spPr>
          <a:xfrm>
            <a:off x="1918650" y="1613852"/>
            <a:ext cx="5306700" cy="17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192" name="Google Shape;3192;p118"/>
          <p:cNvSpPr txBox="1">
            <a:spLocks noGrp="1"/>
          </p:cNvSpPr>
          <p:nvPr>
            <p:ph type="title" idx="2" hasCustomPrompt="1"/>
          </p:nvPr>
        </p:nvSpPr>
        <p:spPr>
          <a:xfrm>
            <a:off x="3843750" y="591078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3193" name="Google Shape;3193;p118"/>
          <p:cNvGrpSpPr/>
          <p:nvPr/>
        </p:nvGrpSpPr>
        <p:grpSpPr>
          <a:xfrm rot="-697126" flipH="1">
            <a:off x="569287" y="-351303"/>
            <a:ext cx="1305393" cy="1346461"/>
            <a:chOff x="1492000" y="427450"/>
            <a:chExt cx="1188000" cy="1225375"/>
          </a:xfrm>
        </p:grpSpPr>
        <p:sp>
          <p:nvSpPr>
            <p:cNvPr id="3194" name="Google Shape;3194;p118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118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118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118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118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118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118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118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118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118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118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6" name="Google Shape;3206;p119"/>
          <p:cNvSpPr/>
          <p:nvPr/>
        </p:nvSpPr>
        <p:spPr>
          <a:xfrm>
            <a:off x="8740343" y="1780347"/>
            <a:ext cx="20479" cy="58449"/>
          </a:xfrm>
          <a:custGeom>
            <a:avLst/>
            <a:gdLst/>
            <a:ahLst/>
            <a:cxnLst/>
            <a:rect l="l" t="t" r="r" b="b"/>
            <a:pathLst>
              <a:path w="488" h="1403" extrusionOk="0">
                <a:moveTo>
                  <a:pt x="249" y="0"/>
                </a:moveTo>
                <a:cubicBezTo>
                  <a:pt x="193" y="0"/>
                  <a:pt x="139" y="35"/>
                  <a:pt x="118" y="90"/>
                </a:cubicBezTo>
                <a:cubicBezTo>
                  <a:pt x="73" y="190"/>
                  <a:pt x="46" y="289"/>
                  <a:pt x="28" y="397"/>
                </a:cubicBezTo>
                <a:cubicBezTo>
                  <a:pt x="19" y="442"/>
                  <a:pt x="1" y="496"/>
                  <a:pt x="19" y="541"/>
                </a:cubicBezTo>
                <a:cubicBezTo>
                  <a:pt x="19" y="559"/>
                  <a:pt x="28" y="568"/>
                  <a:pt x="37" y="586"/>
                </a:cubicBezTo>
                <a:cubicBezTo>
                  <a:pt x="64" y="595"/>
                  <a:pt x="145" y="613"/>
                  <a:pt x="145" y="622"/>
                </a:cubicBezTo>
                <a:cubicBezTo>
                  <a:pt x="145" y="631"/>
                  <a:pt x="100" y="649"/>
                  <a:pt x="73" y="658"/>
                </a:cubicBezTo>
                <a:cubicBezTo>
                  <a:pt x="37" y="667"/>
                  <a:pt x="46" y="685"/>
                  <a:pt x="46" y="694"/>
                </a:cubicBezTo>
                <a:cubicBezTo>
                  <a:pt x="37" y="902"/>
                  <a:pt x="46" y="1100"/>
                  <a:pt x="109" y="1307"/>
                </a:cubicBezTo>
                <a:cubicBezTo>
                  <a:pt x="118" y="1343"/>
                  <a:pt x="154" y="1379"/>
                  <a:pt x="190" y="1397"/>
                </a:cubicBezTo>
                <a:cubicBezTo>
                  <a:pt x="203" y="1401"/>
                  <a:pt x="215" y="1402"/>
                  <a:pt x="228" y="1402"/>
                </a:cubicBezTo>
                <a:cubicBezTo>
                  <a:pt x="289" y="1402"/>
                  <a:pt x="348" y="1367"/>
                  <a:pt x="371" y="1307"/>
                </a:cubicBezTo>
                <a:cubicBezTo>
                  <a:pt x="434" y="1109"/>
                  <a:pt x="443" y="902"/>
                  <a:pt x="443" y="703"/>
                </a:cubicBezTo>
                <a:cubicBezTo>
                  <a:pt x="443" y="685"/>
                  <a:pt x="452" y="676"/>
                  <a:pt x="416" y="658"/>
                </a:cubicBezTo>
                <a:cubicBezTo>
                  <a:pt x="389" y="649"/>
                  <a:pt x="344" y="640"/>
                  <a:pt x="344" y="622"/>
                </a:cubicBezTo>
                <a:cubicBezTo>
                  <a:pt x="344" y="613"/>
                  <a:pt x="425" y="595"/>
                  <a:pt x="443" y="586"/>
                </a:cubicBezTo>
                <a:cubicBezTo>
                  <a:pt x="461" y="577"/>
                  <a:pt x="470" y="559"/>
                  <a:pt x="470" y="550"/>
                </a:cubicBezTo>
                <a:cubicBezTo>
                  <a:pt x="488" y="496"/>
                  <a:pt x="470" y="451"/>
                  <a:pt x="461" y="397"/>
                </a:cubicBezTo>
                <a:cubicBezTo>
                  <a:pt x="443" y="298"/>
                  <a:pt x="416" y="190"/>
                  <a:pt x="380" y="90"/>
                </a:cubicBezTo>
                <a:cubicBezTo>
                  <a:pt x="362" y="54"/>
                  <a:pt x="335" y="27"/>
                  <a:pt x="298" y="9"/>
                </a:cubicBezTo>
                <a:cubicBezTo>
                  <a:pt x="282" y="3"/>
                  <a:pt x="266" y="0"/>
                  <a:pt x="2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7" name="Google Shape;3207;p11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208" name="Google Shape;3208;p11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11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11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11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11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11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11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11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11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11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11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11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11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11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11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11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11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11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11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11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11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11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0" name="Google Shape;3230;p1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31" name="Google Shape;3231;p119"/>
          <p:cNvSpPr txBox="1">
            <a:spLocks noGrp="1"/>
          </p:cNvSpPr>
          <p:nvPr>
            <p:ph type="body" idx="1"/>
          </p:nvPr>
        </p:nvSpPr>
        <p:spPr>
          <a:xfrm>
            <a:off x="720000" y="1170724"/>
            <a:ext cx="7704000" cy="38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1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3" name="Google Shape;3233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34" name="Google Shape;3234;p120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3235" name="Google Shape;3235;p120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36" name="Google Shape;3236;p12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237" name="Google Shape;3237;p120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3238" name="Google Shape;3238;p12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39;p12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40;p12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41;p12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42;p12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3" name="Google Shape;3243;p12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4" name="Google Shape;3244;p12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5" name="Google Shape;3245;p12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6" name="Google Shape;3246;p12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7" name="Google Shape;3247;p12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8" name="Google Shape;3248;p12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9" name="Google Shape;3249;p12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3250;p12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3251;p12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3252;p12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53" name="Google Shape;3253;p120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3254" name="Google Shape;3254;p12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5" name="Google Shape;3255;p12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6" name="Google Shape;3256;p12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7" name="Google Shape;3257;p12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8" name="Google Shape;3258;p12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9" name="Google Shape;3259;p12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3260;p12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12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12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12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12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12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12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12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12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269" name="Google Shape;3269;p120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0" name="Google Shape;3270;p120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1" name="Google Shape;3271;p120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2" name="Google Shape;3272;p120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3" name="Google Shape;3273;p120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4" name="Google Shape;3274;p12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75" name="Google Shape;3275;p1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76" name="Google Shape;3276;p120"/>
          <p:cNvSpPr txBox="1">
            <a:spLocks noGrp="1"/>
          </p:cNvSpPr>
          <p:nvPr>
            <p:ph type="body" idx="1"/>
          </p:nvPr>
        </p:nvSpPr>
        <p:spPr>
          <a:xfrm>
            <a:off x="720000" y="2980194"/>
            <a:ext cx="31293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77" name="Google Shape;3277;p120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78" name="Google Shape;3278;p120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79" name="Google Shape;3279;p120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1" name="Google Shape;3281;p121"/>
          <p:cNvGrpSpPr/>
          <p:nvPr/>
        </p:nvGrpSpPr>
        <p:grpSpPr>
          <a:xfrm>
            <a:off x="352670" y="6764"/>
            <a:ext cx="8793030" cy="5129556"/>
            <a:chOff x="514825" y="859725"/>
            <a:chExt cx="6865800" cy="4005275"/>
          </a:xfrm>
        </p:grpSpPr>
        <p:sp>
          <p:nvSpPr>
            <p:cNvPr id="3282" name="Google Shape;3282;p12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12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12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12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12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12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2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12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12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2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2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2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2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2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2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2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2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2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2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2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2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3" name="Google Shape;3303;p121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4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5" name="Google Shape;3305;p12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306" name="Google Shape;3306;p12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12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2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12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12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12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12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12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12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12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12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12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12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12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2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12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12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12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12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5" name="Google Shape;3325;p122"/>
          <p:cNvSpPr txBox="1">
            <a:spLocks noGrp="1"/>
          </p:cNvSpPr>
          <p:nvPr>
            <p:ph type="subTitle" idx="1"/>
          </p:nvPr>
        </p:nvSpPr>
        <p:spPr>
          <a:xfrm>
            <a:off x="890100" y="1760244"/>
            <a:ext cx="7533900" cy="27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326" name="Google Shape;3326;p122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8" name="Google Shape;3328;p12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329" name="Google Shape;3329;p12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12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12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12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12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12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12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12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12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12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12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12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12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12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12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12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12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12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12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48" name="Google Shape;3348;p123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49" name="Google Shape;3349;p123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0" name="Google Shape;3350;p123"/>
          <p:cNvSpPr txBox="1">
            <a:spLocks noGrp="1"/>
          </p:cNvSpPr>
          <p:nvPr>
            <p:ph type="title"/>
          </p:nvPr>
        </p:nvSpPr>
        <p:spPr>
          <a:xfrm>
            <a:off x="720000" y="1560650"/>
            <a:ext cx="3519300" cy="16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51" name="Google Shape;3351;p123"/>
          <p:cNvSpPr txBox="1">
            <a:spLocks noGrp="1"/>
          </p:cNvSpPr>
          <p:nvPr>
            <p:ph type="subTitle" idx="1"/>
          </p:nvPr>
        </p:nvSpPr>
        <p:spPr>
          <a:xfrm rot="684086">
            <a:off x="5771626" y="1941489"/>
            <a:ext cx="1878775" cy="154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3" name="Google Shape;3353;p12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354" name="Google Shape;3354;p12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12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12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12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12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12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12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12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12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12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12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12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12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12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12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12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12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12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12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3" name="Google Shape;3373;p124"/>
          <p:cNvSpPr txBox="1">
            <a:spLocks noGrp="1"/>
          </p:cNvSpPr>
          <p:nvPr>
            <p:ph type="title"/>
          </p:nvPr>
        </p:nvSpPr>
        <p:spPr>
          <a:xfrm>
            <a:off x="1061575" y="1472687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74" name="Google Shape;3374;p124"/>
          <p:cNvSpPr txBox="1">
            <a:spLocks noGrp="1"/>
          </p:cNvSpPr>
          <p:nvPr>
            <p:ph type="body" idx="1"/>
          </p:nvPr>
        </p:nvSpPr>
        <p:spPr>
          <a:xfrm>
            <a:off x="1061575" y="2468991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3375" name="Google Shape;3375;p124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76" name="Google Shape;3376;p124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8" name="Google Shape;3378;p125"/>
          <p:cNvSpPr txBox="1">
            <a:spLocks noGrp="1"/>
          </p:cNvSpPr>
          <p:nvPr>
            <p:ph type="title"/>
          </p:nvPr>
        </p:nvSpPr>
        <p:spPr>
          <a:xfrm>
            <a:off x="3223200" y="1570950"/>
            <a:ext cx="2697600" cy="20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0" name="Google Shape;3380;p12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381" name="Google Shape;3381;p12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12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12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12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12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12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12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12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12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12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12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12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12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12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12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12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12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12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12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400" name="Google Shape;3400;p126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01" name="Google Shape;3401;p126"/>
          <p:cNvSpPr txBox="1">
            <a:spLocks noGrp="1"/>
          </p:cNvSpPr>
          <p:nvPr>
            <p:ph type="title" hasCustomPrompt="1"/>
          </p:nvPr>
        </p:nvSpPr>
        <p:spPr>
          <a:xfrm>
            <a:off x="1768200" y="1654521"/>
            <a:ext cx="5607600" cy="8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02" name="Google Shape;3402;p126"/>
          <p:cNvSpPr txBox="1">
            <a:spLocks noGrp="1"/>
          </p:cNvSpPr>
          <p:nvPr>
            <p:ph type="body" idx="1"/>
          </p:nvPr>
        </p:nvSpPr>
        <p:spPr>
          <a:xfrm>
            <a:off x="2710050" y="2650221"/>
            <a:ext cx="3723900" cy="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4" name="Google Shape;3404;p1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3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6" name="Google Shape;3406;p128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3407" name="Google Shape;3407;p128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08" name="Google Shape;3408;p12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409" name="Google Shape;3409;p128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3410" name="Google Shape;3410;p12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12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12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12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12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12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12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12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12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12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12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12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12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12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12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25" name="Google Shape;3425;p128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3426" name="Google Shape;3426;p12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12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12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12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12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12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2" name="Google Shape;3432;p12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3" name="Google Shape;3433;p12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12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12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12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12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12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12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12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441" name="Google Shape;3441;p128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2" name="Google Shape;3442;p128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3" name="Google Shape;3443;p128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4" name="Google Shape;3444;p128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5" name="Google Shape;3445;p128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6" name="Google Shape;3446;p12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47" name="Google Shape;3447;p1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68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48" name="Google Shape;3448;p128"/>
          <p:cNvSpPr txBox="1">
            <a:spLocks noGrp="1"/>
          </p:cNvSpPr>
          <p:nvPr>
            <p:ph type="subTitle" idx="1"/>
          </p:nvPr>
        </p:nvSpPr>
        <p:spPr>
          <a:xfrm>
            <a:off x="90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49" name="Google Shape;3449;p128"/>
          <p:cNvSpPr txBox="1">
            <a:spLocks noGrp="1"/>
          </p:cNvSpPr>
          <p:nvPr>
            <p:ph type="subTitle" idx="2"/>
          </p:nvPr>
        </p:nvSpPr>
        <p:spPr>
          <a:xfrm>
            <a:off x="567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0" name="Google Shape;3450;p128"/>
          <p:cNvSpPr txBox="1">
            <a:spLocks noGrp="1"/>
          </p:cNvSpPr>
          <p:nvPr>
            <p:ph type="subTitle" idx="3"/>
          </p:nvPr>
        </p:nvSpPr>
        <p:spPr>
          <a:xfrm>
            <a:off x="90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1" name="Google Shape;3451;p128"/>
          <p:cNvSpPr txBox="1">
            <a:spLocks noGrp="1"/>
          </p:cNvSpPr>
          <p:nvPr>
            <p:ph type="subTitle" idx="4"/>
          </p:nvPr>
        </p:nvSpPr>
        <p:spPr>
          <a:xfrm>
            <a:off x="567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2" name="Google Shape;3452;p128"/>
          <p:cNvSpPr txBox="1">
            <a:spLocks noGrp="1"/>
          </p:cNvSpPr>
          <p:nvPr>
            <p:ph type="subTitle" idx="5"/>
          </p:nvPr>
        </p:nvSpPr>
        <p:spPr>
          <a:xfrm>
            <a:off x="90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3" name="Google Shape;3453;p128"/>
          <p:cNvSpPr txBox="1">
            <a:spLocks noGrp="1"/>
          </p:cNvSpPr>
          <p:nvPr>
            <p:ph type="subTitle" idx="6"/>
          </p:nvPr>
        </p:nvSpPr>
        <p:spPr>
          <a:xfrm>
            <a:off x="567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4" name="Google Shape;3454;p128"/>
          <p:cNvSpPr txBox="1">
            <a:spLocks noGrp="1"/>
          </p:cNvSpPr>
          <p:nvPr>
            <p:ph type="subTitle" idx="7"/>
          </p:nvPr>
        </p:nvSpPr>
        <p:spPr>
          <a:xfrm>
            <a:off x="90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55" name="Google Shape;3455;p128"/>
          <p:cNvSpPr txBox="1">
            <a:spLocks noGrp="1"/>
          </p:cNvSpPr>
          <p:nvPr>
            <p:ph type="subTitle" idx="8"/>
          </p:nvPr>
        </p:nvSpPr>
        <p:spPr>
          <a:xfrm>
            <a:off x="567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">
    <p:spTree>
      <p:nvGrpSpPr>
        <p:cNvPr id="1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7" name="Google Shape;3457;p12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458" name="Google Shape;3458;p12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12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12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12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12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12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12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12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12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12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12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12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12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12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12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12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12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2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2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2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2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2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0" name="Google Shape;3480;p129"/>
          <p:cNvSpPr txBox="1">
            <a:spLocks noGrp="1"/>
          </p:cNvSpPr>
          <p:nvPr>
            <p:ph type="ctrTitle"/>
          </p:nvPr>
        </p:nvSpPr>
        <p:spPr>
          <a:xfrm>
            <a:off x="5908324" y="1290427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481" name="Google Shape;3481;p129"/>
          <p:cNvSpPr txBox="1">
            <a:spLocks noGrp="1"/>
          </p:cNvSpPr>
          <p:nvPr>
            <p:ph type="subTitle" idx="1"/>
          </p:nvPr>
        </p:nvSpPr>
        <p:spPr>
          <a:xfrm>
            <a:off x="590832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82" name="Google Shape;3482;p129"/>
          <p:cNvSpPr txBox="1">
            <a:spLocks noGrp="1"/>
          </p:cNvSpPr>
          <p:nvPr>
            <p:ph type="title" idx="2" hasCustomPrompt="1"/>
          </p:nvPr>
        </p:nvSpPr>
        <p:spPr>
          <a:xfrm>
            <a:off x="4903953" y="1280000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3483" name="Google Shape;3483;p129"/>
          <p:cNvSpPr txBox="1">
            <a:spLocks noGrp="1"/>
          </p:cNvSpPr>
          <p:nvPr>
            <p:ph type="subTitle" idx="3"/>
          </p:nvPr>
        </p:nvSpPr>
        <p:spPr>
          <a:xfrm>
            <a:off x="590832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84" name="Google Shape;3484;p129"/>
          <p:cNvSpPr txBox="1">
            <a:spLocks noGrp="1"/>
          </p:cNvSpPr>
          <p:nvPr>
            <p:ph type="title" idx="4" hasCustomPrompt="1"/>
          </p:nvPr>
        </p:nvSpPr>
        <p:spPr>
          <a:xfrm>
            <a:off x="4903953" y="327730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3485" name="Google Shape;3485;p129"/>
          <p:cNvSpPr txBox="1">
            <a:spLocks noGrp="1"/>
          </p:cNvSpPr>
          <p:nvPr>
            <p:ph type="subTitle" idx="5"/>
          </p:nvPr>
        </p:nvSpPr>
        <p:spPr>
          <a:xfrm>
            <a:off x="5908324" y="2589180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86" name="Google Shape;3486;p129"/>
          <p:cNvSpPr txBox="1">
            <a:spLocks noGrp="1"/>
          </p:cNvSpPr>
          <p:nvPr>
            <p:ph type="title" idx="6" hasCustomPrompt="1"/>
          </p:nvPr>
        </p:nvSpPr>
        <p:spPr>
          <a:xfrm>
            <a:off x="4903953" y="230664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3487" name="Google Shape;3487;p129"/>
          <p:cNvSpPr txBox="1">
            <a:spLocks noGrp="1"/>
          </p:cNvSpPr>
          <p:nvPr>
            <p:ph type="ctrTitle" idx="7"/>
          </p:nvPr>
        </p:nvSpPr>
        <p:spPr>
          <a:xfrm>
            <a:off x="5908324" y="231110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488" name="Google Shape;3488;p129"/>
          <p:cNvSpPr txBox="1">
            <a:spLocks noGrp="1"/>
          </p:cNvSpPr>
          <p:nvPr>
            <p:ph type="ctrTitle" idx="8"/>
          </p:nvPr>
        </p:nvSpPr>
        <p:spPr>
          <a:xfrm>
            <a:off x="5908324" y="328299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489" name="Google Shape;3489;p129"/>
          <p:cNvSpPr txBox="1">
            <a:spLocks noGrp="1"/>
          </p:cNvSpPr>
          <p:nvPr>
            <p:ph type="ctrTitle" idx="9"/>
          </p:nvPr>
        </p:nvSpPr>
        <p:spPr>
          <a:xfrm>
            <a:off x="1912664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490" name="Google Shape;3490;p129"/>
          <p:cNvSpPr txBox="1">
            <a:spLocks noGrp="1"/>
          </p:cNvSpPr>
          <p:nvPr>
            <p:ph type="subTitle" idx="13"/>
          </p:nvPr>
        </p:nvSpPr>
        <p:spPr>
          <a:xfrm>
            <a:off x="191266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91" name="Google Shape;3491;p129"/>
          <p:cNvSpPr txBox="1">
            <a:spLocks noGrp="1"/>
          </p:cNvSpPr>
          <p:nvPr>
            <p:ph type="title" idx="14" hasCustomPrompt="1"/>
          </p:nvPr>
        </p:nvSpPr>
        <p:spPr>
          <a:xfrm>
            <a:off x="784376" y="1286887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3492" name="Google Shape;3492;p129"/>
          <p:cNvSpPr txBox="1">
            <a:spLocks noGrp="1"/>
          </p:cNvSpPr>
          <p:nvPr>
            <p:ph type="subTitle" idx="15"/>
          </p:nvPr>
        </p:nvSpPr>
        <p:spPr>
          <a:xfrm>
            <a:off x="191266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93" name="Google Shape;3493;p129"/>
          <p:cNvSpPr txBox="1">
            <a:spLocks noGrp="1"/>
          </p:cNvSpPr>
          <p:nvPr>
            <p:ph type="title" idx="16" hasCustomPrompt="1"/>
          </p:nvPr>
        </p:nvSpPr>
        <p:spPr>
          <a:xfrm>
            <a:off x="784376" y="3284192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3494" name="Google Shape;3494;p129"/>
          <p:cNvSpPr txBox="1">
            <a:spLocks noGrp="1"/>
          </p:cNvSpPr>
          <p:nvPr>
            <p:ph type="subTitle" idx="17"/>
          </p:nvPr>
        </p:nvSpPr>
        <p:spPr>
          <a:xfrm>
            <a:off x="1912664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95" name="Google Shape;3495;p129"/>
          <p:cNvSpPr txBox="1">
            <a:spLocks noGrp="1"/>
          </p:cNvSpPr>
          <p:nvPr>
            <p:ph type="title" idx="18" hasCustomPrompt="1"/>
          </p:nvPr>
        </p:nvSpPr>
        <p:spPr>
          <a:xfrm>
            <a:off x="784376" y="2313531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3496" name="Google Shape;3496;p129"/>
          <p:cNvSpPr txBox="1">
            <a:spLocks noGrp="1"/>
          </p:cNvSpPr>
          <p:nvPr>
            <p:ph type="ctrTitle" idx="19"/>
          </p:nvPr>
        </p:nvSpPr>
        <p:spPr>
          <a:xfrm>
            <a:off x="1912664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497" name="Google Shape;3497;p129"/>
          <p:cNvSpPr txBox="1">
            <a:spLocks noGrp="1"/>
          </p:cNvSpPr>
          <p:nvPr>
            <p:ph type="ctrTitle" idx="20"/>
          </p:nvPr>
        </p:nvSpPr>
        <p:spPr>
          <a:xfrm>
            <a:off x="1912664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498" name="Google Shape;3498;p129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3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0" name="Google Shape;3500;p130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501" name="Google Shape;3501;p13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3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3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3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13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13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13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13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13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13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13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13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13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13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13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13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13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13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13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13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13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13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3" name="Google Shape;3523;p130"/>
          <p:cNvSpPr txBox="1">
            <a:spLocks noGrp="1"/>
          </p:cNvSpPr>
          <p:nvPr>
            <p:ph type="subTitle" idx="1"/>
          </p:nvPr>
        </p:nvSpPr>
        <p:spPr>
          <a:xfrm>
            <a:off x="2059950" y="2514140"/>
            <a:ext cx="43272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24" name="Google Shape;3524;p130"/>
          <p:cNvSpPr txBox="1">
            <a:spLocks noGrp="1"/>
          </p:cNvSpPr>
          <p:nvPr>
            <p:ph type="title"/>
          </p:nvPr>
        </p:nvSpPr>
        <p:spPr>
          <a:xfrm>
            <a:off x="1080450" y="1555960"/>
            <a:ext cx="5306700" cy="8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25" name="Google Shape;3525;p130"/>
          <p:cNvSpPr txBox="1">
            <a:spLocks noGrp="1"/>
          </p:cNvSpPr>
          <p:nvPr>
            <p:ph type="title" idx="2" hasCustomPrompt="1"/>
          </p:nvPr>
        </p:nvSpPr>
        <p:spPr>
          <a:xfrm>
            <a:off x="6853050" y="2092943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3526" name="Google Shape;3526;p130"/>
          <p:cNvGrpSpPr/>
          <p:nvPr/>
        </p:nvGrpSpPr>
        <p:grpSpPr>
          <a:xfrm rot="-5072894" flipH="1">
            <a:off x="-1007770" y="1789630"/>
            <a:ext cx="3474349" cy="888902"/>
            <a:chOff x="3809875" y="1963175"/>
            <a:chExt cx="1923600" cy="492150"/>
          </a:xfrm>
        </p:grpSpPr>
        <p:sp>
          <p:nvSpPr>
            <p:cNvPr id="3527" name="Google Shape;3527;p130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130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130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130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130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130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130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130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130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130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130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8" name="Google Shape;3538;p130"/>
          <p:cNvGrpSpPr/>
          <p:nvPr/>
        </p:nvGrpSpPr>
        <p:grpSpPr>
          <a:xfrm rot="-375097">
            <a:off x="7330557" y="3418618"/>
            <a:ext cx="711742" cy="793298"/>
            <a:chOff x="6554696" y="509501"/>
            <a:chExt cx="711709" cy="793261"/>
          </a:xfrm>
        </p:grpSpPr>
        <p:sp>
          <p:nvSpPr>
            <p:cNvPr id="3539" name="Google Shape;3539;p130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130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3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2" name="Google Shape;3542;p13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543" name="Google Shape;3543;p13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13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13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13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13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13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13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13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13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13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13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13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13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13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13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13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13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13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13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13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13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13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5" name="Google Shape;3565;p131"/>
          <p:cNvSpPr txBox="1">
            <a:spLocks noGrp="1"/>
          </p:cNvSpPr>
          <p:nvPr>
            <p:ph type="title"/>
          </p:nvPr>
        </p:nvSpPr>
        <p:spPr>
          <a:xfrm>
            <a:off x="3168000" y="1478819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66" name="Google Shape;3566;p131"/>
          <p:cNvSpPr txBox="1">
            <a:spLocks noGrp="1"/>
          </p:cNvSpPr>
          <p:nvPr>
            <p:ph type="body" idx="1"/>
          </p:nvPr>
        </p:nvSpPr>
        <p:spPr>
          <a:xfrm>
            <a:off x="3168000" y="2469364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4">
    <p:spTree>
      <p:nvGrpSpPr>
        <p:cNvPr id="1" name="Shape 3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8" name="Google Shape;3568;p13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569" name="Google Shape;3569;p13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13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13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13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13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13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13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13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13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13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13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13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13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13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13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13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13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13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13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13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13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13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91" name="Google Shape;3591;p132"/>
          <p:cNvSpPr txBox="1">
            <a:spLocks noGrp="1"/>
          </p:cNvSpPr>
          <p:nvPr>
            <p:ph type="subTitle" idx="1"/>
          </p:nvPr>
        </p:nvSpPr>
        <p:spPr>
          <a:xfrm>
            <a:off x="398370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92" name="Google Shape;3592;p132"/>
          <p:cNvSpPr txBox="1">
            <a:spLocks noGrp="1"/>
          </p:cNvSpPr>
          <p:nvPr>
            <p:ph type="ctrTitle"/>
          </p:nvPr>
        </p:nvSpPr>
        <p:spPr>
          <a:xfrm>
            <a:off x="58758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3593" name="Google Shape;3593;p132"/>
          <p:cNvGrpSpPr/>
          <p:nvPr/>
        </p:nvGrpSpPr>
        <p:grpSpPr>
          <a:xfrm>
            <a:off x="7673759" y="-287513"/>
            <a:ext cx="788762" cy="861588"/>
            <a:chOff x="7673759" y="-287513"/>
            <a:chExt cx="788762" cy="861588"/>
          </a:xfrm>
        </p:grpSpPr>
        <p:grpSp>
          <p:nvGrpSpPr>
            <p:cNvPr id="3594" name="Google Shape;3594;p132"/>
            <p:cNvGrpSpPr/>
            <p:nvPr/>
          </p:nvGrpSpPr>
          <p:grpSpPr>
            <a:xfrm rot="350572">
              <a:off x="7712287" y="-253348"/>
              <a:ext cx="711705" cy="793257"/>
              <a:chOff x="6554696" y="509501"/>
              <a:chExt cx="711709" cy="793261"/>
            </a:xfrm>
          </p:grpSpPr>
          <p:sp>
            <p:nvSpPr>
              <p:cNvPr id="3595" name="Google Shape;3595;p132"/>
              <p:cNvSpPr/>
              <p:nvPr/>
            </p:nvSpPr>
            <p:spPr>
              <a:xfrm>
                <a:off x="6560695" y="516700"/>
                <a:ext cx="696978" cy="779230"/>
              </a:xfrm>
              <a:custGeom>
                <a:avLst/>
                <a:gdLst/>
                <a:ahLst/>
                <a:cxnLst/>
                <a:rect l="l" t="t" r="r" b="b"/>
                <a:pathLst>
                  <a:path w="20913" h="23381" extrusionOk="0">
                    <a:moveTo>
                      <a:pt x="4201" y="1"/>
                    </a:moveTo>
                    <a:cubicBezTo>
                      <a:pt x="1903" y="1"/>
                      <a:pt x="28" y="1866"/>
                      <a:pt x="28" y="4165"/>
                    </a:cubicBezTo>
                    <a:lnTo>
                      <a:pt x="1" y="17073"/>
                    </a:lnTo>
                    <a:cubicBezTo>
                      <a:pt x="1" y="18903"/>
                      <a:pt x="1190" y="20516"/>
                      <a:pt x="2930" y="21057"/>
                    </a:cubicBezTo>
                    <a:lnTo>
                      <a:pt x="9736" y="23193"/>
                    </a:lnTo>
                    <a:cubicBezTo>
                      <a:pt x="10143" y="23318"/>
                      <a:pt x="10563" y="23381"/>
                      <a:pt x="10982" y="23381"/>
                    </a:cubicBezTo>
                    <a:cubicBezTo>
                      <a:pt x="11444" y="23381"/>
                      <a:pt x="11906" y="23304"/>
                      <a:pt x="12350" y="23148"/>
                    </a:cubicBezTo>
                    <a:lnTo>
                      <a:pt x="18092" y="21147"/>
                    </a:lnTo>
                    <a:cubicBezTo>
                      <a:pt x="19759" y="20570"/>
                      <a:pt x="20886" y="18993"/>
                      <a:pt x="20886" y="17217"/>
                    </a:cubicBezTo>
                    <a:lnTo>
                      <a:pt x="20913" y="4201"/>
                    </a:lnTo>
                    <a:cubicBezTo>
                      <a:pt x="20913" y="1903"/>
                      <a:pt x="19047" y="28"/>
                      <a:pt x="16748" y="28"/>
                    </a:cubicBezTo>
                    <a:lnTo>
                      <a:pt x="4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6" name="Google Shape;3596;p132"/>
              <p:cNvSpPr/>
              <p:nvPr/>
            </p:nvSpPr>
            <p:spPr>
              <a:xfrm>
                <a:off x="6554696" y="509501"/>
                <a:ext cx="711709" cy="793261"/>
              </a:xfrm>
              <a:custGeom>
                <a:avLst/>
                <a:gdLst/>
                <a:ahLst/>
                <a:cxnLst/>
                <a:rect l="l" t="t" r="r" b="b"/>
                <a:pathLst>
                  <a:path w="21355" h="23802" extrusionOk="0">
                    <a:moveTo>
                      <a:pt x="5138" y="442"/>
                    </a:moveTo>
                    <a:lnTo>
                      <a:pt x="7572" y="451"/>
                    </a:lnTo>
                    <a:lnTo>
                      <a:pt x="12440" y="469"/>
                    </a:lnTo>
                    <a:lnTo>
                      <a:pt x="14873" y="469"/>
                    </a:lnTo>
                    <a:lnTo>
                      <a:pt x="16090" y="478"/>
                    </a:lnTo>
                    <a:cubicBezTo>
                      <a:pt x="16249" y="478"/>
                      <a:pt x="16412" y="477"/>
                      <a:pt x="16574" y="477"/>
                    </a:cubicBezTo>
                    <a:cubicBezTo>
                      <a:pt x="16817" y="477"/>
                      <a:pt x="17058" y="480"/>
                      <a:pt x="17280" y="496"/>
                    </a:cubicBezTo>
                    <a:cubicBezTo>
                      <a:pt x="17659" y="541"/>
                      <a:pt x="18037" y="622"/>
                      <a:pt x="18389" y="766"/>
                    </a:cubicBezTo>
                    <a:cubicBezTo>
                      <a:pt x="18740" y="920"/>
                      <a:pt x="19083" y="1109"/>
                      <a:pt x="19380" y="1352"/>
                    </a:cubicBezTo>
                    <a:cubicBezTo>
                      <a:pt x="19669" y="1596"/>
                      <a:pt x="19939" y="1866"/>
                      <a:pt x="20155" y="2191"/>
                    </a:cubicBezTo>
                    <a:cubicBezTo>
                      <a:pt x="20363" y="2506"/>
                      <a:pt x="20534" y="2849"/>
                      <a:pt x="20651" y="3209"/>
                    </a:cubicBezTo>
                    <a:cubicBezTo>
                      <a:pt x="20759" y="3579"/>
                      <a:pt x="20832" y="3948"/>
                      <a:pt x="20832" y="4336"/>
                    </a:cubicBezTo>
                    <a:cubicBezTo>
                      <a:pt x="20841" y="4733"/>
                      <a:pt x="20832" y="5147"/>
                      <a:pt x="20832" y="5544"/>
                    </a:cubicBezTo>
                    <a:lnTo>
                      <a:pt x="20841" y="7978"/>
                    </a:lnTo>
                    <a:lnTo>
                      <a:pt x="20850" y="12845"/>
                    </a:lnTo>
                    <a:lnTo>
                      <a:pt x="20850" y="15279"/>
                    </a:lnTo>
                    <a:lnTo>
                      <a:pt x="20850" y="16496"/>
                    </a:lnTo>
                    <a:lnTo>
                      <a:pt x="20850" y="17109"/>
                    </a:lnTo>
                    <a:lnTo>
                      <a:pt x="20859" y="17406"/>
                    </a:lnTo>
                    <a:lnTo>
                      <a:pt x="20841" y="17704"/>
                    </a:lnTo>
                    <a:cubicBezTo>
                      <a:pt x="20795" y="18470"/>
                      <a:pt x="20516" y="19218"/>
                      <a:pt x="20047" y="19831"/>
                    </a:cubicBezTo>
                    <a:cubicBezTo>
                      <a:pt x="19579" y="20453"/>
                      <a:pt x="18930" y="20921"/>
                      <a:pt x="18208" y="21183"/>
                    </a:cubicBezTo>
                    <a:lnTo>
                      <a:pt x="13602" y="22769"/>
                    </a:lnTo>
                    <a:lnTo>
                      <a:pt x="12458" y="23175"/>
                    </a:lnTo>
                    <a:cubicBezTo>
                      <a:pt x="12088" y="23292"/>
                      <a:pt x="11709" y="23364"/>
                      <a:pt x="11322" y="23382"/>
                    </a:cubicBezTo>
                    <a:cubicBezTo>
                      <a:pt x="11267" y="23385"/>
                      <a:pt x="11211" y="23386"/>
                      <a:pt x="11156" y="23386"/>
                    </a:cubicBezTo>
                    <a:cubicBezTo>
                      <a:pt x="10830" y="23386"/>
                      <a:pt x="10500" y="23342"/>
                      <a:pt x="10177" y="23265"/>
                    </a:cubicBezTo>
                    <a:cubicBezTo>
                      <a:pt x="9997" y="23211"/>
                      <a:pt x="9798" y="23148"/>
                      <a:pt x="9609" y="23085"/>
                    </a:cubicBezTo>
                    <a:lnTo>
                      <a:pt x="9023" y="22905"/>
                    </a:lnTo>
                    <a:lnTo>
                      <a:pt x="4381" y="21453"/>
                    </a:lnTo>
                    <a:lnTo>
                      <a:pt x="3218" y="21093"/>
                    </a:lnTo>
                    <a:cubicBezTo>
                      <a:pt x="2849" y="20976"/>
                      <a:pt x="2497" y="20813"/>
                      <a:pt x="2173" y="20597"/>
                    </a:cubicBezTo>
                    <a:cubicBezTo>
                      <a:pt x="1542" y="20173"/>
                      <a:pt x="1001" y="19578"/>
                      <a:pt x="676" y="18866"/>
                    </a:cubicBezTo>
                    <a:cubicBezTo>
                      <a:pt x="505" y="18515"/>
                      <a:pt x="397" y="18136"/>
                      <a:pt x="343" y="17749"/>
                    </a:cubicBezTo>
                    <a:cubicBezTo>
                      <a:pt x="298" y="17361"/>
                      <a:pt x="316" y="16955"/>
                      <a:pt x="316" y="16550"/>
                    </a:cubicBezTo>
                    <a:lnTo>
                      <a:pt x="334" y="14116"/>
                    </a:lnTo>
                    <a:lnTo>
                      <a:pt x="388" y="9248"/>
                    </a:lnTo>
                    <a:cubicBezTo>
                      <a:pt x="397" y="7626"/>
                      <a:pt x="406" y="6003"/>
                      <a:pt x="415" y="4381"/>
                    </a:cubicBezTo>
                    <a:cubicBezTo>
                      <a:pt x="424" y="3993"/>
                      <a:pt x="478" y="3606"/>
                      <a:pt x="586" y="3245"/>
                    </a:cubicBezTo>
                    <a:cubicBezTo>
                      <a:pt x="703" y="2876"/>
                      <a:pt x="866" y="2524"/>
                      <a:pt x="1082" y="2200"/>
                    </a:cubicBezTo>
                    <a:cubicBezTo>
                      <a:pt x="1298" y="1884"/>
                      <a:pt x="1551" y="1596"/>
                      <a:pt x="1848" y="1343"/>
                    </a:cubicBezTo>
                    <a:cubicBezTo>
                      <a:pt x="2155" y="1109"/>
                      <a:pt x="2479" y="902"/>
                      <a:pt x="2831" y="748"/>
                    </a:cubicBezTo>
                    <a:cubicBezTo>
                      <a:pt x="3191" y="604"/>
                      <a:pt x="3561" y="505"/>
                      <a:pt x="3948" y="460"/>
                    </a:cubicBezTo>
                    <a:cubicBezTo>
                      <a:pt x="4039" y="451"/>
                      <a:pt x="4138" y="451"/>
                      <a:pt x="4237" y="442"/>
                    </a:cubicBezTo>
                    <a:close/>
                    <a:moveTo>
                      <a:pt x="4381" y="0"/>
                    </a:moveTo>
                    <a:lnTo>
                      <a:pt x="4219" y="9"/>
                    </a:lnTo>
                    <a:cubicBezTo>
                      <a:pt x="4111" y="18"/>
                      <a:pt x="4003" y="18"/>
                      <a:pt x="3894" y="27"/>
                    </a:cubicBezTo>
                    <a:cubicBezTo>
                      <a:pt x="3471" y="81"/>
                      <a:pt x="3056" y="190"/>
                      <a:pt x="2668" y="352"/>
                    </a:cubicBezTo>
                    <a:cubicBezTo>
                      <a:pt x="2272" y="523"/>
                      <a:pt x="1911" y="748"/>
                      <a:pt x="1578" y="1019"/>
                    </a:cubicBezTo>
                    <a:cubicBezTo>
                      <a:pt x="1253" y="1289"/>
                      <a:pt x="965" y="1614"/>
                      <a:pt x="731" y="1965"/>
                    </a:cubicBezTo>
                    <a:cubicBezTo>
                      <a:pt x="496" y="2326"/>
                      <a:pt x="316" y="2713"/>
                      <a:pt x="190" y="3119"/>
                    </a:cubicBezTo>
                    <a:cubicBezTo>
                      <a:pt x="63" y="3534"/>
                      <a:pt x="9" y="3957"/>
                      <a:pt x="0" y="4381"/>
                    </a:cubicBezTo>
                    <a:cubicBezTo>
                      <a:pt x="0" y="6003"/>
                      <a:pt x="0" y="7626"/>
                      <a:pt x="9" y="9248"/>
                    </a:cubicBezTo>
                    <a:lnTo>
                      <a:pt x="54" y="14116"/>
                    </a:lnTo>
                    <a:lnTo>
                      <a:pt x="54" y="16550"/>
                    </a:lnTo>
                    <a:lnTo>
                      <a:pt x="54" y="17154"/>
                    </a:lnTo>
                    <a:cubicBezTo>
                      <a:pt x="54" y="17253"/>
                      <a:pt x="54" y="17361"/>
                      <a:pt x="63" y="17469"/>
                    </a:cubicBezTo>
                    <a:cubicBezTo>
                      <a:pt x="63" y="17568"/>
                      <a:pt x="72" y="17676"/>
                      <a:pt x="81" y="17776"/>
                    </a:cubicBezTo>
                    <a:cubicBezTo>
                      <a:pt x="127" y="18190"/>
                      <a:pt x="217" y="18605"/>
                      <a:pt x="370" y="19002"/>
                    </a:cubicBezTo>
                    <a:cubicBezTo>
                      <a:pt x="676" y="19786"/>
                      <a:pt x="1226" y="20489"/>
                      <a:pt x="1947" y="20949"/>
                    </a:cubicBezTo>
                    <a:cubicBezTo>
                      <a:pt x="2299" y="21183"/>
                      <a:pt x="2696" y="21363"/>
                      <a:pt x="3092" y="21489"/>
                    </a:cubicBezTo>
                    <a:lnTo>
                      <a:pt x="4255" y="21859"/>
                    </a:lnTo>
                    <a:lnTo>
                      <a:pt x="8897" y="23310"/>
                    </a:lnTo>
                    <a:lnTo>
                      <a:pt x="9483" y="23490"/>
                    </a:lnTo>
                    <a:cubicBezTo>
                      <a:pt x="9672" y="23554"/>
                      <a:pt x="9862" y="23617"/>
                      <a:pt x="10078" y="23671"/>
                    </a:cubicBezTo>
                    <a:cubicBezTo>
                      <a:pt x="10418" y="23761"/>
                      <a:pt x="10777" y="23801"/>
                      <a:pt x="11133" y="23801"/>
                    </a:cubicBezTo>
                    <a:cubicBezTo>
                      <a:pt x="11202" y="23801"/>
                      <a:pt x="11271" y="23800"/>
                      <a:pt x="11340" y="23797"/>
                    </a:cubicBezTo>
                    <a:cubicBezTo>
                      <a:pt x="11764" y="23779"/>
                      <a:pt x="12187" y="23698"/>
                      <a:pt x="12593" y="23563"/>
                    </a:cubicBezTo>
                    <a:lnTo>
                      <a:pt x="13738" y="23157"/>
                    </a:lnTo>
                    <a:lnTo>
                      <a:pt x="18335" y="21552"/>
                    </a:lnTo>
                    <a:cubicBezTo>
                      <a:pt x="19137" y="21273"/>
                      <a:pt x="19858" y="20759"/>
                      <a:pt x="20372" y="20083"/>
                    </a:cubicBezTo>
                    <a:cubicBezTo>
                      <a:pt x="20895" y="19407"/>
                      <a:pt x="21210" y="18578"/>
                      <a:pt x="21273" y="17731"/>
                    </a:cubicBezTo>
                    <a:lnTo>
                      <a:pt x="21282" y="17406"/>
                    </a:lnTo>
                    <a:lnTo>
                      <a:pt x="21282" y="17109"/>
                    </a:lnTo>
                    <a:lnTo>
                      <a:pt x="21291" y="16496"/>
                    </a:lnTo>
                    <a:lnTo>
                      <a:pt x="21291" y="15279"/>
                    </a:lnTo>
                    <a:lnTo>
                      <a:pt x="21309" y="12845"/>
                    </a:lnTo>
                    <a:lnTo>
                      <a:pt x="21327" y="7978"/>
                    </a:lnTo>
                    <a:lnTo>
                      <a:pt x="21345" y="5544"/>
                    </a:lnTo>
                    <a:cubicBezTo>
                      <a:pt x="21345" y="5138"/>
                      <a:pt x="21354" y="4742"/>
                      <a:pt x="21345" y="4327"/>
                    </a:cubicBezTo>
                    <a:cubicBezTo>
                      <a:pt x="21336" y="3894"/>
                      <a:pt x="21255" y="3471"/>
                      <a:pt x="21129" y="3056"/>
                    </a:cubicBezTo>
                    <a:cubicBezTo>
                      <a:pt x="20994" y="2650"/>
                      <a:pt x="20795" y="2263"/>
                      <a:pt x="20561" y="1911"/>
                    </a:cubicBezTo>
                    <a:cubicBezTo>
                      <a:pt x="20309" y="1551"/>
                      <a:pt x="20011" y="1244"/>
                      <a:pt x="19678" y="974"/>
                    </a:cubicBezTo>
                    <a:cubicBezTo>
                      <a:pt x="19344" y="694"/>
                      <a:pt x="18966" y="487"/>
                      <a:pt x="18569" y="325"/>
                    </a:cubicBezTo>
                    <a:cubicBezTo>
                      <a:pt x="18172" y="153"/>
                      <a:pt x="17749" y="72"/>
                      <a:pt x="17325" y="18"/>
                    </a:cubicBezTo>
                    <a:cubicBezTo>
                      <a:pt x="17109" y="5"/>
                      <a:pt x="16901" y="2"/>
                      <a:pt x="16698" y="2"/>
                    </a:cubicBezTo>
                    <a:cubicBezTo>
                      <a:pt x="16596" y="2"/>
                      <a:pt x="16494" y="3"/>
                      <a:pt x="16393" y="3"/>
                    </a:cubicBezTo>
                    <a:cubicBezTo>
                      <a:pt x="16292" y="3"/>
                      <a:pt x="16192" y="2"/>
                      <a:pt x="160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97" name="Google Shape;3597;p132"/>
            <p:cNvSpPr/>
            <p:nvPr/>
          </p:nvSpPr>
          <p:spPr>
            <a:xfrm rot="442426">
              <a:off x="8229710" y="-161880"/>
              <a:ext cx="102851" cy="55127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5">
    <p:spTree>
      <p:nvGrpSpPr>
        <p:cNvPr id="1" name="Shape 3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9" name="Google Shape;3599;p13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600" name="Google Shape;3600;p13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13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13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13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13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13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13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13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13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13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13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13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13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13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13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13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13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13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13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13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13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13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22" name="Google Shape;3622;p133"/>
          <p:cNvSpPr txBox="1">
            <a:spLocks noGrp="1"/>
          </p:cNvSpPr>
          <p:nvPr>
            <p:ph type="subTitle" idx="1"/>
          </p:nvPr>
        </p:nvSpPr>
        <p:spPr>
          <a:xfrm>
            <a:off x="235185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23" name="Google Shape;3623;p133"/>
          <p:cNvSpPr txBox="1">
            <a:spLocks noGrp="1"/>
          </p:cNvSpPr>
          <p:nvPr>
            <p:ph type="ctrTitle"/>
          </p:nvPr>
        </p:nvSpPr>
        <p:spPr>
          <a:xfrm>
            <a:off x="32979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3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5" name="Google Shape;3625;p13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626" name="Google Shape;3626;p13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13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13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13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13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13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13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13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13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13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13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13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13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13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13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13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13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13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13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13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13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13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48" name="Google Shape;3648;p134"/>
          <p:cNvSpPr txBox="1">
            <a:spLocks noGrp="1"/>
          </p:cNvSpPr>
          <p:nvPr>
            <p:ph type="subTitle" idx="1"/>
          </p:nvPr>
        </p:nvSpPr>
        <p:spPr>
          <a:xfrm>
            <a:off x="906900" y="298732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49" name="Google Shape;3649;p134"/>
          <p:cNvSpPr txBox="1">
            <a:spLocks noGrp="1"/>
          </p:cNvSpPr>
          <p:nvPr>
            <p:ph type="subTitle" idx="2"/>
          </p:nvPr>
        </p:nvSpPr>
        <p:spPr>
          <a:xfrm>
            <a:off x="906900" y="12797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50" name="Google Shape;3650;p134"/>
          <p:cNvSpPr txBox="1">
            <a:spLocks noGrp="1"/>
          </p:cNvSpPr>
          <p:nvPr>
            <p:ph type="subTitle" idx="3"/>
          </p:nvPr>
        </p:nvSpPr>
        <p:spPr>
          <a:xfrm>
            <a:off x="906900" y="1743949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51" name="Google Shape;3651;p134"/>
          <p:cNvSpPr txBox="1">
            <a:spLocks noGrp="1"/>
          </p:cNvSpPr>
          <p:nvPr>
            <p:ph type="subTitle" idx="4"/>
          </p:nvPr>
        </p:nvSpPr>
        <p:spPr>
          <a:xfrm>
            <a:off x="906900" y="3464338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52" name="Google Shape;3652;p13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7">
    <p:spTree>
      <p:nvGrpSpPr>
        <p:cNvPr id="1" name="Shape 3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4" name="Google Shape;3654;p13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655" name="Google Shape;3655;p13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13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13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13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13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13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13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13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13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13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13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13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13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13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13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13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13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13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13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13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13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13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77" name="Google Shape;3677;p135"/>
          <p:cNvSpPr txBox="1">
            <a:spLocks noGrp="1"/>
          </p:cNvSpPr>
          <p:nvPr>
            <p:ph type="ctrTitle"/>
          </p:nvPr>
        </p:nvSpPr>
        <p:spPr>
          <a:xfrm>
            <a:off x="52729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678" name="Google Shape;3678;p135"/>
          <p:cNvSpPr txBox="1">
            <a:spLocks noGrp="1"/>
          </p:cNvSpPr>
          <p:nvPr>
            <p:ph type="subTitle" idx="1"/>
          </p:nvPr>
        </p:nvSpPr>
        <p:spPr>
          <a:xfrm>
            <a:off x="52729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79" name="Google Shape;3679;p135"/>
          <p:cNvSpPr txBox="1">
            <a:spLocks noGrp="1"/>
          </p:cNvSpPr>
          <p:nvPr>
            <p:ph type="subTitle" idx="2"/>
          </p:nvPr>
        </p:nvSpPr>
        <p:spPr>
          <a:xfrm>
            <a:off x="52729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80" name="Google Shape;3680;p135"/>
          <p:cNvSpPr txBox="1">
            <a:spLocks noGrp="1"/>
          </p:cNvSpPr>
          <p:nvPr>
            <p:ph type="ctrTitle" idx="3"/>
          </p:nvPr>
        </p:nvSpPr>
        <p:spPr>
          <a:xfrm>
            <a:off x="52729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681" name="Google Shape;3681;p135"/>
          <p:cNvSpPr txBox="1">
            <a:spLocks noGrp="1"/>
          </p:cNvSpPr>
          <p:nvPr>
            <p:ph type="ctrTitle" idx="4"/>
          </p:nvPr>
        </p:nvSpPr>
        <p:spPr>
          <a:xfrm>
            <a:off x="14197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682" name="Google Shape;3682;p135"/>
          <p:cNvSpPr txBox="1">
            <a:spLocks noGrp="1"/>
          </p:cNvSpPr>
          <p:nvPr>
            <p:ph type="subTitle" idx="5"/>
          </p:nvPr>
        </p:nvSpPr>
        <p:spPr>
          <a:xfrm>
            <a:off x="14197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83" name="Google Shape;3683;p135"/>
          <p:cNvSpPr txBox="1">
            <a:spLocks noGrp="1"/>
          </p:cNvSpPr>
          <p:nvPr>
            <p:ph type="subTitle" idx="6"/>
          </p:nvPr>
        </p:nvSpPr>
        <p:spPr>
          <a:xfrm>
            <a:off x="14197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84" name="Google Shape;3684;p135"/>
          <p:cNvSpPr txBox="1">
            <a:spLocks noGrp="1"/>
          </p:cNvSpPr>
          <p:nvPr>
            <p:ph type="ctrTitle" idx="7"/>
          </p:nvPr>
        </p:nvSpPr>
        <p:spPr>
          <a:xfrm>
            <a:off x="14197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685" name="Google Shape;3685;p135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3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7" name="Google Shape;3687;p136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3688" name="Google Shape;3688;p136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89" name="Google Shape;3689;p13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690" name="Google Shape;3690;p136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3691" name="Google Shape;3691;p13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13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13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13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13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13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13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13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13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13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13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13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13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13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13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06" name="Google Shape;3706;p136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3707" name="Google Shape;3707;p13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13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13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13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13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13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13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13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13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13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7" name="Google Shape;3717;p13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8" name="Google Shape;3718;p13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9" name="Google Shape;3719;p13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0" name="Google Shape;3720;p13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13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722" name="Google Shape;3722;p136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3" name="Google Shape;3723;p136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4" name="Google Shape;3724;p136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5" name="Google Shape;3725;p136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6" name="Google Shape;3726;p136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7" name="Google Shape;3727;p13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28" name="Google Shape;3728;p1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087300" cy="14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29" name="Google Shape;3729;p136"/>
          <p:cNvSpPr txBox="1">
            <a:spLocks noGrp="1"/>
          </p:cNvSpPr>
          <p:nvPr>
            <p:ph type="subTitle" idx="1"/>
          </p:nvPr>
        </p:nvSpPr>
        <p:spPr>
          <a:xfrm>
            <a:off x="5703898" y="86720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30" name="Google Shape;3730;p136"/>
          <p:cNvSpPr txBox="1">
            <a:spLocks noGrp="1"/>
          </p:cNvSpPr>
          <p:nvPr>
            <p:ph type="subTitle" idx="2"/>
          </p:nvPr>
        </p:nvSpPr>
        <p:spPr>
          <a:xfrm>
            <a:off x="5703898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31" name="Google Shape;3731;p136"/>
          <p:cNvSpPr txBox="1">
            <a:spLocks noGrp="1"/>
          </p:cNvSpPr>
          <p:nvPr>
            <p:ph type="subTitle" idx="3"/>
          </p:nvPr>
        </p:nvSpPr>
        <p:spPr>
          <a:xfrm>
            <a:off x="906900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32" name="Google Shape;3732;p136"/>
          <p:cNvSpPr txBox="1">
            <a:spLocks noGrp="1"/>
          </p:cNvSpPr>
          <p:nvPr>
            <p:ph type="subTitle" idx="4"/>
          </p:nvPr>
        </p:nvSpPr>
        <p:spPr>
          <a:xfrm>
            <a:off x="906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33" name="Google Shape;3733;p136"/>
          <p:cNvSpPr txBox="1">
            <a:spLocks noGrp="1"/>
          </p:cNvSpPr>
          <p:nvPr>
            <p:ph type="subTitle" idx="5"/>
          </p:nvPr>
        </p:nvSpPr>
        <p:spPr>
          <a:xfrm>
            <a:off x="5703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34" name="Google Shape;3734;p136"/>
          <p:cNvSpPr txBox="1">
            <a:spLocks noGrp="1"/>
          </p:cNvSpPr>
          <p:nvPr>
            <p:ph type="subTitle" idx="6"/>
          </p:nvPr>
        </p:nvSpPr>
        <p:spPr>
          <a:xfrm>
            <a:off x="5703900" y="1247983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9">
    <p:spTree>
      <p:nvGrpSpPr>
        <p:cNvPr id="1" name="Shape 3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6" name="Google Shape;3736;p13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737" name="Google Shape;3737;p13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13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13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13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13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13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13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13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13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13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13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13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13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13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13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13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13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13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13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13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13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13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59" name="Google Shape;3759;p137"/>
          <p:cNvSpPr txBox="1">
            <a:spLocks noGrp="1"/>
          </p:cNvSpPr>
          <p:nvPr>
            <p:ph type="ctrTitle"/>
          </p:nvPr>
        </p:nvSpPr>
        <p:spPr>
          <a:xfrm>
            <a:off x="3443850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760" name="Google Shape;3760;p137"/>
          <p:cNvSpPr txBox="1">
            <a:spLocks noGrp="1"/>
          </p:cNvSpPr>
          <p:nvPr>
            <p:ph type="subTitle" idx="1"/>
          </p:nvPr>
        </p:nvSpPr>
        <p:spPr>
          <a:xfrm>
            <a:off x="344384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61" name="Google Shape;3761;p137"/>
          <p:cNvSpPr txBox="1">
            <a:spLocks noGrp="1"/>
          </p:cNvSpPr>
          <p:nvPr>
            <p:ph type="subTitle" idx="2"/>
          </p:nvPr>
        </p:nvSpPr>
        <p:spPr>
          <a:xfrm>
            <a:off x="4759920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62" name="Google Shape;3762;p137"/>
          <p:cNvSpPr txBox="1">
            <a:spLocks noGrp="1"/>
          </p:cNvSpPr>
          <p:nvPr>
            <p:ph type="ctrTitle" idx="3"/>
          </p:nvPr>
        </p:nvSpPr>
        <p:spPr>
          <a:xfrm>
            <a:off x="475992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763" name="Google Shape;3763;p137"/>
          <p:cNvSpPr txBox="1">
            <a:spLocks noGrp="1"/>
          </p:cNvSpPr>
          <p:nvPr>
            <p:ph type="ctrTitle" idx="4"/>
          </p:nvPr>
        </p:nvSpPr>
        <p:spPr>
          <a:xfrm>
            <a:off x="81170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764" name="Google Shape;3764;p137"/>
          <p:cNvSpPr txBox="1">
            <a:spLocks noGrp="1"/>
          </p:cNvSpPr>
          <p:nvPr>
            <p:ph type="subTitle" idx="5"/>
          </p:nvPr>
        </p:nvSpPr>
        <p:spPr>
          <a:xfrm>
            <a:off x="81170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65" name="Google Shape;3765;p137"/>
          <p:cNvSpPr txBox="1">
            <a:spLocks noGrp="1"/>
          </p:cNvSpPr>
          <p:nvPr>
            <p:ph type="subTitle" idx="6"/>
          </p:nvPr>
        </p:nvSpPr>
        <p:spPr>
          <a:xfrm>
            <a:off x="2127778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66" name="Google Shape;3766;p137"/>
          <p:cNvSpPr txBox="1">
            <a:spLocks noGrp="1"/>
          </p:cNvSpPr>
          <p:nvPr>
            <p:ph type="ctrTitle" idx="7"/>
          </p:nvPr>
        </p:nvSpPr>
        <p:spPr>
          <a:xfrm>
            <a:off x="212778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767" name="Google Shape;3767;p137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68" name="Google Shape;3768;p137"/>
          <p:cNvSpPr txBox="1">
            <a:spLocks noGrp="1"/>
          </p:cNvSpPr>
          <p:nvPr>
            <p:ph type="ctrTitle" idx="9"/>
          </p:nvPr>
        </p:nvSpPr>
        <p:spPr>
          <a:xfrm>
            <a:off x="607599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769" name="Google Shape;3769;p137"/>
          <p:cNvSpPr txBox="1">
            <a:spLocks noGrp="1"/>
          </p:cNvSpPr>
          <p:nvPr>
            <p:ph type="subTitle" idx="13"/>
          </p:nvPr>
        </p:nvSpPr>
        <p:spPr>
          <a:xfrm>
            <a:off x="607599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3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1" name="Google Shape;3771;p13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772" name="Google Shape;3772;p13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13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13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13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13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13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13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13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13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13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13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13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13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13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13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13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13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13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13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13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13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13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94" name="Google Shape;3794;p138"/>
          <p:cNvSpPr txBox="1">
            <a:spLocks noGrp="1"/>
          </p:cNvSpPr>
          <p:nvPr>
            <p:ph type="title"/>
          </p:nvPr>
        </p:nvSpPr>
        <p:spPr>
          <a:xfrm>
            <a:off x="5314275" y="1089028"/>
            <a:ext cx="3109500" cy="13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95" name="Google Shape;3795;p138"/>
          <p:cNvSpPr txBox="1">
            <a:spLocks noGrp="1"/>
          </p:cNvSpPr>
          <p:nvPr>
            <p:ph type="subTitle" idx="1"/>
          </p:nvPr>
        </p:nvSpPr>
        <p:spPr>
          <a:xfrm>
            <a:off x="6241125" y="2611969"/>
            <a:ext cx="21828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34">
    <p:spTree>
      <p:nvGrpSpPr>
        <p:cNvPr id="1" name="Shape 3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7" name="Google Shape;3797;p13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798" name="Google Shape;3798;p13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13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13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13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13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13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13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13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13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3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3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3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3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13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3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13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3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3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3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13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13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13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20" name="Google Shape;3820;p139"/>
          <p:cNvSpPr txBox="1">
            <a:spLocks noGrp="1"/>
          </p:cNvSpPr>
          <p:nvPr>
            <p:ph type="title"/>
          </p:nvPr>
        </p:nvSpPr>
        <p:spPr>
          <a:xfrm>
            <a:off x="717000" y="1491225"/>
            <a:ext cx="3870300" cy="9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21" name="Google Shape;3821;p139"/>
          <p:cNvSpPr txBox="1">
            <a:spLocks noGrp="1"/>
          </p:cNvSpPr>
          <p:nvPr>
            <p:ph type="subTitle" idx="1"/>
          </p:nvPr>
        </p:nvSpPr>
        <p:spPr>
          <a:xfrm>
            <a:off x="1870200" y="2570158"/>
            <a:ext cx="27171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1">
    <p:spTree>
      <p:nvGrpSpPr>
        <p:cNvPr id="1" name="Shape 3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3" name="Google Shape;3823;p140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824" name="Google Shape;3824;p14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14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14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14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14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14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14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14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14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14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14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14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14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14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14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4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14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14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14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14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14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4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6" name="Google Shape;3846;p140"/>
          <p:cNvSpPr txBox="1">
            <a:spLocks noGrp="1"/>
          </p:cNvSpPr>
          <p:nvPr>
            <p:ph type="ctrTitle"/>
          </p:nvPr>
        </p:nvSpPr>
        <p:spPr>
          <a:xfrm>
            <a:off x="988403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847" name="Google Shape;3847;p140"/>
          <p:cNvSpPr txBox="1">
            <a:spLocks noGrp="1"/>
          </p:cNvSpPr>
          <p:nvPr>
            <p:ph type="subTitle" idx="1"/>
          </p:nvPr>
        </p:nvSpPr>
        <p:spPr>
          <a:xfrm>
            <a:off x="988403" y="1579523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48" name="Google Shape;3848;p140"/>
          <p:cNvSpPr txBox="1">
            <a:spLocks noGrp="1"/>
          </p:cNvSpPr>
          <p:nvPr>
            <p:ph type="subTitle" idx="2"/>
          </p:nvPr>
        </p:nvSpPr>
        <p:spPr>
          <a:xfrm>
            <a:off x="988403" y="3577425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49" name="Google Shape;3849;p140"/>
          <p:cNvSpPr txBox="1">
            <a:spLocks noGrp="1"/>
          </p:cNvSpPr>
          <p:nvPr>
            <p:ph type="subTitle" idx="3"/>
          </p:nvPr>
        </p:nvSpPr>
        <p:spPr>
          <a:xfrm>
            <a:off x="988403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50" name="Google Shape;3850;p140"/>
          <p:cNvSpPr txBox="1">
            <a:spLocks noGrp="1"/>
          </p:cNvSpPr>
          <p:nvPr>
            <p:ph type="ctrTitle" idx="4"/>
          </p:nvPr>
        </p:nvSpPr>
        <p:spPr>
          <a:xfrm>
            <a:off x="988403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851" name="Google Shape;3851;p140"/>
          <p:cNvSpPr txBox="1">
            <a:spLocks noGrp="1"/>
          </p:cNvSpPr>
          <p:nvPr>
            <p:ph type="ctrTitle" idx="5"/>
          </p:nvPr>
        </p:nvSpPr>
        <p:spPr>
          <a:xfrm>
            <a:off x="988403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3852" name="Google Shape;3852;p140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141"/>
          <p:cNvSpPr txBox="1">
            <a:spLocks noGrp="1"/>
          </p:cNvSpPr>
          <p:nvPr>
            <p:ph type="title"/>
          </p:nvPr>
        </p:nvSpPr>
        <p:spPr>
          <a:xfrm>
            <a:off x="5059850" y="3019625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1">
    <p:spTree>
      <p:nvGrpSpPr>
        <p:cNvPr id="1" name="Shape 3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6" name="Google Shape;3856;p142"/>
          <p:cNvSpPr txBox="1">
            <a:spLocks noGrp="1"/>
          </p:cNvSpPr>
          <p:nvPr>
            <p:ph type="title"/>
          </p:nvPr>
        </p:nvSpPr>
        <p:spPr>
          <a:xfrm>
            <a:off x="1249850" y="873387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4">
    <p:spTree>
      <p:nvGrpSpPr>
        <p:cNvPr id="1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8" name="Google Shape;3858;p14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859" name="Google Shape;3859;p14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14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14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14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14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14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14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14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14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14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14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14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14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14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14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14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14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14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14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14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14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14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1" name="Google Shape;3881;p143"/>
          <p:cNvSpPr txBox="1">
            <a:spLocks noGrp="1"/>
          </p:cNvSpPr>
          <p:nvPr>
            <p:ph type="title"/>
          </p:nvPr>
        </p:nvSpPr>
        <p:spPr>
          <a:xfrm>
            <a:off x="1232825" y="1765317"/>
            <a:ext cx="66783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82" name="Google Shape;3882;p143"/>
          <p:cNvSpPr txBox="1">
            <a:spLocks noGrp="1"/>
          </p:cNvSpPr>
          <p:nvPr>
            <p:ph type="body" idx="1"/>
          </p:nvPr>
        </p:nvSpPr>
        <p:spPr>
          <a:xfrm>
            <a:off x="2155325" y="2698083"/>
            <a:ext cx="48333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32">
    <p:spTree>
      <p:nvGrpSpPr>
        <p:cNvPr id="1" name="Shape 3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4" name="Google Shape;3884;p14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885" name="Google Shape;3885;p14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14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4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14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14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14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14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14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14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14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14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14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14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14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14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14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14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14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14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14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14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14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07" name="Google Shape;3907;p144"/>
          <p:cNvSpPr txBox="1">
            <a:spLocks noGrp="1"/>
          </p:cNvSpPr>
          <p:nvPr>
            <p:ph type="title"/>
          </p:nvPr>
        </p:nvSpPr>
        <p:spPr>
          <a:xfrm>
            <a:off x="3800500" y="1351950"/>
            <a:ext cx="3933000" cy="15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08" name="Google Shape;3908;p144"/>
          <p:cNvSpPr txBox="1">
            <a:spLocks noGrp="1"/>
          </p:cNvSpPr>
          <p:nvPr>
            <p:ph type="body" idx="1"/>
          </p:nvPr>
        </p:nvSpPr>
        <p:spPr>
          <a:xfrm>
            <a:off x="3800550" y="3111475"/>
            <a:ext cx="39330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r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5">
    <p:spTree>
      <p:nvGrpSpPr>
        <p:cNvPr id="1" name="Shape 3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0" name="Google Shape;3910;p14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911" name="Google Shape;3911;p14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14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14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14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14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14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14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14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14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14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14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14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14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14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14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14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14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14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14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14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14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14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33" name="Google Shape;3933;p14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6">
    <p:spTree>
      <p:nvGrpSpPr>
        <p:cNvPr id="1" name="Shape 3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5" name="Google Shape;3935;p146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3936" name="Google Shape;3936;p146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37" name="Google Shape;3937;p14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938" name="Google Shape;3938;p146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3939" name="Google Shape;3939;p14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0" name="Google Shape;3940;p14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1" name="Google Shape;3941;p14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2" name="Google Shape;3942;p14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3" name="Google Shape;3943;p14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4" name="Google Shape;3944;p14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5" name="Google Shape;3945;p14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6" name="Google Shape;3946;p14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7" name="Google Shape;3947;p14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14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14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14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1" name="Google Shape;3951;p14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14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14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4" name="Google Shape;3954;p146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3955" name="Google Shape;3955;p14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14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7" name="Google Shape;3957;p14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8" name="Google Shape;3958;p14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9" name="Google Shape;3959;p14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0" name="Google Shape;3960;p14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1" name="Google Shape;3961;p14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2" name="Google Shape;3962;p14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14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4" name="Google Shape;3964;p14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5" name="Google Shape;3965;p14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6" name="Google Shape;3966;p14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7" name="Google Shape;3967;p14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14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9" name="Google Shape;3969;p14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970" name="Google Shape;3970;p146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1" name="Google Shape;3971;p146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2" name="Google Shape;3972;p146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3" name="Google Shape;3973;p146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4" name="Google Shape;3974;p146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5" name="Google Shape;3975;p14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76" name="Google Shape;3976;p146"/>
          <p:cNvSpPr txBox="1">
            <a:spLocks noGrp="1"/>
          </p:cNvSpPr>
          <p:nvPr>
            <p:ph type="subTitle" idx="1"/>
          </p:nvPr>
        </p:nvSpPr>
        <p:spPr>
          <a:xfrm>
            <a:off x="906900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77" name="Google Shape;3977;p146"/>
          <p:cNvSpPr txBox="1">
            <a:spLocks noGrp="1"/>
          </p:cNvSpPr>
          <p:nvPr>
            <p:ph type="subTitle" idx="2"/>
          </p:nvPr>
        </p:nvSpPr>
        <p:spPr>
          <a:xfrm>
            <a:off x="5565696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78" name="Google Shape;3978;p146"/>
          <p:cNvSpPr txBox="1">
            <a:spLocks noGrp="1"/>
          </p:cNvSpPr>
          <p:nvPr>
            <p:ph type="subTitle" idx="3"/>
          </p:nvPr>
        </p:nvSpPr>
        <p:spPr>
          <a:xfrm>
            <a:off x="906900" y="208403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79" name="Google Shape;3979;p146"/>
          <p:cNvSpPr txBox="1">
            <a:spLocks noGrp="1"/>
          </p:cNvSpPr>
          <p:nvPr>
            <p:ph type="subTitle" idx="4"/>
          </p:nvPr>
        </p:nvSpPr>
        <p:spPr>
          <a:xfrm>
            <a:off x="5565688" y="2094806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0" name="Google Shape;3980;p146"/>
          <p:cNvSpPr txBox="1">
            <a:spLocks noGrp="1"/>
          </p:cNvSpPr>
          <p:nvPr>
            <p:ph type="subTitle" idx="5"/>
          </p:nvPr>
        </p:nvSpPr>
        <p:spPr>
          <a:xfrm>
            <a:off x="906900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1" name="Google Shape;3981;p146"/>
          <p:cNvSpPr txBox="1">
            <a:spLocks noGrp="1"/>
          </p:cNvSpPr>
          <p:nvPr>
            <p:ph type="subTitle" idx="6"/>
          </p:nvPr>
        </p:nvSpPr>
        <p:spPr>
          <a:xfrm>
            <a:off x="5565688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2" name="Google Shape;3982;p146"/>
          <p:cNvSpPr txBox="1">
            <a:spLocks noGrp="1"/>
          </p:cNvSpPr>
          <p:nvPr>
            <p:ph type="subTitle" idx="7"/>
          </p:nvPr>
        </p:nvSpPr>
        <p:spPr>
          <a:xfrm>
            <a:off x="906900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3" name="Google Shape;3983;p146"/>
          <p:cNvSpPr txBox="1">
            <a:spLocks noGrp="1"/>
          </p:cNvSpPr>
          <p:nvPr>
            <p:ph type="subTitle" idx="8"/>
          </p:nvPr>
        </p:nvSpPr>
        <p:spPr>
          <a:xfrm>
            <a:off x="5565688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84" name="Google Shape;3984;p1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30000" cy="99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7">
    <p:spTree>
      <p:nvGrpSpPr>
        <p:cNvPr id="1" name="Shape 3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6" name="Google Shape;3986;p147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987" name="Google Shape;3987;p14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14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14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14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14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14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14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14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14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14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14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14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14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14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14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14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14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14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14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14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14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14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9" name="Google Shape;4009;p147"/>
          <p:cNvSpPr txBox="1">
            <a:spLocks noGrp="1"/>
          </p:cNvSpPr>
          <p:nvPr>
            <p:ph type="ctrTitle"/>
          </p:nvPr>
        </p:nvSpPr>
        <p:spPr>
          <a:xfrm>
            <a:off x="5295149" y="1449725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010" name="Google Shape;4010;p147"/>
          <p:cNvSpPr txBox="1">
            <a:spLocks noGrp="1"/>
          </p:cNvSpPr>
          <p:nvPr>
            <p:ph type="subTitle" idx="1"/>
          </p:nvPr>
        </p:nvSpPr>
        <p:spPr>
          <a:xfrm>
            <a:off x="5295149" y="1731948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11" name="Google Shape;4011;p147"/>
          <p:cNvSpPr txBox="1">
            <a:spLocks noGrp="1"/>
          </p:cNvSpPr>
          <p:nvPr>
            <p:ph type="subTitle" idx="2"/>
          </p:nvPr>
        </p:nvSpPr>
        <p:spPr>
          <a:xfrm>
            <a:off x="5295149" y="3281876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12" name="Google Shape;4012;p147"/>
          <p:cNvSpPr txBox="1">
            <a:spLocks noGrp="1"/>
          </p:cNvSpPr>
          <p:nvPr>
            <p:ph type="ctrTitle" idx="3"/>
          </p:nvPr>
        </p:nvSpPr>
        <p:spPr>
          <a:xfrm>
            <a:off x="5295153" y="2989856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013" name="Google Shape;4013;p147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8">
    <p:spTree>
      <p:nvGrpSpPr>
        <p:cNvPr id="1" name="Shape 4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5" name="Google Shape;4015;p14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016" name="Google Shape;4016;p14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14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14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14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14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14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14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14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14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14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14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14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14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14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14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14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14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14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14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14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14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14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38" name="Google Shape;4038;p14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4">
    <p:spTree>
      <p:nvGrpSpPr>
        <p:cNvPr id="1" name="Shape 4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0" name="Google Shape;4040;p14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041" name="Google Shape;4041;p14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14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14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14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14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14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14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14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14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14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14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14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14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14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14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14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14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14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14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14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14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14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63" name="Google Shape;4063;p14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99100" cy="87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9">
    <p:spTree>
      <p:nvGrpSpPr>
        <p:cNvPr id="1" name="Shape 4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5" name="Google Shape;4065;p15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066" name="Google Shape;4066;p15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15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15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15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15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15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15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15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15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15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15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15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15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15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15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15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15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15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15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15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15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15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88" name="Google Shape;4088;p150"/>
          <p:cNvSpPr txBox="1">
            <a:spLocks noGrp="1"/>
          </p:cNvSpPr>
          <p:nvPr>
            <p:ph type="subTitle" idx="1"/>
          </p:nvPr>
        </p:nvSpPr>
        <p:spPr>
          <a:xfrm>
            <a:off x="8041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089" name="Google Shape;4089;p150"/>
          <p:cNvSpPr txBox="1">
            <a:spLocks noGrp="1"/>
          </p:cNvSpPr>
          <p:nvPr>
            <p:ph type="subTitle" idx="2"/>
          </p:nvPr>
        </p:nvSpPr>
        <p:spPr>
          <a:xfrm>
            <a:off x="58336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090" name="Google Shape;4090;p150"/>
          <p:cNvSpPr txBox="1">
            <a:spLocks noGrp="1"/>
          </p:cNvSpPr>
          <p:nvPr>
            <p:ph type="subTitle" idx="3"/>
          </p:nvPr>
        </p:nvSpPr>
        <p:spPr>
          <a:xfrm>
            <a:off x="8041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091" name="Google Shape;4091;p150"/>
          <p:cNvSpPr txBox="1">
            <a:spLocks noGrp="1"/>
          </p:cNvSpPr>
          <p:nvPr>
            <p:ph type="subTitle" idx="4"/>
          </p:nvPr>
        </p:nvSpPr>
        <p:spPr>
          <a:xfrm>
            <a:off x="58336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092" name="Google Shape;4092;p150"/>
          <p:cNvSpPr txBox="1">
            <a:spLocks noGrp="1"/>
          </p:cNvSpPr>
          <p:nvPr>
            <p:ph type="subTitle" idx="5"/>
          </p:nvPr>
        </p:nvSpPr>
        <p:spPr>
          <a:xfrm>
            <a:off x="331890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093" name="Google Shape;4093;p150"/>
          <p:cNvSpPr txBox="1">
            <a:spLocks noGrp="1"/>
          </p:cNvSpPr>
          <p:nvPr>
            <p:ph type="subTitle" idx="6"/>
          </p:nvPr>
        </p:nvSpPr>
        <p:spPr>
          <a:xfrm>
            <a:off x="331890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094" name="Google Shape;4094;p1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95" name="Google Shape;4095;p150"/>
          <p:cNvSpPr txBox="1">
            <a:spLocks noGrp="1"/>
          </p:cNvSpPr>
          <p:nvPr>
            <p:ph type="subTitle" idx="7"/>
          </p:nvPr>
        </p:nvSpPr>
        <p:spPr>
          <a:xfrm>
            <a:off x="8041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96" name="Google Shape;4096;p150"/>
          <p:cNvSpPr txBox="1">
            <a:spLocks noGrp="1"/>
          </p:cNvSpPr>
          <p:nvPr>
            <p:ph type="subTitle" idx="8"/>
          </p:nvPr>
        </p:nvSpPr>
        <p:spPr>
          <a:xfrm>
            <a:off x="58336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97" name="Google Shape;4097;p150"/>
          <p:cNvSpPr txBox="1">
            <a:spLocks noGrp="1"/>
          </p:cNvSpPr>
          <p:nvPr>
            <p:ph type="subTitle" idx="9"/>
          </p:nvPr>
        </p:nvSpPr>
        <p:spPr>
          <a:xfrm>
            <a:off x="8041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98" name="Google Shape;4098;p150"/>
          <p:cNvSpPr txBox="1">
            <a:spLocks noGrp="1"/>
          </p:cNvSpPr>
          <p:nvPr>
            <p:ph type="subTitle" idx="13"/>
          </p:nvPr>
        </p:nvSpPr>
        <p:spPr>
          <a:xfrm>
            <a:off x="58336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99" name="Google Shape;4099;p150"/>
          <p:cNvSpPr txBox="1">
            <a:spLocks noGrp="1"/>
          </p:cNvSpPr>
          <p:nvPr>
            <p:ph type="subTitle" idx="14"/>
          </p:nvPr>
        </p:nvSpPr>
        <p:spPr>
          <a:xfrm>
            <a:off x="331890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00" name="Google Shape;4100;p150"/>
          <p:cNvSpPr txBox="1">
            <a:spLocks noGrp="1"/>
          </p:cNvSpPr>
          <p:nvPr>
            <p:ph type="subTitle" idx="15"/>
          </p:nvPr>
        </p:nvSpPr>
        <p:spPr>
          <a:xfrm>
            <a:off x="331890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7">
    <p:spTree>
      <p:nvGrpSpPr>
        <p:cNvPr id="1" name="Shape 4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2" name="Google Shape;4102;p15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103" name="Google Shape;4103;p15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15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15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15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15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15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15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15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15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15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15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15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15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15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15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15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15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15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15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15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15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15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5" name="Google Shape;4125;p151"/>
          <p:cNvSpPr txBox="1">
            <a:spLocks noGrp="1"/>
          </p:cNvSpPr>
          <p:nvPr>
            <p:ph type="subTitle" idx="1"/>
          </p:nvPr>
        </p:nvSpPr>
        <p:spPr>
          <a:xfrm>
            <a:off x="8041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126" name="Google Shape;4126;p151"/>
          <p:cNvSpPr txBox="1">
            <a:spLocks noGrp="1"/>
          </p:cNvSpPr>
          <p:nvPr>
            <p:ph type="subTitle" idx="2"/>
          </p:nvPr>
        </p:nvSpPr>
        <p:spPr>
          <a:xfrm>
            <a:off x="58336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127" name="Google Shape;4127;p151"/>
          <p:cNvSpPr txBox="1">
            <a:spLocks noGrp="1"/>
          </p:cNvSpPr>
          <p:nvPr>
            <p:ph type="subTitle" idx="3"/>
          </p:nvPr>
        </p:nvSpPr>
        <p:spPr>
          <a:xfrm>
            <a:off x="3318900" y="20030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128" name="Google Shape;4128;p151"/>
          <p:cNvSpPr txBox="1">
            <a:spLocks noGrp="1"/>
          </p:cNvSpPr>
          <p:nvPr>
            <p:ph type="title"/>
          </p:nvPr>
        </p:nvSpPr>
        <p:spPr>
          <a:xfrm>
            <a:off x="5917800" y="540000"/>
            <a:ext cx="25062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29" name="Google Shape;4129;p151"/>
          <p:cNvSpPr txBox="1">
            <a:spLocks noGrp="1"/>
          </p:cNvSpPr>
          <p:nvPr>
            <p:ph type="subTitle" idx="4"/>
          </p:nvPr>
        </p:nvSpPr>
        <p:spPr>
          <a:xfrm>
            <a:off x="8041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30" name="Google Shape;4130;p151"/>
          <p:cNvSpPr txBox="1">
            <a:spLocks noGrp="1"/>
          </p:cNvSpPr>
          <p:nvPr>
            <p:ph type="subTitle" idx="5"/>
          </p:nvPr>
        </p:nvSpPr>
        <p:spPr>
          <a:xfrm>
            <a:off x="58336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31" name="Google Shape;4131;p151"/>
          <p:cNvSpPr txBox="1">
            <a:spLocks noGrp="1"/>
          </p:cNvSpPr>
          <p:nvPr>
            <p:ph type="subTitle" idx="6"/>
          </p:nvPr>
        </p:nvSpPr>
        <p:spPr>
          <a:xfrm>
            <a:off x="3318900" y="2389956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28">
    <p:spTree>
      <p:nvGrpSpPr>
        <p:cNvPr id="1" name="Shape 4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3" name="Google Shape;4133;p15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134" name="Google Shape;4134;p15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15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15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15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15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15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15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15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15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15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15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15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15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15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15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15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15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15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15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15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15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15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56" name="Google Shape;4156;p152"/>
          <p:cNvSpPr txBox="1">
            <a:spLocks noGrp="1"/>
          </p:cNvSpPr>
          <p:nvPr>
            <p:ph type="subTitle" idx="1"/>
          </p:nvPr>
        </p:nvSpPr>
        <p:spPr>
          <a:xfrm>
            <a:off x="1342450" y="3241403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157" name="Google Shape;4157;p152"/>
          <p:cNvSpPr txBox="1">
            <a:spLocks noGrp="1"/>
          </p:cNvSpPr>
          <p:nvPr>
            <p:ph type="subTitle" idx="2"/>
          </p:nvPr>
        </p:nvSpPr>
        <p:spPr>
          <a:xfrm>
            <a:off x="5295350" y="3232090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158" name="Google Shape;4158;p15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59" name="Google Shape;4159;p152"/>
          <p:cNvSpPr txBox="1">
            <a:spLocks noGrp="1"/>
          </p:cNvSpPr>
          <p:nvPr>
            <p:ph type="subTitle" idx="3"/>
          </p:nvPr>
        </p:nvSpPr>
        <p:spPr>
          <a:xfrm>
            <a:off x="1342450" y="3615440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60" name="Google Shape;4160;p152"/>
          <p:cNvSpPr txBox="1">
            <a:spLocks noGrp="1"/>
          </p:cNvSpPr>
          <p:nvPr>
            <p:ph type="subTitle" idx="4"/>
          </p:nvPr>
        </p:nvSpPr>
        <p:spPr>
          <a:xfrm>
            <a:off x="5295350" y="3606127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20">
    <p:spTree>
      <p:nvGrpSpPr>
        <p:cNvPr id="1" name="Shape 4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2" name="Google Shape;4162;p15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163" name="Google Shape;4163;p15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15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15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15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15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15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15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15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15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15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15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15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15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15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15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15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15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15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15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15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15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15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85" name="Google Shape;4185;p153"/>
          <p:cNvSpPr txBox="1">
            <a:spLocks noGrp="1"/>
          </p:cNvSpPr>
          <p:nvPr>
            <p:ph type="ctrTitle"/>
          </p:nvPr>
        </p:nvSpPr>
        <p:spPr>
          <a:xfrm>
            <a:off x="3443847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186" name="Google Shape;4186;p153"/>
          <p:cNvSpPr txBox="1">
            <a:spLocks noGrp="1"/>
          </p:cNvSpPr>
          <p:nvPr>
            <p:ph type="subTitle" idx="1"/>
          </p:nvPr>
        </p:nvSpPr>
        <p:spPr>
          <a:xfrm>
            <a:off x="3443847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87" name="Google Shape;4187;p153"/>
          <p:cNvSpPr txBox="1">
            <a:spLocks noGrp="1"/>
          </p:cNvSpPr>
          <p:nvPr>
            <p:ph type="subTitle" idx="2"/>
          </p:nvPr>
        </p:nvSpPr>
        <p:spPr>
          <a:xfrm>
            <a:off x="475992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88" name="Google Shape;4188;p153"/>
          <p:cNvSpPr txBox="1">
            <a:spLocks noGrp="1"/>
          </p:cNvSpPr>
          <p:nvPr>
            <p:ph type="ctrTitle" idx="3"/>
          </p:nvPr>
        </p:nvSpPr>
        <p:spPr>
          <a:xfrm>
            <a:off x="475992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189" name="Google Shape;4189;p153"/>
          <p:cNvSpPr txBox="1">
            <a:spLocks noGrp="1"/>
          </p:cNvSpPr>
          <p:nvPr>
            <p:ph type="ctrTitle" idx="4"/>
          </p:nvPr>
        </p:nvSpPr>
        <p:spPr>
          <a:xfrm>
            <a:off x="81170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190" name="Google Shape;4190;p153"/>
          <p:cNvSpPr txBox="1">
            <a:spLocks noGrp="1"/>
          </p:cNvSpPr>
          <p:nvPr>
            <p:ph type="subTitle" idx="5"/>
          </p:nvPr>
        </p:nvSpPr>
        <p:spPr>
          <a:xfrm>
            <a:off x="81170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91" name="Google Shape;4191;p153"/>
          <p:cNvSpPr txBox="1">
            <a:spLocks noGrp="1"/>
          </p:cNvSpPr>
          <p:nvPr>
            <p:ph type="subTitle" idx="6"/>
          </p:nvPr>
        </p:nvSpPr>
        <p:spPr>
          <a:xfrm>
            <a:off x="212778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92" name="Google Shape;4192;p153"/>
          <p:cNvSpPr txBox="1">
            <a:spLocks noGrp="1"/>
          </p:cNvSpPr>
          <p:nvPr>
            <p:ph type="ctrTitle" idx="7"/>
          </p:nvPr>
        </p:nvSpPr>
        <p:spPr>
          <a:xfrm>
            <a:off x="212778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193" name="Google Shape;4193;p153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94" name="Google Shape;4194;p153"/>
          <p:cNvSpPr txBox="1">
            <a:spLocks noGrp="1"/>
          </p:cNvSpPr>
          <p:nvPr>
            <p:ph type="ctrTitle" idx="9"/>
          </p:nvPr>
        </p:nvSpPr>
        <p:spPr>
          <a:xfrm>
            <a:off x="607599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195" name="Google Shape;4195;p153"/>
          <p:cNvSpPr txBox="1">
            <a:spLocks noGrp="1"/>
          </p:cNvSpPr>
          <p:nvPr>
            <p:ph type="subTitle" idx="13"/>
          </p:nvPr>
        </p:nvSpPr>
        <p:spPr>
          <a:xfrm>
            <a:off x="607599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21">
    <p:spTree>
      <p:nvGrpSpPr>
        <p:cNvPr id="1" name="Shape 4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7" name="Google Shape;4197;p15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198" name="Google Shape;4198;p15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15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15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15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15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15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15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15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15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15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15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15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15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15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15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15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15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15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15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17" name="Google Shape;4217;p154"/>
          <p:cNvSpPr txBox="1">
            <a:spLocks noGrp="1"/>
          </p:cNvSpPr>
          <p:nvPr>
            <p:ph type="title" hasCustomPrompt="1"/>
          </p:nvPr>
        </p:nvSpPr>
        <p:spPr>
          <a:xfrm>
            <a:off x="715349" y="1829975"/>
            <a:ext cx="52644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18" name="Google Shape;4218;p154"/>
          <p:cNvSpPr txBox="1">
            <a:spLocks noGrp="1"/>
          </p:cNvSpPr>
          <p:nvPr>
            <p:ph type="body" idx="1"/>
          </p:nvPr>
        </p:nvSpPr>
        <p:spPr>
          <a:xfrm>
            <a:off x="715350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33">
    <p:spTree>
      <p:nvGrpSpPr>
        <p:cNvPr id="1" name="Shape 4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0" name="Google Shape;4220;p15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221" name="Google Shape;4221;p15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15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15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15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15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15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15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15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15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15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15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15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15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15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15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15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15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15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15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40" name="Google Shape;4240;p155"/>
          <p:cNvSpPr txBox="1">
            <a:spLocks noGrp="1"/>
          </p:cNvSpPr>
          <p:nvPr>
            <p:ph type="title" hasCustomPrompt="1"/>
          </p:nvPr>
        </p:nvSpPr>
        <p:spPr>
          <a:xfrm>
            <a:off x="3772625" y="1829975"/>
            <a:ext cx="45693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41" name="Google Shape;4241;p155"/>
          <p:cNvSpPr txBox="1">
            <a:spLocks noGrp="1"/>
          </p:cNvSpPr>
          <p:nvPr>
            <p:ph type="body" idx="1"/>
          </p:nvPr>
        </p:nvSpPr>
        <p:spPr>
          <a:xfrm>
            <a:off x="3772649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2">
    <p:spTree>
      <p:nvGrpSpPr>
        <p:cNvPr id="1" name="Shape 4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3" name="Google Shape;4243;p156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4244" name="Google Shape;4244;p156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45" name="Google Shape;4245;p15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246" name="Google Shape;4246;p156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4247" name="Google Shape;4247;p15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15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15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15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1" name="Google Shape;4251;p15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15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15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15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15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15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7" name="Google Shape;4257;p15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8" name="Google Shape;4258;p15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15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15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15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62" name="Google Shape;4262;p156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4263" name="Google Shape;4263;p156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156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156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156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156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156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156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156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156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156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156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156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5" name="Google Shape;4275;p156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6" name="Google Shape;4276;p156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156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278" name="Google Shape;4278;p156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9" name="Google Shape;4279;p156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0" name="Google Shape;4280;p156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1" name="Google Shape;4281;p156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2" name="Google Shape;4282;p156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3" name="Google Shape;4283;p156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284" name="Google Shape;4284;p156"/>
          <p:cNvSpPr txBox="1">
            <a:spLocks noGrp="1"/>
          </p:cNvSpPr>
          <p:nvPr>
            <p:ph type="title" hasCustomPrompt="1"/>
          </p:nvPr>
        </p:nvSpPr>
        <p:spPr>
          <a:xfrm>
            <a:off x="720000" y="1143700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85" name="Google Shape;4285;p156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86" name="Google Shape;4286;p156"/>
          <p:cNvSpPr txBox="1">
            <a:spLocks noGrp="1"/>
          </p:cNvSpPr>
          <p:nvPr>
            <p:ph type="title" idx="3" hasCustomPrompt="1"/>
          </p:nvPr>
        </p:nvSpPr>
        <p:spPr>
          <a:xfrm>
            <a:off x="5094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87" name="Google Shape;4287;p156"/>
          <p:cNvSpPr txBox="1">
            <a:spLocks noGrp="1"/>
          </p:cNvSpPr>
          <p:nvPr>
            <p:ph type="subTitle" idx="1"/>
          </p:nvPr>
        </p:nvSpPr>
        <p:spPr>
          <a:xfrm>
            <a:off x="915300" y="1964863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88" name="Google Shape;4288;p156"/>
          <p:cNvSpPr txBox="1">
            <a:spLocks noGrp="1"/>
          </p:cNvSpPr>
          <p:nvPr>
            <p:ph type="subTitle" idx="4"/>
          </p:nvPr>
        </p:nvSpPr>
        <p:spPr>
          <a:xfrm>
            <a:off x="915300" y="3754738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89" name="Google Shape;4289;p156"/>
          <p:cNvSpPr txBox="1">
            <a:spLocks noGrp="1"/>
          </p:cNvSpPr>
          <p:nvPr>
            <p:ph type="subTitle" idx="5"/>
          </p:nvPr>
        </p:nvSpPr>
        <p:spPr>
          <a:xfrm>
            <a:off x="5192850" y="3754772"/>
            <a:ext cx="31323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3">
    <p:spTree>
      <p:nvGrpSpPr>
        <p:cNvPr id="1" name="Shape 4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1" name="Google Shape;4291;p157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292" name="Google Shape;4292;p15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15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15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15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15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15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15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15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15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15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15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15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15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15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15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15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15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15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15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11" name="Google Shape;4311;p157"/>
          <p:cNvSpPr txBox="1">
            <a:spLocks noGrp="1"/>
          </p:cNvSpPr>
          <p:nvPr>
            <p:ph type="title" hasCustomPrompt="1"/>
          </p:nvPr>
        </p:nvSpPr>
        <p:spPr>
          <a:xfrm>
            <a:off x="3285938" y="11437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12" name="Google Shape;4312;p157"/>
          <p:cNvSpPr txBox="1">
            <a:spLocks noGrp="1"/>
          </p:cNvSpPr>
          <p:nvPr>
            <p:ph type="subTitle" idx="1"/>
          </p:nvPr>
        </p:nvSpPr>
        <p:spPr>
          <a:xfrm>
            <a:off x="3285938" y="1964876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13" name="Google Shape;4313;p157"/>
          <p:cNvSpPr txBox="1">
            <a:spLocks noGrp="1"/>
          </p:cNvSpPr>
          <p:nvPr>
            <p:ph type="title" idx="2" hasCustomPrompt="1"/>
          </p:nvPr>
        </p:nvSpPr>
        <p:spPr>
          <a:xfrm>
            <a:off x="3285938" y="29701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14" name="Google Shape;4314;p157"/>
          <p:cNvSpPr txBox="1">
            <a:spLocks noGrp="1"/>
          </p:cNvSpPr>
          <p:nvPr>
            <p:ph type="subTitle" idx="3"/>
          </p:nvPr>
        </p:nvSpPr>
        <p:spPr>
          <a:xfrm>
            <a:off x="3285938" y="3791277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15" name="Google Shape;4315;p157"/>
          <p:cNvSpPr txBox="1">
            <a:spLocks noGrp="1"/>
          </p:cNvSpPr>
          <p:nvPr>
            <p:ph type="title" idx="4" hasCustomPrompt="1"/>
          </p:nvPr>
        </p:nvSpPr>
        <p:spPr>
          <a:xfrm>
            <a:off x="6030113" y="11563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16" name="Google Shape;4316;p157"/>
          <p:cNvSpPr txBox="1">
            <a:spLocks noGrp="1"/>
          </p:cNvSpPr>
          <p:nvPr>
            <p:ph type="subTitle" idx="5"/>
          </p:nvPr>
        </p:nvSpPr>
        <p:spPr>
          <a:xfrm>
            <a:off x="6030113" y="19775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17" name="Google Shape;4317;p157"/>
          <p:cNvSpPr txBox="1">
            <a:spLocks noGrp="1"/>
          </p:cNvSpPr>
          <p:nvPr>
            <p:ph type="title" idx="6" hasCustomPrompt="1"/>
          </p:nvPr>
        </p:nvSpPr>
        <p:spPr>
          <a:xfrm>
            <a:off x="6030113" y="29827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18" name="Google Shape;4318;p157"/>
          <p:cNvSpPr txBox="1">
            <a:spLocks noGrp="1"/>
          </p:cNvSpPr>
          <p:nvPr>
            <p:ph type="subTitle" idx="7"/>
          </p:nvPr>
        </p:nvSpPr>
        <p:spPr>
          <a:xfrm>
            <a:off x="6030113" y="38039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5">
    <p:spTree>
      <p:nvGrpSpPr>
        <p:cNvPr id="1" name="Shape 4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0" name="Google Shape;4320;p158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4321" name="Google Shape;4321;p158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22" name="Google Shape;4322;p15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323" name="Google Shape;4323;p158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4324" name="Google Shape;4324;p15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15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15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15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15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15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15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15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15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15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15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15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15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15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15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9" name="Google Shape;4339;p158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4340" name="Google Shape;4340;p15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15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15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15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15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15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15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15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15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15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15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15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15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15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15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355" name="Google Shape;4355;p158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6" name="Google Shape;4356;p158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7" name="Google Shape;4357;p158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8" name="Google Shape;4358;p158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9" name="Google Shape;4359;p158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60" name="Google Shape;4360;p15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61" name="Google Shape;4361;p158"/>
          <p:cNvSpPr txBox="1">
            <a:spLocks noGrp="1"/>
          </p:cNvSpPr>
          <p:nvPr>
            <p:ph type="subTitle" idx="1"/>
          </p:nvPr>
        </p:nvSpPr>
        <p:spPr>
          <a:xfrm>
            <a:off x="720000" y="2532242"/>
            <a:ext cx="23004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62" name="Google Shape;4362;p158"/>
          <p:cNvSpPr txBox="1">
            <a:spLocks noGrp="1"/>
          </p:cNvSpPr>
          <p:nvPr>
            <p:ph type="title"/>
          </p:nvPr>
        </p:nvSpPr>
        <p:spPr>
          <a:xfrm>
            <a:off x="720000" y="1452200"/>
            <a:ext cx="1554900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6">
    <p:spTree>
      <p:nvGrpSpPr>
        <p:cNvPr id="1" name="Shape 4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4" name="Google Shape;4364;p159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4365" name="Google Shape;4365;p159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66" name="Google Shape;4366;p159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367" name="Google Shape;4367;p159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4368" name="Google Shape;4368;p159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159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159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159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159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159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159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159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159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159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159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159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159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159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159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83" name="Google Shape;4383;p159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4384" name="Google Shape;4384;p159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159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159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159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159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159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159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159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159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159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159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159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159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159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159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399" name="Google Shape;4399;p159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0" name="Google Shape;4400;p159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1" name="Google Shape;4401;p159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2" name="Google Shape;4402;p159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3" name="Google Shape;4403;p159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4" name="Google Shape;4404;p159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405" name="Google Shape;4405;p159"/>
          <p:cNvSpPr txBox="1">
            <a:spLocks noGrp="1"/>
          </p:cNvSpPr>
          <p:nvPr>
            <p:ph type="subTitle" idx="1"/>
          </p:nvPr>
        </p:nvSpPr>
        <p:spPr>
          <a:xfrm>
            <a:off x="6302975" y="2571750"/>
            <a:ext cx="21213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06" name="Google Shape;4406;p159"/>
          <p:cNvSpPr txBox="1">
            <a:spLocks noGrp="1"/>
          </p:cNvSpPr>
          <p:nvPr>
            <p:ph type="title"/>
          </p:nvPr>
        </p:nvSpPr>
        <p:spPr>
          <a:xfrm>
            <a:off x="6682500" y="1452213"/>
            <a:ext cx="1741500" cy="9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0">
    <p:spTree>
      <p:nvGrpSpPr>
        <p:cNvPr id="1" name="Shape 4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8" name="Google Shape;4408;p160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409" name="Google Shape;4409;p16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16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16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16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16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16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16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16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16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16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16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16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16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16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16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16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16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16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16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16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16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16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31" name="Google Shape;4431;p16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432" name="Google Shape;4432;p160"/>
          <p:cNvSpPr txBox="1">
            <a:spLocks noGrp="1"/>
          </p:cNvSpPr>
          <p:nvPr>
            <p:ph type="body" idx="1"/>
          </p:nvPr>
        </p:nvSpPr>
        <p:spPr>
          <a:xfrm>
            <a:off x="720000" y="1246924"/>
            <a:ext cx="7704000" cy="3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9">
    <p:spTree>
      <p:nvGrpSpPr>
        <p:cNvPr id="1" name="Shape 4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4" name="Google Shape;4434;p16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435" name="Google Shape;4435;p16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16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16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16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16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16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16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16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16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16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16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16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16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16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16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16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16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16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16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454" name="Google Shape;4454;p161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55" name="Google Shape;4455;p161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6" name="Google Shape;4456;p161"/>
          <p:cNvSpPr txBox="1">
            <a:spLocks noGrp="1"/>
          </p:cNvSpPr>
          <p:nvPr>
            <p:ph type="ctrTitle"/>
          </p:nvPr>
        </p:nvSpPr>
        <p:spPr>
          <a:xfrm>
            <a:off x="2351875" y="540000"/>
            <a:ext cx="4440300" cy="92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457" name="Google Shape;4457;p161"/>
          <p:cNvSpPr txBox="1"/>
          <p:nvPr/>
        </p:nvSpPr>
        <p:spPr>
          <a:xfrm>
            <a:off x="2422213" y="3592175"/>
            <a:ext cx="42996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CREDITS: This presentation template was created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, including icons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 and infographics &amp; images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458" name="Google Shape;4458;p161"/>
          <p:cNvSpPr txBox="1">
            <a:spLocks noGrp="1"/>
          </p:cNvSpPr>
          <p:nvPr>
            <p:ph type="subTitle" idx="1"/>
          </p:nvPr>
        </p:nvSpPr>
        <p:spPr>
          <a:xfrm>
            <a:off x="2955600" y="2255325"/>
            <a:ext cx="3232800" cy="13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4459" name="Google Shape;4459;p161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4460" name="Google Shape;4460;p161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161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161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161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161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161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161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161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161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161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161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5">
    <p:spTree>
      <p:nvGrpSpPr>
        <p:cNvPr id="1" name="Shape 4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2" name="Google Shape;4472;p162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4473" name="Google Shape;4473;p162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74" name="Google Shape;4474;p162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475" name="Google Shape;4475;p162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4476" name="Google Shape;4476;p162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162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162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162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0" name="Google Shape;4480;p162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1" name="Google Shape;4481;p162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2" name="Google Shape;4482;p162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3" name="Google Shape;4483;p162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4" name="Google Shape;4484;p162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5" name="Google Shape;4485;p162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6" name="Google Shape;4486;p162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7" name="Google Shape;4487;p162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8" name="Google Shape;4488;p162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9" name="Google Shape;4489;p162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0" name="Google Shape;4490;p162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91" name="Google Shape;4491;p162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4492" name="Google Shape;4492;p162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3" name="Google Shape;4493;p162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4" name="Google Shape;4494;p162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5" name="Google Shape;4495;p162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6" name="Google Shape;4496;p162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7" name="Google Shape;4497;p162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8" name="Google Shape;4498;p162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9" name="Google Shape;4499;p162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0" name="Google Shape;4500;p162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1" name="Google Shape;4501;p162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2" name="Google Shape;4502;p162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3" name="Google Shape;4503;p162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4" name="Google Shape;4504;p162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5" name="Google Shape;4505;p162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6" name="Google Shape;4506;p162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507" name="Google Shape;4507;p162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08" name="Google Shape;4508;p162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09" name="Google Shape;4509;p162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0" name="Google Shape;4510;p162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1" name="Google Shape;4511;p162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12" name="Google Shape;4512;p162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6">
    <p:spTree>
      <p:nvGrpSpPr>
        <p:cNvPr id="1" name="Shape 4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4" name="Google Shape;4514;p16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515" name="Google Shape;4515;p16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16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16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16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16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16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16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16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16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16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16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16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16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16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16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16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16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16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16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34" name="Google Shape;4534;p163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35" name="Google Shape;4535;p163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36" name="Google Shape;4536;p163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4537" name="Google Shape;4537;p163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163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163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163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163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163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163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163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163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163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163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7">
    <p:spTree>
      <p:nvGrpSpPr>
        <p:cNvPr id="1" name="Shape 4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9" name="Google Shape;4549;p16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550" name="Google Shape;4550;p16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16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16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16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16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16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16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16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16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16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16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16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16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16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16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16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16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16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16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16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16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16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8">
    <p:spTree>
      <p:nvGrpSpPr>
        <p:cNvPr id="1" name="Shape 4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3" name="Google Shape;4573;p16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574" name="Google Shape;4574;p16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16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16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16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16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16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16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16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16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16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16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16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16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16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16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16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16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16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16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16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16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16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6" name="Google Shape;4596;p165"/>
          <p:cNvGrpSpPr/>
          <p:nvPr/>
        </p:nvGrpSpPr>
        <p:grpSpPr>
          <a:xfrm>
            <a:off x="2995920" y="1056023"/>
            <a:ext cx="3152176" cy="3031462"/>
            <a:chOff x="1857000" y="3245400"/>
            <a:chExt cx="1233825" cy="1186575"/>
          </a:xfrm>
        </p:grpSpPr>
        <p:sp>
          <p:nvSpPr>
            <p:cNvPr id="4597" name="Google Shape;4597;p165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165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165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165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165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165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39">
    <p:spTree>
      <p:nvGrpSpPr>
        <p:cNvPr id="1" name="Shape 4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4" name="Google Shape;4604;p166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605" name="Google Shape;4605;p16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16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16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16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16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16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16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16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16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16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16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16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16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16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16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16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16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16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16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16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16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16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7" name="Google Shape;4627;p166"/>
          <p:cNvGrpSpPr/>
          <p:nvPr/>
        </p:nvGrpSpPr>
        <p:grpSpPr>
          <a:xfrm>
            <a:off x="262" y="2729663"/>
            <a:ext cx="2995174" cy="2414033"/>
            <a:chOff x="6562292" y="3785209"/>
            <a:chExt cx="1875030" cy="1511226"/>
          </a:xfrm>
        </p:grpSpPr>
        <p:grpSp>
          <p:nvGrpSpPr>
            <p:cNvPr id="4628" name="Google Shape;4628;p166"/>
            <p:cNvGrpSpPr/>
            <p:nvPr/>
          </p:nvGrpSpPr>
          <p:grpSpPr>
            <a:xfrm>
              <a:off x="7717466" y="3785209"/>
              <a:ext cx="719856" cy="680112"/>
              <a:chOff x="7717200" y="3905550"/>
              <a:chExt cx="592377" cy="559671"/>
            </a:xfrm>
          </p:grpSpPr>
          <p:sp>
            <p:nvSpPr>
              <p:cNvPr id="4629" name="Google Shape;4629;p166"/>
              <p:cNvSpPr/>
              <p:nvPr/>
            </p:nvSpPr>
            <p:spPr>
              <a:xfrm>
                <a:off x="7724869" y="3917054"/>
                <a:ext cx="581268" cy="532152"/>
              </a:xfrm>
              <a:custGeom>
                <a:avLst/>
                <a:gdLst/>
                <a:ahLst/>
                <a:cxnLst/>
                <a:rect l="l" t="t" r="r" b="b"/>
                <a:pathLst>
                  <a:path w="10308" h="9437" extrusionOk="0">
                    <a:moveTo>
                      <a:pt x="10129" y="1"/>
                    </a:moveTo>
                    <a:cubicBezTo>
                      <a:pt x="9518" y="1"/>
                      <a:pt x="4203" y="2425"/>
                      <a:pt x="3814" y="2672"/>
                    </a:cubicBezTo>
                    <a:cubicBezTo>
                      <a:pt x="3407" y="2932"/>
                      <a:pt x="0" y="4549"/>
                      <a:pt x="0" y="4684"/>
                    </a:cubicBezTo>
                    <a:cubicBezTo>
                      <a:pt x="0" y="4808"/>
                      <a:pt x="2382" y="5425"/>
                      <a:pt x="2382" y="5425"/>
                    </a:cubicBezTo>
                    <a:cubicBezTo>
                      <a:pt x="2382" y="5425"/>
                      <a:pt x="2456" y="6129"/>
                      <a:pt x="2580" y="6771"/>
                    </a:cubicBezTo>
                    <a:cubicBezTo>
                      <a:pt x="2703" y="7400"/>
                      <a:pt x="2963" y="8511"/>
                      <a:pt x="2963" y="8511"/>
                    </a:cubicBezTo>
                    <a:cubicBezTo>
                      <a:pt x="3308" y="8474"/>
                      <a:pt x="4901" y="7104"/>
                      <a:pt x="4901" y="7104"/>
                    </a:cubicBezTo>
                    <a:cubicBezTo>
                      <a:pt x="4901" y="7104"/>
                      <a:pt x="6308" y="9424"/>
                      <a:pt x="6542" y="9437"/>
                    </a:cubicBezTo>
                    <a:cubicBezTo>
                      <a:pt x="6543" y="9437"/>
                      <a:pt x="6543" y="9437"/>
                      <a:pt x="6543" y="9437"/>
                    </a:cubicBezTo>
                    <a:cubicBezTo>
                      <a:pt x="6786" y="9437"/>
                      <a:pt x="10307" y="265"/>
                      <a:pt x="10184" y="18"/>
                    </a:cubicBezTo>
                    <a:cubicBezTo>
                      <a:pt x="10177" y="6"/>
                      <a:pt x="10159" y="1"/>
                      <a:pt x="101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0" name="Google Shape;4630;p166"/>
              <p:cNvSpPr/>
              <p:nvPr/>
            </p:nvSpPr>
            <p:spPr>
              <a:xfrm>
                <a:off x="7717200" y="3905550"/>
                <a:ext cx="592377" cy="559671"/>
              </a:xfrm>
              <a:custGeom>
                <a:avLst/>
                <a:gdLst/>
                <a:ahLst/>
                <a:cxnLst/>
                <a:rect l="l" t="t" r="r" b="b"/>
                <a:pathLst>
                  <a:path w="10505" h="9925" extrusionOk="0">
                    <a:moveTo>
                      <a:pt x="9764" y="420"/>
                    </a:moveTo>
                    <a:cubicBezTo>
                      <a:pt x="9147" y="827"/>
                      <a:pt x="8518" y="1247"/>
                      <a:pt x="7913" y="1654"/>
                    </a:cubicBezTo>
                    <a:cubicBezTo>
                      <a:pt x="7715" y="1802"/>
                      <a:pt x="7505" y="1938"/>
                      <a:pt x="7283" y="2086"/>
                    </a:cubicBezTo>
                    <a:cubicBezTo>
                      <a:pt x="6111" y="2889"/>
                      <a:pt x="4728" y="3839"/>
                      <a:pt x="3382" y="4851"/>
                    </a:cubicBezTo>
                    <a:cubicBezTo>
                      <a:pt x="3148" y="5037"/>
                      <a:pt x="2926" y="5209"/>
                      <a:pt x="2728" y="5382"/>
                    </a:cubicBezTo>
                    <a:lnTo>
                      <a:pt x="2679" y="5419"/>
                    </a:lnTo>
                    <a:lnTo>
                      <a:pt x="2605" y="5493"/>
                    </a:lnTo>
                    <a:cubicBezTo>
                      <a:pt x="2506" y="5432"/>
                      <a:pt x="2407" y="5382"/>
                      <a:pt x="2296" y="5370"/>
                    </a:cubicBezTo>
                    <a:lnTo>
                      <a:pt x="2197" y="5345"/>
                    </a:lnTo>
                    <a:cubicBezTo>
                      <a:pt x="1963" y="5259"/>
                      <a:pt x="1728" y="5197"/>
                      <a:pt x="1482" y="5123"/>
                    </a:cubicBezTo>
                    <a:cubicBezTo>
                      <a:pt x="1087" y="5000"/>
                      <a:pt x="716" y="4913"/>
                      <a:pt x="358" y="4839"/>
                    </a:cubicBezTo>
                    <a:lnTo>
                      <a:pt x="371" y="4839"/>
                    </a:lnTo>
                    <a:lnTo>
                      <a:pt x="420" y="4802"/>
                    </a:lnTo>
                    <a:cubicBezTo>
                      <a:pt x="506" y="4740"/>
                      <a:pt x="605" y="4679"/>
                      <a:pt x="704" y="4629"/>
                    </a:cubicBezTo>
                    <a:cubicBezTo>
                      <a:pt x="815" y="4568"/>
                      <a:pt x="938" y="4518"/>
                      <a:pt x="1062" y="4456"/>
                    </a:cubicBezTo>
                    <a:lnTo>
                      <a:pt x="1210" y="4382"/>
                    </a:lnTo>
                    <a:cubicBezTo>
                      <a:pt x="1802" y="4098"/>
                      <a:pt x="2407" y="3790"/>
                      <a:pt x="3062" y="3457"/>
                    </a:cubicBezTo>
                    <a:cubicBezTo>
                      <a:pt x="3432" y="3259"/>
                      <a:pt x="3827" y="3062"/>
                      <a:pt x="4296" y="2827"/>
                    </a:cubicBezTo>
                    <a:cubicBezTo>
                      <a:pt x="5975" y="1988"/>
                      <a:pt x="7382" y="1309"/>
                      <a:pt x="8876" y="729"/>
                    </a:cubicBezTo>
                    <a:cubicBezTo>
                      <a:pt x="9159" y="605"/>
                      <a:pt x="9468" y="506"/>
                      <a:pt x="9764" y="420"/>
                    </a:cubicBezTo>
                    <a:close/>
                    <a:moveTo>
                      <a:pt x="9949" y="494"/>
                    </a:moveTo>
                    <a:lnTo>
                      <a:pt x="9949" y="494"/>
                    </a:lnTo>
                    <a:cubicBezTo>
                      <a:pt x="9814" y="630"/>
                      <a:pt x="9678" y="790"/>
                      <a:pt x="9542" y="938"/>
                    </a:cubicBezTo>
                    <a:cubicBezTo>
                      <a:pt x="9468" y="1037"/>
                      <a:pt x="9394" y="1124"/>
                      <a:pt x="9320" y="1198"/>
                    </a:cubicBezTo>
                    <a:cubicBezTo>
                      <a:pt x="8900" y="1654"/>
                      <a:pt x="8468" y="2111"/>
                      <a:pt x="8049" y="2568"/>
                    </a:cubicBezTo>
                    <a:cubicBezTo>
                      <a:pt x="7296" y="3358"/>
                      <a:pt x="6543" y="4148"/>
                      <a:pt x="5790" y="4938"/>
                    </a:cubicBezTo>
                    <a:lnTo>
                      <a:pt x="5283" y="5469"/>
                    </a:lnTo>
                    <a:lnTo>
                      <a:pt x="4913" y="5864"/>
                    </a:lnTo>
                    <a:cubicBezTo>
                      <a:pt x="4777" y="6012"/>
                      <a:pt x="4642" y="6160"/>
                      <a:pt x="4493" y="6308"/>
                    </a:cubicBezTo>
                    <a:lnTo>
                      <a:pt x="4469" y="6308"/>
                    </a:lnTo>
                    <a:cubicBezTo>
                      <a:pt x="4358" y="6370"/>
                      <a:pt x="4259" y="6456"/>
                      <a:pt x="4197" y="6567"/>
                    </a:cubicBezTo>
                    <a:cubicBezTo>
                      <a:pt x="4173" y="6580"/>
                      <a:pt x="4160" y="6604"/>
                      <a:pt x="4148" y="6617"/>
                    </a:cubicBezTo>
                    <a:cubicBezTo>
                      <a:pt x="4061" y="6740"/>
                      <a:pt x="3987" y="6863"/>
                      <a:pt x="3913" y="6987"/>
                    </a:cubicBezTo>
                    <a:lnTo>
                      <a:pt x="3864" y="7086"/>
                    </a:lnTo>
                    <a:cubicBezTo>
                      <a:pt x="3790" y="7209"/>
                      <a:pt x="3716" y="7320"/>
                      <a:pt x="3642" y="7431"/>
                    </a:cubicBezTo>
                    <a:cubicBezTo>
                      <a:pt x="3580" y="7555"/>
                      <a:pt x="3518" y="7641"/>
                      <a:pt x="3444" y="7752"/>
                    </a:cubicBezTo>
                    <a:lnTo>
                      <a:pt x="3173" y="8221"/>
                    </a:lnTo>
                    <a:lnTo>
                      <a:pt x="3123" y="8295"/>
                    </a:lnTo>
                    <a:cubicBezTo>
                      <a:pt x="3025" y="7876"/>
                      <a:pt x="2950" y="7444"/>
                      <a:pt x="2889" y="7024"/>
                    </a:cubicBezTo>
                    <a:cubicBezTo>
                      <a:pt x="2827" y="6592"/>
                      <a:pt x="2765" y="6148"/>
                      <a:pt x="2654" y="5728"/>
                    </a:cubicBezTo>
                    <a:cubicBezTo>
                      <a:pt x="2679" y="5678"/>
                      <a:pt x="2691" y="5629"/>
                      <a:pt x="2679" y="5580"/>
                    </a:cubicBezTo>
                    <a:cubicBezTo>
                      <a:pt x="2827" y="5456"/>
                      <a:pt x="2975" y="5333"/>
                      <a:pt x="3136" y="5222"/>
                    </a:cubicBezTo>
                    <a:cubicBezTo>
                      <a:pt x="3210" y="5172"/>
                      <a:pt x="3284" y="5123"/>
                      <a:pt x="3358" y="5074"/>
                    </a:cubicBezTo>
                    <a:cubicBezTo>
                      <a:pt x="3950" y="4629"/>
                      <a:pt x="4568" y="4197"/>
                      <a:pt x="5098" y="3815"/>
                    </a:cubicBezTo>
                    <a:cubicBezTo>
                      <a:pt x="6333" y="2950"/>
                      <a:pt x="7666" y="2025"/>
                      <a:pt x="9024" y="1111"/>
                    </a:cubicBezTo>
                    <a:lnTo>
                      <a:pt x="9196" y="988"/>
                    </a:lnTo>
                    <a:cubicBezTo>
                      <a:pt x="9443" y="827"/>
                      <a:pt x="9703" y="654"/>
                      <a:pt x="9949" y="494"/>
                    </a:cubicBezTo>
                    <a:close/>
                    <a:moveTo>
                      <a:pt x="4530" y="6530"/>
                    </a:moveTo>
                    <a:cubicBezTo>
                      <a:pt x="4555" y="6555"/>
                      <a:pt x="4580" y="6580"/>
                      <a:pt x="4592" y="6617"/>
                    </a:cubicBezTo>
                    <a:lnTo>
                      <a:pt x="4617" y="6641"/>
                    </a:lnTo>
                    <a:cubicBezTo>
                      <a:pt x="4679" y="6777"/>
                      <a:pt x="4753" y="6901"/>
                      <a:pt x="4802" y="7036"/>
                    </a:cubicBezTo>
                    <a:lnTo>
                      <a:pt x="4839" y="7110"/>
                    </a:lnTo>
                    <a:cubicBezTo>
                      <a:pt x="4864" y="7160"/>
                      <a:pt x="4888" y="7221"/>
                      <a:pt x="4925" y="7283"/>
                    </a:cubicBezTo>
                    <a:cubicBezTo>
                      <a:pt x="4802" y="7345"/>
                      <a:pt x="4691" y="7419"/>
                      <a:pt x="4580" y="7505"/>
                    </a:cubicBezTo>
                    <a:cubicBezTo>
                      <a:pt x="4555" y="7530"/>
                      <a:pt x="4530" y="7542"/>
                      <a:pt x="4493" y="7567"/>
                    </a:cubicBezTo>
                    <a:cubicBezTo>
                      <a:pt x="4333" y="7691"/>
                      <a:pt x="4160" y="7826"/>
                      <a:pt x="4000" y="7950"/>
                    </a:cubicBezTo>
                    <a:cubicBezTo>
                      <a:pt x="3901" y="8024"/>
                      <a:pt x="3815" y="8098"/>
                      <a:pt x="3728" y="8172"/>
                    </a:cubicBezTo>
                    <a:lnTo>
                      <a:pt x="3580" y="8308"/>
                    </a:lnTo>
                    <a:lnTo>
                      <a:pt x="3518" y="8357"/>
                    </a:lnTo>
                    <a:cubicBezTo>
                      <a:pt x="3457" y="8406"/>
                      <a:pt x="3395" y="8456"/>
                      <a:pt x="3321" y="8505"/>
                    </a:cubicBezTo>
                    <a:cubicBezTo>
                      <a:pt x="3407" y="8382"/>
                      <a:pt x="3481" y="8258"/>
                      <a:pt x="3555" y="8135"/>
                    </a:cubicBezTo>
                    <a:cubicBezTo>
                      <a:pt x="3703" y="7876"/>
                      <a:pt x="3864" y="7629"/>
                      <a:pt x="4000" y="7370"/>
                    </a:cubicBezTo>
                    <a:cubicBezTo>
                      <a:pt x="4049" y="7296"/>
                      <a:pt x="4086" y="7209"/>
                      <a:pt x="4135" y="7123"/>
                    </a:cubicBezTo>
                    <a:cubicBezTo>
                      <a:pt x="4222" y="6925"/>
                      <a:pt x="4333" y="6752"/>
                      <a:pt x="4469" y="6592"/>
                    </a:cubicBezTo>
                    <a:cubicBezTo>
                      <a:pt x="4493" y="6567"/>
                      <a:pt x="4506" y="6543"/>
                      <a:pt x="4530" y="6530"/>
                    </a:cubicBezTo>
                    <a:close/>
                    <a:moveTo>
                      <a:pt x="9912" y="877"/>
                    </a:moveTo>
                    <a:lnTo>
                      <a:pt x="9912" y="877"/>
                    </a:lnTo>
                    <a:cubicBezTo>
                      <a:pt x="9826" y="1087"/>
                      <a:pt x="9752" y="1296"/>
                      <a:pt x="9690" y="1469"/>
                    </a:cubicBezTo>
                    <a:cubicBezTo>
                      <a:pt x="9431" y="2222"/>
                      <a:pt x="9147" y="2963"/>
                      <a:pt x="8876" y="3654"/>
                    </a:cubicBezTo>
                    <a:cubicBezTo>
                      <a:pt x="8567" y="4444"/>
                      <a:pt x="8258" y="5246"/>
                      <a:pt x="7950" y="6049"/>
                    </a:cubicBezTo>
                    <a:cubicBezTo>
                      <a:pt x="7654" y="6802"/>
                      <a:pt x="7357" y="7567"/>
                      <a:pt x="7073" y="8320"/>
                    </a:cubicBezTo>
                    <a:cubicBezTo>
                      <a:pt x="7012" y="8456"/>
                      <a:pt x="6962" y="8604"/>
                      <a:pt x="6913" y="8740"/>
                    </a:cubicBezTo>
                    <a:cubicBezTo>
                      <a:pt x="6839" y="8962"/>
                      <a:pt x="6752" y="9196"/>
                      <a:pt x="6666" y="9406"/>
                    </a:cubicBezTo>
                    <a:cubicBezTo>
                      <a:pt x="6580" y="9258"/>
                      <a:pt x="6506" y="9110"/>
                      <a:pt x="6407" y="8974"/>
                    </a:cubicBezTo>
                    <a:lnTo>
                      <a:pt x="6333" y="8863"/>
                    </a:lnTo>
                    <a:lnTo>
                      <a:pt x="6197" y="8666"/>
                    </a:lnTo>
                    <a:cubicBezTo>
                      <a:pt x="6073" y="8468"/>
                      <a:pt x="5938" y="8258"/>
                      <a:pt x="5814" y="8061"/>
                    </a:cubicBezTo>
                    <a:cubicBezTo>
                      <a:pt x="5580" y="7715"/>
                      <a:pt x="5345" y="7345"/>
                      <a:pt x="5086" y="6851"/>
                    </a:cubicBezTo>
                    <a:lnTo>
                      <a:pt x="5061" y="6814"/>
                    </a:lnTo>
                    <a:cubicBezTo>
                      <a:pt x="4975" y="6666"/>
                      <a:pt x="4839" y="6407"/>
                      <a:pt x="4654" y="6333"/>
                    </a:cubicBezTo>
                    <a:cubicBezTo>
                      <a:pt x="5197" y="5839"/>
                      <a:pt x="5703" y="5308"/>
                      <a:pt x="6197" y="4790"/>
                    </a:cubicBezTo>
                    <a:cubicBezTo>
                      <a:pt x="6320" y="4654"/>
                      <a:pt x="6444" y="4530"/>
                      <a:pt x="6567" y="4395"/>
                    </a:cubicBezTo>
                    <a:cubicBezTo>
                      <a:pt x="7394" y="3531"/>
                      <a:pt x="8382" y="2494"/>
                      <a:pt x="9345" y="1469"/>
                    </a:cubicBezTo>
                    <a:cubicBezTo>
                      <a:pt x="9419" y="1383"/>
                      <a:pt x="9493" y="1309"/>
                      <a:pt x="9579" y="1222"/>
                    </a:cubicBezTo>
                    <a:cubicBezTo>
                      <a:pt x="9690" y="1111"/>
                      <a:pt x="9801" y="1000"/>
                      <a:pt x="9912" y="877"/>
                    </a:cubicBezTo>
                    <a:close/>
                    <a:moveTo>
                      <a:pt x="10172" y="0"/>
                    </a:moveTo>
                    <a:cubicBezTo>
                      <a:pt x="10085" y="0"/>
                      <a:pt x="10011" y="13"/>
                      <a:pt x="9937" y="25"/>
                    </a:cubicBezTo>
                    <a:cubicBezTo>
                      <a:pt x="9653" y="99"/>
                      <a:pt x="9369" y="185"/>
                      <a:pt x="9098" y="297"/>
                    </a:cubicBezTo>
                    <a:cubicBezTo>
                      <a:pt x="8258" y="605"/>
                      <a:pt x="7444" y="988"/>
                      <a:pt x="6691" y="1346"/>
                    </a:cubicBezTo>
                    <a:cubicBezTo>
                      <a:pt x="5506" y="1914"/>
                      <a:pt x="4271" y="2543"/>
                      <a:pt x="2913" y="3247"/>
                    </a:cubicBezTo>
                    <a:cubicBezTo>
                      <a:pt x="2407" y="3518"/>
                      <a:pt x="1889" y="3777"/>
                      <a:pt x="1370" y="4024"/>
                    </a:cubicBezTo>
                    <a:lnTo>
                      <a:pt x="667" y="4382"/>
                    </a:lnTo>
                    <a:cubicBezTo>
                      <a:pt x="482" y="4469"/>
                      <a:pt x="309" y="4568"/>
                      <a:pt x="161" y="4703"/>
                    </a:cubicBezTo>
                    <a:cubicBezTo>
                      <a:pt x="136" y="4728"/>
                      <a:pt x="111" y="4765"/>
                      <a:pt x="99" y="4802"/>
                    </a:cubicBezTo>
                    <a:cubicBezTo>
                      <a:pt x="50" y="4814"/>
                      <a:pt x="25" y="4851"/>
                      <a:pt x="13" y="4888"/>
                    </a:cubicBezTo>
                    <a:cubicBezTo>
                      <a:pt x="0" y="4938"/>
                      <a:pt x="25" y="4975"/>
                      <a:pt x="62" y="5000"/>
                    </a:cubicBezTo>
                    <a:cubicBezTo>
                      <a:pt x="482" y="5172"/>
                      <a:pt x="914" y="5333"/>
                      <a:pt x="1346" y="5456"/>
                    </a:cubicBezTo>
                    <a:cubicBezTo>
                      <a:pt x="1593" y="5530"/>
                      <a:pt x="1827" y="5617"/>
                      <a:pt x="2074" y="5691"/>
                    </a:cubicBezTo>
                    <a:cubicBezTo>
                      <a:pt x="2160" y="5715"/>
                      <a:pt x="2235" y="5740"/>
                      <a:pt x="2321" y="5765"/>
                    </a:cubicBezTo>
                    <a:lnTo>
                      <a:pt x="2395" y="5790"/>
                    </a:lnTo>
                    <a:lnTo>
                      <a:pt x="2407" y="5802"/>
                    </a:lnTo>
                    <a:cubicBezTo>
                      <a:pt x="2432" y="5814"/>
                      <a:pt x="2444" y="5827"/>
                      <a:pt x="2469" y="5827"/>
                    </a:cubicBezTo>
                    <a:cubicBezTo>
                      <a:pt x="2494" y="6061"/>
                      <a:pt x="2518" y="6283"/>
                      <a:pt x="2543" y="6518"/>
                    </a:cubicBezTo>
                    <a:cubicBezTo>
                      <a:pt x="2617" y="7246"/>
                      <a:pt x="2691" y="7999"/>
                      <a:pt x="2950" y="8690"/>
                    </a:cubicBezTo>
                    <a:lnTo>
                      <a:pt x="2950" y="8703"/>
                    </a:lnTo>
                    <a:cubicBezTo>
                      <a:pt x="2950" y="8740"/>
                      <a:pt x="2963" y="8764"/>
                      <a:pt x="2987" y="8789"/>
                    </a:cubicBezTo>
                    <a:cubicBezTo>
                      <a:pt x="3012" y="8838"/>
                      <a:pt x="3062" y="8876"/>
                      <a:pt x="3111" y="8876"/>
                    </a:cubicBezTo>
                    <a:lnTo>
                      <a:pt x="3148" y="8876"/>
                    </a:lnTo>
                    <a:cubicBezTo>
                      <a:pt x="3457" y="8764"/>
                      <a:pt x="3728" y="8604"/>
                      <a:pt x="3975" y="8382"/>
                    </a:cubicBezTo>
                    <a:cubicBezTo>
                      <a:pt x="4012" y="8345"/>
                      <a:pt x="4061" y="8308"/>
                      <a:pt x="4111" y="8271"/>
                    </a:cubicBezTo>
                    <a:cubicBezTo>
                      <a:pt x="4222" y="8184"/>
                      <a:pt x="4333" y="8098"/>
                      <a:pt x="4444" y="8024"/>
                    </a:cubicBezTo>
                    <a:lnTo>
                      <a:pt x="4617" y="7900"/>
                    </a:lnTo>
                    <a:lnTo>
                      <a:pt x="4765" y="7789"/>
                    </a:lnTo>
                    <a:cubicBezTo>
                      <a:pt x="4864" y="7728"/>
                      <a:pt x="4963" y="7653"/>
                      <a:pt x="5049" y="7579"/>
                    </a:cubicBezTo>
                    <a:cubicBezTo>
                      <a:pt x="5160" y="7777"/>
                      <a:pt x="5296" y="7999"/>
                      <a:pt x="5444" y="8258"/>
                    </a:cubicBezTo>
                    <a:cubicBezTo>
                      <a:pt x="5617" y="8530"/>
                      <a:pt x="5790" y="8814"/>
                      <a:pt x="5950" y="9061"/>
                    </a:cubicBezTo>
                    <a:cubicBezTo>
                      <a:pt x="6012" y="9147"/>
                      <a:pt x="6061" y="9246"/>
                      <a:pt x="6123" y="9345"/>
                    </a:cubicBezTo>
                    <a:cubicBezTo>
                      <a:pt x="6222" y="9530"/>
                      <a:pt x="6345" y="9703"/>
                      <a:pt x="6468" y="9875"/>
                    </a:cubicBezTo>
                    <a:cubicBezTo>
                      <a:pt x="6493" y="9900"/>
                      <a:pt x="6543" y="9925"/>
                      <a:pt x="6580" y="9925"/>
                    </a:cubicBezTo>
                    <a:cubicBezTo>
                      <a:pt x="6629" y="9925"/>
                      <a:pt x="6666" y="9900"/>
                      <a:pt x="6703" y="9875"/>
                    </a:cubicBezTo>
                    <a:cubicBezTo>
                      <a:pt x="6728" y="9838"/>
                      <a:pt x="6752" y="9789"/>
                      <a:pt x="6752" y="9740"/>
                    </a:cubicBezTo>
                    <a:cubicBezTo>
                      <a:pt x="6925" y="9431"/>
                      <a:pt x="7073" y="9110"/>
                      <a:pt x="7209" y="8801"/>
                    </a:cubicBezTo>
                    <a:lnTo>
                      <a:pt x="7258" y="8703"/>
                    </a:lnTo>
                    <a:cubicBezTo>
                      <a:pt x="7555" y="8024"/>
                      <a:pt x="7851" y="7333"/>
                      <a:pt x="8123" y="6666"/>
                    </a:cubicBezTo>
                    <a:lnTo>
                      <a:pt x="8147" y="6592"/>
                    </a:lnTo>
                    <a:cubicBezTo>
                      <a:pt x="8740" y="5185"/>
                      <a:pt x="9406" y="3518"/>
                      <a:pt x="10024" y="1827"/>
                    </a:cubicBezTo>
                    <a:cubicBezTo>
                      <a:pt x="10135" y="1519"/>
                      <a:pt x="10258" y="1210"/>
                      <a:pt x="10357" y="877"/>
                    </a:cubicBezTo>
                    <a:lnTo>
                      <a:pt x="10369" y="827"/>
                    </a:lnTo>
                    <a:cubicBezTo>
                      <a:pt x="10443" y="654"/>
                      <a:pt x="10480" y="469"/>
                      <a:pt x="10468" y="284"/>
                    </a:cubicBezTo>
                    <a:cubicBezTo>
                      <a:pt x="10505" y="222"/>
                      <a:pt x="10493" y="148"/>
                      <a:pt x="10443" y="111"/>
                    </a:cubicBezTo>
                    <a:cubicBezTo>
                      <a:pt x="10369" y="37"/>
                      <a:pt x="10270" y="0"/>
                      <a:pt x="10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31" name="Google Shape;4631;p166"/>
            <p:cNvSpPr/>
            <p:nvPr/>
          </p:nvSpPr>
          <p:spPr>
            <a:xfrm>
              <a:off x="6562292" y="4354432"/>
              <a:ext cx="1368335" cy="942004"/>
            </a:xfrm>
            <a:custGeom>
              <a:avLst/>
              <a:gdLst/>
              <a:ahLst/>
              <a:cxnLst/>
              <a:rect l="l" t="t" r="r" b="b"/>
              <a:pathLst>
                <a:path w="16999" h="11703" extrusionOk="0">
                  <a:moveTo>
                    <a:pt x="16961" y="211"/>
                  </a:moveTo>
                  <a:cubicBezTo>
                    <a:pt x="16998" y="87"/>
                    <a:pt x="16850" y="1"/>
                    <a:pt x="16764" y="100"/>
                  </a:cubicBezTo>
                  <a:cubicBezTo>
                    <a:pt x="16752" y="112"/>
                    <a:pt x="16752" y="124"/>
                    <a:pt x="16739" y="137"/>
                  </a:cubicBezTo>
                  <a:lnTo>
                    <a:pt x="16727" y="186"/>
                  </a:lnTo>
                  <a:lnTo>
                    <a:pt x="16715" y="235"/>
                  </a:lnTo>
                  <a:lnTo>
                    <a:pt x="16690" y="285"/>
                  </a:lnTo>
                  <a:lnTo>
                    <a:pt x="16665" y="346"/>
                  </a:lnTo>
                  <a:cubicBezTo>
                    <a:pt x="16616" y="495"/>
                    <a:pt x="16826" y="569"/>
                    <a:pt x="16887" y="433"/>
                  </a:cubicBezTo>
                  <a:lnTo>
                    <a:pt x="16912" y="359"/>
                  </a:lnTo>
                  <a:lnTo>
                    <a:pt x="16924" y="309"/>
                  </a:lnTo>
                  <a:lnTo>
                    <a:pt x="16949" y="260"/>
                  </a:lnTo>
                  <a:close/>
                  <a:moveTo>
                    <a:pt x="260" y="10197"/>
                  </a:moveTo>
                  <a:cubicBezTo>
                    <a:pt x="137" y="10110"/>
                    <a:pt x="1" y="10283"/>
                    <a:pt x="112" y="10382"/>
                  </a:cubicBezTo>
                  <a:lnTo>
                    <a:pt x="186" y="10444"/>
                  </a:lnTo>
                  <a:lnTo>
                    <a:pt x="248" y="10481"/>
                  </a:lnTo>
                  <a:lnTo>
                    <a:pt x="309" y="10530"/>
                  </a:lnTo>
                  <a:cubicBezTo>
                    <a:pt x="433" y="10617"/>
                    <a:pt x="569" y="10431"/>
                    <a:pt x="445" y="10345"/>
                  </a:cubicBezTo>
                  <a:lnTo>
                    <a:pt x="384" y="10296"/>
                  </a:lnTo>
                  <a:lnTo>
                    <a:pt x="334" y="10259"/>
                  </a:lnTo>
                  <a:close/>
                  <a:moveTo>
                    <a:pt x="1013" y="10728"/>
                  </a:moveTo>
                  <a:cubicBezTo>
                    <a:pt x="890" y="10617"/>
                    <a:pt x="741" y="10789"/>
                    <a:pt x="853" y="10900"/>
                  </a:cubicBezTo>
                  <a:cubicBezTo>
                    <a:pt x="865" y="10900"/>
                    <a:pt x="877" y="10913"/>
                    <a:pt x="890" y="10925"/>
                  </a:cubicBezTo>
                  <a:lnTo>
                    <a:pt x="951" y="10962"/>
                  </a:lnTo>
                  <a:lnTo>
                    <a:pt x="1013" y="10999"/>
                  </a:lnTo>
                  <a:lnTo>
                    <a:pt x="1087" y="11036"/>
                  </a:lnTo>
                  <a:cubicBezTo>
                    <a:pt x="1211" y="11135"/>
                    <a:pt x="1359" y="10962"/>
                    <a:pt x="1248" y="10863"/>
                  </a:cubicBezTo>
                  <a:cubicBezTo>
                    <a:pt x="1235" y="10851"/>
                    <a:pt x="1223" y="10839"/>
                    <a:pt x="1211" y="10839"/>
                  </a:cubicBezTo>
                  <a:lnTo>
                    <a:pt x="1136" y="10802"/>
                  </a:lnTo>
                  <a:lnTo>
                    <a:pt x="1075" y="10765"/>
                  </a:lnTo>
                  <a:close/>
                  <a:moveTo>
                    <a:pt x="1828" y="11123"/>
                  </a:moveTo>
                  <a:cubicBezTo>
                    <a:pt x="1680" y="11073"/>
                    <a:pt x="1593" y="11283"/>
                    <a:pt x="1741" y="11345"/>
                  </a:cubicBezTo>
                  <a:lnTo>
                    <a:pt x="1791" y="11370"/>
                  </a:lnTo>
                  <a:lnTo>
                    <a:pt x="1852" y="11382"/>
                  </a:lnTo>
                  <a:lnTo>
                    <a:pt x="1914" y="11407"/>
                  </a:lnTo>
                  <a:lnTo>
                    <a:pt x="1964" y="11431"/>
                  </a:lnTo>
                  <a:cubicBezTo>
                    <a:pt x="2001" y="11444"/>
                    <a:pt x="2050" y="11431"/>
                    <a:pt x="2075" y="11394"/>
                  </a:cubicBezTo>
                  <a:cubicBezTo>
                    <a:pt x="2136" y="11345"/>
                    <a:pt x="2124" y="11234"/>
                    <a:pt x="2038" y="11209"/>
                  </a:cubicBezTo>
                  <a:lnTo>
                    <a:pt x="1988" y="11184"/>
                  </a:lnTo>
                  <a:lnTo>
                    <a:pt x="1927" y="11172"/>
                  </a:lnTo>
                  <a:lnTo>
                    <a:pt x="1877" y="11147"/>
                  </a:lnTo>
                  <a:close/>
                  <a:moveTo>
                    <a:pt x="2692" y="11382"/>
                  </a:moveTo>
                  <a:cubicBezTo>
                    <a:pt x="2568" y="11370"/>
                    <a:pt x="2507" y="11518"/>
                    <a:pt x="2605" y="11592"/>
                  </a:cubicBezTo>
                  <a:cubicBezTo>
                    <a:pt x="2618" y="11604"/>
                    <a:pt x="2630" y="11616"/>
                    <a:pt x="2642" y="11616"/>
                  </a:cubicBezTo>
                  <a:lnTo>
                    <a:pt x="2717" y="11629"/>
                  </a:lnTo>
                  <a:lnTo>
                    <a:pt x="2778" y="11641"/>
                  </a:lnTo>
                  <a:lnTo>
                    <a:pt x="2840" y="11653"/>
                  </a:lnTo>
                  <a:lnTo>
                    <a:pt x="2877" y="11653"/>
                  </a:lnTo>
                  <a:cubicBezTo>
                    <a:pt x="3013" y="11666"/>
                    <a:pt x="3062" y="11481"/>
                    <a:pt x="2939" y="11431"/>
                  </a:cubicBezTo>
                  <a:lnTo>
                    <a:pt x="2914" y="11431"/>
                  </a:lnTo>
                  <a:lnTo>
                    <a:pt x="2865" y="11431"/>
                  </a:lnTo>
                  <a:lnTo>
                    <a:pt x="2815" y="11419"/>
                  </a:lnTo>
                  <a:lnTo>
                    <a:pt x="2766" y="11407"/>
                  </a:lnTo>
                  <a:lnTo>
                    <a:pt x="2692" y="11394"/>
                  </a:lnTo>
                  <a:close/>
                  <a:moveTo>
                    <a:pt x="3593" y="11468"/>
                  </a:moveTo>
                  <a:cubicBezTo>
                    <a:pt x="3457" y="11481"/>
                    <a:pt x="3432" y="11653"/>
                    <a:pt x="3556" y="11690"/>
                  </a:cubicBezTo>
                  <a:cubicBezTo>
                    <a:pt x="3568" y="11703"/>
                    <a:pt x="3581" y="11703"/>
                    <a:pt x="3593" y="11690"/>
                  </a:cubicBezTo>
                  <a:lnTo>
                    <a:pt x="3679" y="11690"/>
                  </a:lnTo>
                  <a:lnTo>
                    <a:pt x="3741" y="11690"/>
                  </a:lnTo>
                  <a:lnTo>
                    <a:pt x="3790" y="11690"/>
                  </a:lnTo>
                  <a:lnTo>
                    <a:pt x="3827" y="11690"/>
                  </a:lnTo>
                  <a:cubicBezTo>
                    <a:pt x="3963" y="11690"/>
                    <a:pt x="3988" y="11518"/>
                    <a:pt x="3865" y="11468"/>
                  </a:cubicBezTo>
                  <a:cubicBezTo>
                    <a:pt x="3852" y="11468"/>
                    <a:pt x="3840" y="11468"/>
                    <a:pt x="3815" y="11468"/>
                  </a:cubicBezTo>
                  <a:lnTo>
                    <a:pt x="3778" y="11468"/>
                  </a:lnTo>
                  <a:lnTo>
                    <a:pt x="3729" y="11468"/>
                  </a:lnTo>
                  <a:lnTo>
                    <a:pt x="3593" y="11468"/>
                  </a:lnTo>
                  <a:close/>
                  <a:moveTo>
                    <a:pt x="4482" y="11357"/>
                  </a:moveTo>
                  <a:cubicBezTo>
                    <a:pt x="4371" y="11394"/>
                    <a:pt x="4371" y="11567"/>
                    <a:pt x="4482" y="11592"/>
                  </a:cubicBezTo>
                  <a:cubicBezTo>
                    <a:pt x="4506" y="11592"/>
                    <a:pt x="4519" y="11592"/>
                    <a:pt x="4531" y="11592"/>
                  </a:cubicBezTo>
                  <a:lnTo>
                    <a:pt x="4593" y="11579"/>
                  </a:lnTo>
                  <a:lnTo>
                    <a:pt x="4642" y="11567"/>
                  </a:lnTo>
                  <a:lnTo>
                    <a:pt x="4704" y="11555"/>
                  </a:lnTo>
                  <a:lnTo>
                    <a:pt x="4766" y="11530"/>
                  </a:lnTo>
                  <a:cubicBezTo>
                    <a:pt x="4864" y="11505"/>
                    <a:pt x="4877" y="11370"/>
                    <a:pt x="4790" y="11320"/>
                  </a:cubicBezTo>
                  <a:cubicBezTo>
                    <a:pt x="4766" y="11308"/>
                    <a:pt x="4729" y="11295"/>
                    <a:pt x="4704" y="11308"/>
                  </a:cubicBezTo>
                  <a:lnTo>
                    <a:pt x="4642" y="11320"/>
                  </a:lnTo>
                  <a:lnTo>
                    <a:pt x="4593" y="11333"/>
                  </a:lnTo>
                  <a:lnTo>
                    <a:pt x="4543" y="11345"/>
                  </a:lnTo>
                  <a:lnTo>
                    <a:pt x="4482" y="11370"/>
                  </a:lnTo>
                  <a:close/>
                  <a:moveTo>
                    <a:pt x="5346" y="11073"/>
                  </a:moveTo>
                  <a:cubicBezTo>
                    <a:pt x="5222" y="11123"/>
                    <a:pt x="5272" y="11308"/>
                    <a:pt x="5395" y="11295"/>
                  </a:cubicBezTo>
                  <a:cubicBezTo>
                    <a:pt x="5408" y="11295"/>
                    <a:pt x="5432" y="11295"/>
                    <a:pt x="5445" y="11283"/>
                  </a:cubicBezTo>
                  <a:lnTo>
                    <a:pt x="5469" y="11271"/>
                  </a:lnTo>
                  <a:lnTo>
                    <a:pt x="5519" y="11258"/>
                  </a:lnTo>
                  <a:lnTo>
                    <a:pt x="5568" y="11234"/>
                  </a:lnTo>
                  <a:lnTo>
                    <a:pt x="5617" y="11209"/>
                  </a:lnTo>
                  <a:lnTo>
                    <a:pt x="5654" y="11184"/>
                  </a:lnTo>
                  <a:cubicBezTo>
                    <a:pt x="5741" y="11147"/>
                    <a:pt x="5741" y="11012"/>
                    <a:pt x="5642" y="10975"/>
                  </a:cubicBezTo>
                  <a:cubicBezTo>
                    <a:pt x="5617" y="10962"/>
                    <a:pt x="5580" y="10962"/>
                    <a:pt x="5556" y="10975"/>
                  </a:cubicBezTo>
                  <a:lnTo>
                    <a:pt x="5469" y="11012"/>
                  </a:lnTo>
                  <a:lnTo>
                    <a:pt x="5420" y="11036"/>
                  </a:lnTo>
                  <a:lnTo>
                    <a:pt x="5346" y="11073"/>
                  </a:lnTo>
                  <a:close/>
                  <a:moveTo>
                    <a:pt x="6136" y="10641"/>
                  </a:moveTo>
                  <a:cubicBezTo>
                    <a:pt x="6099" y="10666"/>
                    <a:pt x="6086" y="10703"/>
                    <a:pt x="6086" y="10752"/>
                  </a:cubicBezTo>
                  <a:cubicBezTo>
                    <a:pt x="6111" y="10839"/>
                    <a:pt x="6198" y="10876"/>
                    <a:pt x="6272" y="10839"/>
                  </a:cubicBezTo>
                  <a:lnTo>
                    <a:pt x="6333" y="10789"/>
                  </a:lnTo>
                  <a:lnTo>
                    <a:pt x="6370" y="10765"/>
                  </a:lnTo>
                  <a:lnTo>
                    <a:pt x="6420" y="10728"/>
                  </a:lnTo>
                  <a:lnTo>
                    <a:pt x="6469" y="10703"/>
                  </a:lnTo>
                  <a:cubicBezTo>
                    <a:pt x="6580" y="10617"/>
                    <a:pt x="6481" y="10444"/>
                    <a:pt x="6358" y="10493"/>
                  </a:cubicBezTo>
                  <a:lnTo>
                    <a:pt x="6333" y="10505"/>
                  </a:lnTo>
                  <a:lnTo>
                    <a:pt x="6247" y="10567"/>
                  </a:lnTo>
                  <a:cubicBezTo>
                    <a:pt x="6210" y="10592"/>
                    <a:pt x="6173" y="10617"/>
                    <a:pt x="6136" y="10641"/>
                  </a:cubicBezTo>
                  <a:close/>
                  <a:moveTo>
                    <a:pt x="6864" y="10086"/>
                  </a:moveTo>
                  <a:cubicBezTo>
                    <a:pt x="6753" y="10160"/>
                    <a:pt x="6864" y="10333"/>
                    <a:pt x="6988" y="10271"/>
                  </a:cubicBezTo>
                  <a:cubicBezTo>
                    <a:pt x="7000" y="10271"/>
                    <a:pt x="7000" y="10259"/>
                    <a:pt x="7012" y="10259"/>
                  </a:cubicBezTo>
                  <a:lnTo>
                    <a:pt x="7185" y="10098"/>
                  </a:lnTo>
                  <a:cubicBezTo>
                    <a:pt x="7222" y="10061"/>
                    <a:pt x="7234" y="10012"/>
                    <a:pt x="7210" y="9962"/>
                  </a:cubicBezTo>
                  <a:cubicBezTo>
                    <a:pt x="7173" y="9888"/>
                    <a:pt x="7086" y="9876"/>
                    <a:pt x="7025" y="9925"/>
                  </a:cubicBezTo>
                  <a:cubicBezTo>
                    <a:pt x="6975" y="9987"/>
                    <a:pt x="6913" y="10036"/>
                    <a:pt x="6864" y="10086"/>
                  </a:cubicBezTo>
                  <a:close/>
                  <a:moveTo>
                    <a:pt x="7494" y="9432"/>
                  </a:moveTo>
                  <a:cubicBezTo>
                    <a:pt x="7395" y="9543"/>
                    <a:pt x="7568" y="9703"/>
                    <a:pt x="7679" y="9580"/>
                  </a:cubicBezTo>
                  <a:lnTo>
                    <a:pt x="7827" y="9407"/>
                  </a:lnTo>
                  <a:cubicBezTo>
                    <a:pt x="7926" y="9296"/>
                    <a:pt x="7790" y="9148"/>
                    <a:pt x="7679" y="9222"/>
                  </a:cubicBezTo>
                  <a:cubicBezTo>
                    <a:pt x="7666" y="9234"/>
                    <a:pt x="7654" y="9246"/>
                    <a:pt x="7642" y="9259"/>
                  </a:cubicBezTo>
                  <a:cubicBezTo>
                    <a:pt x="7592" y="9320"/>
                    <a:pt x="7543" y="9370"/>
                    <a:pt x="7494" y="9432"/>
                  </a:cubicBezTo>
                  <a:close/>
                  <a:moveTo>
                    <a:pt x="8049" y="8703"/>
                  </a:moveTo>
                  <a:cubicBezTo>
                    <a:pt x="7963" y="8827"/>
                    <a:pt x="8160" y="8975"/>
                    <a:pt x="8247" y="8827"/>
                  </a:cubicBezTo>
                  <a:cubicBezTo>
                    <a:pt x="8296" y="8765"/>
                    <a:pt x="8333" y="8703"/>
                    <a:pt x="8382" y="8629"/>
                  </a:cubicBezTo>
                  <a:cubicBezTo>
                    <a:pt x="8456" y="8518"/>
                    <a:pt x="8308" y="8382"/>
                    <a:pt x="8210" y="8481"/>
                  </a:cubicBezTo>
                  <a:cubicBezTo>
                    <a:pt x="8197" y="8493"/>
                    <a:pt x="8185" y="8493"/>
                    <a:pt x="8185" y="8506"/>
                  </a:cubicBezTo>
                  <a:cubicBezTo>
                    <a:pt x="8136" y="8567"/>
                    <a:pt x="8098" y="8642"/>
                    <a:pt x="8061" y="8703"/>
                  </a:cubicBezTo>
                  <a:close/>
                  <a:moveTo>
                    <a:pt x="8518" y="7913"/>
                  </a:moveTo>
                  <a:cubicBezTo>
                    <a:pt x="8493" y="7963"/>
                    <a:pt x="8506" y="8024"/>
                    <a:pt x="8543" y="8061"/>
                  </a:cubicBezTo>
                  <a:cubicBezTo>
                    <a:pt x="8605" y="8111"/>
                    <a:pt x="8691" y="8086"/>
                    <a:pt x="8728" y="8024"/>
                  </a:cubicBezTo>
                  <a:cubicBezTo>
                    <a:pt x="8765" y="7950"/>
                    <a:pt x="8802" y="7889"/>
                    <a:pt x="8827" y="7814"/>
                  </a:cubicBezTo>
                  <a:cubicBezTo>
                    <a:pt x="8888" y="7703"/>
                    <a:pt x="8740" y="7592"/>
                    <a:pt x="8654" y="7679"/>
                  </a:cubicBezTo>
                  <a:cubicBezTo>
                    <a:pt x="8642" y="7691"/>
                    <a:pt x="8629" y="7703"/>
                    <a:pt x="8629" y="7716"/>
                  </a:cubicBezTo>
                  <a:cubicBezTo>
                    <a:pt x="8592" y="7777"/>
                    <a:pt x="8555" y="7852"/>
                    <a:pt x="8518" y="7913"/>
                  </a:cubicBezTo>
                  <a:close/>
                  <a:moveTo>
                    <a:pt x="8901" y="7086"/>
                  </a:moveTo>
                  <a:cubicBezTo>
                    <a:pt x="8851" y="7197"/>
                    <a:pt x="9000" y="7296"/>
                    <a:pt x="9098" y="7210"/>
                  </a:cubicBezTo>
                  <a:cubicBezTo>
                    <a:pt x="9111" y="7197"/>
                    <a:pt x="9111" y="7185"/>
                    <a:pt x="9123" y="7173"/>
                  </a:cubicBezTo>
                  <a:cubicBezTo>
                    <a:pt x="9148" y="7099"/>
                    <a:pt x="9172" y="7024"/>
                    <a:pt x="9197" y="6950"/>
                  </a:cubicBezTo>
                  <a:cubicBezTo>
                    <a:pt x="9246" y="6827"/>
                    <a:pt x="9086" y="6728"/>
                    <a:pt x="9012" y="6839"/>
                  </a:cubicBezTo>
                  <a:cubicBezTo>
                    <a:pt x="9000" y="6839"/>
                    <a:pt x="8987" y="6852"/>
                    <a:pt x="8987" y="6876"/>
                  </a:cubicBezTo>
                  <a:cubicBezTo>
                    <a:pt x="8963" y="6938"/>
                    <a:pt x="8926" y="7012"/>
                    <a:pt x="8901" y="7086"/>
                  </a:cubicBezTo>
                  <a:close/>
                  <a:moveTo>
                    <a:pt x="9197" y="6222"/>
                  </a:moveTo>
                  <a:cubicBezTo>
                    <a:pt x="9160" y="6370"/>
                    <a:pt x="9382" y="6432"/>
                    <a:pt x="9419" y="6284"/>
                  </a:cubicBezTo>
                  <a:cubicBezTo>
                    <a:pt x="9444" y="6197"/>
                    <a:pt x="9456" y="6123"/>
                    <a:pt x="9481" y="6049"/>
                  </a:cubicBezTo>
                  <a:cubicBezTo>
                    <a:pt x="9506" y="5951"/>
                    <a:pt x="9395" y="5864"/>
                    <a:pt x="9308" y="5926"/>
                  </a:cubicBezTo>
                  <a:cubicBezTo>
                    <a:pt x="9284" y="5938"/>
                    <a:pt x="9259" y="5963"/>
                    <a:pt x="9246" y="6000"/>
                  </a:cubicBezTo>
                  <a:cubicBezTo>
                    <a:pt x="9234" y="6074"/>
                    <a:pt x="9209" y="6148"/>
                    <a:pt x="9197" y="6222"/>
                  </a:cubicBezTo>
                  <a:close/>
                  <a:moveTo>
                    <a:pt x="9382" y="5321"/>
                  </a:moveTo>
                  <a:cubicBezTo>
                    <a:pt x="9358" y="5444"/>
                    <a:pt x="9530" y="5506"/>
                    <a:pt x="9592" y="5407"/>
                  </a:cubicBezTo>
                  <a:cubicBezTo>
                    <a:pt x="9604" y="5395"/>
                    <a:pt x="9617" y="5370"/>
                    <a:pt x="9617" y="5358"/>
                  </a:cubicBezTo>
                  <a:cubicBezTo>
                    <a:pt x="9629" y="5284"/>
                    <a:pt x="9629" y="5198"/>
                    <a:pt x="9641" y="5124"/>
                  </a:cubicBezTo>
                  <a:cubicBezTo>
                    <a:pt x="9641" y="5099"/>
                    <a:pt x="9641" y="5087"/>
                    <a:pt x="9641" y="5062"/>
                  </a:cubicBezTo>
                  <a:cubicBezTo>
                    <a:pt x="9666" y="5000"/>
                    <a:pt x="9629" y="4938"/>
                    <a:pt x="9567" y="4926"/>
                  </a:cubicBezTo>
                  <a:cubicBezTo>
                    <a:pt x="9555" y="4914"/>
                    <a:pt x="9543" y="4914"/>
                    <a:pt x="9530" y="4926"/>
                  </a:cubicBezTo>
                  <a:cubicBezTo>
                    <a:pt x="9456" y="4926"/>
                    <a:pt x="9370" y="4926"/>
                    <a:pt x="9296" y="4926"/>
                  </a:cubicBezTo>
                  <a:cubicBezTo>
                    <a:pt x="9172" y="4926"/>
                    <a:pt x="9135" y="5111"/>
                    <a:pt x="9259" y="5148"/>
                  </a:cubicBezTo>
                  <a:cubicBezTo>
                    <a:pt x="9271" y="5161"/>
                    <a:pt x="9284" y="5161"/>
                    <a:pt x="9308" y="5161"/>
                  </a:cubicBezTo>
                  <a:lnTo>
                    <a:pt x="9419" y="5161"/>
                  </a:lnTo>
                  <a:cubicBezTo>
                    <a:pt x="9419" y="5222"/>
                    <a:pt x="9395" y="5272"/>
                    <a:pt x="9395" y="5333"/>
                  </a:cubicBezTo>
                  <a:close/>
                  <a:moveTo>
                    <a:pt x="9456" y="4420"/>
                  </a:moveTo>
                  <a:cubicBezTo>
                    <a:pt x="9469" y="4556"/>
                    <a:pt x="9666" y="4556"/>
                    <a:pt x="9679" y="4420"/>
                  </a:cubicBezTo>
                  <a:lnTo>
                    <a:pt x="9679" y="4358"/>
                  </a:lnTo>
                  <a:lnTo>
                    <a:pt x="9679" y="4173"/>
                  </a:lnTo>
                  <a:cubicBezTo>
                    <a:pt x="9679" y="4050"/>
                    <a:pt x="9506" y="4025"/>
                    <a:pt x="9456" y="4136"/>
                  </a:cubicBezTo>
                  <a:cubicBezTo>
                    <a:pt x="9456" y="4161"/>
                    <a:pt x="9456" y="4173"/>
                    <a:pt x="9456" y="4185"/>
                  </a:cubicBezTo>
                  <a:lnTo>
                    <a:pt x="9456" y="4420"/>
                  </a:lnTo>
                  <a:close/>
                  <a:moveTo>
                    <a:pt x="9395" y="3506"/>
                  </a:moveTo>
                  <a:cubicBezTo>
                    <a:pt x="9407" y="3642"/>
                    <a:pt x="9604" y="3642"/>
                    <a:pt x="9617" y="3506"/>
                  </a:cubicBezTo>
                  <a:lnTo>
                    <a:pt x="9617" y="3482"/>
                  </a:lnTo>
                  <a:cubicBezTo>
                    <a:pt x="9604" y="3395"/>
                    <a:pt x="9592" y="3321"/>
                    <a:pt x="9580" y="3235"/>
                  </a:cubicBezTo>
                  <a:cubicBezTo>
                    <a:pt x="9555" y="3111"/>
                    <a:pt x="9370" y="3111"/>
                    <a:pt x="9358" y="3235"/>
                  </a:cubicBezTo>
                  <a:cubicBezTo>
                    <a:pt x="9345" y="3260"/>
                    <a:pt x="9345" y="3272"/>
                    <a:pt x="9358" y="3284"/>
                  </a:cubicBezTo>
                  <a:cubicBezTo>
                    <a:pt x="9370" y="3358"/>
                    <a:pt x="9382" y="3432"/>
                    <a:pt x="9395" y="3506"/>
                  </a:cubicBezTo>
                  <a:close/>
                  <a:moveTo>
                    <a:pt x="9111" y="2692"/>
                  </a:moveTo>
                  <a:cubicBezTo>
                    <a:pt x="9197" y="2791"/>
                    <a:pt x="9358" y="2716"/>
                    <a:pt x="9321" y="2593"/>
                  </a:cubicBezTo>
                  <a:cubicBezTo>
                    <a:pt x="9308" y="2568"/>
                    <a:pt x="9308" y="2556"/>
                    <a:pt x="9296" y="2544"/>
                  </a:cubicBezTo>
                  <a:cubicBezTo>
                    <a:pt x="9234" y="2482"/>
                    <a:pt x="9172" y="2420"/>
                    <a:pt x="9098" y="2371"/>
                  </a:cubicBezTo>
                  <a:cubicBezTo>
                    <a:pt x="8987" y="2297"/>
                    <a:pt x="8851" y="2433"/>
                    <a:pt x="8938" y="2544"/>
                  </a:cubicBezTo>
                  <a:cubicBezTo>
                    <a:pt x="8950" y="2544"/>
                    <a:pt x="8963" y="2556"/>
                    <a:pt x="8975" y="2568"/>
                  </a:cubicBezTo>
                  <a:cubicBezTo>
                    <a:pt x="9024" y="2593"/>
                    <a:pt x="9074" y="2642"/>
                    <a:pt x="9111" y="2692"/>
                  </a:cubicBezTo>
                  <a:close/>
                  <a:moveTo>
                    <a:pt x="8395" y="2544"/>
                  </a:moveTo>
                  <a:cubicBezTo>
                    <a:pt x="8531" y="2507"/>
                    <a:pt x="8493" y="2309"/>
                    <a:pt x="8358" y="2321"/>
                  </a:cubicBezTo>
                  <a:cubicBezTo>
                    <a:pt x="8345" y="2321"/>
                    <a:pt x="8333" y="2321"/>
                    <a:pt x="8321" y="2321"/>
                  </a:cubicBezTo>
                  <a:cubicBezTo>
                    <a:pt x="8247" y="2346"/>
                    <a:pt x="8173" y="2383"/>
                    <a:pt x="8098" y="2420"/>
                  </a:cubicBezTo>
                  <a:cubicBezTo>
                    <a:pt x="8074" y="2433"/>
                    <a:pt x="8049" y="2445"/>
                    <a:pt x="8037" y="2470"/>
                  </a:cubicBezTo>
                  <a:cubicBezTo>
                    <a:pt x="8000" y="2568"/>
                    <a:pt x="8098" y="2679"/>
                    <a:pt x="8197" y="2630"/>
                  </a:cubicBezTo>
                  <a:cubicBezTo>
                    <a:pt x="8259" y="2593"/>
                    <a:pt x="8333" y="2568"/>
                    <a:pt x="8395" y="2544"/>
                  </a:cubicBezTo>
                  <a:close/>
                  <a:moveTo>
                    <a:pt x="7642" y="3000"/>
                  </a:moveTo>
                  <a:cubicBezTo>
                    <a:pt x="7666" y="2976"/>
                    <a:pt x="7679" y="2951"/>
                    <a:pt x="7679" y="2926"/>
                  </a:cubicBezTo>
                  <a:cubicBezTo>
                    <a:pt x="7691" y="2815"/>
                    <a:pt x="7568" y="2754"/>
                    <a:pt x="7494" y="2815"/>
                  </a:cubicBezTo>
                  <a:cubicBezTo>
                    <a:pt x="7420" y="2877"/>
                    <a:pt x="7370" y="2926"/>
                    <a:pt x="7308" y="3000"/>
                  </a:cubicBezTo>
                  <a:cubicBezTo>
                    <a:pt x="7284" y="3037"/>
                    <a:pt x="7271" y="3087"/>
                    <a:pt x="7296" y="3136"/>
                  </a:cubicBezTo>
                  <a:cubicBezTo>
                    <a:pt x="7346" y="3198"/>
                    <a:pt x="7432" y="3210"/>
                    <a:pt x="7481" y="3149"/>
                  </a:cubicBezTo>
                  <a:cubicBezTo>
                    <a:pt x="7531" y="3087"/>
                    <a:pt x="7580" y="3037"/>
                    <a:pt x="7642" y="2988"/>
                  </a:cubicBezTo>
                  <a:close/>
                  <a:moveTo>
                    <a:pt x="7259" y="3692"/>
                  </a:moveTo>
                  <a:cubicBezTo>
                    <a:pt x="7259" y="3655"/>
                    <a:pt x="7234" y="3605"/>
                    <a:pt x="7185" y="3593"/>
                  </a:cubicBezTo>
                  <a:cubicBezTo>
                    <a:pt x="7111" y="3568"/>
                    <a:pt x="7025" y="3630"/>
                    <a:pt x="7037" y="3704"/>
                  </a:cubicBezTo>
                  <a:cubicBezTo>
                    <a:pt x="7037" y="3790"/>
                    <a:pt x="7049" y="3877"/>
                    <a:pt x="7086" y="3963"/>
                  </a:cubicBezTo>
                  <a:cubicBezTo>
                    <a:pt x="7123" y="4099"/>
                    <a:pt x="7321" y="4050"/>
                    <a:pt x="7308" y="3914"/>
                  </a:cubicBezTo>
                  <a:cubicBezTo>
                    <a:pt x="7308" y="3914"/>
                    <a:pt x="7308" y="3901"/>
                    <a:pt x="7308" y="3889"/>
                  </a:cubicBezTo>
                  <a:cubicBezTo>
                    <a:pt x="7284" y="3827"/>
                    <a:pt x="7271" y="3766"/>
                    <a:pt x="7271" y="3692"/>
                  </a:cubicBezTo>
                  <a:close/>
                  <a:moveTo>
                    <a:pt x="7666" y="4408"/>
                  </a:moveTo>
                  <a:cubicBezTo>
                    <a:pt x="7568" y="4321"/>
                    <a:pt x="7420" y="4432"/>
                    <a:pt x="7481" y="4556"/>
                  </a:cubicBezTo>
                  <a:cubicBezTo>
                    <a:pt x="7481" y="4556"/>
                    <a:pt x="7494" y="4568"/>
                    <a:pt x="7506" y="4580"/>
                  </a:cubicBezTo>
                  <a:cubicBezTo>
                    <a:pt x="7555" y="4642"/>
                    <a:pt x="7617" y="4691"/>
                    <a:pt x="7679" y="4741"/>
                  </a:cubicBezTo>
                  <a:cubicBezTo>
                    <a:pt x="7802" y="4840"/>
                    <a:pt x="7950" y="4667"/>
                    <a:pt x="7839" y="4568"/>
                  </a:cubicBezTo>
                  <a:cubicBezTo>
                    <a:pt x="7778" y="4519"/>
                    <a:pt x="7728" y="4469"/>
                    <a:pt x="7666" y="4408"/>
                  </a:cubicBezTo>
                  <a:close/>
                  <a:moveTo>
                    <a:pt x="8395" y="4852"/>
                  </a:moveTo>
                  <a:cubicBezTo>
                    <a:pt x="8271" y="4815"/>
                    <a:pt x="8197" y="4988"/>
                    <a:pt x="8308" y="5062"/>
                  </a:cubicBezTo>
                  <a:cubicBezTo>
                    <a:pt x="8321" y="5062"/>
                    <a:pt x="8333" y="5074"/>
                    <a:pt x="8345" y="5074"/>
                  </a:cubicBezTo>
                  <a:cubicBezTo>
                    <a:pt x="8419" y="5099"/>
                    <a:pt x="8493" y="5111"/>
                    <a:pt x="8580" y="5124"/>
                  </a:cubicBezTo>
                  <a:cubicBezTo>
                    <a:pt x="8703" y="5136"/>
                    <a:pt x="8765" y="4963"/>
                    <a:pt x="8654" y="4901"/>
                  </a:cubicBezTo>
                  <a:cubicBezTo>
                    <a:pt x="8642" y="4901"/>
                    <a:pt x="8629" y="4889"/>
                    <a:pt x="8617" y="4889"/>
                  </a:cubicBezTo>
                  <a:cubicBezTo>
                    <a:pt x="8543" y="4877"/>
                    <a:pt x="8469" y="4864"/>
                    <a:pt x="8395" y="4852"/>
                  </a:cubicBezTo>
                  <a:close/>
                  <a:moveTo>
                    <a:pt x="10197" y="4852"/>
                  </a:moveTo>
                  <a:cubicBezTo>
                    <a:pt x="10074" y="4864"/>
                    <a:pt x="10074" y="5049"/>
                    <a:pt x="10197" y="5074"/>
                  </a:cubicBezTo>
                  <a:cubicBezTo>
                    <a:pt x="10209" y="5074"/>
                    <a:pt x="10222" y="5074"/>
                    <a:pt x="10234" y="5074"/>
                  </a:cubicBezTo>
                  <a:lnTo>
                    <a:pt x="10469" y="5037"/>
                  </a:lnTo>
                  <a:cubicBezTo>
                    <a:pt x="10592" y="5012"/>
                    <a:pt x="10592" y="4827"/>
                    <a:pt x="10469" y="4815"/>
                  </a:cubicBezTo>
                  <a:cubicBezTo>
                    <a:pt x="10456" y="4803"/>
                    <a:pt x="10431" y="4803"/>
                    <a:pt x="10419" y="4815"/>
                  </a:cubicBezTo>
                  <a:cubicBezTo>
                    <a:pt x="10345" y="4827"/>
                    <a:pt x="10271" y="4840"/>
                    <a:pt x="10197" y="4852"/>
                  </a:cubicBezTo>
                  <a:close/>
                  <a:moveTo>
                    <a:pt x="11098" y="4667"/>
                  </a:moveTo>
                  <a:cubicBezTo>
                    <a:pt x="11012" y="4691"/>
                    <a:pt x="10975" y="4803"/>
                    <a:pt x="11049" y="4864"/>
                  </a:cubicBezTo>
                  <a:cubicBezTo>
                    <a:pt x="11073" y="4889"/>
                    <a:pt x="11123" y="4901"/>
                    <a:pt x="11160" y="4901"/>
                  </a:cubicBezTo>
                  <a:lnTo>
                    <a:pt x="11382" y="4840"/>
                  </a:lnTo>
                  <a:cubicBezTo>
                    <a:pt x="11518" y="4803"/>
                    <a:pt x="11493" y="4593"/>
                    <a:pt x="11345" y="4605"/>
                  </a:cubicBezTo>
                  <a:lnTo>
                    <a:pt x="11320" y="4605"/>
                  </a:lnTo>
                  <a:lnTo>
                    <a:pt x="11098" y="4667"/>
                  </a:lnTo>
                  <a:close/>
                  <a:moveTo>
                    <a:pt x="11987" y="4408"/>
                  </a:moveTo>
                  <a:cubicBezTo>
                    <a:pt x="11851" y="4457"/>
                    <a:pt x="11888" y="4642"/>
                    <a:pt x="12024" y="4642"/>
                  </a:cubicBezTo>
                  <a:cubicBezTo>
                    <a:pt x="12036" y="4642"/>
                    <a:pt x="12049" y="4642"/>
                    <a:pt x="12061" y="4642"/>
                  </a:cubicBezTo>
                  <a:lnTo>
                    <a:pt x="12283" y="4556"/>
                  </a:lnTo>
                  <a:cubicBezTo>
                    <a:pt x="12394" y="4519"/>
                    <a:pt x="12369" y="4334"/>
                    <a:pt x="12246" y="4334"/>
                  </a:cubicBezTo>
                  <a:cubicBezTo>
                    <a:pt x="12221" y="4334"/>
                    <a:pt x="12209" y="4334"/>
                    <a:pt x="12197" y="4346"/>
                  </a:cubicBezTo>
                  <a:lnTo>
                    <a:pt x="11987" y="4420"/>
                  </a:lnTo>
                  <a:close/>
                  <a:moveTo>
                    <a:pt x="12839" y="4074"/>
                  </a:moveTo>
                  <a:cubicBezTo>
                    <a:pt x="12727" y="4124"/>
                    <a:pt x="12764" y="4296"/>
                    <a:pt x="12888" y="4296"/>
                  </a:cubicBezTo>
                  <a:cubicBezTo>
                    <a:pt x="12900" y="4296"/>
                    <a:pt x="12913" y="4296"/>
                    <a:pt x="12925" y="4284"/>
                  </a:cubicBezTo>
                  <a:lnTo>
                    <a:pt x="13147" y="4185"/>
                  </a:lnTo>
                  <a:cubicBezTo>
                    <a:pt x="13258" y="4136"/>
                    <a:pt x="13209" y="3951"/>
                    <a:pt x="13085" y="3963"/>
                  </a:cubicBezTo>
                  <a:cubicBezTo>
                    <a:pt x="13073" y="3963"/>
                    <a:pt x="13061" y="3976"/>
                    <a:pt x="13048" y="3976"/>
                  </a:cubicBezTo>
                  <a:close/>
                  <a:moveTo>
                    <a:pt x="13653" y="3655"/>
                  </a:moveTo>
                  <a:cubicBezTo>
                    <a:pt x="13542" y="3729"/>
                    <a:pt x="13604" y="3889"/>
                    <a:pt x="13727" y="3877"/>
                  </a:cubicBezTo>
                  <a:cubicBezTo>
                    <a:pt x="13740" y="3877"/>
                    <a:pt x="13752" y="3864"/>
                    <a:pt x="13764" y="3864"/>
                  </a:cubicBezTo>
                  <a:cubicBezTo>
                    <a:pt x="13838" y="3827"/>
                    <a:pt x="13900" y="3778"/>
                    <a:pt x="13974" y="3741"/>
                  </a:cubicBezTo>
                  <a:cubicBezTo>
                    <a:pt x="14098" y="3655"/>
                    <a:pt x="13987" y="3457"/>
                    <a:pt x="13851" y="3544"/>
                  </a:cubicBezTo>
                  <a:close/>
                  <a:moveTo>
                    <a:pt x="14419" y="3161"/>
                  </a:moveTo>
                  <a:cubicBezTo>
                    <a:pt x="14320" y="3235"/>
                    <a:pt x="14394" y="3395"/>
                    <a:pt x="14517" y="3371"/>
                  </a:cubicBezTo>
                  <a:cubicBezTo>
                    <a:pt x="14530" y="3371"/>
                    <a:pt x="14554" y="3358"/>
                    <a:pt x="14567" y="3358"/>
                  </a:cubicBezTo>
                  <a:cubicBezTo>
                    <a:pt x="14628" y="3309"/>
                    <a:pt x="14690" y="3260"/>
                    <a:pt x="14752" y="3210"/>
                  </a:cubicBezTo>
                  <a:cubicBezTo>
                    <a:pt x="14826" y="3149"/>
                    <a:pt x="14801" y="3013"/>
                    <a:pt x="14690" y="3000"/>
                  </a:cubicBezTo>
                  <a:cubicBezTo>
                    <a:pt x="14665" y="3000"/>
                    <a:pt x="14628" y="3013"/>
                    <a:pt x="14604" y="3025"/>
                  </a:cubicBezTo>
                  <a:close/>
                  <a:moveTo>
                    <a:pt x="15135" y="2581"/>
                  </a:moveTo>
                  <a:cubicBezTo>
                    <a:pt x="15097" y="2605"/>
                    <a:pt x="15085" y="2655"/>
                    <a:pt x="15097" y="2692"/>
                  </a:cubicBezTo>
                  <a:cubicBezTo>
                    <a:pt x="15110" y="2778"/>
                    <a:pt x="15221" y="2815"/>
                    <a:pt x="15295" y="2754"/>
                  </a:cubicBezTo>
                  <a:cubicBezTo>
                    <a:pt x="15344" y="2704"/>
                    <a:pt x="15406" y="2642"/>
                    <a:pt x="15455" y="2593"/>
                  </a:cubicBezTo>
                  <a:cubicBezTo>
                    <a:pt x="15579" y="2482"/>
                    <a:pt x="15418" y="2309"/>
                    <a:pt x="15307" y="2420"/>
                  </a:cubicBezTo>
                  <a:cubicBezTo>
                    <a:pt x="15246" y="2470"/>
                    <a:pt x="15196" y="2531"/>
                    <a:pt x="15135" y="2581"/>
                  </a:cubicBezTo>
                  <a:close/>
                  <a:moveTo>
                    <a:pt x="15752" y="1926"/>
                  </a:moveTo>
                  <a:cubicBezTo>
                    <a:pt x="15715" y="1951"/>
                    <a:pt x="15715" y="2001"/>
                    <a:pt x="15739" y="2050"/>
                  </a:cubicBezTo>
                  <a:cubicBezTo>
                    <a:pt x="15776" y="2124"/>
                    <a:pt x="15875" y="2124"/>
                    <a:pt x="15925" y="2062"/>
                  </a:cubicBezTo>
                  <a:cubicBezTo>
                    <a:pt x="15974" y="2001"/>
                    <a:pt x="16023" y="1939"/>
                    <a:pt x="16073" y="1877"/>
                  </a:cubicBezTo>
                  <a:cubicBezTo>
                    <a:pt x="16134" y="1778"/>
                    <a:pt x="16023" y="1655"/>
                    <a:pt x="15925" y="1717"/>
                  </a:cubicBezTo>
                  <a:cubicBezTo>
                    <a:pt x="15912" y="1717"/>
                    <a:pt x="15900" y="1729"/>
                    <a:pt x="15900" y="1741"/>
                  </a:cubicBezTo>
                  <a:cubicBezTo>
                    <a:pt x="15850" y="1803"/>
                    <a:pt x="15801" y="1865"/>
                    <a:pt x="15752" y="1926"/>
                  </a:cubicBezTo>
                  <a:close/>
                  <a:moveTo>
                    <a:pt x="16270" y="1173"/>
                  </a:moveTo>
                  <a:cubicBezTo>
                    <a:pt x="16159" y="1285"/>
                    <a:pt x="16332" y="1445"/>
                    <a:pt x="16443" y="1322"/>
                  </a:cubicBezTo>
                  <a:cubicBezTo>
                    <a:pt x="16455" y="1322"/>
                    <a:pt x="16455" y="1309"/>
                    <a:pt x="16468" y="1297"/>
                  </a:cubicBezTo>
                  <a:lnTo>
                    <a:pt x="16492" y="1248"/>
                  </a:lnTo>
                  <a:lnTo>
                    <a:pt x="16542" y="1149"/>
                  </a:lnTo>
                  <a:lnTo>
                    <a:pt x="16579" y="1087"/>
                  </a:lnTo>
                  <a:cubicBezTo>
                    <a:pt x="16653" y="964"/>
                    <a:pt x="16480" y="853"/>
                    <a:pt x="16394" y="951"/>
                  </a:cubicBezTo>
                  <a:cubicBezTo>
                    <a:pt x="16381" y="964"/>
                    <a:pt x="16381" y="976"/>
                    <a:pt x="16381" y="976"/>
                  </a:cubicBezTo>
                  <a:lnTo>
                    <a:pt x="16344" y="1038"/>
                  </a:lnTo>
                  <a:lnTo>
                    <a:pt x="16295" y="11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7" name="Google Shape;4637;p168"/>
          <p:cNvSpPr/>
          <p:nvPr/>
        </p:nvSpPr>
        <p:spPr>
          <a:xfrm>
            <a:off x="716575" y="0"/>
            <a:ext cx="8579795" cy="5143484"/>
          </a:xfrm>
          <a:custGeom>
            <a:avLst/>
            <a:gdLst/>
            <a:ahLst/>
            <a:cxnLst/>
            <a:rect l="l" t="t" r="r" b="b"/>
            <a:pathLst>
              <a:path w="128517" h="78770" extrusionOk="0">
                <a:moveTo>
                  <a:pt x="35" y="1"/>
                </a:moveTo>
                <a:lnTo>
                  <a:pt x="0" y="78769"/>
                </a:lnTo>
                <a:lnTo>
                  <a:pt x="128517" y="78769"/>
                </a:lnTo>
                <a:cubicBezTo>
                  <a:pt x="61260" y="76442"/>
                  <a:pt x="7739" y="332"/>
                  <a:pt x="7739" y="332"/>
                </a:cubicBezTo>
                <a:lnTo>
                  <a:pt x="35" y="1"/>
                </a:lnTo>
                <a:close/>
              </a:path>
            </a:pathLst>
          </a:custGeom>
          <a:solidFill>
            <a:srgbClr val="B0D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8" name="Google Shape;4638;p168"/>
          <p:cNvSpPr/>
          <p:nvPr/>
        </p:nvSpPr>
        <p:spPr>
          <a:xfrm>
            <a:off x="1754550" y="1135650"/>
            <a:ext cx="5634900" cy="2872200"/>
          </a:xfrm>
          <a:prstGeom prst="plaque">
            <a:avLst>
              <a:gd name="adj" fmla="val 11691"/>
            </a:avLst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639" name="Google Shape;4639;p168"/>
          <p:cNvCxnSpPr/>
          <p:nvPr/>
        </p:nvCxnSpPr>
        <p:spPr>
          <a:xfrm>
            <a:off x="2572800" y="31168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0" name="Google Shape;4640;p168"/>
          <p:cNvCxnSpPr/>
          <p:nvPr/>
        </p:nvCxnSpPr>
        <p:spPr>
          <a:xfrm>
            <a:off x="2572800" y="22227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641" name="Google Shape;4641;p168"/>
          <p:cNvGrpSpPr/>
          <p:nvPr/>
        </p:nvGrpSpPr>
        <p:grpSpPr>
          <a:xfrm rot="697126">
            <a:off x="8280187" y="-46678"/>
            <a:ext cx="1305393" cy="1346461"/>
            <a:chOff x="1492000" y="427450"/>
            <a:chExt cx="1188000" cy="1225375"/>
          </a:xfrm>
        </p:grpSpPr>
        <p:sp>
          <p:nvSpPr>
            <p:cNvPr id="4642" name="Google Shape;4642;p168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168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168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168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168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168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168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168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168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168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168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3" name="Google Shape;4653;p168"/>
          <p:cNvSpPr/>
          <p:nvPr/>
        </p:nvSpPr>
        <p:spPr>
          <a:xfrm>
            <a:off x="-50900" y="-21500"/>
            <a:ext cx="771000" cy="5165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54" name="Google Shape;4654;p168"/>
          <p:cNvGrpSpPr/>
          <p:nvPr/>
        </p:nvGrpSpPr>
        <p:grpSpPr>
          <a:xfrm rot="-1976796" flipH="1">
            <a:off x="5917481" y="3990133"/>
            <a:ext cx="3474354" cy="888893"/>
            <a:chOff x="3809875" y="1963175"/>
            <a:chExt cx="1923600" cy="492150"/>
          </a:xfrm>
        </p:grpSpPr>
        <p:sp>
          <p:nvSpPr>
            <p:cNvPr id="4655" name="Google Shape;4655;p168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168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168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168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168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168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168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168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168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168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168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6" name="Google Shape;4666;p168"/>
          <p:cNvGrpSpPr/>
          <p:nvPr/>
        </p:nvGrpSpPr>
        <p:grpSpPr>
          <a:xfrm rot="-375097">
            <a:off x="1228557" y="-253382"/>
            <a:ext cx="711742" cy="793298"/>
            <a:chOff x="6554696" y="509501"/>
            <a:chExt cx="711709" cy="793261"/>
          </a:xfrm>
        </p:grpSpPr>
        <p:sp>
          <p:nvSpPr>
            <p:cNvPr id="4667" name="Google Shape;4667;p168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168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9" name="Google Shape;4669;p168"/>
          <p:cNvGrpSpPr/>
          <p:nvPr/>
        </p:nvGrpSpPr>
        <p:grpSpPr>
          <a:xfrm rot="807122">
            <a:off x="809300" y="4708652"/>
            <a:ext cx="2497551" cy="2401906"/>
            <a:chOff x="1857000" y="3245400"/>
            <a:chExt cx="1233825" cy="1186575"/>
          </a:xfrm>
        </p:grpSpPr>
        <p:sp>
          <p:nvSpPr>
            <p:cNvPr id="4670" name="Google Shape;4670;p168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168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168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168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168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168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76" name="Google Shape;4676;p168"/>
          <p:cNvSpPr/>
          <p:nvPr/>
        </p:nvSpPr>
        <p:spPr>
          <a:xfrm rot="-381518">
            <a:off x="1317430" y="-146232"/>
            <a:ext cx="102933" cy="551241"/>
          </a:xfrm>
          <a:prstGeom prst="roundRect">
            <a:avLst>
              <a:gd name="adj" fmla="val 50000"/>
            </a:avLst>
          </a:prstGeom>
          <a:solidFill>
            <a:srgbClr val="EEEEEE">
              <a:alpha val="474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7" name="Google Shape;4677;p168"/>
          <p:cNvSpPr txBox="1">
            <a:spLocks noGrp="1"/>
          </p:cNvSpPr>
          <p:nvPr>
            <p:ph type="ctrTitle"/>
          </p:nvPr>
        </p:nvSpPr>
        <p:spPr>
          <a:xfrm>
            <a:off x="2351850" y="1460922"/>
            <a:ext cx="4440300" cy="174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Itim"/>
              <a:buNone/>
              <a:defRPr sz="6000" b="1"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78" name="Google Shape;4678;p168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0" name="Google Shape;4680;p16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681" name="Google Shape;4681;p16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16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16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16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16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16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16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16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16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16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16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16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16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16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16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16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16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16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16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16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16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16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03" name="Google Shape;4703;p169"/>
          <p:cNvSpPr txBox="1">
            <a:spLocks noGrp="1"/>
          </p:cNvSpPr>
          <p:nvPr>
            <p:ph type="subTitle" idx="1"/>
          </p:nvPr>
        </p:nvSpPr>
        <p:spPr>
          <a:xfrm>
            <a:off x="3117150" y="3530226"/>
            <a:ext cx="29097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04" name="Google Shape;4704;p169"/>
          <p:cNvSpPr txBox="1">
            <a:spLocks noGrp="1"/>
          </p:cNvSpPr>
          <p:nvPr>
            <p:ph type="title"/>
          </p:nvPr>
        </p:nvSpPr>
        <p:spPr>
          <a:xfrm>
            <a:off x="1918650" y="1613852"/>
            <a:ext cx="5306700" cy="17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05" name="Google Shape;4705;p169"/>
          <p:cNvSpPr txBox="1">
            <a:spLocks noGrp="1"/>
          </p:cNvSpPr>
          <p:nvPr>
            <p:ph type="title" idx="2" hasCustomPrompt="1"/>
          </p:nvPr>
        </p:nvSpPr>
        <p:spPr>
          <a:xfrm>
            <a:off x="3843750" y="591078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4706" name="Google Shape;4706;p169"/>
          <p:cNvGrpSpPr/>
          <p:nvPr/>
        </p:nvGrpSpPr>
        <p:grpSpPr>
          <a:xfrm rot="-697126" flipH="1">
            <a:off x="569287" y="-351303"/>
            <a:ext cx="1305393" cy="1346461"/>
            <a:chOff x="1492000" y="427450"/>
            <a:chExt cx="1188000" cy="1225375"/>
          </a:xfrm>
        </p:grpSpPr>
        <p:sp>
          <p:nvSpPr>
            <p:cNvPr id="4707" name="Google Shape;4707;p169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169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169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169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169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169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169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169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169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169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169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9" name="Google Shape;4719;p170"/>
          <p:cNvSpPr/>
          <p:nvPr/>
        </p:nvSpPr>
        <p:spPr>
          <a:xfrm>
            <a:off x="8740343" y="1780347"/>
            <a:ext cx="20479" cy="58449"/>
          </a:xfrm>
          <a:custGeom>
            <a:avLst/>
            <a:gdLst/>
            <a:ahLst/>
            <a:cxnLst/>
            <a:rect l="l" t="t" r="r" b="b"/>
            <a:pathLst>
              <a:path w="488" h="1403" extrusionOk="0">
                <a:moveTo>
                  <a:pt x="249" y="0"/>
                </a:moveTo>
                <a:cubicBezTo>
                  <a:pt x="193" y="0"/>
                  <a:pt x="139" y="35"/>
                  <a:pt x="118" y="90"/>
                </a:cubicBezTo>
                <a:cubicBezTo>
                  <a:pt x="73" y="190"/>
                  <a:pt x="46" y="289"/>
                  <a:pt x="28" y="397"/>
                </a:cubicBezTo>
                <a:cubicBezTo>
                  <a:pt x="19" y="442"/>
                  <a:pt x="1" y="496"/>
                  <a:pt x="19" y="541"/>
                </a:cubicBezTo>
                <a:cubicBezTo>
                  <a:pt x="19" y="559"/>
                  <a:pt x="28" y="568"/>
                  <a:pt x="37" y="586"/>
                </a:cubicBezTo>
                <a:cubicBezTo>
                  <a:pt x="64" y="595"/>
                  <a:pt x="145" y="613"/>
                  <a:pt x="145" y="622"/>
                </a:cubicBezTo>
                <a:cubicBezTo>
                  <a:pt x="145" y="631"/>
                  <a:pt x="100" y="649"/>
                  <a:pt x="73" y="658"/>
                </a:cubicBezTo>
                <a:cubicBezTo>
                  <a:pt x="37" y="667"/>
                  <a:pt x="46" y="685"/>
                  <a:pt x="46" y="694"/>
                </a:cubicBezTo>
                <a:cubicBezTo>
                  <a:pt x="37" y="902"/>
                  <a:pt x="46" y="1100"/>
                  <a:pt x="109" y="1307"/>
                </a:cubicBezTo>
                <a:cubicBezTo>
                  <a:pt x="118" y="1343"/>
                  <a:pt x="154" y="1379"/>
                  <a:pt x="190" y="1397"/>
                </a:cubicBezTo>
                <a:cubicBezTo>
                  <a:pt x="203" y="1401"/>
                  <a:pt x="215" y="1402"/>
                  <a:pt x="228" y="1402"/>
                </a:cubicBezTo>
                <a:cubicBezTo>
                  <a:pt x="289" y="1402"/>
                  <a:pt x="348" y="1367"/>
                  <a:pt x="371" y="1307"/>
                </a:cubicBezTo>
                <a:cubicBezTo>
                  <a:pt x="434" y="1109"/>
                  <a:pt x="443" y="902"/>
                  <a:pt x="443" y="703"/>
                </a:cubicBezTo>
                <a:cubicBezTo>
                  <a:pt x="443" y="685"/>
                  <a:pt x="452" y="676"/>
                  <a:pt x="416" y="658"/>
                </a:cubicBezTo>
                <a:cubicBezTo>
                  <a:pt x="389" y="649"/>
                  <a:pt x="344" y="640"/>
                  <a:pt x="344" y="622"/>
                </a:cubicBezTo>
                <a:cubicBezTo>
                  <a:pt x="344" y="613"/>
                  <a:pt x="425" y="595"/>
                  <a:pt x="443" y="586"/>
                </a:cubicBezTo>
                <a:cubicBezTo>
                  <a:pt x="461" y="577"/>
                  <a:pt x="470" y="559"/>
                  <a:pt x="470" y="550"/>
                </a:cubicBezTo>
                <a:cubicBezTo>
                  <a:pt x="488" y="496"/>
                  <a:pt x="470" y="451"/>
                  <a:pt x="461" y="397"/>
                </a:cubicBezTo>
                <a:cubicBezTo>
                  <a:pt x="443" y="298"/>
                  <a:pt x="416" y="190"/>
                  <a:pt x="380" y="90"/>
                </a:cubicBezTo>
                <a:cubicBezTo>
                  <a:pt x="362" y="54"/>
                  <a:pt x="335" y="27"/>
                  <a:pt x="298" y="9"/>
                </a:cubicBezTo>
                <a:cubicBezTo>
                  <a:pt x="282" y="3"/>
                  <a:pt x="266" y="0"/>
                  <a:pt x="2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20" name="Google Shape;4720;p17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721" name="Google Shape;4721;p17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17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17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17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17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17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17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17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17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17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17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17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17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17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17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17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17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17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17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17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17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17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43" name="Google Shape;4743;p17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44" name="Google Shape;4744;p170"/>
          <p:cNvSpPr txBox="1">
            <a:spLocks noGrp="1"/>
          </p:cNvSpPr>
          <p:nvPr>
            <p:ph type="body" idx="1"/>
          </p:nvPr>
        </p:nvSpPr>
        <p:spPr>
          <a:xfrm>
            <a:off x="720000" y="1170724"/>
            <a:ext cx="7704000" cy="38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1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6" name="Google Shape;4746;p1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747" name="Google Shape;4747;p171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4748" name="Google Shape;4748;p171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749" name="Google Shape;4749;p17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750" name="Google Shape;4750;p171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4751" name="Google Shape;4751;p17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2" name="Google Shape;4752;p17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3" name="Google Shape;4753;p17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4" name="Google Shape;4754;p17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5" name="Google Shape;4755;p17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6" name="Google Shape;4756;p17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7" name="Google Shape;4757;p17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8" name="Google Shape;4758;p17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9" name="Google Shape;4759;p17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0" name="Google Shape;4760;p17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1" name="Google Shape;4761;p17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2" name="Google Shape;4762;p17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3" name="Google Shape;4763;p17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4" name="Google Shape;4764;p17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5" name="Google Shape;4765;p17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66" name="Google Shape;4766;p171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4767" name="Google Shape;4767;p17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8" name="Google Shape;4768;p17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9" name="Google Shape;4769;p17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0" name="Google Shape;4770;p17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1" name="Google Shape;4771;p17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2" name="Google Shape;4772;p17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3" name="Google Shape;4773;p17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4" name="Google Shape;4774;p17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5" name="Google Shape;4775;p17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6" name="Google Shape;4776;p17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7" name="Google Shape;4777;p17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8" name="Google Shape;4778;p17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9" name="Google Shape;4779;p17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0" name="Google Shape;4780;p17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1" name="Google Shape;4781;p17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782" name="Google Shape;4782;p171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3" name="Google Shape;4783;p171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4" name="Google Shape;4784;p171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5" name="Google Shape;4785;p171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6" name="Google Shape;4786;p171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7" name="Google Shape;4787;p17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88" name="Google Shape;4788;p17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89" name="Google Shape;4789;p171"/>
          <p:cNvSpPr txBox="1">
            <a:spLocks noGrp="1"/>
          </p:cNvSpPr>
          <p:nvPr>
            <p:ph type="body" idx="1"/>
          </p:nvPr>
        </p:nvSpPr>
        <p:spPr>
          <a:xfrm>
            <a:off x="720000" y="2980194"/>
            <a:ext cx="31293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90" name="Google Shape;4790;p171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91" name="Google Shape;4791;p171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92" name="Google Shape;4792;p171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4" name="Google Shape;4794;p172"/>
          <p:cNvGrpSpPr/>
          <p:nvPr/>
        </p:nvGrpSpPr>
        <p:grpSpPr>
          <a:xfrm>
            <a:off x="352670" y="6764"/>
            <a:ext cx="8793030" cy="5129556"/>
            <a:chOff x="514825" y="859725"/>
            <a:chExt cx="6865800" cy="4005275"/>
          </a:xfrm>
        </p:grpSpPr>
        <p:sp>
          <p:nvSpPr>
            <p:cNvPr id="4795" name="Google Shape;4795;p17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17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17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17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17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17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17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17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17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17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17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17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17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17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17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17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17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17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17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17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17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6" name="Google Shape;4816;p172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4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8" name="Google Shape;4818;p17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819" name="Google Shape;4819;p17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17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17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17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17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17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17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17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17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17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17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17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17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17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17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17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17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17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17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38" name="Google Shape;4838;p173"/>
          <p:cNvSpPr txBox="1">
            <a:spLocks noGrp="1"/>
          </p:cNvSpPr>
          <p:nvPr>
            <p:ph type="subTitle" idx="1"/>
          </p:nvPr>
        </p:nvSpPr>
        <p:spPr>
          <a:xfrm>
            <a:off x="890100" y="1760244"/>
            <a:ext cx="7533900" cy="27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39" name="Google Shape;4839;p173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1" name="Google Shape;4841;p17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842" name="Google Shape;4842;p17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17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17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17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17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17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17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17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17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17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17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17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17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17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17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17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17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17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17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861" name="Google Shape;4861;p174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62" name="Google Shape;4862;p174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3" name="Google Shape;4863;p174"/>
          <p:cNvSpPr txBox="1">
            <a:spLocks noGrp="1"/>
          </p:cNvSpPr>
          <p:nvPr>
            <p:ph type="title"/>
          </p:nvPr>
        </p:nvSpPr>
        <p:spPr>
          <a:xfrm>
            <a:off x="720000" y="1560650"/>
            <a:ext cx="3519300" cy="16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64" name="Google Shape;4864;p174"/>
          <p:cNvSpPr txBox="1">
            <a:spLocks noGrp="1"/>
          </p:cNvSpPr>
          <p:nvPr>
            <p:ph type="subTitle" idx="1"/>
          </p:nvPr>
        </p:nvSpPr>
        <p:spPr>
          <a:xfrm rot="684086">
            <a:off x="5771626" y="1941489"/>
            <a:ext cx="1878775" cy="154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6" name="Google Shape;4866;p17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867" name="Google Shape;4867;p17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17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17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17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17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17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17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17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17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17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17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17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17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17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17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17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17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17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17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6" name="Google Shape;4886;p175"/>
          <p:cNvSpPr txBox="1">
            <a:spLocks noGrp="1"/>
          </p:cNvSpPr>
          <p:nvPr>
            <p:ph type="title"/>
          </p:nvPr>
        </p:nvSpPr>
        <p:spPr>
          <a:xfrm>
            <a:off x="1061575" y="1472687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87" name="Google Shape;4887;p175"/>
          <p:cNvSpPr txBox="1">
            <a:spLocks noGrp="1"/>
          </p:cNvSpPr>
          <p:nvPr>
            <p:ph type="body" idx="1"/>
          </p:nvPr>
        </p:nvSpPr>
        <p:spPr>
          <a:xfrm>
            <a:off x="1061575" y="2468991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4888" name="Google Shape;4888;p175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89" name="Google Shape;4889;p175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1" name="Google Shape;4891;p176"/>
          <p:cNvSpPr txBox="1">
            <a:spLocks noGrp="1"/>
          </p:cNvSpPr>
          <p:nvPr>
            <p:ph type="title"/>
          </p:nvPr>
        </p:nvSpPr>
        <p:spPr>
          <a:xfrm>
            <a:off x="3223200" y="1570950"/>
            <a:ext cx="2697600" cy="20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3" name="Google Shape;4893;p17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894" name="Google Shape;4894;p17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17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17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17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17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17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17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17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17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17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17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17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17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17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17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17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17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17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17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913" name="Google Shape;4913;p177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14" name="Google Shape;4914;p177"/>
          <p:cNvSpPr txBox="1">
            <a:spLocks noGrp="1"/>
          </p:cNvSpPr>
          <p:nvPr>
            <p:ph type="title" hasCustomPrompt="1"/>
          </p:nvPr>
        </p:nvSpPr>
        <p:spPr>
          <a:xfrm>
            <a:off x="1768200" y="1654521"/>
            <a:ext cx="5607600" cy="8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15" name="Google Shape;4915;p177"/>
          <p:cNvSpPr txBox="1">
            <a:spLocks noGrp="1"/>
          </p:cNvSpPr>
          <p:nvPr>
            <p:ph type="body" idx="1"/>
          </p:nvPr>
        </p:nvSpPr>
        <p:spPr>
          <a:xfrm>
            <a:off x="2710050" y="2650221"/>
            <a:ext cx="3723900" cy="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7" name="Google Shape;4917;p1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9" name="Google Shape;4919;p179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4920" name="Google Shape;4920;p179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21" name="Google Shape;4921;p179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922" name="Google Shape;4922;p179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4923" name="Google Shape;4923;p179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4" name="Google Shape;4924;p179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5" name="Google Shape;4925;p179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6" name="Google Shape;4926;p179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7" name="Google Shape;4927;p179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8" name="Google Shape;4928;p179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9" name="Google Shape;4929;p179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0" name="Google Shape;4930;p179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1" name="Google Shape;4931;p179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2" name="Google Shape;4932;p179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3" name="Google Shape;4933;p179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4" name="Google Shape;4934;p179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5" name="Google Shape;4935;p179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6" name="Google Shape;4936;p179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7" name="Google Shape;4937;p179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38" name="Google Shape;4938;p179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4939" name="Google Shape;4939;p179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0" name="Google Shape;4940;p179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1" name="Google Shape;4941;p179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2" name="Google Shape;4942;p179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3" name="Google Shape;4943;p179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4" name="Google Shape;4944;p179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5" name="Google Shape;4945;p179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6" name="Google Shape;4946;p179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7" name="Google Shape;4947;p179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8" name="Google Shape;4948;p179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9" name="Google Shape;4949;p179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0" name="Google Shape;4950;p179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1" name="Google Shape;4951;p179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2" name="Google Shape;4952;p179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3" name="Google Shape;4953;p179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954" name="Google Shape;4954;p179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55" name="Google Shape;4955;p179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56" name="Google Shape;4956;p179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57" name="Google Shape;4957;p179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58" name="Google Shape;4958;p179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59" name="Google Shape;4959;p179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60" name="Google Shape;4960;p17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68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961" name="Google Shape;4961;p179"/>
          <p:cNvSpPr txBox="1">
            <a:spLocks noGrp="1"/>
          </p:cNvSpPr>
          <p:nvPr>
            <p:ph type="subTitle" idx="1"/>
          </p:nvPr>
        </p:nvSpPr>
        <p:spPr>
          <a:xfrm>
            <a:off x="90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62" name="Google Shape;4962;p179"/>
          <p:cNvSpPr txBox="1">
            <a:spLocks noGrp="1"/>
          </p:cNvSpPr>
          <p:nvPr>
            <p:ph type="subTitle" idx="2"/>
          </p:nvPr>
        </p:nvSpPr>
        <p:spPr>
          <a:xfrm>
            <a:off x="567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63" name="Google Shape;4963;p179"/>
          <p:cNvSpPr txBox="1">
            <a:spLocks noGrp="1"/>
          </p:cNvSpPr>
          <p:nvPr>
            <p:ph type="subTitle" idx="3"/>
          </p:nvPr>
        </p:nvSpPr>
        <p:spPr>
          <a:xfrm>
            <a:off x="90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64" name="Google Shape;4964;p179"/>
          <p:cNvSpPr txBox="1">
            <a:spLocks noGrp="1"/>
          </p:cNvSpPr>
          <p:nvPr>
            <p:ph type="subTitle" idx="4"/>
          </p:nvPr>
        </p:nvSpPr>
        <p:spPr>
          <a:xfrm>
            <a:off x="567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65" name="Google Shape;4965;p179"/>
          <p:cNvSpPr txBox="1">
            <a:spLocks noGrp="1"/>
          </p:cNvSpPr>
          <p:nvPr>
            <p:ph type="subTitle" idx="5"/>
          </p:nvPr>
        </p:nvSpPr>
        <p:spPr>
          <a:xfrm>
            <a:off x="90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66" name="Google Shape;4966;p179"/>
          <p:cNvSpPr txBox="1">
            <a:spLocks noGrp="1"/>
          </p:cNvSpPr>
          <p:nvPr>
            <p:ph type="subTitle" idx="6"/>
          </p:nvPr>
        </p:nvSpPr>
        <p:spPr>
          <a:xfrm>
            <a:off x="567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67" name="Google Shape;4967;p179"/>
          <p:cNvSpPr txBox="1">
            <a:spLocks noGrp="1"/>
          </p:cNvSpPr>
          <p:nvPr>
            <p:ph type="subTitle" idx="7"/>
          </p:nvPr>
        </p:nvSpPr>
        <p:spPr>
          <a:xfrm>
            <a:off x="90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68" name="Google Shape;4968;p179"/>
          <p:cNvSpPr txBox="1">
            <a:spLocks noGrp="1"/>
          </p:cNvSpPr>
          <p:nvPr>
            <p:ph type="subTitle" idx="8"/>
          </p:nvPr>
        </p:nvSpPr>
        <p:spPr>
          <a:xfrm>
            <a:off x="567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">
    <p:spTree>
      <p:nvGrpSpPr>
        <p:cNvPr id="1" name="Shape 4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0" name="Google Shape;4970;p18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971" name="Google Shape;4971;p18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18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18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18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18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18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18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18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18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18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18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18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18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18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18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18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18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18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18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18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18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18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93" name="Google Shape;4993;p180"/>
          <p:cNvSpPr txBox="1">
            <a:spLocks noGrp="1"/>
          </p:cNvSpPr>
          <p:nvPr>
            <p:ph type="ctrTitle"/>
          </p:nvPr>
        </p:nvSpPr>
        <p:spPr>
          <a:xfrm>
            <a:off x="5908324" y="1290427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4994" name="Google Shape;4994;p180"/>
          <p:cNvSpPr txBox="1">
            <a:spLocks noGrp="1"/>
          </p:cNvSpPr>
          <p:nvPr>
            <p:ph type="subTitle" idx="1"/>
          </p:nvPr>
        </p:nvSpPr>
        <p:spPr>
          <a:xfrm>
            <a:off x="590832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95" name="Google Shape;4995;p180"/>
          <p:cNvSpPr txBox="1">
            <a:spLocks noGrp="1"/>
          </p:cNvSpPr>
          <p:nvPr>
            <p:ph type="title" idx="2" hasCustomPrompt="1"/>
          </p:nvPr>
        </p:nvSpPr>
        <p:spPr>
          <a:xfrm>
            <a:off x="4903953" y="1280000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996" name="Google Shape;4996;p180"/>
          <p:cNvSpPr txBox="1">
            <a:spLocks noGrp="1"/>
          </p:cNvSpPr>
          <p:nvPr>
            <p:ph type="subTitle" idx="3"/>
          </p:nvPr>
        </p:nvSpPr>
        <p:spPr>
          <a:xfrm>
            <a:off x="590832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97" name="Google Shape;4997;p180"/>
          <p:cNvSpPr txBox="1">
            <a:spLocks noGrp="1"/>
          </p:cNvSpPr>
          <p:nvPr>
            <p:ph type="title" idx="4" hasCustomPrompt="1"/>
          </p:nvPr>
        </p:nvSpPr>
        <p:spPr>
          <a:xfrm>
            <a:off x="4903953" y="327730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4998" name="Google Shape;4998;p180"/>
          <p:cNvSpPr txBox="1">
            <a:spLocks noGrp="1"/>
          </p:cNvSpPr>
          <p:nvPr>
            <p:ph type="subTitle" idx="5"/>
          </p:nvPr>
        </p:nvSpPr>
        <p:spPr>
          <a:xfrm>
            <a:off x="5908324" y="2589180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99" name="Google Shape;4999;p180"/>
          <p:cNvSpPr txBox="1">
            <a:spLocks noGrp="1"/>
          </p:cNvSpPr>
          <p:nvPr>
            <p:ph type="title" idx="6" hasCustomPrompt="1"/>
          </p:nvPr>
        </p:nvSpPr>
        <p:spPr>
          <a:xfrm>
            <a:off x="4903953" y="230664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5000" name="Google Shape;5000;p180"/>
          <p:cNvSpPr txBox="1">
            <a:spLocks noGrp="1"/>
          </p:cNvSpPr>
          <p:nvPr>
            <p:ph type="ctrTitle" idx="7"/>
          </p:nvPr>
        </p:nvSpPr>
        <p:spPr>
          <a:xfrm>
            <a:off x="5908324" y="231110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001" name="Google Shape;5001;p180"/>
          <p:cNvSpPr txBox="1">
            <a:spLocks noGrp="1"/>
          </p:cNvSpPr>
          <p:nvPr>
            <p:ph type="ctrTitle" idx="8"/>
          </p:nvPr>
        </p:nvSpPr>
        <p:spPr>
          <a:xfrm>
            <a:off x="5908324" y="328299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002" name="Google Shape;5002;p180"/>
          <p:cNvSpPr txBox="1">
            <a:spLocks noGrp="1"/>
          </p:cNvSpPr>
          <p:nvPr>
            <p:ph type="ctrTitle" idx="9"/>
          </p:nvPr>
        </p:nvSpPr>
        <p:spPr>
          <a:xfrm>
            <a:off x="1912664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003" name="Google Shape;5003;p180"/>
          <p:cNvSpPr txBox="1">
            <a:spLocks noGrp="1"/>
          </p:cNvSpPr>
          <p:nvPr>
            <p:ph type="subTitle" idx="13"/>
          </p:nvPr>
        </p:nvSpPr>
        <p:spPr>
          <a:xfrm>
            <a:off x="191266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004" name="Google Shape;5004;p180"/>
          <p:cNvSpPr txBox="1">
            <a:spLocks noGrp="1"/>
          </p:cNvSpPr>
          <p:nvPr>
            <p:ph type="title" idx="14" hasCustomPrompt="1"/>
          </p:nvPr>
        </p:nvSpPr>
        <p:spPr>
          <a:xfrm>
            <a:off x="784376" y="1286887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5005" name="Google Shape;5005;p180"/>
          <p:cNvSpPr txBox="1">
            <a:spLocks noGrp="1"/>
          </p:cNvSpPr>
          <p:nvPr>
            <p:ph type="subTitle" idx="15"/>
          </p:nvPr>
        </p:nvSpPr>
        <p:spPr>
          <a:xfrm>
            <a:off x="191266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006" name="Google Shape;5006;p180"/>
          <p:cNvSpPr txBox="1">
            <a:spLocks noGrp="1"/>
          </p:cNvSpPr>
          <p:nvPr>
            <p:ph type="title" idx="16" hasCustomPrompt="1"/>
          </p:nvPr>
        </p:nvSpPr>
        <p:spPr>
          <a:xfrm>
            <a:off x="784376" y="3284192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5007" name="Google Shape;5007;p180"/>
          <p:cNvSpPr txBox="1">
            <a:spLocks noGrp="1"/>
          </p:cNvSpPr>
          <p:nvPr>
            <p:ph type="subTitle" idx="17"/>
          </p:nvPr>
        </p:nvSpPr>
        <p:spPr>
          <a:xfrm>
            <a:off x="1912664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008" name="Google Shape;5008;p180"/>
          <p:cNvSpPr txBox="1">
            <a:spLocks noGrp="1"/>
          </p:cNvSpPr>
          <p:nvPr>
            <p:ph type="title" idx="18" hasCustomPrompt="1"/>
          </p:nvPr>
        </p:nvSpPr>
        <p:spPr>
          <a:xfrm>
            <a:off x="784376" y="2313531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5009" name="Google Shape;5009;p180"/>
          <p:cNvSpPr txBox="1">
            <a:spLocks noGrp="1"/>
          </p:cNvSpPr>
          <p:nvPr>
            <p:ph type="ctrTitle" idx="19"/>
          </p:nvPr>
        </p:nvSpPr>
        <p:spPr>
          <a:xfrm>
            <a:off x="1912664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010" name="Google Shape;5010;p180"/>
          <p:cNvSpPr txBox="1">
            <a:spLocks noGrp="1"/>
          </p:cNvSpPr>
          <p:nvPr>
            <p:ph type="ctrTitle" idx="20"/>
          </p:nvPr>
        </p:nvSpPr>
        <p:spPr>
          <a:xfrm>
            <a:off x="1912664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011" name="Google Shape;5011;p180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5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3" name="Google Shape;5013;p18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014" name="Google Shape;5014;p18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18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18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18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18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18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18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18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18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18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18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18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18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18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18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18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18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18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18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18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18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18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36" name="Google Shape;5036;p181"/>
          <p:cNvSpPr txBox="1">
            <a:spLocks noGrp="1"/>
          </p:cNvSpPr>
          <p:nvPr>
            <p:ph type="subTitle" idx="1"/>
          </p:nvPr>
        </p:nvSpPr>
        <p:spPr>
          <a:xfrm>
            <a:off x="2059950" y="2514140"/>
            <a:ext cx="43272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037" name="Google Shape;5037;p181"/>
          <p:cNvSpPr txBox="1">
            <a:spLocks noGrp="1"/>
          </p:cNvSpPr>
          <p:nvPr>
            <p:ph type="title"/>
          </p:nvPr>
        </p:nvSpPr>
        <p:spPr>
          <a:xfrm>
            <a:off x="1080450" y="1555960"/>
            <a:ext cx="5306700" cy="8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38" name="Google Shape;5038;p181"/>
          <p:cNvSpPr txBox="1">
            <a:spLocks noGrp="1"/>
          </p:cNvSpPr>
          <p:nvPr>
            <p:ph type="title" idx="2" hasCustomPrompt="1"/>
          </p:nvPr>
        </p:nvSpPr>
        <p:spPr>
          <a:xfrm>
            <a:off x="6853050" y="2092943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5039" name="Google Shape;5039;p181"/>
          <p:cNvGrpSpPr/>
          <p:nvPr/>
        </p:nvGrpSpPr>
        <p:grpSpPr>
          <a:xfrm rot="-5072894" flipH="1">
            <a:off x="-1007770" y="1789630"/>
            <a:ext cx="3474349" cy="888902"/>
            <a:chOff x="3809875" y="1963175"/>
            <a:chExt cx="1923600" cy="492150"/>
          </a:xfrm>
        </p:grpSpPr>
        <p:sp>
          <p:nvSpPr>
            <p:cNvPr id="5040" name="Google Shape;5040;p181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181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181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181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181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181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181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181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181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181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181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51" name="Google Shape;5051;p181"/>
          <p:cNvGrpSpPr/>
          <p:nvPr/>
        </p:nvGrpSpPr>
        <p:grpSpPr>
          <a:xfrm rot="-375097">
            <a:off x="7330557" y="3418618"/>
            <a:ext cx="711742" cy="793298"/>
            <a:chOff x="6554696" y="509501"/>
            <a:chExt cx="711709" cy="793261"/>
          </a:xfrm>
        </p:grpSpPr>
        <p:sp>
          <p:nvSpPr>
            <p:cNvPr id="5052" name="Google Shape;5052;p181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181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5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5" name="Google Shape;5055;p18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056" name="Google Shape;5056;p18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18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18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18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18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18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18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18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18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18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18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18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18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18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18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18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18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18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18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18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18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18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78" name="Google Shape;5078;p182"/>
          <p:cNvSpPr txBox="1">
            <a:spLocks noGrp="1"/>
          </p:cNvSpPr>
          <p:nvPr>
            <p:ph type="title"/>
          </p:nvPr>
        </p:nvSpPr>
        <p:spPr>
          <a:xfrm>
            <a:off x="3168000" y="1478819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79" name="Google Shape;5079;p182"/>
          <p:cNvSpPr txBox="1">
            <a:spLocks noGrp="1"/>
          </p:cNvSpPr>
          <p:nvPr>
            <p:ph type="body" idx="1"/>
          </p:nvPr>
        </p:nvSpPr>
        <p:spPr>
          <a:xfrm>
            <a:off x="3168000" y="2469364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4">
    <p:spTree>
      <p:nvGrpSpPr>
        <p:cNvPr id="1" name="Shape 5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1" name="Google Shape;5081;p18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082" name="Google Shape;5082;p18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18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18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18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18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18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18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18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18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18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18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18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18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18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18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18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18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18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18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18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18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18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4" name="Google Shape;5104;p183"/>
          <p:cNvSpPr txBox="1">
            <a:spLocks noGrp="1"/>
          </p:cNvSpPr>
          <p:nvPr>
            <p:ph type="subTitle" idx="1"/>
          </p:nvPr>
        </p:nvSpPr>
        <p:spPr>
          <a:xfrm>
            <a:off x="398370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05" name="Google Shape;5105;p183"/>
          <p:cNvSpPr txBox="1">
            <a:spLocks noGrp="1"/>
          </p:cNvSpPr>
          <p:nvPr>
            <p:ph type="ctrTitle"/>
          </p:nvPr>
        </p:nvSpPr>
        <p:spPr>
          <a:xfrm>
            <a:off x="58758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5106" name="Google Shape;5106;p183"/>
          <p:cNvGrpSpPr/>
          <p:nvPr/>
        </p:nvGrpSpPr>
        <p:grpSpPr>
          <a:xfrm>
            <a:off x="7673759" y="-287513"/>
            <a:ext cx="788762" cy="861588"/>
            <a:chOff x="7673759" y="-287513"/>
            <a:chExt cx="788762" cy="861588"/>
          </a:xfrm>
        </p:grpSpPr>
        <p:grpSp>
          <p:nvGrpSpPr>
            <p:cNvPr id="5107" name="Google Shape;5107;p183"/>
            <p:cNvGrpSpPr/>
            <p:nvPr/>
          </p:nvGrpSpPr>
          <p:grpSpPr>
            <a:xfrm rot="350572">
              <a:off x="7712287" y="-253348"/>
              <a:ext cx="711705" cy="793257"/>
              <a:chOff x="6554696" y="509501"/>
              <a:chExt cx="711709" cy="793261"/>
            </a:xfrm>
          </p:grpSpPr>
          <p:sp>
            <p:nvSpPr>
              <p:cNvPr id="5108" name="Google Shape;5108;p183"/>
              <p:cNvSpPr/>
              <p:nvPr/>
            </p:nvSpPr>
            <p:spPr>
              <a:xfrm>
                <a:off x="6560695" y="516700"/>
                <a:ext cx="696978" cy="779230"/>
              </a:xfrm>
              <a:custGeom>
                <a:avLst/>
                <a:gdLst/>
                <a:ahLst/>
                <a:cxnLst/>
                <a:rect l="l" t="t" r="r" b="b"/>
                <a:pathLst>
                  <a:path w="20913" h="23381" extrusionOk="0">
                    <a:moveTo>
                      <a:pt x="4201" y="1"/>
                    </a:moveTo>
                    <a:cubicBezTo>
                      <a:pt x="1903" y="1"/>
                      <a:pt x="28" y="1866"/>
                      <a:pt x="28" y="4165"/>
                    </a:cubicBezTo>
                    <a:lnTo>
                      <a:pt x="1" y="17073"/>
                    </a:lnTo>
                    <a:cubicBezTo>
                      <a:pt x="1" y="18903"/>
                      <a:pt x="1190" y="20516"/>
                      <a:pt x="2930" y="21057"/>
                    </a:cubicBezTo>
                    <a:lnTo>
                      <a:pt x="9736" y="23193"/>
                    </a:lnTo>
                    <a:cubicBezTo>
                      <a:pt x="10143" y="23318"/>
                      <a:pt x="10563" y="23381"/>
                      <a:pt x="10982" y="23381"/>
                    </a:cubicBezTo>
                    <a:cubicBezTo>
                      <a:pt x="11444" y="23381"/>
                      <a:pt x="11906" y="23304"/>
                      <a:pt x="12350" y="23148"/>
                    </a:cubicBezTo>
                    <a:lnTo>
                      <a:pt x="18092" y="21147"/>
                    </a:lnTo>
                    <a:cubicBezTo>
                      <a:pt x="19759" y="20570"/>
                      <a:pt x="20886" y="18993"/>
                      <a:pt x="20886" y="17217"/>
                    </a:cubicBezTo>
                    <a:lnTo>
                      <a:pt x="20913" y="4201"/>
                    </a:lnTo>
                    <a:cubicBezTo>
                      <a:pt x="20913" y="1903"/>
                      <a:pt x="19047" y="28"/>
                      <a:pt x="16748" y="28"/>
                    </a:cubicBezTo>
                    <a:lnTo>
                      <a:pt x="4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9" name="Google Shape;5109;p183"/>
              <p:cNvSpPr/>
              <p:nvPr/>
            </p:nvSpPr>
            <p:spPr>
              <a:xfrm>
                <a:off x="6554696" y="509501"/>
                <a:ext cx="711709" cy="793261"/>
              </a:xfrm>
              <a:custGeom>
                <a:avLst/>
                <a:gdLst/>
                <a:ahLst/>
                <a:cxnLst/>
                <a:rect l="l" t="t" r="r" b="b"/>
                <a:pathLst>
                  <a:path w="21355" h="23802" extrusionOk="0">
                    <a:moveTo>
                      <a:pt x="5138" y="442"/>
                    </a:moveTo>
                    <a:lnTo>
                      <a:pt x="7572" y="451"/>
                    </a:lnTo>
                    <a:lnTo>
                      <a:pt x="12440" y="469"/>
                    </a:lnTo>
                    <a:lnTo>
                      <a:pt x="14873" y="469"/>
                    </a:lnTo>
                    <a:lnTo>
                      <a:pt x="16090" y="478"/>
                    </a:lnTo>
                    <a:cubicBezTo>
                      <a:pt x="16249" y="478"/>
                      <a:pt x="16412" y="477"/>
                      <a:pt x="16574" y="477"/>
                    </a:cubicBezTo>
                    <a:cubicBezTo>
                      <a:pt x="16817" y="477"/>
                      <a:pt x="17058" y="480"/>
                      <a:pt x="17280" y="496"/>
                    </a:cubicBezTo>
                    <a:cubicBezTo>
                      <a:pt x="17659" y="541"/>
                      <a:pt x="18037" y="622"/>
                      <a:pt x="18389" y="766"/>
                    </a:cubicBezTo>
                    <a:cubicBezTo>
                      <a:pt x="18740" y="920"/>
                      <a:pt x="19083" y="1109"/>
                      <a:pt x="19380" y="1352"/>
                    </a:cubicBezTo>
                    <a:cubicBezTo>
                      <a:pt x="19669" y="1596"/>
                      <a:pt x="19939" y="1866"/>
                      <a:pt x="20155" y="2191"/>
                    </a:cubicBezTo>
                    <a:cubicBezTo>
                      <a:pt x="20363" y="2506"/>
                      <a:pt x="20534" y="2849"/>
                      <a:pt x="20651" y="3209"/>
                    </a:cubicBezTo>
                    <a:cubicBezTo>
                      <a:pt x="20759" y="3579"/>
                      <a:pt x="20832" y="3948"/>
                      <a:pt x="20832" y="4336"/>
                    </a:cubicBezTo>
                    <a:cubicBezTo>
                      <a:pt x="20841" y="4733"/>
                      <a:pt x="20832" y="5147"/>
                      <a:pt x="20832" y="5544"/>
                    </a:cubicBezTo>
                    <a:lnTo>
                      <a:pt x="20841" y="7978"/>
                    </a:lnTo>
                    <a:lnTo>
                      <a:pt x="20850" y="12845"/>
                    </a:lnTo>
                    <a:lnTo>
                      <a:pt x="20850" y="15279"/>
                    </a:lnTo>
                    <a:lnTo>
                      <a:pt x="20850" y="16496"/>
                    </a:lnTo>
                    <a:lnTo>
                      <a:pt x="20850" y="17109"/>
                    </a:lnTo>
                    <a:lnTo>
                      <a:pt x="20859" y="17406"/>
                    </a:lnTo>
                    <a:lnTo>
                      <a:pt x="20841" y="17704"/>
                    </a:lnTo>
                    <a:cubicBezTo>
                      <a:pt x="20795" y="18470"/>
                      <a:pt x="20516" y="19218"/>
                      <a:pt x="20047" y="19831"/>
                    </a:cubicBezTo>
                    <a:cubicBezTo>
                      <a:pt x="19579" y="20453"/>
                      <a:pt x="18930" y="20921"/>
                      <a:pt x="18208" y="21183"/>
                    </a:cubicBezTo>
                    <a:lnTo>
                      <a:pt x="13602" y="22769"/>
                    </a:lnTo>
                    <a:lnTo>
                      <a:pt x="12458" y="23175"/>
                    </a:lnTo>
                    <a:cubicBezTo>
                      <a:pt x="12088" y="23292"/>
                      <a:pt x="11709" y="23364"/>
                      <a:pt x="11322" y="23382"/>
                    </a:cubicBezTo>
                    <a:cubicBezTo>
                      <a:pt x="11267" y="23385"/>
                      <a:pt x="11211" y="23386"/>
                      <a:pt x="11156" y="23386"/>
                    </a:cubicBezTo>
                    <a:cubicBezTo>
                      <a:pt x="10830" y="23386"/>
                      <a:pt x="10500" y="23342"/>
                      <a:pt x="10177" y="23265"/>
                    </a:cubicBezTo>
                    <a:cubicBezTo>
                      <a:pt x="9997" y="23211"/>
                      <a:pt x="9798" y="23148"/>
                      <a:pt x="9609" y="23085"/>
                    </a:cubicBezTo>
                    <a:lnTo>
                      <a:pt x="9023" y="22905"/>
                    </a:lnTo>
                    <a:lnTo>
                      <a:pt x="4381" y="21453"/>
                    </a:lnTo>
                    <a:lnTo>
                      <a:pt x="3218" y="21093"/>
                    </a:lnTo>
                    <a:cubicBezTo>
                      <a:pt x="2849" y="20976"/>
                      <a:pt x="2497" y="20813"/>
                      <a:pt x="2173" y="20597"/>
                    </a:cubicBezTo>
                    <a:cubicBezTo>
                      <a:pt x="1542" y="20173"/>
                      <a:pt x="1001" y="19578"/>
                      <a:pt x="676" y="18866"/>
                    </a:cubicBezTo>
                    <a:cubicBezTo>
                      <a:pt x="505" y="18515"/>
                      <a:pt x="397" y="18136"/>
                      <a:pt x="343" y="17749"/>
                    </a:cubicBezTo>
                    <a:cubicBezTo>
                      <a:pt x="298" y="17361"/>
                      <a:pt x="316" y="16955"/>
                      <a:pt x="316" y="16550"/>
                    </a:cubicBezTo>
                    <a:lnTo>
                      <a:pt x="334" y="14116"/>
                    </a:lnTo>
                    <a:lnTo>
                      <a:pt x="388" y="9248"/>
                    </a:lnTo>
                    <a:cubicBezTo>
                      <a:pt x="397" y="7626"/>
                      <a:pt x="406" y="6003"/>
                      <a:pt x="415" y="4381"/>
                    </a:cubicBezTo>
                    <a:cubicBezTo>
                      <a:pt x="424" y="3993"/>
                      <a:pt x="478" y="3606"/>
                      <a:pt x="586" y="3245"/>
                    </a:cubicBezTo>
                    <a:cubicBezTo>
                      <a:pt x="703" y="2876"/>
                      <a:pt x="866" y="2524"/>
                      <a:pt x="1082" y="2200"/>
                    </a:cubicBezTo>
                    <a:cubicBezTo>
                      <a:pt x="1298" y="1884"/>
                      <a:pt x="1551" y="1596"/>
                      <a:pt x="1848" y="1343"/>
                    </a:cubicBezTo>
                    <a:cubicBezTo>
                      <a:pt x="2155" y="1109"/>
                      <a:pt x="2479" y="902"/>
                      <a:pt x="2831" y="748"/>
                    </a:cubicBezTo>
                    <a:cubicBezTo>
                      <a:pt x="3191" y="604"/>
                      <a:pt x="3561" y="505"/>
                      <a:pt x="3948" y="460"/>
                    </a:cubicBezTo>
                    <a:cubicBezTo>
                      <a:pt x="4039" y="451"/>
                      <a:pt x="4138" y="451"/>
                      <a:pt x="4237" y="442"/>
                    </a:cubicBezTo>
                    <a:close/>
                    <a:moveTo>
                      <a:pt x="4381" y="0"/>
                    </a:moveTo>
                    <a:lnTo>
                      <a:pt x="4219" y="9"/>
                    </a:lnTo>
                    <a:cubicBezTo>
                      <a:pt x="4111" y="18"/>
                      <a:pt x="4003" y="18"/>
                      <a:pt x="3894" y="27"/>
                    </a:cubicBezTo>
                    <a:cubicBezTo>
                      <a:pt x="3471" y="81"/>
                      <a:pt x="3056" y="190"/>
                      <a:pt x="2668" y="352"/>
                    </a:cubicBezTo>
                    <a:cubicBezTo>
                      <a:pt x="2272" y="523"/>
                      <a:pt x="1911" y="748"/>
                      <a:pt x="1578" y="1019"/>
                    </a:cubicBezTo>
                    <a:cubicBezTo>
                      <a:pt x="1253" y="1289"/>
                      <a:pt x="965" y="1614"/>
                      <a:pt x="731" y="1965"/>
                    </a:cubicBezTo>
                    <a:cubicBezTo>
                      <a:pt x="496" y="2326"/>
                      <a:pt x="316" y="2713"/>
                      <a:pt x="190" y="3119"/>
                    </a:cubicBezTo>
                    <a:cubicBezTo>
                      <a:pt x="63" y="3534"/>
                      <a:pt x="9" y="3957"/>
                      <a:pt x="0" y="4381"/>
                    </a:cubicBezTo>
                    <a:cubicBezTo>
                      <a:pt x="0" y="6003"/>
                      <a:pt x="0" y="7626"/>
                      <a:pt x="9" y="9248"/>
                    </a:cubicBezTo>
                    <a:lnTo>
                      <a:pt x="54" y="14116"/>
                    </a:lnTo>
                    <a:lnTo>
                      <a:pt x="54" y="16550"/>
                    </a:lnTo>
                    <a:lnTo>
                      <a:pt x="54" y="17154"/>
                    </a:lnTo>
                    <a:cubicBezTo>
                      <a:pt x="54" y="17253"/>
                      <a:pt x="54" y="17361"/>
                      <a:pt x="63" y="17469"/>
                    </a:cubicBezTo>
                    <a:cubicBezTo>
                      <a:pt x="63" y="17568"/>
                      <a:pt x="72" y="17676"/>
                      <a:pt x="81" y="17776"/>
                    </a:cubicBezTo>
                    <a:cubicBezTo>
                      <a:pt x="127" y="18190"/>
                      <a:pt x="217" y="18605"/>
                      <a:pt x="370" y="19002"/>
                    </a:cubicBezTo>
                    <a:cubicBezTo>
                      <a:pt x="676" y="19786"/>
                      <a:pt x="1226" y="20489"/>
                      <a:pt x="1947" y="20949"/>
                    </a:cubicBezTo>
                    <a:cubicBezTo>
                      <a:pt x="2299" y="21183"/>
                      <a:pt x="2696" y="21363"/>
                      <a:pt x="3092" y="21489"/>
                    </a:cubicBezTo>
                    <a:lnTo>
                      <a:pt x="4255" y="21859"/>
                    </a:lnTo>
                    <a:lnTo>
                      <a:pt x="8897" y="23310"/>
                    </a:lnTo>
                    <a:lnTo>
                      <a:pt x="9483" y="23490"/>
                    </a:lnTo>
                    <a:cubicBezTo>
                      <a:pt x="9672" y="23554"/>
                      <a:pt x="9862" y="23617"/>
                      <a:pt x="10078" y="23671"/>
                    </a:cubicBezTo>
                    <a:cubicBezTo>
                      <a:pt x="10418" y="23761"/>
                      <a:pt x="10777" y="23801"/>
                      <a:pt x="11133" y="23801"/>
                    </a:cubicBezTo>
                    <a:cubicBezTo>
                      <a:pt x="11202" y="23801"/>
                      <a:pt x="11271" y="23800"/>
                      <a:pt x="11340" y="23797"/>
                    </a:cubicBezTo>
                    <a:cubicBezTo>
                      <a:pt x="11764" y="23779"/>
                      <a:pt x="12187" y="23698"/>
                      <a:pt x="12593" y="23563"/>
                    </a:cubicBezTo>
                    <a:lnTo>
                      <a:pt x="13738" y="23157"/>
                    </a:lnTo>
                    <a:lnTo>
                      <a:pt x="18335" y="21552"/>
                    </a:lnTo>
                    <a:cubicBezTo>
                      <a:pt x="19137" y="21273"/>
                      <a:pt x="19858" y="20759"/>
                      <a:pt x="20372" y="20083"/>
                    </a:cubicBezTo>
                    <a:cubicBezTo>
                      <a:pt x="20895" y="19407"/>
                      <a:pt x="21210" y="18578"/>
                      <a:pt x="21273" y="17731"/>
                    </a:cubicBezTo>
                    <a:lnTo>
                      <a:pt x="21282" y="17406"/>
                    </a:lnTo>
                    <a:lnTo>
                      <a:pt x="21282" y="17109"/>
                    </a:lnTo>
                    <a:lnTo>
                      <a:pt x="21291" y="16496"/>
                    </a:lnTo>
                    <a:lnTo>
                      <a:pt x="21291" y="15279"/>
                    </a:lnTo>
                    <a:lnTo>
                      <a:pt x="21309" y="12845"/>
                    </a:lnTo>
                    <a:lnTo>
                      <a:pt x="21327" y="7978"/>
                    </a:lnTo>
                    <a:lnTo>
                      <a:pt x="21345" y="5544"/>
                    </a:lnTo>
                    <a:cubicBezTo>
                      <a:pt x="21345" y="5138"/>
                      <a:pt x="21354" y="4742"/>
                      <a:pt x="21345" y="4327"/>
                    </a:cubicBezTo>
                    <a:cubicBezTo>
                      <a:pt x="21336" y="3894"/>
                      <a:pt x="21255" y="3471"/>
                      <a:pt x="21129" y="3056"/>
                    </a:cubicBezTo>
                    <a:cubicBezTo>
                      <a:pt x="20994" y="2650"/>
                      <a:pt x="20795" y="2263"/>
                      <a:pt x="20561" y="1911"/>
                    </a:cubicBezTo>
                    <a:cubicBezTo>
                      <a:pt x="20309" y="1551"/>
                      <a:pt x="20011" y="1244"/>
                      <a:pt x="19678" y="974"/>
                    </a:cubicBezTo>
                    <a:cubicBezTo>
                      <a:pt x="19344" y="694"/>
                      <a:pt x="18966" y="487"/>
                      <a:pt x="18569" y="325"/>
                    </a:cubicBezTo>
                    <a:cubicBezTo>
                      <a:pt x="18172" y="153"/>
                      <a:pt x="17749" y="72"/>
                      <a:pt x="17325" y="18"/>
                    </a:cubicBezTo>
                    <a:cubicBezTo>
                      <a:pt x="17109" y="5"/>
                      <a:pt x="16901" y="2"/>
                      <a:pt x="16698" y="2"/>
                    </a:cubicBezTo>
                    <a:cubicBezTo>
                      <a:pt x="16596" y="2"/>
                      <a:pt x="16494" y="3"/>
                      <a:pt x="16393" y="3"/>
                    </a:cubicBezTo>
                    <a:cubicBezTo>
                      <a:pt x="16292" y="3"/>
                      <a:pt x="16192" y="2"/>
                      <a:pt x="160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10" name="Google Shape;5110;p183"/>
            <p:cNvSpPr/>
            <p:nvPr/>
          </p:nvSpPr>
          <p:spPr>
            <a:xfrm rot="442426">
              <a:off x="8229710" y="-161880"/>
              <a:ext cx="102851" cy="55127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5">
    <p:spTree>
      <p:nvGrpSpPr>
        <p:cNvPr id="1" name="Shape 5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2" name="Google Shape;5112;p18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113" name="Google Shape;5113;p18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18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18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18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18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18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18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18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18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18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18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18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18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18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18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18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18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18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18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18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18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18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5" name="Google Shape;5135;p184"/>
          <p:cNvSpPr txBox="1">
            <a:spLocks noGrp="1"/>
          </p:cNvSpPr>
          <p:nvPr>
            <p:ph type="subTitle" idx="1"/>
          </p:nvPr>
        </p:nvSpPr>
        <p:spPr>
          <a:xfrm>
            <a:off x="235185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36" name="Google Shape;5136;p184"/>
          <p:cNvSpPr txBox="1">
            <a:spLocks noGrp="1"/>
          </p:cNvSpPr>
          <p:nvPr>
            <p:ph type="ctrTitle"/>
          </p:nvPr>
        </p:nvSpPr>
        <p:spPr>
          <a:xfrm>
            <a:off x="32979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5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8" name="Google Shape;5138;p18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139" name="Google Shape;5139;p18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18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18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18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18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18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18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18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18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18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18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18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18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18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18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18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18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18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18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18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18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18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61" name="Google Shape;5161;p185"/>
          <p:cNvSpPr txBox="1">
            <a:spLocks noGrp="1"/>
          </p:cNvSpPr>
          <p:nvPr>
            <p:ph type="subTitle" idx="1"/>
          </p:nvPr>
        </p:nvSpPr>
        <p:spPr>
          <a:xfrm>
            <a:off x="906900" y="298732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62" name="Google Shape;5162;p185"/>
          <p:cNvSpPr txBox="1">
            <a:spLocks noGrp="1"/>
          </p:cNvSpPr>
          <p:nvPr>
            <p:ph type="subTitle" idx="2"/>
          </p:nvPr>
        </p:nvSpPr>
        <p:spPr>
          <a:xfrm>
            <a:off x="906900" y="12797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63" name="Google Shape;5163;p185"/>
          <p:cNvSpPr txBox="1">
            <a:spLocks noGrp="1"/>
          </p:cNvSpPr>
          <p:nvPr>
            <p:ph type="subTitle" idx="3"/>
          </p:nvPr>
        </p:nvSpPr>
        <p:spPr>
          <a:xfrm>
            <a:off x="906900" y="1743949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64" name="Google Shape;5164;p185"/>
          <p:cNvSpPr txBox="1">
            <a:spLocks noGrp="1"/>
          </p:cNvSpPr>
          <p:nvPr>
            <p:ph type="subTitle" idx="4"/>
          </p:nvPr>
        </p:nvSpPr>
        <p:spPr>
          <a:xfrm>
            <a:off x="906900" y="3464338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65" name="Google Shape;5165;p18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7">
    <p:spTree>
      <p:nvGrpSpPr>
        <p:cNvPr id="1" name="Shape 5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7" name="Google Shape;5167;p18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168" name="Google Shape;5168;p18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18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18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18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18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18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18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18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18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18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18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18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18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18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18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18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18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18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18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18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18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18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90" name="Google Shape;5190;p186"/>
          <p:cNvSpPr txBox="1">
            <a:spLocks noGrp="1"/>
          </p:cNvSpPr>
          <p:nvPr>
            <p:ph type="ctrTitle"/>
          </p:nvPr>
        </p:nvSpPr>
        <p:spPr>
          <a:xfrm>
            <a:off x="52729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191" name="Google Shape;5191;p186"/>
          <p:cNvSpPr txBox="1">
            <a:spLocks noGrp="1"/>
          </p:cNvSpPr>
          <p:nvPr>
            <p:ph type="subTitle" idx="1"/>
          </p:nvPr>
        </p:nvSpPr>
        <p:spPr>
          <a:xfrm>
            <a:off x="52729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92" name="Google Shape;5192;p186"/>
          <p:cNvSpPr txBox="1">
            <a:spLocks noGrp="1"/>
          </p:cNvSpPr>
          <p:nvPr>
            <p:ph type="subTitle" idx="2"/>
          </p:nvPr>
        </p:nvSpPr>
        <p:spPr>
          <a:xfrm>
            <a:off x="52729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93" name="Google Shape;5193;p186"/>
          <p:cNvSpPr txBox="1">
            <a:spLocks noGrp="1"/>
          </p:cNvSpPr>
          <p:nvPr>
            <p:ph type="ctrTitle" idx="3"/>
          </p:nvPr>
        </p:nvSpPr>
        <p:spPr>
          <a:xfrm>
            <a:off x="52729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194" name="Google Shape;5194;p186"/>
          <p:cNvSpPr txBox="1">
            <a:spLocks noGrp="1"/>
          </p:cNvSpPr>
          <p:nvPr>
            <p:ph type="ctrTitle" idx="4"/>
          </p:nvPr>
        </p:nvSpPr>
        <p:spPr>
          <a:xfrm>
            <a:off x="14197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195" name="Google Shape;5195;p186"/>
          <p:cNvSpPr txBox="1">
            <a:spLocks noGrp="1"/>
          </p:cNvSpPr>
          <p:nvPr>
            <p:ph type="subTitle" idx="5"/>
          </p:nvPr>
        </p:nvSpPr>
        <p:spPr>
          <a:xfrm>
            <a:off x="14197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96" name="Google Shape;5196;p186"/>
          <p:cNvSpPr txBox="1">
            <a:spLocks noGrp="1"/>
          </p:cNvSpPr>
          <p:nvPr>
            <p:ph type="subTitle" idx="6"/>
          </p:nvPr>
        </p:nvSpPr>
        <p:spPr>
          <a:xfrm>
            <a:off x="14197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97" name="Google Shape;5197;p186"/>
          <p:cNvSpPr txBox="1">
            <a:spLocks noGrp="1"/>
          </p:cNvSpPr>
          <p:nvPr>
            <p:ph type="ctrTitle" idx="7"/>
          </p:nvPr>
        </p:nvSpPr>
        <p:spPr>
          <a:xfrm>
            <a:off x="14197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198" name="Google Shape;5198;p186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5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0" name="Google Shape;5200;p187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5201" name="Google Shape;5201;p187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202" name="Google Shape;5202;p18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03" name="Google Shape;5203;p187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5204" name="Google Shape;5204;p18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5" name="Google Shape;5205;p18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6" name="Google Shape;5206;p18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7" name="Google Shape;5207;p18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8" name="Google Shape;5208;p18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9" name="Google Shape;5209;p18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0" name="Google Shape;5210;p18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1" name="Google Shape;5211;p18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2" name="Google Shape;5212;p18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3" name="Google Shape;5213;p18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4" name="Google Shape;5214;p18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5" name="Google Shape;5215;p18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6" name="Google Shape;5216;p18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7" name="Google Shape;5217;p18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8" name="Google Shape;5218;p18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19" name="Google Shape;5219;p187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5220" name="Google Shape;5220;p18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1" name="Google Shape;5221;p18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2" name="Google Shape;5222;p18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3" name="Google Shape;5223;p18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4" name="Google Shape;5224;p18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5" name="Google Shape;5225;p18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6" name="Google Shape;5226;p18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7" name="Google Shape;5227;p18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8" name="Google Shape;5228;p18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9" name="Google Shape;5229;p18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0" name="Google Shape;5230;p18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1" name="Google Shape;5231;p18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2" name="Google Shape;5232;p18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3" name="Google Shape;5233;p18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4" name="Google Shape;5234;p18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235" name="Google Shape;5235;p187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6" name="Google Shape;5236;p187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7" name="Google Shape;5237;p187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8" name="Google Shape;5238;p187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9" name="Google Shape;5239;p187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40" name="Google Shape;5240;p18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241" name="Google Shape;5241;p18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087300" cy="14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42" name="Google Shape;5242;p187"/>
          <p:cNvSpPr txBox="1">
            <a:spLocks noGrp="1"/>
          </p:cNvSpPr>
          <p:nvPr>
            <p:ph type="subTitle" idx="1"/>
          </p:nvPr>
        </p:nvSpPr>
        <p:spPr>
          <a:xfrm>
            <a:off x="5703898" y="86720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43" name="Google Shape;5243;p187"/>
          <p:cNvSpPr txBox="1">
            <a:spLocks noGrp="1"/>
          </p:cNvSpPr>
          <p:nvPr>
            <p:ph type="subTitle" idx="2"/>
          </p:nvPr>
        </p:nvSpPr>
        <p:spPr>
          <a:xfrm>
            <a:off x="5703898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44" name="Google Shape;5244;p187"/>
          <p:cNvSpPr txBox="1">
            <a:spLocks noGrp="1"/>
          </p:cNvSpPr>
          <p:nvPr>
            <p:ph type="subTitle" idx="3"/>
          </p:nvPr>
        </p:nvSpPr>
        <p:spPr>
          <a:xfrm>
            <a:off x="906900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45" name="Google Shape;5245;p187"/>
          <p:cNvSpPr txBox="1">
            <a:spLocks noGrp="1"/>
          </p:cNvSpPr>
          <p:nvPr>
            <p:ph type="subTitle" idx="4"/>
          </p:nvPr>
        </p:nvSpPr>
        <p:spPr>
          <a:xfrm>
            <a:off x="906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46" name="Google Shape;5246;p187"/>
          <p:cNvSpPr txBox="1">
            <a:spLocks noGrp="1"/>
          </p:cNvSpPr>
          <p:nvPr>
            <p:ph type="subTitle" idx="5"/>
          </p:nvPr>
        </p:nvSpPr>
        <p:spPr>
          <a:xfrm>
            <a:off x="5703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47" name="Google Shape;5247;p187"/>
          <p:cNvSpPr txBox="1">
            <a:spLocks noGrp="1"/>
          </p:cNvSpPr>
          <p:nvPr>
            <p:ph type="subTitle" idx="6"/>
          </p:nvPr>
        </p:nvSpPr>
        <p:spPr>
          <a:xfrm>
            <a:off x="5703900" y="1247983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9">
    <p:spTree>
      <p:nvGrpSpPr>
        <p:cNvPr id="1" name="Shape 5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9" name="Google Shape;5249;p18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250" name="Google Shape;5250;p18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18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18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18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18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18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18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18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18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18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18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18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18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18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18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18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18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18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18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18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18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18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72" name="Google Shape;5272;p188"/>
          <p:cNvSpPr txBox="1">
            <a:spLocks noGrp="1"/>
          </p:cNvSpPr>
          <p:nvPr>
            <p:ph type="ctrTitle"/>
          </p:nvPr>
        </p:nvSpPr>
        <p:spPr>
          <a:xfrm>
            <a:off x="3443850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273" name="Google Shape;5273;p188"/>
          <p:cNvSpPr txBox="1">
            <a:spLocks noGrp="1"/>
          </p:cNvSpPr>
          <p:nvPr>
            <p:ph type="subTitle" idx="1"/>
          </p:nvPr>
        </p:nvSpPr>
        <p:spPr>
          <a:xfrm>
            <a:off x="344384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74" name="Google Shape;5274;p188"/>
          <p:cNvSpPr txBox="1">
            <a:spLocks noGrp="1"/>
          </p:cNvSpPr>
          <p:nvPr>
            <p:ph type="subTitle" idx="2"/>
          </p:nvPr>
        </p:nvSpPr>
        <p:spPr>
          <a:xfrm>
            <a:off x="4759920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75" name="Google Shape;5275;p188"/>
          <p:cNvSpPr txBox="1">
            <a:spLocks noGrp="1"/>
          </p:cNvSpPr>
          <p:nvPr>
            <p:ph type="ctrTitle" idx="3"/>
          </p:nvPr>
        </p:nvSpPr>
        <p:spPr>
          <a:xfrm>
            <a:off x="475992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276" name="Google Shape;5276;p188"/>
          <p:cNvSpPr txBox="1">
            <a:spLocks noGrp="1"/>
          </p:cNvSpPr>
          <p:nvPr>
            <p:ph type="ctrTitle" idx="4"/>
          </p:nvPr>
        </p:nvSpPr>
        <p:spPr>
          <a:xfrm>
            <a:off x="81170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277" name="Google Shape;5277;p188"/>
          <p:cNvSpPr txBox="1">
            <a:spLocks noGrp="1"/>
          </p:cNvSpPr>
          <p:nvPr>
            <p:ph type="subTitle" idx="5"/>
          </p:nvPr>
        </p:nvSpPr>
        <p:spPr>
          <a:xfrm>
            <a:off x="81170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78" name="Google Shape;5278;p188"/>
          <p:cNvSpPr txBox="1">
            <a:spLocks noGrp="1"/>
          </p:cNvSpPr>
          <p:nvPr>
            <p:ph type="subTitle" idx="6"/>
          </p:nvPr>
        </p:nvSpPr>
        <p:spPr>
          <a:xfrm>
            <a:off x="2127778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79" name="Google Shape;5279;p188"/>
          <p:cNvSpPr txBox="1">
            <a:spLocks noGrp="1"/>
          </p:cNvSpPr>
          <p:nvPr>
            <p:ph type="ctrTitle" idx="7"/>
          </p:nvPr>
        </p:nvSpPr>
        <p:spPr>
          <a:xfrm>
            <a:off x="212778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280" name="Google Shape;5280;p188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281" name="Google Shape;5281;p188"/>
          <p:cNvSpPr txBox="1">
            <a:spLocks noGrp="1"/>
          </p:cNvSpPr>
          <p:nvPr>
            <p:ph type="ctrTitle" idx="9"/>
          </p:nvPr>
        </p:nvSpPr>
        <p:spPr>
          <a:xfrm>
            <a:off x="607599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282" name="Google Shape;5282;p188"/>
          <p:cNvSpPr txBox="1">
            <a:spLocks noGrp="1"/>
          </p:cNvSpPr>
          <p:nvPr>
            <p:ph type="subTitle" idx="13"/>
          </p:nvPr>
        </p:nvSpPr>
        <p:spPr>
          <a:xfrm>
            <a:off x="607599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5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4" name="Google Shape;5284;p18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285" name="Google Shape;5285;p18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18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18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18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18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18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18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18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18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18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18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18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18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18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18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18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18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18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18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18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18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18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07" name="Google Shape;5307;p189"/>
          <p:cNvSpPr txBox="1">
            <a:spLocks noGrp="1"/>
          </p:cNvSpPr>
          <p:nvPr>
            <p:ph type="title"/>
          </p:nvPr>
        </p:nvSpPr>
        <p:spPr>
          <a:xfrm>
            <a:off x="5314275" y="1089028"/>
            <a:ext cx="3109500" cy="13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08" name="Google Shape;5308;p189"/>
          <p:cNvSpPr txBox="1">
            <a:spLocks noGrp="1"/>
          </p:cNvSpPr>
          <p:nvPr>
            <p:ph type="subTitle" idx="1"/>
          </p:nvPr>
        </p:nvSpPr>
        <p:spPr>
          <a:xfrm>
            <a:off x="6241125" y="2611969"/>
            <a:ext cx="21828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34">
    <p:spTree>
      <p:nvGrpSpPr>
        <p:cNvPr id="1" name="Shape 5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0" name="Google Shape;5310;p19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311" name="Google Shape;5311;p19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19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19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19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19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19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19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19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19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19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19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19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19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19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19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19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19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19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19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19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19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19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33" name="Google Shape;5333;p190"/>
          <p:cNvSpPr txBox="1">
            <a:spLocks noGrp="1"/>
          </p:cNvSpPr>
          <p:nvPr>
            <p:ph type="title"/>
          </p:nvPr>
        </p:nvSpPr>
        <p:spPr>
          <a:xfrm>
            <a:off x="717000" y="1491225"/>
            <a:ext cx="3870300" cy="9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34" name="Google Shape;5334;p190"/>
          <p:cNvSpPr txBox="1">
            <a:spLocks noGrp="1"/>
          </p:cNvSpPr>
          <p:nvPr>
            <p:ph type="subTitle" idx="1"/>
          </p:nvPr>
        </p:nvSpPr>
        <p:spPr>
          <a:xfrm>
            <a:off x="1870200" y="2570158"/>
            <a:ext cx="27171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1">
    <p:spTree>
      <p:nvGrpSpPr>
        <p:cNvPr id="1" name="Shape 5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6" name="Google Shape;5336;p19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337" name="Google Shape;5337;p19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19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19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19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19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19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19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19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19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19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19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19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19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19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19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19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19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19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19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19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19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19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59" name="Google Shape;5359;p191"/>
          <p:cNvSpPr txBox="1">
            <a:spLocks noGrp="1"/>
          </p:cNvSpPr>
          <p:nvPr>
            <p:ph type="ctrTitle"/>
          </p:nvPr>
        </p:nvSpPr>
        <p:spPr>
          <a:xfrm>
            <a:off x="988403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360" name="Google Shape;5360;p191"/>
          <p:cNvSpPr txBox="1">
            <a:spLocks noGrp="1"/>
          </p:cNvSpPr>
          <p:nvPr>
            <p:ph type="subTitle" idx="1"/>
          </p:nvPr>
        </p:nvSpPr>
        <p:spPr>
          <a:xfrm>
            <a:off x="988403" y="1579523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61" name="Google Shape;5361;p191"/>
          <p:cNvSpPr txBox="1">
            <a:spLocks noGrp="1"/>
          </p:cNvSpPr>
          <p:nvPr>
            <p:ph type="subTitle" idx="2"/>
          </p:nvPr>
        </p:nvSpPr>
        <p:spPr>
          <a:xfrm>
            <a:off x="988403" y="3577425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62" name="Google Shape;5362;p191"/>
          <p:cNvSpPr txBox="1">
            <a:spLocks noGrp="1"/>
          </p:cNvSpPr>
          <p:nvPr>
            <p:ph type="subTitle" idx="3"/>
          </p:nvPr>
        </p:nvSpPr>
        <p:spPr>
          <a:xfrm>
            <a:off x="988403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63" name="Google Shape;5363;p191"/>
          <p:cNvSpPr txBox="1">
            <a:spLocks noGrp="1"/>
          </p:cNvSpPr>
          <p:nvPr>
            <p:ph type="ctrTitle" idx="4"/>
          </p:nvPr>
        </p:nvSpPr>
        <p:spPr>
          <a:xfrm>
            <a:off x="988403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364" name="Google Shape;5364;p191"/>
          <p:cNvSpPr txBox="1">
            <a:spLocks noGrp="1"/>
          </p:cNvSpPr>
          <p:nvPr>
            <p:ph type="ctrTitle" idx="5"/>
          </p:nvPr>
        </p:nvSpPr>
        <p:spPr>
          <a:xfrm>
            <a:off x="988403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365" name="Google Shape;5365;p191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5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7" name="Google Shape;5367;p192"/>
          <p:cNvSpPr txBox="1">
            <a:spLocks noGrp="1"/>
          </p:cNvSpPr>
          <p:nvPr>
            <p:ph type="title"/>
          </p:nvPr>
        </p:nvSpPr>
        <p:spPr>
          <a:xfrm>
            <a:off x="5059850" y="3019625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1">
    <p:spTree>
      <p:nvGrpSpPr>
        <p:cNvPr id="1" name="Shape 5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9" name="Google Shape;5369;p193"/>
          <p:cNvSpPr txBox="1">
            <a:spLocks noGrp="1"/>
          </p:cNvSpPr>
          <p:nvPr>
            <p:ph type="title"/>
          </p:nvPr>
        </p:nvSpPr>
        <p:spPr>
          <a:xfrm>
            <a:off x="1249850" y="873387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4">
    <p:spTree>
      <p:nvGrpSpPr>
        <p:cNvPr id="1" name="Shape 5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1" name="Google Shape;5371;p19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372" name="Google Shape;5372;p19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19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19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19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19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19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19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19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19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19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19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19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19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19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19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19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19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19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19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19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19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19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94" name="Google Shape;5394;p194"/>
          <p:cNvSpPr txBox="1">
            <a:spLocks noGrp="1"/>
          </p:cNvSpPr>
          <p:nvPr>
            <p:ph type="title"/>
          </p:nvPr>
        </p:nvSpPr>
        <p:spPr>
          <a:xfrm>
            <a:off x="1232825" y="1765317"/>
            <a:ext cx="66783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95" name="Google Shape;5395;p194"/>
          <p:cNvSpPr txBox="1">
            <a:spLocks noGrp="1"/>
          </p:cNvSpPr>
          <p:nvPr>
            <p:ph type="body" idx="1"/>
          </p:nvPr>
        </p:nvSpPr>
        <p:spPr>
          <a:xfrm>
            <a:off x="2155325" y="2698083"/>
            <a:ext cx="48333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32">
    <p:spTree>
      <p:nvGrpSpPr>
        <p:cNvPr id="1" name="Shape 5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7" name="Google Shape;5397;p19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398" name="Google Shape;5398;p19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19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19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19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19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19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19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19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19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19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19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19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19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19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19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19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19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19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19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19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19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19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20" name="Google Shape;5420;p195"/>
          <p:cNvSpPr txBox="1">
            <a:spLocks noGrp="1"/>
          </p:cNvSpPr>
          <p:nvPr>
            <p:ph type="title"/>
          </p:nvPr>
        </p:nvSpPr>
        <p:spPr>
          <a:xfrm>
            <a:off x="3800500" y="1351950"/>
            <a:ext cx="3933000" cy="15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421" name="Google Shape;5421;p195"/>
          <p:cNvSpPr txBox="1">
            <a:spLocks noGrp="1"/>
          </p:cNvSpPr>
          <p:nvPr>
            <p:ph type="body" idx="1"/>
          </p:nvPr>
        </p:nvSpPr>
        <p:spPr>
          <a:xfrm>
            <a:off x="3800550" y="3111475"/>
            <a:ext cx="39330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r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5">
    <p:spTree>
      <p:nvGrpSpPr>
        <p:cNvPr id="1" name="Shape 5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3" name="Google Shape;5423;p196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424" name="Google Shape;5424;p19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19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19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19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19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19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19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19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19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19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19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19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19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19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19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19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19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19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19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19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19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19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46" name="Google Shape;5446;p19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6">
    <p:spTree>
      <p:nvGrpSpPr>
        <p:cNvPr id="1" name="Shape 5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8" name="Google Shape;5448;p197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5449" name="Google Shape;5449;p197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50" name="Google Shape;5450;p19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451" name="Google Shape;5451;p197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5452" name="Google Shape;5452;p19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3" name="Google Shape;5453;p19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4" name="Google Shape;5454;p19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5" name="Google Shape;5455;p19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6" name="Google Shape;5456;p19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7" name="Google Shape;5457;p19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8" name="Google Shape;5458;p19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9" name="Google Shape;5459;p19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0" name="Google Shape;5460;p19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1" name="Google Shape;5461;p19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2" name="Google Shape;5462;p19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3" name="Google Shape;5463;p19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4" name="Google Shape;5464;p19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5" name="Google Shape;5465;p19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6" name="Google Shape;5466;p19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67" name="Google Shape;5467;p197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5468" name="Google Shape;5468;p19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9" name="Google Shape;5469;p19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0" name="Google Shape;5470;p19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1" name="Google Shape;5471;p19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2" name="Google Shape;5472;p19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3" name="Google Shape;5473;p19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4" name="Google Shape;5474;p19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5" name="Google Shape;5475;p19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6" name="Google Shape;5476;p19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7" name="Google Shape;5477;p19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8" name="Google Shape;5478;p19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9" name="Google Shape;5479;p19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0" name="Google Shape;5480;p19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1" name="Google Shape;5481;p19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2" name="Google Shape;5482;p19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483" name="Google Shape;5483;p197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4" name="Google Shape;5484;p197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5" name="Google Shape;5485;p197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6" name="Google Shape;5486;p197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7" name="Google Shape;5487;p197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8" name="Google Shape;5488;p19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489" name="Google Shape;5489;p197"/>
          <p:cNvSpPr txBox="1">
            <a:spLocks noGrp="1"/>
          </p:cNvSpPr>
          <p:nvPr>
            <p:ph type="subTitle" idx="1"/>
          </p:nvPr>
        </p:nvSpPr>
        <p:spPr>
          <a:xfrm>
            <a:off x="906900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90" name="Google Shape;5490;p197"/>
          <p:cNvSpPr txBox="1">
            <a:spLocks noGrp="1"/>
          </p:cNvSpPr>
          <p:nvPr>
            <p:ph type="subTitle" idx="2"/>
          </p:nvPr>
        </p:nvSpPr>
        <p:spPr>
          <a:xfrm>
            <a:off x="5565696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91" name="Google Shape;5491;p197"/>
          <p:cNvSpPr txBox="1">
            <a:spLocks noGrp="1"/>
          </p:cNvSpPr>
          <p:nvPr>
            <p:ph type="subTitle" idx="3"/>
          </p:nvPr>
        </p:nvSpPr>
        <p:spPr>
          <a:xfrm>
            <a:off x="906900" y="208403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92" name="Google Shape;5492;p197"/>
          <p:cNvSpPr txBox="1">
            <a:spLocks noGrp="1"/>
          </p:cNvSpPr>
          <p:nvPr>
            <p:ph type="subTitle" idx="4"/>
          </p:nvPr>
        </p:nvSpPr>
        <p:spPr>
          <a:xfrm>
            <a:off x="5565688" y="2094806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93" name="Google Shape;5493;p197"/>
          <p:cNvSpPr txBox="1">
            <a:spLocks noGrp="1"/>
          </p:cNvSpPr>
          <p:nvPr>
            <p:ph type="subTitle" idx="5"/>
          </p:nvPr>
        </p:nvSpPr>
        <p:spPr>
          <a:xfrm>
            <a:off x="906900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94" name="Google Shape;5494;p197"/>
          <p:cNvSpPr txBox="1">
            <a:spLocks noGrp="1"/>
          </p:cNvSpPr>
          <p:nvPr>
            <p:ph type="subTitle" idx="6"/>
          </p:nvPr>
        </p:nvSpPr>
        <p:spPr>
          <a:xfrm>
            <a:off x="5565688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95" name="Google Shape;5495;p197"/>
          <p:cNvSpPr txBox="1">
            <a:spLocks noGrp="1"/>
          </p:cNvSpPr>
          <p:nvPr>
            <p:ph type="subTitle" idx="7"/>
          </p:nvPr>
        </p:nvSpPr>
        <p:spPr>
          <a:xfrm>
            <a:off x="906900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96" name="Google Shape;5496;p197"/>
          <p:cNvSpPr txBox="1">
            <a:spLocks noGrp="1"/>
          </p:cNvSpPr>
          <p:nvPr>
            <p:ph type="subTitle" idx="8"/>
          </p:nvPr>
        </p:nvSpPr>
        <p:spPr>
          <a:xfrm>
            <a:off x="5565688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97" name="Google Shape;5497;p19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30000" cy="99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7">
    <p:spTree>
      <p:nvGrpSpPr>
        <p:cNvPr id="1" name="Shape 5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9" name="Google Shape;5499;p198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500" name="Google Shape;5500;p19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19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19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19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19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19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19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19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19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19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19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19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19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19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19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19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19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19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19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19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19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19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22" name="Google Shape;5522;p198"/>
          <p:cNvSpPr txBox="1">
            <a:spLocks noGrp="1"/>
          </p:cNvSpPr>
          <p:nvPr>
            <p:ph type="ctrTitle"/>
          </p:nvPr>
        </p:nvSpPr>
        <p:spPr>
          <a:xfrm>
            <a:off x="5295149" y="1449725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523" name="Google Shape;5523;p198"/>
          <p:cNvSpPr txBox="1">
            <a:spLocks noGrp="1"/>
          </p:cNvSpPr>
          <p:nvPr>
            <p:ph type="subTitle" idx="1"/>
          </p:nvPr>
        </p:nvSpPr>
        <p:spPr>
          <a:xfrm>
            <a:off x="5295149" y="1731948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24" name="Google Shape;5524;p198"/>
          <p:cNvSpPr txBox="1">
            <a:spLocks noGrp="1"/>
          </p:cNvSpPr>
          <p:nvPr>
            <p:ph type="subTitle" idx="2"/>
          </p:nvPr>
        </p:nvSpPr>
        <p:spPr>
          <a:xfrm>
            <a:off x="5295149" y="3281876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25" name="Google Shape;5525;p198"/>
          <p:cNvSpPr txBox="1">
            <a:spLocks noGrp="1"/>
          </p:cNvSpPr>
          <p:nvPr>
            <p:ph type="ctrTitle" idx="3"/>
          </p:nvPr>
        </p:nvSpPr>
        <p:spPr>
          <a:xfrm>
            <a:off x="5295153" y="2989856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526" name="Google Shape;5526;p198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8">
    <p:spTree>
      <p:nvGrpSpPr>
        <p:cNvPr id="1" name="Shape 5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8" name="Google Shape;5528;p19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529" name="Google Shape;5529;p19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19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19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19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19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19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19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19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19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19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19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19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19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19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19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19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19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19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19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19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19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19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1" name="Google Shape;5551;p19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4">
    <p:spTree>
      <p:nvGrpSpPr>
        <p:cNvPr id="1" name="Shape 5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3" name="Google Shape;5553;p20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554" name="Google Shape;5554;p20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20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20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20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20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20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20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20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20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20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20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20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20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20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20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20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20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20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20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20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20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20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76" name="Google Shape;5576;p20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99100" cy="87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9">
    <p:spTree>
      <p:nvGrpSpPr>
        <p:cNvPr id="1" name="Shape 5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8" name="Google Shape;5578;p20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579" name="Google Shape;5579;p20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20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20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20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3" name="Google Shape;5583;p20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4" name="Google Shape;5584;p20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5" name="Google Shape;5585;p20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6" name="Google Shape;5586;p20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5587;p20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8" name="Google Shape;5588;p20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9" name="Google Shape;5589;p20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0" name="Google Shape;5590;p20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1" name="Google Shape;5591;p20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5592;p20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3" name="Google Shape;5593;p20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4" name="Google Shape;5594;p20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5" name="Google Shape;5595;p20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6" name="Google Shape;5596;p20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7" name="Google Shape;5597;p20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8" name="Google Shape;5598;p20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5599;p20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5600;p20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01" name="Google Shape;5601;p201"/>
          <p:cNvSpPr txBox="1">
            <a:spLocks noGrp="1"/>
          </p:cNvSpPr>
          <p:nvPr>
            <p:ph type="subTitle" idx="1"/>
          </p:nvPr>
        </p:nvSpPr>
        <p:spPr>
          <a:xfrm>
            <a:off x="8041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5602" name="Google Shape;5602;p201"/>
          <p:cNvSpPr txBox="1">
            <a:spLocks noGrp="1"/>
          </p:cNvSpPr>
          <p:nvPr>
            <p:ph type="subTitle" idx="2"/>
          </p:nvPr>
        </p:nvSpPr>
        <p:spPr>
          <a:xfrm>
            <a:off x="58336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5603" name="Google Shape;5603;p201"/>
          <p:cNvSpPr txBox="1">
            <a:spLocks noGrp="1"/>
          </p:cNvSpPr>
          <p:nvPr>
            <p:ph type="subTitle" idx="3"/>
          </p:nvPr>
        </p:nvSpPr>
        <p:spPr>
          <a:xfrm>
            <a:off x="8041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5604" name="Google Shape;5604;p201"/>
          <p:cNvSpPr txBox="1">
            <a:spLocks noGrp="1"/>
          </p:cNvSpPr>
          <p:nvPr>
            <p:ph type="subTitle" idx="4"/>
          </p:nvPr>
        </p:nvSpPr>
        <p:spPr>
          <a:xfrm>
            <a:off x="58336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5605" name="Google Shape;5605;p201"/>
          <p:cNvSpPr txBox="1">
            <a:spLocks noGrp="1"/>
          </p:cNvSpPr>
          <p:nvPr>
            <p:ph type="subTitle" idx="5"/>
          </p:nvPr>
        </p:nvSpPr>
        <p:spPr>
          <a:xfrm>
            <a:off x="331890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5606" name="Google Shape;5606;p201"/>
          <p:cNvSpPr txBox="1">
            <a:spLocks noGrp="1"/>
          </p:cNvSpPr>
          <p:nvPr>
            <p:ph type="subTitle" idx="6"/>
          </p:nvPr>
        </p:nvSpPr>
        <p:spPr>
          <a:xfrm>
            <a:off x="331890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5607" name="Google Shape;5607;p20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08" name="Google Shape;5608;p201"/>
          <p:cNvSpPr txBox="1">
            <a:spLocks noGrp="1"/>
          </p:cNvSpPr>
          <p:nvPr>
            <p:ph type="subTitle" idx="7"/>
          </p:nvPr>
        </p:nvSpPr>
        <p:spPr>
          <a:xfrm>
            <a:off x="8041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09" name="Google Shape;5609;p201"/>
          <p:cNvSpPr txBox="1">
            <a:spLocks noGrp="1"/>
          </p:cNvSpPr>
          <p:nvPr>
            <p:ph type="subTitle" idx="8"/>
          </p:nvPr>
        </p:nvSpPr>
        <p:spPr>
          <a:xfrm>
            <a:off x="58336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10" name="Google Shape;5610;p201"/>
          <p:cNvSpPr txBox="1">
            <a:spLocks noGrp="1"/>
          </p:cNvSpPr>
          <p:nvPr>
            <p:ph type="subTitle" idx="9"/>
          </p:nvPr>
        </p:nvSpPr>
        <p:spPr>
          <a:xfrm>
            <a:off x="8041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11" name="Google Shape;5611;p201"/>
          <p:cNvSpPr txBox="1">
            <a:spLocks noGrp="1"/>
          </p:cNvSpPr>
          <p:nvPr>
            <p:ph type="subTitle" idx="13"/>
          </p:nvPr>
        </p:nvSpPr>
        <p:spPr>
          <a:xfrm>
            <a:off x="58336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12" name="Google Shape;5612;p201"/>
          <p:cNvSpPr txBox="1">
            <a:spLocks noGrp="1"/>
          </p:cNvSpPr>
          <p:nvPr>
            <p:ph type="subTitle" idx="14"/>
          </p:nvPr>
        </p:nvSpPr>
        <p:spPr>
          <a:xfrm>
            <a:off x="331890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13" name="Google Shape;5613;p201"/>
          <p:cNvSpPr txBox="1">
            <a:spLocks noGrp="1"/>
          </p:cNvSpPr>
          <p:nvPr>
            <p:ph type="subTitle" idx="15"/>
          </p:nvPr>
        </p:nvSpPr>
        <p:spPr>
          <a:xfrm>
            <a:off x="331890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7">
    <p:spTree>
      <p:nvGrpSpPr>
        <p:cNvPr id="1" name="Shape 5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5" name="Google Shape;5615;p20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616" name="Google Shape;5616;p20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7" name="Google Shape;5617;p20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5618;p20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5619;p20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5620;p20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5621;p20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20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5623;p20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5624;p20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20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20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20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20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20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20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20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20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20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20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20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20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20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38" name="Google Shape;5638;p202"/>
          <p:cNvSpPr txBox="1">
            <a:spLocks noGrp="1"/>
          </p:cNvSpPr>
          <p:nvPr>
            <p:ph type="subTitle" idx="1"/>
          </p:nvPr>
        </p:nvSpPr>
        <p:spPr>
          <a:xfrm>
            <a:off x="8041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5639" name="Google Shape;5639;p202"/>
          <p:cNvSpPr txBox="1">
            <a:spLocks noGrp="1"/>
          </p:cNvSpPr>
          <p:nvPr>
            <p:ph type="subTitle" idx="2"/>
          </p:nvPr>
        </p:nvSpPr>
        <p:spPr>
          <a:xfrm>
            <a:off x="58336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5640" name="Google Shape;5640;p202"/>
          <p:cNvSpPr txBox="1">
            <a:spLocks noGrp="1"/>
          </p:cNvSpPr>
          <p:nvPr>
            <p:ph type="subTitle" idx="3"/>
          </p:nvPr>
        </p:nvSpPr>
        <p:spPr>
          <a:xfrm>
            <a:off x="3318900" y="20030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5641" name="Google Shape;5641;p202"/>
          <p:cNvSpPr txBox="1">
            <a:spLocks noGrp="1"/>
          </p:cNvSpPr>
          <p:nvPr>
            <p:ph type="title"/>
          </p:nvPr>
        </p:nvSpPr>
        <p:spPr>
          <a:xfrm>
            <a:off x="5917800" y="540000"/>
            <a:ext cx="25062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42" name="Google Shape;5642;p202"/>
          <p:cNvSpPr txBox="1">
            <a:spLocks noGrp="1"/>
          </p:cNvSpPr>
          <p:nvPr>
            <p:ph type="subTitle" idx="4"/>
          </p:nvPr>
        </p:nvSpPr>
        <p:spPr>
          <a:xfrm>
            <a:off x="8041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43" name="Google Shape;5643;p202"/>
          <p:cNvSpPr txBox="1">
            <a:spLocks noGrp="1"/>
          </p:cNvSpPr>
          <p:nvPr>
            <p:ph type="subTitle" idx="5"/>
          </p:nvPr>
        </p:nvSpPr>
        <p:spPr>
          <a:xfrm>
            <a:off x="58336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44" name="Google Shape;5644;p202"/>
          <p:cNvSpPr txBox="1">
            <a:spLocks noGrp="1"/>
          </p:cNvSpPr>
          <p:nvPr>
            <p:ph type="subTitle" idx="6"/>
          </p:nvPr>
        </p:nvSpPr>
        <p:spPr>
          <a:xfrm>
            <a:off x="3318900" y="2389956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28">
    <p:spTree>
      <p:nvGrpSpPr>
        <p:cNvPr id="1" name="Shape 5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6" name="Google Shape;5646;p20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647" name="Google Shape;5647;p20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20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20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20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20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20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20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20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20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5656;p20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7" name="Google Shape;5657;p20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20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20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20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20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20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20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20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20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20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20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20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9" name="Google Shape;5669;p203"/>
          <p:cNvSpPr txBox="1">
            <a:spLocks noGrp="1"/>
          </p:cNvSpPr>
          <p:nvPr>
            <p:ph type="subTitle" idx="1"/>
          </p:nvPr>
        </p:nvSpPr>
        <p:spPr>
          <a:xfrm>
            <a:off x="1342450" y="3241403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5670" name="Google Shape;5670;p203"/>
          <p:cNvSpPr txBox="1">
            <a:spLocks noGrp="1"/>
          </p:cNvSpPr>
          <p:nvPr>
            <p:ph type="subTitle" idx="2"/>
          </p:nvPr>
        </p:nvSpPr>
        <p:spPr>
          <a:xfrm>
            <a:off x="5295350" y="3232090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5671" name="Google Shape;5671;p20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72" name="Google Shape;5672;p203"/>
          <p:cNvSpPr txBox="1">
            <a:spLocks noGrp="1"/>
          </p:cNvSpPr>
          <p:nvPr>
            <p:ph type="subTitle" idx="3"/>
          </p:nvPr>
        </p:nvSpPr>
        <p:spPr>
          <a:xfrm>
            <a:off x="1342450" y="3615440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73" name="Google Shape;5673;p203"/>
          <p:cNvSpPr txBox="1">
            <a:spLocks noGrp="1"/>
          </p:cNvSpPr>
          <p:nvPr>
            <p:ph type="subTitle" idx="4"/>
          </p:nvPr>
        </p:nvSpPr>
        <p:spPr>
          <a:xfrm>
            <a:off x="5295350" y="3606127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20">
    <p:spTree>
      <p:nvGrpSpPr>
        <p:cNvPr id="1" name="Shape 5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75" name="Google Shape;5675;p20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676" name="Google Shape;5676;p20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20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20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20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20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20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20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20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4" name="Google Shape;5684;p20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5" name="Google Shape;5685;p20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20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20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20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20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20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20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20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20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20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20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20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20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8" name="Google Shape;5698;p204"/>
          <p:cNvSpPr txBox="1">
            <a:spLocks noGrp="1"/>
          </p:cNvSpPr>
          <p:nvPr>
            <p:ph type="ctrTitle"/>
          </p:nvPr>
        </p:nvSpPr>
        <p:spPr>
          <a:xfrm>
            <a:off x="3443847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699" name="Google Shape;5699;p204"/>
          <p:cNvSpPr txBox="1">
            <a:spLocks noGrp="1"/>
          </p:cNvSpPr>
          <p:nvPr>
            <p:ph type="subTitle" idx="1"/>
          </p:nvPr>
        </p:nvSpPr>
        <p:spPr>
          <a:xfrm>
            <a:off x="3443847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00" name="Google Shape;5700;p204"/>
          <p:cNvSpPr txBox="1">
            <a:spLocks noGrp="1"/>
          </p:cNvSpPr>
          <p:nvPr>
            <p:ph type="subTitle" idx="2"/>
          </p:nvPr>
        </p:nvSpPr>
        <p:spPr>
          <a:xfrm>
            <a:off x="475992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01" name="Google Shape;5701;p204"/>
          <p:cNvSpPr txBox="1">
            <a:spLocks noGrp="1"/>
          </p:cNvSpPr>
          <p:nvPr>
            <p:ph type="ctrTitle" idx="3"/>
          </p:nvPr>
        </p:nvSpPr>
        <p:spPr>
          <a:xfrm>
            <a:off x="475992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702" name="Google Shape;5702;p204"/>
          <p:cNvSpPr txBox="1">
            <a:spLocks noGrp="1"/>
          </p:cNvSpPr>
          <p:nvPr>
            <p:ph type="ctrTitle" idx="4"/>
          </p:nvPr>
        </p:nvSpPr>
        <p:spPr>
          <a:xfrm>
            <a:off x="81170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703" name="Google Shape;5703;p204"/>
          <p:cNvSpPr txBox="1">
            <a:spLocks noGrp="1"/>
          </p:cNvSpPr>
          <p:nvPr>
            <p:ph type="subTitle" idx="5"/>
          </p:nvPr>
        </p:nvSpPr>
        <p:spPr>
          <a:xfrm>
            <a:off x="81170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04" name="Google Shape;5704;p204"/>
          <p:cNvSpPr txBox="1">
            <a:spLocks noGrp="1"/>
          </p:cNvSpPr>
          <p:nvPr>
            <p:ph type="subTitle" idx="6"/>
          </p:nvPr>
        </p:nvSpPr>
        <p:spPr>
          <a:xfrm>
            <a:off x="212778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05" name="Google Shape;5705;p204"/>
          <p:cNvSpPr txBox="1">
            <a:spLocks noGrp="1"/>
          </p:cNvSpPr>
          <p:nvPr>
            <p:ph type="ctrTitle" idx="7"/>
          </p:nvPr>
        </p:nvSpPr>
        <p:spPr>
          <a:xfrm>
            <a:off x="212778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706" name="Google Shape;5706;p204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707" name="Google Shape;5707;p204"/>
          <p:cNvSpPr txBox="1">
            <a:spLocks noGrp="1"/>
          </p:cNvSpPr>
          <p:nvPr>
            <p:ph type="ctrTitle" idx="9"/>
          </p:nvPr>
        </p:nvSpPr>
        <p:spPr>
          <a:xfrm>
            <a:off x="607599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5708" name="Google Shape;5708;p204"/>
          <p:cNvSpPr txBox="1">
            <a:spLocks noGrp="1"/>
          </p:cNvSpPr>
          <p:nvPr>
            <p:ph type="subTitle" idx="13"/>
          </p:nvPr>
        </p:nvSpPr>
        <p:spPr>
          <a:xfrm>
            <a:off x="607599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21">
    <p:spTree>
      <p:nvGrpSpPr>
        <p:cNvPr id="1" name="Shape 5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10" name="Google Shape;5710;p20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711" name="Google Shape;5711;p20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20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20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20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20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20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20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20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20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20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20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20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20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20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20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20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20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20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20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30" name="Google Shape;5730;p205"/>
          <p:cNvSpPr txBox="1">
            <a:spLocks noGrp="1"/>
          </p:cNvSpPr>
          <p:nvPr>
            <p:ph type="title" hasCustomPrompt="1"/>
          </p:nvPr>
        </p:nvSpPr>
        <p:spPr>
          <a:xfrm>
            <a:off x="715349" y="1829975"/>
            <a:ext cx="52644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31" name="Google Shape;5731;p205"/>
          <p:cNvSpPr txBox="1">
            <a:spLocks noGrp="1"/>
          </p:cNvSpPr>
          <p:nvPr>
            <p:ph type="body" idx="1"/>
          </p:nvPr>
        </p:nvSpPr>
        <p:spPr>
          <a:xfrm>
            <a:off x="715350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33">
    <p:spTree>
      <p:nvGrpSpPr>
        <p:cNvPr id="1" name="Shape 5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3" name="Google Shape;5733;p20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734" name="Google Shape;5734;p20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20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20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20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20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20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20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20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20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20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20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20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20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20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20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20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20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20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20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53" name="Google Shape;5753;p206"/>
          <p:cNvSpPr txBox="1">
            <a:spLocks noGrp="1"/>
          </p:cNvSpPr>
          <p:nvPr>
            <p:ph type="title" hasCustomPrompt="1"/>
          </p:nvPr>
        </p:nvSpPr>
        <p:spPr>
          <a:xfrm>
            <a:off x="3772625" y="1829975"/>
            <a:ext cx="45693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54" name="Google Shape;5754;p206"/>
          <p:cNvSpPr txBox="1">
            <a:spLocks noGrp="1"/>
          </p:cNvSpPr>
          <p:nvPr>
            <p:ph type="body" idx="1"/>
          </p:nvPr>
        </p:nvSpPr>
        <p:spPr>
          <a:xfrm>
            <a:off x="3772649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2">
    <p:spTree>
      <p:nvGrpSpPr>
        <p:cNvPr id="1" name="Shape 5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6" name="Google Shape;5756;p207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5757" name="Google Shape;5757;p207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58" name="Google Shape;5758;p20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759" name="Google Shape;5759;p207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5760" name="Google Shape;5760;p20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1" name="Google Shape;5761;p20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2" name="Google Shape;5762;p20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3" name="Google Shape;5763;p20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4" name="Google Shape;5764;p20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5" name="Google Shape;5765;p20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6" name="Google Shape;5766;p20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7" name="Google Shape;5767;p20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8" name="Google Shape;5768;p20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9" name="Google Shape;5769;p20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0" name="Google Shape;5770;p20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1" name="Google Shape;5771;p20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2" name="Google Shape;5772;p20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3" name="Google Shape;5773;p20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4" name="Google Shape;5774;p20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75" name="Google Shape;5775;p207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5776" name="Google Shape;5776;p20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7" name="Google Shape;5777;p20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8" name="Google Shape;5778;p20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9" name="Google Shape;5779;p20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0" name="Google Shape;5780;p20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1" name="Google Shape;5781;p20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5782;p20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5783;p20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5784;p20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5785;p20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5786;p20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5787;p20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5788;p20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5789;p20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5790;p20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91" name="Google Shape;5791;p207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92" name="Google Shape;5792;p207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93" name="Google Shape;5793;p207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94" name="Google Shape;5794;p207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95" name="Google Shape;5795;p207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96" name="Google Shape;5796;p20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97" name="Google Shape;5797;p207"/>
          <p:cNvSpPr txBox="1">
            <a:spLocks noGrp="1"/>
          </p:cNvSpPr>
          <p:nvPr>
            <p:ph type="title" hasCustomPrompt="1"/>
          </p:nvPr>
        </p:nvSpPr>
        <p:spPr>
          <a:xfrm>
            <a:off x="720000" y="1143700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98" name="Google Shape;5798;p207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99" name="Google Shape;5799;p207"/>
          <p:cNvSpPr txBox="1">
            <a:spLocks noGrp="1"/>
          </p:cNvSpPr>
          <p:nvPr>
            <p:ph type="title" idx="3" hasCustomPrompt="1"/>
          </p:nvPr>
        </p:nvSpPr>
        <p:spPr>
          <a:xfrm>
            <a:off x="5094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00" name="Google Shape;5800;p207"/>
          <p:cNvSpPr txBox="1">
            <a:spLocks noGrp="1"/>
          </p:cNvSpPr>
          <p:nvPr>
            <p:ph type="subTitle" idx="1"/>
          </p:nvPr>
        </p:nvSpPr>
        <p:spPr>
          <a:xfrm>
            <a:off x="915300" y="1964863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01" name="Google Shape;5801;p207"/>
          <p:cNvSpPr txBox="1">
            <a:spLocks noGrp="1"/>
          </p:cNvSpPr>
          <p:nvPr>
            <p:ph type="subTitle" idx="4"/>
          </p:nvPr>
        </p:nvSpPr>
        <p:spPr>
          <a:xfrm>
            <a:off x="915300" y="3754738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02" name="Google Shape;5802;p207"/>
          <p:cNvSpPr txBox="1">
            <a:spLocks noGrp="1"/>
          </p:cNvSpPr>
          <p:nvPr>
            <p:ph type="subTitle" idx="5"/>
          </p:nvPr>
        </p:nvSpPr>
        <p:spPr>
          <a:xfrm>
            <a:off x="5192850" y="3754772"/>
            <a:ext cx="31323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3">
    <p:spTree>
      <p:nvGrpSpPr>
        <p:cNvPr id="1" name="Shape 5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4" name="Google Shape;5804;p208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805" name="Google Shape;5805;p20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20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20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20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20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20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20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20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20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20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20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20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20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20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20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20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20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20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20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24" name="Google Shape;5824;p208"/>
          <p:cNvSpPr txBox="1">
            <a:spLocks noGrp="1"/>
          </p:cNvSpPr>
          <p:nvPr>
            <p:ph type="title" hasCustomPrompt="1"/>
          </p:nvPr>
        </p:nvSpPr>
        <p:spPr>
          <a:xfrm>
            <a:off x="3285938" y="11437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25" name="Google Shape;5825;p208"/>
          <p:cNvSpPr txBox="1">
            <a:spLocks noGrp="1"/>
          </p:cNvSpPr>
          <p:nvPr>
            <p:ph type="subTitle" idx="1"/>
          </p:nvPr>
        </p:nvSpPr>
        <p:spPr>
          <a:xfrm>
            <a:off x="3285938" y="1964876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26" name="Google Shape;5826;p208"/>
          <p:cNvSpPr txBox="1">
            <a:spLocks noGrp="1"/>
          </p:cNvSpPr>
          <p:nvPr>
            <p:ph type="title" idx="2" hasCustomPrompt="1"/>
          </p:nvPr>
        </p:nvSpPr>
        <p:spPr>
          <a:xfrm>
            <a:off x="3285938" y="29701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27" name="Google Shape;5827;p208"/>
          <p:cNvSpPr txBox="1">
            <a:spLocks noGrp="1"/>
          </p:cNvSpPr>
          <p:nvPr>
            <p:ph type="subTitle" idx="3"/>
          </p:nvPr>
        </p:nvSpPr>
        <p:spPr>
          <a:xfrm>
            <a:off x="3285938" y="3791277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28" name="Google Shape;5828;p208"/>
          <p:cNvSpPr txBox="1">
            <a:spLocks noGrp="1"/>
          </p:cNvSpPr>
          <p:nvPr>
            <p:ph type="title" idx="4" hasCustomPrompt="1"/>
          </p:nvPr>
        </p:nvSpPr>
        <p:spPr>
          <a:xfrm>
            <a:off x="6030113" y="11563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29" name="Google Shape;5829;p208"/>
          <p:cNvSpPr txBox="1">
            <a:spLocks noGrp="1"/>
          </p:cNvSpPr>
          <p:nvPr>
            <p:ph type="subTitle" idx="5"/>
          </p:nvPr>
        </p:nvSpPr>
        <p:spPr>
          <a:xfrm>
            <a:off x="6030113" y="19775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30" name="Google Shape;5830;p208"/>
          <p:cNvSpPr txBox="1">
            <a:spLocks noGrp="1"/>
          </p:cNvSpPr>
          <p:nvPr>
            <p:ph type="title" idx="6" hasCustomPrompt="1"/>
          </p:nvPr>
        </p:nvSpPr>
        <p:spPr>
          <a:xfrm>
            <a:off x="6030113" y="29827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31" name="Google Shape;5831;p208"/>
          <p:cNvSpPr txBox="1">
            <a:spLocks noGrp="1"/>
          </p:cNvSpPr>
          <p:nvPr>
            <p:ph type="subTitle" idx="7"/>
          </p:nvPr>
        </p:nvSpPr>
        <p:spPr>
          <a:xfrm>
            <a:off x="6030113" y="38039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5">
    <p:spTree>
      <p:nvGrpSpPr>
        <p:cNvPr id="1" name="Shape 5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3" name="Google Shape;5833;p209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5834" name="Google Shape;5834;p209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35" name="Google Shape;5835;p209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836" name="Google Shape;5836;p209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5837" name="Google Shape;5837;p209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5838;p209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5839;p209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5840;p209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5841;p209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5842;p209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3" name="Google Shape;5843;p209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4" name="Google Shape;5844;p209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5" name="Google Shape;5845;p209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6" name="Google Shape;5846;p209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7" name="Google Shape;5847;p209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5848;p209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5849;p209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0" name="Google Shape;5850;p209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1" name="Google Shape;5851;p209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52" name="Google Shape;5852;p209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5853" name="Google Shape;5853;p209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5854;p209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5855;p209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5856;p209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5857;p209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5858;p209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5859;p209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5860;p209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5861;p209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5862;p209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5863;p209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5864;p209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5865;p209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5866;p209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5867;p209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868" name="Google Shape;5868;p209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69" name="Google Shape;5869;p209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70" name="Google Shape;5870;p209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71" name="Google Shape;5871;p209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72" name="Google Shape;5872;p209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73" name="Google Shape;5873;p209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74" name="Google Shape;5874;p209"/>
          <p:cNvSpPr txBox="1">
            <a:spLocks noGrp="1"/>
          </p:cNvSpPr>
          <p:nvPr>
            <p:ph type="subTitle" idx="1"/>
          </p:nvPr>
        </p:nvSpPr>
        <p:spPr>
          <a:xfrm>
            <a:off x="720000" y="2532242"/>
            <a:ext cx="23004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75" name="Google Shape;5875;p209"/>
          <p:cNvSpPr txBox="1">
            <a:spLocks noGrp="1"/>
          </p:cNvSpPr>
          <p:nvPr>
            <p:ph type="title"/>
          </p:nvPr>
        </p:nvSpPr>
        <p:spPr>
          <a:xfrm>
            <a:off x="720000" y="1452200"/>
            <a:ext cx="1554900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6">
    <p:spTree>
      <p:nvGrpSpPr>
        <p:cNvPr id="1" name="Shape 5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7" name="Google Shape;5877;p210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5878" name="Google Shape;5878;p210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79" name="Google Shape;5879;p21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880" name="Google Shape;5880;p210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5881" name="Google Shape;5881;p21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2" name="Google Shape;5882;p21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3" name="Google Shape;5883;p21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4" name="Google Shape;5884;p21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5" name="Google Shape;5885;p21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6" name="Google Shape;5886;p21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7" name="Google Shape;5887;p21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8" name="Google Shape;5888;p21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9" name="Google Shape;5889;p21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0" name="Google Shape;5890;p21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1" name="Google Shape;5891;p21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2" name="Google Shape;5892;p21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3" name="Google Shape;5893;p21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4" name="Google Shape;5894;p21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5" name="Google Shape;5895;p21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96" name="Google Shape;5896;p210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5897" name="Google Shape;5897;p21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8" name="Google Shape;5898;p21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9" name="Google Shape;5899;p21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0" name="Google Shape;5900;p21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1" name="Google Shape;5901;p21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2" name="Google Shape;5902;p21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3" name="Google Shape;5903;p21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4" name="Google Shape;5904;p21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5" name="Google Shape;5905;p21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6" name="Google Shape;5906;p21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7" name="Google Shape;5907;p21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8" name="Google Shape;5908;p21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9" name="Google Shape;5909;p21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0" name="Google Shape;5910;p21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1" name="Google Shape;5911;p21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912" name="Google Shape;5912;p210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13" name="Google Shape;5913;p210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14" name="Google Shape;5914;p210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15" name="Google Shape;5915;p210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16" name="Google Shape;5916;p210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17" name="Google Shape;5917;p21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18" name="Google Shape;5918;p210"/>
          <p:cNvSpPr txBox="1">
            <a:spLocks noGrp="1"/>
          </p:cNvSpPr>
          <p:nvPr>
            <p:ph type="subTitle" idx="1"/>
          </p:nvPr>
        </p:nvSpPr>
        <p:spPr>
          <a:xfrm>
            <a:off x="6302975" y="2571750"/>
            <a:ext cx="21213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919" name="Google Shape;5919;p210"/>
          <p:cNvSpPr txBox="1">
            <a:spLocks noGrp="1"/>
          </p:cNvSpPr>
          <p:nvPr>
            <p:ph type="title"/>
          </p:nvPr>
        </p:nvSpPr>
        <p:spPr>
          <a:xfrm>
            <a:off x="6682500" y="1452213"/>
            <a:ext cx="1741500" cy="9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0">
    <p:spTree>
      <p:nvGrpSpPr>
        <p:cNvPr id="1" name="Shape 5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1" name="Google Shape;5921;p21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922" name="Google Shape;5922;p21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3" name="Google Shape;5923;p21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4" name="Google Shape;5924;p21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5" name="Google Shape;5925;p21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6" name="Google Shape;5926;p21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7" name="Google Shape;5927;p21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8" name="Google Shape;5928;p21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9" name="Google Shape;5929;p21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0" name="Google Shape;5930;p21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1" name="Google Shape;5931;p21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2" name="Google Shape;5932;p21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3" name="Google Shape;5933;p21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4" name="Google Shape;5934;p21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5" name="Google Shape;5935;p21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6" name="Google Shape;5936;p21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7" name="Google Shape;5937;p21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8" name="Google Shape;5938;p21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9" name="Google Shape;5939;p21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0" name="Google Shape;5940;p21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1" name="Google Shape;5941;p21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2" name="Google Shape;5942;p21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3" name="Google Shape;5943;p21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44" name="Google Shape;5944;p21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945" name="Google Shape;5945;p211"/>
          <p:cNvSpPr txBox="1">
            <a:spLocks noGrp="1"/>
          </p:cNvSpPr>
          <p:nvPr>
            <p:ph type="body" idx="1"/>
          </p:nvPr>
        </p:nvSpPr>
        <p:spPr>
          <a:xfrm>
            <a:off x="720000" y="1246924"/>
            <a:ext cx="7704000" cy="3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9">
    <p:spTree>
      <p:nvGrpSpPr>
        <p:cNvPr id="1" name="Shape 5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7" name="Google Shape;5947;p21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948" name="Google Shape;5948;p21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9" name="Google Shape;5949;p21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0" name="Google Shape;5950;p21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1" name="Google Shape;5951;p21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2" name="Google Shape;5952;p21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3" name="Google Shape;5953;p21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4" name="Google Shape;5954;p21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5" name="Google Shape;5955;p21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6" name="Google Shape;5956;p21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7" name="Google Shape;5957;p21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8" name="Google Shape;5958;p21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9" name="Google Shape;5959;p21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0" name="Google Shape;5960;p21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1" name="Google Shape;5961;p21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2" name="Google Shape;5962;p21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3" name="Google Shape;5963;p21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4" name="Google Shape;5964;p21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5" name="Google Shape;5965;p21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6" name="Google Shape;5966;p21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967" name="Google Shape;5967;p212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68" name="Google Shape;5968;p212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9" name="Google Shape;5969;p212"/>
          <p:cNvSpPr txBox="1">
            <a:spLocks noGrp="1"/>
          </p:cNvSpPr>
          <p:nvPr>
            <p:ph type="ctrTitle"/>
          </p:nvPr>
        </p:nvSpPr>
        <p:spPr>
          <a:xfrm>
            <a:off x="2351875" y="540000"/>
            <a:ext cx="4440300" cy="92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970" name="Google Shape;5970;p212"/>
          <p:cNvSpPr txBox="1"/>
          <p:nvPr/>
        </p:nvSpPr>
        <p:spPr>
          <a:xfrm>
            <a:off x="2422213" y="3592175"/>
            <a:ext cx="42996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CREDITS: This presentation template was created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, including icons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 and infographics &amp; images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5971" name="Google Shape;5971;p212"/>
          <p:cNvSpPr txBox="1">
            <a:spLocks noGrp="1"/>
          </p:cNvSpPr>
          <p:nvPr>
            <p:ph type="subTitle" idx="1"/>
          </p:nvPr>
        </p:nvSpPr>
        <p:spPr>
          <a:xfrm>
            <a:off x="2955600" y="2255325"/>
            <a:ext cx="3232800" cy="13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5972" name="Google Shape;5972;p212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5973" name="Google Shape;5973;p212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4" name="Google Shape;5974;p212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5" name="Google Shape;5975;p212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6" name="Google Shape;5976;p212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7" name="Google Shape;5977;p212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8" name="Google Shape;5978;p212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9" name="Google Shape;5979;p212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0" name="Google Shape;5980;p212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1" name="Google Shape;5981;p212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2" name="Google Shape;5982;p212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3" name="Google Shape;5983;p212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5">
    <p:spTree>
      <p:nvGrpSpPr>
        <p:cNvPr id="1" name="Shape 5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5" name="Google Shape;5985;p213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5986" name="Google Shape;5986;p213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987" name="Google Shape;5987;p213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988" name="Google Shape;5988;p213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5989" name="Google Shape;5989;p213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0" name="Google Shape;5990;p213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1" name="Google Shape;5991;p213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2" name="Google Shape;5992;p213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3" name="Google Shape;5993;p213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4" name="Google Shape;5994;p213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5" name="Google Shape;5995;p213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6" name="Google Shape;5996;p213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7" name="Google Shape;5997;p213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8" name="Google Shape;5998;p213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9" name="Google Shape;5999;p213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0" name="Google Shape;6000;p213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1" name="Google Shape;6001;p213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2" name="Google Shape;6002;p213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3" name="Google Shape;6003;p213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4" name="Google Shape;6004;p213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6005" name="Google Shape;6005;p213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6" name="Google Shape;6006;p213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7" name="Google Shape;6007;p213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8" name="Google Shape;6008;p213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9" name="Google Shape;6009;p213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0" name="Google Shape;6010;p213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1" name="Google Shape;6011;p213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2" name="Google Shape;6012;p213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3" name="Google Shape;6013;p213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4" name="Google Shape;6014;p213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5" name="Google Shape;6015;p213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6" name="Google Shape;6016;p213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7" name="Google Shape;6017;p213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8" name="Google Shape;6018;p213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9" name="Google Shape;6019;p213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020" name="Google Shape;6020;p213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21" name="Google Shape;6021;p213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22" name="Google Shape;6022;p213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23" name="Google Shape;6023;p213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24" name="Google Shape;6024;p213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25" name="Google Shape;6025;p213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6">
    <p:spTree>
      <p:nvGrpSpPr>
        <p:cNvPr id="1" name="Shape 6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27" name="Google Shape;6027;p21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028" name="Google Shape;6028;p21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21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21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21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21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21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21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21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21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21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21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21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21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21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21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21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21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21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21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047" name="Google Shape;6047;p214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48" name="Google Shape;6048;p214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49" name="Google Shape;6049;p214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6050" name="Google Shape;6050;p214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214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214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214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214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5" name="Google Shape;6055;p214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6" name="Google Shape;6056;p214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214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214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214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214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7">
    <p:spTree>
      <p:nvGrpSpPr>
        <p:cNvPr id="1" name="Shape 6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2" name="Google Shape;6062;p21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063" name="Google Shape;6063;p21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21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21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21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21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21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21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21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21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21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21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21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21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21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21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21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21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21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21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21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3" name="Google Shape;6083;p21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4" name="Google Shape;6084;p21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8">
    <p:spTree>
      <p:nvGrpSpPr>
        <p:cNvPr id="1" name="Shape 6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86" name="Google Shape;6086;p21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087" name="Google Shape;6087;p21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21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21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21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21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21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21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21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21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21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21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21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21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21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21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21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21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21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21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21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21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21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09" name="Google Shape;6109;p216"/>
          <p:cNvGrpSpPr/>
          <p:nvPr/>
        </p:nvGrpSpPr>
        <p:grpSpPr>
          <a:xfrm>
            <a:off x="2995920" y="1056023"/>
            <a:ext cx="3152176" cy="3031462"/>
            <a:chOff x="1857000" y="3245400"/>
            <a:chExt cx="1233825" cy="1186575"/>
          </a:xfrm>
        </p:grpSpPr>
        <p:sp>
          <p:nvSpPr>
            <p:cNvPr id="6110" name="Google Shape;6110;p216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1" name="Google Shape;6111;p216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2" name="Google Shape;6112;p216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3" name="Google Shape;6113;p216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4" name="Google Shape;6114;p216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5" name="Google Shape;6115;p216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39">
    <p:spTree>
      <p:nvGrpSpPr>
        <p:cNvPr id="1" name="Shape 6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7" name="Google Shape;6117;p217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118" name="Google Shape;6118;p21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9" name="Google Shape;6119;p21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0" name="Google Shape;6120;p21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1" name="Google Shape;6121;p21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2" name="Google Shape;6122;p21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3" name="Google Shape;6123;p21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4" name="Google Shape;6124;p21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5" name="Google Shape;6125;p21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21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21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21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21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21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21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21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21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21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21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21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21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21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21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40" name="Google Shape;6140;p217"/>
          <p:cNvGrpSpPr/>
          <p:nvPr/>
        </p:nvGrpSpPr>
        <p:grpSpPr>
          <a:xfrm>
            <a:off x="262" y="2729663"/>
            <a:ext cx="2995174" cy="2414033"/>
            <a:chOff x="6562292" y="3785209"/>
            <a:chExt cx="1875030" cy="1511226"/>
          </a:xfrm>
        </p:grpSpPr>
        <p:grpSp>
          <p:nvGrpSpPr>
            <p:cNvPr id="6141" name="Google Shape;6141;p217"/>
            <p:cNvGrpSpPr/>
            <p:nvPr/>
          </p:nvGrpSpPr>
          <p:grpSpPr>
            <a:xfrm>
              <a:off x="7717466" y="3785209"/>
              <a:ext cx="719856" cy="680112"/>
              <a:chOff x="7717200" y="3905550"/>
              <a:chExt cx="592377" cy="559671"/>
            </a:xfrm>
          </p:grpSpPr>
          <p:sp>
            <p:nvSpPr>
              <p:cNvPr id="6142" name="Google Shape;6142;p217"/>
              <p:cNvSpPr/>
              <p:nvPr/>
            </p:nvSpPr>
            <p:spPr>
              <a:xfrm>
                <a:off x="7724869" y="3917054"/>
                <a:ext cx="581268" cy="532152"/>
              </a:xfrm>
              <a:custGeom>
                <a:avLst/>
                <a:gdLst/>
                <a:ahLst/>
                <a:cxnLst/>
                <a:rect l="l" t="t" r="r" b="b"/>
                <a:pathLst>
                  <a:path w="10308" h="9437" extrusionOk="0">
                    <a:moveTo>
                      <a:pt x="10129" y="1"/>
                    </a:moveTo>
                    <a:cubicBezTo>
                      <a:pt x="9518" y="1"/>
                      <a:pt x="4203" y="2425"/>
                      <a:pt x="3814" y="2672"/>
                    </a:cubicBezTo>
                    <a:cubicBezTo>
                      <a:pt x="3407" y="2932"/>
                      <a:pt x="0" y="4549"/>
                      <a:pt x="0" y="4684"/>
                    </a:cubicBezTo>
                    <a:cubicBezTo>
                      <a:pt x="0" y="4808"/>
                      <a:pt x="2382" y="5425"/>
                      <a:pt x="2382" y="5425"/>
                    </a:cubicBezTo>
                    <a:cubicBezTo>
                      <a:pt x="2382" y="5425"/>
                      <a:pt x="2456" y="6129"/>
                      <a:pt x="2580" y="6771"/>
                    </a:cubicBezTo>
                    <a:cubicBezTo>
                      <a:pt x="2703" y="7400"/>
                      <a:pt x="2963" y="8511"/>
                      <a:pt x="2963" y="8511"/>
                    </a:cubicBezTo>
                    <a:cubicBezTo>
                      <a:pt x="3308" y="8474"/>
                      <a:pt x="4901" y="7104"/>
                      <a:pt x="4901" y="7104"/>
                    </a:cubicBezTo>
                    <a:cubicBezTo>
                      <a:pt x="4901" y="7104"/>
                      <a:pt x="6308" y="9424"/>
                      <a:pt x="6542" y="9437"/>
                    </a:cubicBezTo>
                    <a:cubicBezTo>
                      <a:pt x="6543" y="9437"/>
                      <a:pt x="6543" y="9437"/>
                      <a:pt x="6543" y="9437"/>
                    </a:cubicBezTo>
                    <a:cubicBezTo>
                      <a:pt x="6786" y="9437"/>
                      <a:pt x="10307" y="265"/>
                      <a:pt x="10184" y="18"/>
                    </a:cubicBezTo>
                    <a:cubicBezTo>
                      <a:pt x="10177" y="6"/>
                      <a:pt x="10159" y="1"/>
                      <a:pt x="101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3" name="Google Shape;6143;p217"/>
              <p:cNvSpPr/>
              <p:nvPr/>
            </p:nvSpPr>
            <p:spPr>
              <a:xfrm>
                <a:off x="7717200" y="3905550"/>
                <a:ext cx="592377" cy="559671"/>
              </a:xfrm>
              <a:custGeom>
                <a:avLst/>
                <a:gdLst/>
                <a:ahLst/>
                <a:cxnLst/>
                <a:rect l="l" t="t" r="r" b="b"/>
                <a:pathLst>
                  <a:path w="10505" h="9925" extrusionOk="0">
                    <a:moveTo>
                      <a:pt x="9764" y="420"/>
                    </a:moveTo>
                    <a:cubicBezTo>
                      <a:pt x="9147" y="827"/>
                      <a:pt x="8518" y="1247"/>
                      <a:pt x="7913" y="1654"/>
                    </a:cubicBezTo>
                    <a:cubicBezTo>
                      <a:pt x="7715" y="1802"/>
                      <a:pt x="7505" y="1938"/>
                      <a:pt x="7283" y="2086"/>
                    </a:cubicBezTo>
                    <a:cubicBezTo>
                      <a:pt x="6111" y="2889"/>
                      <a:pt x="4728" y="3839"/>
                      <a:pt x="3382" y="4851"/>
                    </a:cubicBezTo>
                    <a:cubicBezTo>
                      <a:pt x="3148" y="5037"/>
                      <a:pt x="2926" y="5209"/>
                      <a:pt x="2728" y="5382"/>
                    </a:cubicBezTo>
                    <a:lnTo>
                      <a:pt x="2679" y="5419"/>
                    </a:lnTo>
                    <a:lnTo>
                      <a:pt x="2605" y="5493"/>
                    </a:lnTo>
                    <a:cubicBezTo>
                      <a:pt x="2506" y="5432"/>
                      <a:pt x="2407" y="5382"/>
                      <a:pt x="2296" y="5370"/>
                    </a:cubicBezTo>
                    <a:lnTo>
                      <a:pt x="2197" y="5345"/>
                    </a:lnTo>
                    <a:cubicBezTo>
                      <a:pt x="1963" y="5259"/>
                      <a:pt x="1728" y="5197"/>
                      <a:pt x="1482" y="5123"/>
                    </a:cubicBezTo>
                    <a:cubicBezTo>
                      <a:pt x="1087" y="5000"/>
                      <a:pt x="716" y="4913"/>
                      <a:pt x="358" y="4839"/>
                    </a:cubicBezTo>
                    <a:lnTo>
                      <a:pt x="371" y="4839"/>
                    </a:lnTo>
                    <a:lnTo>
                      <a:pt x="420" y="4802"/>
                    </a:lnTo>
                    <a:cubicBezTo>
                      <a:pt x="506" y="4740"/>
                      <a:pt x="605" y="4679"/>
                      <a:pt x="704" y="4629"/>
                    </a:cubicBezTo>
                    <a:cubicBezTo>
                      <a:pt x="815" y="4568"/>
                      <a:pt x="938" y="4518"/>
                      <a:pt x="1062" y="4456"/>
                    </a:cubicBezTo>
                    <a:lnTo>
                      <a:pt x="1210" y="4382"/>
                    </a:lnTo>
                    <a:cubicBezTo>
                      <a:pt x="1802" y="4098"/>
                      <a:pt x="2407" y="3790"/>
                      <a:pt x="3062" y="3457"/>
                    </a:cubicBezTo>
                    <a:cubicBezTo>
                      <a:pt x="3432" y="3259"/>
                      <a:pt x="3827" y="3062"/>
                      <a:pt x="4296" y="2827"/>
                    </a:cubicBezTo>
                    <a:cubicBezTo>
                      <a:pt x="5975" y="1988"/>
                      <a:pt x="7382" y="1309"/>
                      <a:pt x="8876" y="729"/>
                    </a:cubicBezTo>
                    <a:cubicBezTo>
                      <a:pt x="9159" y="605"/>
                      <a:pt x="9468" y="506"/>
                      <a:pt x="9764" y="420"/>
                    </a:cubicBezTo>
                    <a:close/>
                    <a:moveTo>
                      <a:pt x="9949" y="494"/>
                    </a:moveTo>
                    <a:lnTo>
                      <a:pt x="9949" y="494"/>
                    </a:lnTo>
                    <a:cubicBezTo>
                      <a:pt x="9814" y="630"/>
                      <a:pt x="9678" y="790"/>
                      <a:pt x="9542" y="938"/>
                    </a:cubicBezTo>
                    <a:cubicBezTo>
                      <a:pt x="9468" y="1037"/>
                      <a:pt x="9394" y="1124"/>
                      <a:pt x="9320" y="1198"/>
                    </a:cubicBezTo>
                    <a:cubicBezTo>
                      <a:pt x="8900" y="1654"/>
                      <a:pt x="8468" y="2111"/>
                      <a:pt x="8049" y="2568"/>
                    </a:cubicBezTo>
                    <a:cubicBezTo>
                      <a:pt x="7296" y="3358"/>
                      <a:pt x="6543" y="4148"/>
                      <a:pt x="5790" y="4938"/>
                    </a:cubicBezTo>
                    <a:lnTo>
                      <a:pt x="5283" y="5469"/>
                    </a:lnTo>
                    <a:lnTo>
                      <a:pt x="4913" y="5864"/>
                    </a:lnTo>
                    <a:cubicBezTo>
                      <a:pt x="4777" y="6012"/>
                      <a:pt x="4642" y="6160"/>
                      <a:pt x="4493" y="6308"/>
                    </a:cubicBezTo>
                    <a:lnTo>
                      <a:pt x="4469" y="6308"/>
                    </a:lnTo>
                    <a:cubicBezTo>
                      <a:pt x="4358" y="6370"/>
                      <a:pt x="4259" y="6456"/>
                      <a:pt x="4197" y="6567"/>
                    </a:cubicBezTo>
                    <a:cubicBezTo>
                      <a:pt x="4173" y="6580"/>
                      <a:pt x="4160" y="6604"/>
                      <a:pt x="4148" y="6617"/>
                    </a:cubicBezTo>
                    <a:cubicBezTo>
                      <a:pt x="4061" y="6740"/>
                      <a:pt x="3987" y="6863"/>
                      <a:pt x="3913" y="6987"/>
                    </a:cubicBezTo>
                    <a:lnTo>
                      <a:pt x="3864" y="7086"/>
                    </a:lnTo>
                    <a:cubicBezTo>
                      <a:pt x="3790" y="7209"/>
                      <a:pt x="3716" y="7320"/>
                      <a:pt x="3642" y="7431"/>
                    </a:cubicBezTo>
                    <a:cubicBezTo>
                      <a:pt x="3580" y="7555"/>
                      <a:pt x="3518" y="7641"/>
                      <a:pt x="3444" y="7752"/>
                    </a:cubicBezTo>
                    <a:lnTo>
                      <a:pt x="3173" y="8221"/>
                    </a:lnTo>
                    <a:lnTo>
                      <a:pt x="3123" y="8295"/>
                    </a:lnTo>
                    <a:cubicBezTo>
                      <a:pt x="3025" y="7876"/>
                      <a:pt x="2950" y="7444"/>
                      <a:pt x="2889" y="7024"/>
                    </a:cubicBezTo>
                    <a:cubicBezTo>
                      <a:pt x="2827" y="6592"/>
                      <a:pt x="2765" y="6148"/>
                      <a:pt x="2654" y="5728"/>
                    </a:cubicBezTo>
                    <a:cubicBezTo>
                      <a:pt x="2679" y="5678"/>
                      <a:pt x="2691" y="5629"/>
                      <a:pt x="2679" y="5580"/>
                    </a:cubicBezTo>
                    <a:cubicBezTo>
                      <a:pt x="2827" y="5456"/>
                      <a:pt x="2975" y="5333"/>
                      <a:pt x="3136" y="5222"/>
                    </a:cubicBezTo>
                    <a:cubicBezTo>
                      <a:pt x="3210" y="5172"/>
                      <a:pt x="3284" y="5123"/>
                      <a:pt x="3358" y="5074"/>
                    </a:cubicBezTo>
                    <a:cubicBezTo>
                      <a:pt x="3950" y="4629"/>
                      <a:pt x="4568" y="4197"/>
                      <a:pt x="5098" y="3815"/>
                    </a:cubicBezTo>
                    <a:cubicBezTo>
                      <a:pt x="6333" y="2950"/>
                      <a:pt x="7666" y="2025"/>
                      <a:pt x="9024" y="1111"/>
                    </a:cubicBezTo>
                    <a:lnTo>
                      <a:pt x="9196" y="988"/>
                    </a:lnTo>
                    <a:cubicBezTo>
                      <a:pt x="9443" y="827"/>
                      <a:pt x="9703" y="654"/>
                      <a:pt x="9949" y="494"/>
                    </a:cubicBezTo>
                    <a:close/>
                    <a:moveTo>
                      <a:pt x="4530" y="6530"/>
                    </a:moveTo>
                    <a:cubicBezTo>
                      <a:pt x="4555" y="6555"/>
                      <a:pt x="4580" y="6580"/>
                      <a:pt x="4592" y="6617"/>
                    </a:cubicBezTo>
                    <a:lnTo>
                      <a:pt x="4617" y="6641"/>
                    </a:lnTo>
                    <a:cubicBezTo>
                      <a:pt x="4679" y="6777"/>
                      <a:pt x="4753" y="6901"/>
                      <a:pt x="4802" y="7036"/>
                    </a:cubicBezTo>
                    <a:lnTo>
                      <a:pt x="4839" y="7110"/>
                    </a:lnTo>
                    <a:cubicBezTo>
                      <a:pt x="4864" y="7160"/>
                      <a:pt x="4888" y="7221"/>
                      <a:pt x="4925" y="7283"/>
                    </a:cubicBezTo>
                    <a:cubicBezTo>
                      <a:pt x="4802" y="7345"/>
                      <a:pt x="4691" y="7419"/>
                      <a:pt x="4580" y="7505"/>
                    </a:cubicBezTo>
                    <a:cubicBezTo>
                      <a:pt x="4555" y="7530"/>
                      <a:pt x="4530" y="7542"/>
                      <a:pt x="4493" y="7567"/>
                    </a:cubicBezTo>
                    <a:cubicBezTo>
                      <a:pt x="4333" y="7691"/>
                      <a:pt x="4160" y="7826"/>
                      <a:pt x="4000" y="7950"/>
                    </a:cubicBezTo>
                    <a:cubicBezTo>
                      <a:pt x="3901" y="8024"/>
                      <a:pt x="3815" y="8098"/>
                      <a:pt x="3728" y="8172"/>
                    </a:cubicBezTo>
                    <a:lnTo>
                      <a:pt x="3580" y="8308"/>
                    </a:lnTo>
                    <a:lnTo>
                      <a:pt x="3518" y="8357"/>
                    </a:lnTo>
                    <a:cubicBezTo>
                      <a:pt x="3457" y="8406"/>
                      <a:pt x="3395" y="8456"/>
                      <a:pt x="3321" y="8505"/>
                    </a:cubicBezTo>
                    <a:cubicBezTo>
                      <a:pt x="3407" y="8382"/>
                      <a:pt x="3481" y="8258"/>
                      <a:pt x="3555" y="8135"/>
                    </a:cubicBezTo>
                    <a:cubicBezTo>
                      <a:pt x="3703" y="7876"/>
                      <a:pt x="3864" y="7629"/>
                      <a:pt x="4000" y="7370"/>
                    </a:cubicBezTo>
                    <a:cubicBezTo>
                      <a:pt x="4049" y="7296"/>
                      <a:pt x="4086" y="7209"/>
                      <a:pt x="4135" y="7123"/>
                    </a:cubicBezTo>
                    <a:cubicBezTo>
                      <a:pt x="4222" y="6925"/>
                      <a:pt x="4333" y="6752"/>
                      <a:pt x="4469" y="6592"/>
                    </a:cubicBezTo>
                    <a:cubicBezTo>
                      <a:pt x="4493" y="6567"/>
                      <a:pt x="4506" y="6543"/>
                      <a:pt x="4530" y="6530"/>
                    </a:cubicBezTo>
                    <a:close/>
                    <a:moveTo>
                      <a:pt x="9912" y="877"/>
                    </a:moveTo>
                    <a:lnTo>
                      <a:pt x="9912" y="877"/>
                    </a:lnTo>
                    <a:cubicBezTo>
                      <a:pt x="9826" y="1087"/>
                      <a:pt x="9752" y="1296"/>
                      <a:pt x="9690" y="1469"/>
                    </a:cubicBezTo>
                    <a:cubicBezTo>
                      <a:pt x="9431" y="2222"/>
                      <a:pt x="9147" y="2963"/>
                      <a:pt x="8876" y="3654"/>
                    </a:cubicBezTo>
                    <a:cubicBezTo>
                      <a:pt x="8567" y="4444"/>
                      <a:pt x="8258" y="5246"/>
                      <a:pt x="7950" y="6049"/>
                    </a:cubicBezTo>
                    <a:cubicBezTo>
                      <a:pt x="7654" y="6802"/>
                      <a:pt x="7357" y="7567"/>
                      <a:pt x="7073" y="8320"/>
                    </a:cubicBezTo>
                    <a:cubicBezTo>
                      <a:pt x="7012" y="8456"/>
                      <a:pt x="6962" y="8604"/>
                      <a:pt x="6913" y="8740"/>
                    </a:cubicBezTo>
                    <a:cubicBezTo>
                      <a:pt x="6839" y="8962"/>
                      <a:pt x="6752" y="9196"/>
                      <a:pt x="6666" y="9406"/>
                    </a:cubicBezTo>
                    <a:cubicBezTo>
                      <a:pt x="6580" y="9258"/>
                      <a:pt x="6506" y="9110"/>
                      <a:pt x="6407" y="8974"/>
                    </a:cubicBezTo>
                    <a:lnTo>
                      <a:pt x="6333" y="8863"/>
                    </a:lnTo>
                    <a:lnTo>
                      <a:pt x="6197" y="8666"/>
                    </a:lnTo>
                    <a:cubicBezTo>
                      <a:pt x="6073" y="8468"/>
                      <a:pt x="5938" y="8258"/>
                      <a:pt x="5814" y="8061"/>
                    </a:cubicBezTo>
                    <a:cubicBezTo>
                      <a:pt x="5580" y="7715"/>
                      <a:pt x="5345" y="7345"/>
                      <a:pt x="5086" y="6851"/>
                    </a:cubicBezTo>
                    <a:lnTo>
                      <a:pt x="5061" y="6814"/>
                    </a:lnTo>
                    <a:cubicBezTo>
                      <a:pt x="4975" y="6666"/>
                      <a:pt x="4839" y="6407"/>
                      <a:pt x="4654" y="6333"/>
                    </a:cubicBezTo>
                    <a:cubicBezTo>
                      <a:pt x="5197" y="5839"/>
                      <a:pt x="5703" y="5308"/>
                      <a:pt x="6197" y="4790"/>
                    </a:cubicBezTo>
                    <a:cubicBezTo>
                      <a:pt x="6320" y="4654"/>
                      <a:pt x="6444" y="4530"/>
                      <a:pt x="6567" y="4395"/>
                    </a:cubicBezTo>
                    <a:cubicBezTo>
                      <a:pt x="7394" y="3531"/>
                      <a:pt x="8382" y="2494"/>
                      <a:pt x="9345" y="1469"/>
                    </a:cubicBezTo>
                    <a:cubicBezTo>
                      <a:pt x="9419" y="1383"/>
                      <a:pt x="9493" y="1309"/>
                      <a:pt x="9579" y="1222"/>
                    </a:cubicBezTo>
                    <a:cubicBezTo>
                      <a:pt x="9690" y="1111"/>
                      <a:pt x="9801" y="1000"/>
                      <a:pt x="9912" y="877"/>
                    </a:cubicBezTo>
                    <a:close/>
                    <a:moveTo>
                      <a:pt x="10172" y="0"/>
                    </a:moveTo>
                    <a:cubicBezTo>
                      <a:pt x="10085" y="0"/>
                      <a:pt x="10011" y="13"/>
                      <a:pt x="9937" y="25"/>
                    </a:cubicBezTo>
                    <a:cubicBezTo>
                      <a:pt x="9653" y="99"/>
                      <a:pt x="9369" y="185"/>
                      <a:pt x="9098" y="297"/>
                    </a:cubicBezTo>
                    <a:cubicBezTo>
                      <a:pt x="8258" y="605"/>
                      <a:pt x="7444" y="988"/>
                      <a:pt x="6691" y="1346"/>
                    </a:cubicBezTo>
                    <a:cubicBezTo>
                      <a:pt x="5506" y="1914"/>
                      <a:pt x="4271" y="2543"/>
                      <a:pt x="2913" y="3247"/>
                    </a:cubicBezTo>
                    <a:cubicBezTo>
                      <a:pt x="2407" y="3518"/>
                      <a:pt x="1889" y="3777"/>
                      <a:pt x="1370" y="4024"/>
                    </a:cubicBezTo>
                    <a:lnTo>
                      <a:pt x="667" y="4382"/>
                    </a:lnTo>
                    <a:cubicBezTo>
                      <a:pt x="482" y="4469"/>
                      <a:pt x="309" y="4568"/>
                      <a:pt x="161" y="4703"/>
                    </a:cubicBezTo>
                    <a:cubicBezTo>
                      <a:pt x="136" y="4728"/>
                      <a:pt x="111" y="4765"/>
                      <a:pt x="99" y="4802"/>
                    </a:cubicBezTo>
                    <a:cubicBezTo>
                      <a:pt x="50" y="4814"/>
                      <a:pt x="25" y="4851"/>
                      <a:pt x="13" y="4888"/>
                    </a:cubicBezTo>
                    <a:cubicBezTo>
                      <a:pt x="0" y="4938"/>
                      <a:pt x="25" y="4975"/>
                      <a:pt x="62" y="5000"/>
                    </a:cubicBezTo>
                    <a:cubicBezTo>
                      <a:pt x="482" y="5172"/>
                      <a:pt x="914" y="5333"/>
                      <a:pt x="1346" y="5456"/>
                    </a:cubicBezTo>
                    <a:cubicBezTo>
                      <a:pt x="1593" y="5530"/>
                      <a:pt x="1827" y="5617"/>
                      <a:pt x="2074" y="5691"/>
                    </a:cubicBezTo>
                    <a:cubicBezTo>
                      <a:pt x="2160" y="5715"/>
                      <a:pt x="2235" y="5740"/>
                      <a:pt x="2321" y="5765"/>
                    </a:cubicBezTo>
                    <a:lnTo>
                      <a:pt x="2395" y="5790"/>
                    </a:lnTo>
                    <a:lnTo>
                      <a:pt x="2407" y="5802"/>
                    </a:lnTo>
                    <a:cubicBezTo>
                      <a:pt x="2432" y="5814"/>
                      <a:pt x="2444" y="5827"/>
                      <a:pt x="2469" y="5827"/>
                    </a:cubicBezTo>
                    <a:cubicBezTo>
                      <a:pt x="2494" y="6061"/>
                      <a:pt x="2518" y="6283"/>
                      <a:pt x="2543" y="6518"/>
                    </a:cubicBezTo>
                    <a:cubicBezTo>
                      <a:pt x="2617" y="7246"/>
                      <a:pt x="2691" y="7999"/>
                      <a:pt x="2950" y="8690"/>
                    </a:cubicBezTo>
                    <a:lnTo>
                      <a:pt x="2950" y="8703"/>
                    </a:lnTo>
                    <a:cubicBezTo>
                      <a:pt x="2950" y="8740"/>
                      <a:pt x="2963" y="8764"/>
                      <a:pt x="2987" y="8789"/>
                    </a:cubicBezTo>
                    <a:cubicBezTo>
                      <a:pt x="3012" y="8838"/>
                      <a:pt x="3062" y="8876"/>
                      <a:pt x="3111" y="8876"/>
                    </a:cubicBezTo>
                    <a:lnTo>
                      <a:pt x="3148" y="8876"/>
                    </a:lnTo>
                    <a:cubicBezTo>
                      <a:pt x="3457" y="8764"/>
                      <a:pt x="3728" y="8604"/>
                      <a:pt x="3975" y="8382"/>
                    </a:cubicBezTo>
                    <a:cubicBezTo>
                      <a:pt x="4012" y="8345"/>
                      <a:pt x="4061" y="8308"/>
                      <a:pt x="4111" y="8271"/>
                    </a:cubicBezTo>
                    <a:cubicBezTo>
                      <a:pt x="4222" y="8184"/>
                      <a:pt x="4333" y="8098"/>
                      <a:pt x="4444" y="8024"/>
                    </a:cubicBezTo>
                    <a:lnTo>
                      <a:pt x="4617" y="7900"/>
                    </a:lnTo>
                    <a:lnTo>
                      <a:pt x="4765" y="7789"/>
                    </a:lnTo>
                    <a:cubicBezTo>
                      <a:pt x="4864" y="7728"/>
                      <a:pt x="4963" y="7653"/>
                      <a:pt x="5049" y="7579"/>
                    </a:cubicBezTo>
                    <a:cubicBezTo>
                      <a:pt x="5160" y="7777"/>
                      <a:pt x="5296" y="7999"/>
                      <a:pt x="5444" y="8258"/>
                    </a:cubicBezTo>
                    <a:cubicBezTo>
                      <a:pt x="5617" y="8530"/>
                      <a:pt x="5790" y="8814"/>
                      <a:pt x="5950" y="9061"/>
                    </a:cubicBezTo>
                    <a:cubicBezTo>
                      <a:pt x="6012" y="9147"/>
                      <a:pt x="6061" y="9246"/>
                      <a:pt x="6123" y="9345"/>
                    </a:cubicBezTo>
                    <a:cubicBezTo>
                      <a:pt x="6222" y="9530"/>
                      <a:pt x="6345" y="9703"/>
                      <a:pt x="6468" y="9875"/>
                    </a:cubicBezTo>
                    <a:cubicBezTo>
                      <a:pt x="6493" y="9900"/>
                      <a:pt x="6543" y="9925"/>
                      <a:pt x="6580" y="9925"/>
                    </a:cubicBezTo>
                    <a:cubicBezTo>
                      <a:pt x="6629" y="9925"/>
                      <a:pt x="6666" y="9900"/>
                      <a:pt x="6703" y="9875"/>
                    </a:cubicBezTo>
                    <a:cubicBezTo>
                      <a:pt x="6728" y="9838"/>
                      <a:pt x="6752" y="9789"/>
                      <a:pt x="6752" y="9740"/>
                    </a:cubicBezTo>
                    <a:cubicBezTo>
                      <a:pt x="6925" y="9431"/>
                      <a:pt x="7073" y="9110"/>
                      <a:pt x="7209" y="8801"/>
                    </a:cubicBezTo>
                    <a:lnTo>
                      <a:pt x="7258" y="8703"/>
                    </a:lnTo>
                    <a:cubicBezTo>
                      <a:pt x="7555" y="8024"/>
                      <a:pt x="7851" y="7333"/>
                      <a:pt x="8123" y="6666"/>
                    </a:cubicBezTo>
                    <a:lnTo>
                      <a:pt x="8147" y="6592"/>
                    </a:lnTo>
                    <a:cubicBezTo>
                      <a:pt x="8740" y="5185"/>
                      <a:pt x="9406" y="3518"/>
                      <a:pt x="10024" y="1827"/>
                    </a:cubicBezTo>
                    <a:cubicBezTo>
                      <a:pt x="10135" y="1519"/>
                      <a:pt x="10258" y="1210"/>
                      <a:pt x="10357" y="877"/>
                    </a:cubicBezTo>
                    <a:lnTo>
                      <a:pt x="10369" y="827"/>
                    </a:lnTo>
                    <a:cubicBezTo>
                      <a:pt x="10443" y="654"/>
                      <a:pt x="10480" y="469"/>
                      <a:pt x="10468" y="284"/>
                    </a:cubicBezTo>
                    <a:cubicBezTo>
                      <a:pt x="10505" y="222"/>
                      <a:pt x="10493" y="148"/>
                      <a:pt x="10443" y="111"/>
                    </a:cubicBezTo>
                    <a:cubicBezTo>
                      <a:pt x="10369" y="37"/>
                      <a:pt x="10270" y="0"/>
                      <a:pt x="10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44" name="Google Shape;6144;p217"/>
            <p:cNvSpPr/>
            <p:nvPr/>
          </p:nvSpPr>
          <p:spPr>
            <a:xfrm>
              <a:off x="6562292" y="4354432"/>
              <a:ext cx="1368335" cy="942004"/>
            </a:xfrm>
            <a:custGeom>
              <a:avLst/>
              <a:gdLst/>
              <a:ahLst/>
              <a:cxnLst/>
              <a:rect l="l" t="t" r="r" b="b"/>
              <a:pathLst>
                <a:path w="16999" h="11703" extrusionOk="0">
                  <a:moveTo>
                    <a:pt x="16961" y="211"/>
                  </a:moveTo>
                  <a:cubicBezTo>
                    <a:pt x="16998" y="87"/>
                    <a:pt x="16850" y="1"/>
                    <a:pt x="16764" y="100"/>
                  </a:cubicBezTo>
                  <a:cubicBezTo>
                    <a:pt x="16752" y="112"/>
                    <a:pt x="16752" y="124"/>
                    <a:pt x="16739" y="137"/>
                  </a:cubicBezTo>
                  <a:lnTo>
                    <a:pt x="16727" y="186"/>
                  </a:lnTo>
                  <a:lnTo>
                    <a:pt x="16715" y="235"/>
                  </a:lnTo>
                  <a:lnTo>
                    <a:pt x="16690" y="285"/>
                  </a:lnTo>
                  <a:lnTo>
                    <a:pt x="16665" y="346"/>
                  </a:lnTo>
                  <a:cubicBezTo>
                    <a:pt x="16616" y="495"/>
                    <a:pt x="16826" y="569"/>
                    <a:pt x="16887" y="433"/>
                  </a:cubicBezTo>
                  <a:lnTo>
                    <a:pt x="16912" y="359"/>
                  </a:lnTo>
                  <a:lnTo>
                    <a:pt x="16924" y="309"/>
                  </a:lnTo>
                  <a:lnTo>
                    <a:pt x="16949" y="260"/>
                  </a:lnTo>
                  <a:close/>
                  <a:moveTo>
                    <a:pt x="260" y="10197"/>
                  </a:moveTo>
                  <a:cubicBezTo>
                    <a:pt x="137" y="10110"/>
                    <a:pt x="1" y="10283"/>
                    <a:pt x="112" y="10382"/>
                  </a:cubicBezTo>
                  <a:lnTo>
                    <a:pt x="186" y="10444"/>
                  </a:lnTo>
                  <a:lnTo>
                    <a:pt x="248" y="10481"/>
                  </a:lnTo>
                  <a:lnTo>
                    <a:pt x="309" y="10530"/>
                  </a:lnTo>
                  <a:cubicBezTo>
                    <a:pt x="433" y="10617"/>
                    <a:pt x="569" y="10431"/>
                    <a:pt x="445" y="10345"/>
                  </a:cubicBezTo>
                  <a:lnTo>
                    <a:pt x="384" y="10296"/>
                  </a:lnTo>
                  <a:lnTo>
                    <a:pt x="334" y="10259"/>
                  </a:lnTo>
                  <a:close/>
                  <a:moveTo>
                    <a:pt x="1013" y="10728"/>
                  </a:moveTo>
                  <a:cubicBezTo>
                    <a:pt x="890" y="10617"/>
                    <a:pt x="741" y="10789"/>
                    <a:pt x="853" y="10900"/>
                  </a:cubicBezTo>
                  <a:cubicBezTo>
                    <a:pt x="865" y="10900"/>
                    <a:pt x="877" y="10913"/>
                    <a:pt x="890" y="10925"/>
                  </a:cubicBezTo>
                  <a:lnTo>
                    <a:pt x="951" y="10962"/>
                  </a:lnTo>
                  <a:lnTo>
                    <a:pt x="1013" y="10999"/>
                  </a:lnTo>
                  <a:lnTo>
                    <a:pt x="1087" y="11036"/>
                  </a:lnTo>
                  <a:cubicBezTo>
                    <a:pt x="1211" y="11135"/>
                    <a:pt x="1359" y="10962"/>
                    <a:pt x="1248" y="10863"/>
                  </a:cubicBezTo>
                  <a:cubicBezTo>
                    <a:pt x="1235" y="10851"/>
                    <a:pt x="1223" y="10839"/>
                    <a:pt x="1211" y="10839"/>
                  </a:cubicBezTo>
                  <a:lnTo>
                    <a:pt x="1136" y="10802"/>
                  </a:lnTo>
                  <a:lnTo>
                    <a:pt x="1075" y="10765"/>
                  </a:lnTo>
                  <a:close/>
                  <a:moveTo>
                    <a:pt x="1828" y="11123"/>
                  </a:moveTo>
                  <a:cubicBezTo>
                    <a:pt x="1680" y="11073"/>
                    <a:pt x="1593" y="11283"/>
                    <a:pt x="1741" y="11345"/>
                  </a:cubicBezTo>
                  <a:lnTo>
                    <a:pt x="1791" y="11370"/>
                  </a:lnTo>
                  <a:lnTo>
                    <a:pt x="1852" y="11382"/>
                  </a:lnTo>
                  <a:lnTo>
                    <a:pt x="1914" y="11407"/>
                  </a:lnTo>
                  <a:lnTo>
                    <a:pt x="1964" y="11431"/>
                  </a:lnTo>
                  <a:cubicBezTo>
                    <a:pt x="2001" y="11444"/>
                    <a:pt x="2050" y="11431"/>
                    <a:pt x="2075" y="11394"/>
                  </a:cubicBezTo>
                  <a:cubicBezTo>
                    <a:pt x="2136" y="11345"/>
                    <a:pt x="2124" y="11234"/>
                    <a:pt x="2038" y="11209"/>
                  </a:cubicBezTo>
                  <a:lnTo>
                    <a:pt x="1988" y="11184"/>
                  </a:lnTo>
                  <a:lnTo>
                    <a:pt x="1927" y="11172"/>
                  </a:lnTo>
                  <a:lnTo>
                    <a:pt x="1877" y="11147"/>
                  </a:lnTo>
                  <a:close/>
                  <a:moveTo>
                    <a:pt x="2692" y="11382"/>
                  </a:moveTo>
                  <a:cubicBezTo>
                    <a:pt x="2568" y="11370"/>
                    <a:pt x="2507" y="11518"/>
                    <a:pt x="2605" y="11592"/>
                  </a:cubicBezTo>
                  <a:cubicBezTo>
                    <a:pt x="2618" y="11604"/>
                    <a:pt x="2630" y="11616"/>
                    <a:pt x="2642" y="11616"/>
                  </a:cubicBezTo>
                  <a:lnTo>
                    <a:pt x="2717" y="11629"/>
                  </a:lnTo>
                  <a:lnTo>
                    <a:pt x="2778" y="11641"/>
                  </a:lnTo>
                  <a:lnTo>
                    <a:pt x="2840" y="11653"/>
                  </a:lnTo>
                  <a:lnTo>
                    <a:pt x="2877" y="11653"/>
                  </a:lnTo>
                  <a:cubicBezTo>
                    <a:pt x="3013" y="11666"/>
                    <a:pt x="3062" y="11481"/>
                    <a:pt x="2939" y="11431"/>
                  </a:cubicBezTo>
                  <a:lnTo>
                    <a:pt x="2914" y="11431"/>
                  </a:lnTo>
                  <a:lnTo>
                    <a:pt x="2865" y="11431"/>
                  </a:lnTo>
                  <a:lnTo>
                    <a:pt x="2815" y="11419"/>
                  </a:lnTo>
                  <a:lnTo>
                    <a:pt x="2766" y="11407"/>
                  </a:lnTo>
                  <a:lnTo>
                    <a:pt x="2692" y="11394"/>
                  </a:lnTo>
                  <a:close/>
                  <a:moveTo>
                    <a:pt x="3593" y="11468"/>
                  </a:moveTo>
                  <a:cubicBezTo>
                    <a:pt x="3457" y="11481"/>
                    <a:pt x="3432" y="11653"/>
                    <a:pt x="3556" y="11690"/>
                  </a:cubicBezTo>
                  <a:cubicBezTo>
                    <a:pt x="3568" y="11703"/>
                    <a:pt x="3581" y="11703"/>
                    <a:pt x="3593" y="11690"/>
                  </a:cubicBezTo>
                  <a:lnTo>
                    <a:pt x="3679" y="11690"/>
                  </a:lnTo>
                  <a:lnTo>
                    <a:pt x="3741" y="11690"/>
                  </a:lnTo>
                  <a:lnTo>
                    <a:pt x="3790" y="11690"/>
                  </a:lnTo>
                  <a:lnTo>
                    <a:pt x="3827" y="11690"/>
                  </a:lnTo>
                  <a:cubicBezTo>
                    <a:pt x="3963" y="11690"/>
                    <a:pt x="3988" y="11518"/>
                    <a:pt x="3865" y="11468"/>
                  </a:cubicBezTo>
                  <a:cubicBezTo>
                    <a:pt x="3852" y="11468"/>
                    <a:pt x="3840" y="11468"/>
                    <a:pt x="3815" y="11468"/>
                  </a:cubicBezTo>
                  <a:lnTo>
                    <a:pt x="3778" y="11468"/>
                  </a:lnTo>
                  <a:lnTo>
                    <a:pt x="3729" y="11468"/>
                  </a:lnTo>
                  <a:lnTo>
                    <a:pt x="3593" y="11468"/>
                  </a:lnTo>
                  <a:close/>
                  <a:moveTo>
                    <a:pt x="4482" y="11357"/>
                  </a:moveTo>
                  <a:cubicBezTo>
                    <a:pt x="4371" y="11394"/>
                    <a:pt x="4371" y="11567"/>
                    <a:pt x="4482" y="11592"/>
                  </a:cubicBezTo>
                  <a:cubicBezTo>
                    <a:pt x="4506" y="11592"/>
                    <a:pt x="4519" y="11592"/>
                    <a:pt x="4531" y="11592"/>
                  </a:cubicBezTo>
                  <a:lnTo>
                    <a:pt x="4593" y="11579"/>
                  </a:lnTo>
                  <a:lnTo>
                    <a:pt x="4642" y="11567"/>
                  </a:lnTo>
                  <a:lnTo>
                    <a:pt x="4704" y="11555"/>
                  </a:lnTo>
                  <a:lnTo>
                    <a:pt x="4766" y="11530"/>
                  </a:lnTo>
                  <a:cubicBezTo>
                    <a:pt x="4864" y="11505"/>
                    <a:pt x="4877" y="11370"/>
                    <a:pt x="4790" y="11320"/>
                  </a:cubicBezTo>
                  <a:cubicBezTo>
                    <a:pt x="4766" y="11308"/>
                    <a:pt x="4729" y="11295"/>
                    <a:pt x="4704" y="11308"/>
                  </a:cubicBezTo>
                  <a:lnTo>
                    <a:pt x="4642" y="11320"/>
                  </a:lnTo>
                  <a:lnTo>
                    <a:pt x="4593" y="11333"/>
                  </a:lnTo>
                  <a:lnTo>
                    <a:pt x="4543" y="11345"/>
                  </a:lnTo>
                  <a:lnTo>
                    <a:pt x="4482" y="11370"/>
                  </a:lnTo>
                  <a:close/>
                  <a:moveTo>
                    <a:pt x="5346" y="11073"/>
                  </a:moveTo>
                  <a:cubicBezTo>
                    <a:pt x="5222" y="11123"/>
                    <a:pt x="5272" y="11308"/>
                    <a:pt x="5395" y="11295"/>
                  </a:cubicBezTo>
                  <a:cubicBezTo>
                    <a:pt x="5408" y="11295"/>
                    <a:pt x="5432" y="11295"/>
                    <a:pt x="5445" y="11283"/>
                  </a:cubicBezTo>
                  <a:lnTo>
                    <a:pt x="5469" y="11271"/>
                  </a:lnTo>
                  <a:lnTo>
                    <a:pt x="5519" y="11258"/>
                  </a:lnTo>
                  <a:lnTo>
                    <a:pt x="5568" y="11234"/>
                  </a:lnTo>
                  <a:lnTo>
                    <a:pt x="5617" y="11209"/>
                  </a:lnTo>
                  <a:lnTo>
                    <a:pt x="5654" y="11184"/>
                  </a:lnTo>
                  <a:cubicBezTo>
                    <a:pt x="5741" y="11147"/>
                    <a:pt x="5741" y="11012"/>
                    <a:pt x="5642" y="10975"/>
                  </a:cubicBezTo>
                  <a:cubicBezTo>
                    <a:pt x="5617" y="10962"/>
                    <a:pt x="5580" y="10962"/>
                    <a:pt x="5556" y="10975"/>
                  </a:cubicBezTo>
                  <a:lnTo>
                    <a:pt x="5469" y="11012"/>
                  </a:lnTo>
                  <a:lnTo>
                    <a:pt x="5420" y="11036"/>
                  </a:lnTo>
                  <a:lnTo>
                    <a:pt x="5346" y="11073"/>
                  </a:lnTo>
                  <a:close/>
                  <a:moveTo>
                    <a:pt x="6136" y="10641"/>
                  </a:moveTo>
                  <a:cubicBezTo>
                    <a:pt x="6099" y="10666"/>
                    <a:pt x="6086" y="10703"/>
                    <a:pt x="6086" y="10752"/>
                  </a:cubicBezTo>
                  <a:cubicBezTo>
                    <a:pt x="6111" y="10839"/>
                    <a:pt x="6198" y="10876"/>
                    <a:pt x="6272" y="10839"/>
                  </a:cubicBezTo>
                  <a:lnTo>
                    <a:pt x="6333" y="10789"/>
                  </a:lnTo>
                  <a:lnTo>
                    <a:pt x="6370" y="10765"/>
                  </a:lnTo>
                  <a:lnTo>
                    <a:pt x="6420" y="10728"/>
                  </a:lnTo>
                  <a:lnTo>
                    <a:pt x="6469" y="10703"/>
                  </a:lnTo>
                  <a:cubicBezTo>
                    <a:pt x="6580" y="10617"/>
                    <a:pt x="6481" y="10444"/>
                    <a:pt x="6358" y="10493"/>
                  </a:cubicBezTo>
                  <a:lnTo>
                    <a:pt x="6333" y="10505"/>
                  </a:lnTo>
                  <a:lnTo>
                    <a:pt x="6247" y="10567"/>
                  </a:lnTo>
                  <a:cubicBezTo>
                    <a:pt x="6210" y="10592"/>
                    <a:pt x="6173" y="10617"/>
                    <a:pt x="6136" y="10641"/>
                  </a:cubicBezTo>
                  <a:close/>
                  <a:moveTo>
                    <a:pt x="6864" y="10086"/>
                  </a:moveTo>
                  <a:cubicBezTo>
                    <a:pt x="6753" y="10160"/>
                    <a:pt x="6864" y="10333"/>
                    <a:pt x="6988" y="10271"/>
                  </a:cubicBezTo>
                  <a:cubicBezTo>
                    <a:pt x="7000" y="10271"/>
                    <a:pt x="7000" y="10259"/>
                    <a:pt x="7012" y="10259"/>
                  </a:cubicBezTo>
                  <a:lnTo>
                    <a:pt x="7185" y="10098"/>
                  </a:lnTo>
                  <a:cubicBezTo>
                    <a:pt x="7222" y="10061"/>
                    <a:pt x="7234" y="10012"/>
                    <a:pt x="7210" y="9962"/>
                  </a:cubicBezTo>
                  <a:cubicBezTo>
                    <a:pt x="7173" y="9888"/>
                    <a:pt x="7086" y="9876"/>
                    <a:pt x="7025" y="9925"/>
                  </a:cubicBezTo>
                  <a:cubicBezTo>
                    <a:pt x="6975" y="9987"/>
                    <a:pt x="6913" y="10036"/>
                    <a:pt x="6864" y="10086"/>
                  </a:cubicBezTo>
                  <a:close/>
                  <a:moveTo>
                    <a:pt x="7494" y="9432"/>
                  </a:moveTo>
                  <a:cubicBezTo>
                    <a:pt x="7395" y="9543"/>
                    <a:pt x="7568" y="9703"/>
                    <a:pt x="7679" y="9580"/>
                  </a:cubicBezTo>
                  <a:lnTo>
                    <a:pt x="7827" y="9407"/>
                  </a:lnTo>
                  <a:cubicBezTo>
                    <a:pt x="7926" y="9296"/>
                    <a:pt x="7790" y="9148"/>
                    <a:pt x="7679" y="9222"/>
                  </a:cubicBezTo>
                  <a:cubicBezTo>
                    <a:pt x="7666" y="9234"/>
                    <a:pt x="7654" y="9246"/>
                    <a:pt x="7642" y="9259"/>
                  </a:cubicBezTo>
                  <a:cubicBezTo>
                    <a:pt x="7592" y="9320"/>
                    <a:pt x="7543" y="9370"/>
                    <a:pt x="7494" y="9432"/>
                  </a:cubicBezTo>
                  <a:close/>
                  <a:moveTo>
                    <a:pt x="8049" y="8703"/>
                  </a:moveTo>
                  <a:cubicBezTo>
                    <a:pt x="7963" y="8827"/>
                    <a:pt x="8160" y="8975"/>
                    <a:pt x="8247" y="8827"/>
                  </a:cubicBezTo>
                  <a:cubicBezTo>
                    <a:pt x="8296" y="8765"/>
                    <a:pt x="8333" y="8703"/>
                    <a:pt x="8382" y="8629"/>
                  </a:cubicBezTo>
                  <a:cubicBezTo>
                    <a:pt x="8456" y="8518"/>
                    <a:pt x="8308" y="8382"/>
                    <a:pt x="8210" y="8481"/>
                  </a:cubicBezTo>
                  <a:cubicBezTo>
                    <a:pt x="8197" y="8493"/>
                    <a:pt x="8185" y="8493"/>
                    <a:pt x="8185" y="8506"/>
                  </a:cubicBezTo>
                  <a:cubicBezTo>
                    <a:pt x="8136" y="8567"/>
                    <a:pt x="8098" y="8642"/>
                    <a:pt x="8061" y="8703"/>
                  </a:cubicBezTo>
                  <a:close/>
                  <a:moveTo>
                    <a:pt x="8518" y="7913"/>
                  </a:moveTo>
                  <a:cubicBezTo>
                    <a:pt x="8493" y="7963"/>
                    <a:pt x="8506" y="8024"/>
                    <a:pt x="8543" y="8061"/>
                  </a:cubicBezTo>
                  <a:cubicBezTo>
                    <a:pt x="8605" y="8111"/>
                    <a:pt x="8691" y="8086"/>
                    <a:pt x="8728" y="8024"/>
                  </a:cubicBezTo>
                  <a:cubicBezTo>
                    <a:pt x="8765" y="7950"/>
                    <a:pt x="8802" y="7889"/>
                    <a:pt x="8827" y="7814"/>
                  </a:cubicBezTo>
                  <a:cubicBezTo>
                    <a:pt x="8888" y="7703"/>
                    <a:pt x="8740" y="7592"/>
                    <a:pt x="8654" y="7679"/>
                  </a:cubicBezTo>
                  <a:cubicBezTo>
                    <a:pt x="8642" y="7691"/>
                    <a:pt x="8629" y="7703"/>
                    <a:pt x="8629" y="7716"/>
                  </a:cubicBezTo>
                  <a:cubicBezTo>
                    <a:pt x="8592" y="7777"/>
                    <a:pt x="8555" y="7852"/>
                    <a:pt x="8518" y="7913"/>
                  </a:cubicBezTo>
                  <a:close/>
                  <a:moveTo>
                    <a:pt x="8901" y="7086"/>
                  </a:moveTo>
                  <a:cubicBezTo>
                    <a:pt x="8851" y="7197"/>
                    <a:pt x="9000" y="7296"/>
                    <a:pt x="9098" y="7210"/>
                  </a:cubicBezTo>
                  <a:cubicBezTo>
                    <a:pt x="9111" y="7197"/>
                    <a:pt x="9111" y="7185"/>
                    <a:pt x="9123" y="7173"/>
                  </a:cubicBezTo>
                  <a:cubicBezTo>
                    <a:pt x="9148" y="7099"/>
                    <a:pt x="9172" y="7024"/>
                    <a:pt x="9197" y="6950"/>
                  </a:cubicBezTo>
                  <a:cubicBezTo>
                    <a:pt x="9246" y="6827"/>
                    <a:pt x="9086" y="6728"/>
                    <a:pt x="9012" y="6839"/>
                  </a:cubicBezTo>
                  <a:cubicBezTo>
                    <a:pt x="9000" y="6839"/>
                    <a:pt x="8987" y="6852"/>
                    <a:pt x="8987" y="6876"/>
                  </a:cubicBezTo>
                  <a:cubicBezTo>
                    <a:pt x="8963" y="6938"/>
                    <a:pt x="8926" y="7012"/>
                    <a:pt x="8901" y="7086"/>
                  </a:cubicBezTo>
                  <a:close/>
                  <a:moveTo>
                    <a:pt x="9197" y="6222"/>
                  </a:moveTo>
                  <a:cubicBezTo>
                    <a:pt x="9160" y="6370"/>
                    <a:pt x="9382" y="6432"/>
                    <a:pt x="9419" y="6284"/>
                  </a:cubicBezTo>
                  <a:cubicBezTo>
                    <a:pt x="9444" y="6197"/>
                    <a:pt x="9456" y="6123"/>
                    <a:pt x="9481" y="6049"/>
                  </a:cubicBezTo>
                  <a:cubicBezTo>
                    <a:pt x="9506" y="5951"/>
                    <a:pt x="9395" y="5864"/>
                    <a:pt x="9308" y="5926"/>
                  </a:cubicBezTo>
                  <a:cubicBezTo>
                    <a:pt x="9284" y="5938"/>
                    <a:pt x="9259" y="5963"/>
                    <a:pt x="9246" y="6000"/>
                  </a:cubicBezTo>
                  <a:cubicBezTo>
                    <a:pt x="9234" y="6074"/>
                    <a:pt x="9209" y="6148"/>
                    <a:pt x="9197" y="6222"/>
                  </a:cubicBezTo>
                  <a:close/>
                  <a:moveTo>
                    <a:pt x="9382" y="5321"/>
                  </a:moveTo>
                  <a:cubicBezTo>
                    <a:pt x="9358" y="5444"/>
                    <a:pt x="9530" y="5506"/>
                    <a:pt x="9592" y="5407"/>
                  </a:cubicBezTo>
                  <a:cubicBezTo>
                    <a:pt x="9604" y="5395"/>
                    <a:pt x="9617" y="5370"/>
                    <a:pt x="9617" y="5358"/>
                  </a:cubicBezTo>
                  <a:cubicBezTo>
                    <a:pt x="9629" y="5284"/>
                    <a:pt x="9629" y="5198"/>
                    <a:pt x="9641" y="5124"/>
                  </a:cubicBezTo>
                  <a:cubicBezTo>
                    <a:pt x="9641" y="5099"/>
                    <a:pt x="9641" y="5087"/>
                    <a:pt x="9641" y="5062"/>
                  </a:cubicBezTo>
                  <a:cubicBezTo>
                    <a:pt x="9666" y="5000"/>
                    <a:pt x="9629" y="4938"/>
                    <a:pt x="9567" y="4926"/>
                  </a:cubicBezTo>
                  <a:cubicBezTo>
                    <a:pt x="9555" y="4914"/>
                    <a:pt x="9543" y="4914"/>
                    <a:pt x="9530" y="4926"/>
                  </a:cubicBezTo>
                  <a:cubicBezTo>
                    <a:pt x="9456" y="4926"/>
                    <a:pt x="9370" y="4926"/>
                    <a:pt x="9296" y="4926"/>
                  </a:cubicBezTo>
                  <a:cubicBezTo>
                    <a:pt x="9172" y="4926"/>
                    <a:pt x="9135" y="5111"/>
                    <a:pt x="9259" y="5148"/>
                  </a:cubicBezTo>
                  <a:cubicBezTo>
                    <a:pt x="9271" y="5161"/>
                    <a:pt x="9284" y="5161"/>
                    <a:pt x="9308" y="5161"/>
                  </a:cubicBezTo>
                  <a:lnTo>
                    <a:pt x="9419" y="5161"/>
                  </a:lnTo>
                  <a:cubicBezTo>
                    <a:pt x="9419" y="5222"/>
                    <a:pt x="9395" y="5272"/>
                    <a:pt x="9395" y="5333"/>
                  </a:cubicBezTo>
                  <a:close/>
                  <a:moveTo>
                    <a:pt x="9456" y="4420"/>
                  </a:moveTo>
                  <a:cubicBezTo>
                    <a:pt x="9469" y="4556"/>
                    <a:pt x="9666" y="4556"/>
                    <a:pt x="9679" y="4420"/>
                  </a:cubicBezTo>
                  <a:lnTo>
                    <a:pt x="9679" y="4358"/>
                  </a:lnTo>
                  <a:lnTo>
                    <a:pt x="9679" y="4173"/>
                  </a:lnTo>
                  <a:cubicBezTo>
                    <a:pt x="9679" y="4050"/>
                    <a:pt x="9506" y="4025"/>
                    <a:pt x="9456" y="4136"/>
                  </a:cubicBezTo>
                  <a:cubicBezTo>
                    <a:pt x="9456" y="4161"/>
                    <a:pt x="9456" y="4173"/>
                    <a:pt x="9456" y="4185"/>
                  </a:cubicBezTo>
                  <a:lnTo>
                    <a:pt x="9456" y="4420"/>
                  </a:lnTo>
                  <a:close/>
                  <a:moveTo>
                    <a:pt x="9395" y="3506"/>
                  </a:moveTo>
                  <a:cubicBezTo>
                    <a:pt x="9407" y="3642"/>
                    <a:pt x="9604" y="3642"/>
                    <a:pt x="9617" y="3506"/>
                  </a:cubicBezTo>
                  <a:lnTo>
                    <a:pt x="9617" y="3482"/>
                  </a:lnTo>
                  <a:cubicBezTo>
                    <a:pt x="9604" y="3395"/>
                    <a:pt x="9592" y="3321"/>
                    <a:pt x="9580" y="3235"/>
                  </a:cubicBezTo>
                  <a:cubicBezTo>
                    <a:pt x="9555" y="3111"/>
                    <a:pt x="9370" y="3111"/>
                    <a:pt x="9358" y="3235"/>
                  </a:cubicBezTo>
                  <a:cubicBezTo>
                    <a:pt x="9345" y="3260"/>
                    <a:pt x="9345" y="3272"/>
                    <a:pt x="9358" y="3284"/>
                  </a:cubicBezTo>
                  <a:cubicBezTo>
                    <a:pt x="9370" y="3358"/>
                    <a:pt x="9382" y="3432"/>
                    <a:pt x="9395" y="3506"/>
                  </a:cubicBezTo>
                  <a:close/>
                  <a:moveTo>
                    <a:pt x="9111" y="2692"/>
                  </a:moveTo>
                  <a:cubicBezTo>
                    <a:pt x="9197" y="2791"/>
                    <a:pt x="9358" y="2716"/>
                    <a:pt x="9321" y="2593"/>
                  </a:cubicBezTo>
                  <a:cubicBezTo>
                    <a:pt x="9308" y="2568"/>
                    <a:pt x="9308" y="2556"/>
                    <a:pt x="9296" y="2544"/>
                  </a:cubicBezTo>
                  <a:cubicBezTo>
                    <a:pt x="9234" y="2482"/>
                    <a:pt x="9172" y="2420"/>
                    <a:pt x="9098" y="2371"/>
                  </a:cubicBezTo>
                  <a:cubicBezTo>
                    <a:pt x="8987" y="2297"/>
                    <a:pt x="8851" y="2433"/>
                    <a:pt x="8938" y="2544"/>
                  </a:cubicBezTo>
                  <a:cubicBezTo>
                    <a:pt x="8950" y="2544"/>
                    <a:pt x="8963" y="2556"/>
                    <a:pt x="8975" y="2568"/>
                  </a:cubicBezTo>
                  <a:cubicBezTo>
                    <a:pt x="9024" y="2593"/>
                    <a:pt x="9074" y="2642"/>
                    <a:pt x="9111" y="2692"/>
                  </a:cubicBezTo>
                  <a:close/>
                  <a:moveTo>
                    <a:pt x="8395" y="2544"/>
                  </a:moveTo>
                  <a:cubicBezTo>
                    <a:pt x="8531" y="2507"/>
                    <a:pt x="8493" y="2309"/>
                    <a:pt x="8358" y="2321"/>
                  </a:cubicBezTo>
                  <a:cubicBezTo>
                    <a:pt x="8345" y="2321"/>
                    <a:pt x="8333" y="2321"/>
                    <a:pt x="8321" y="2321"/>
                  </a:cubicBezTo>
                  <a:cubicBezTo>
                    <a:pt x="8247" y="2346"/>
                    <a:pt x="8173" y="2383"/>
                    <a:pt x="8098" y="2420"/>
                  </a:cubicBezTo>
                  <a:cubicBezTo>
                    <a:pt x="8074" y="2433"/>
                    <a:pt x="8049" y="2445"/>
                    <a:pt x="8037" y="2470"/>
                  </a:cubicBezTo>
                  <a:cubicBezTo>
                    <a:pt x="8000" y="2568"/>
                    <a:pt x="8098" y="2679"/>
                    <a:pt x="8197" y="2630"/>
                  </a:cubicBezTo>
                  <a:cubicBezTo>
                    <a:pt x="8259" y="2593"/>
                    <a:pt x="8333" y="2568"/>
                    <a:pt x="8395" y="2544"/>
                  </a:cubicBezTo>
                  <a:close/>
                  <a:moveTo>
                    <a:pt x="7642" y="3000"/>
                  </a:moveTo>
                  <a:cubicBezTo>
                    <a:pt x="7666" y="2976"/>
                    <a:pt x="7679" y="2951"/>
                    <a:pt x="7679" y="2926"/>
                  </a:cubicBezTo>
                  <a:cubicBezTo>
                    <a:pt x="7691" y="2815"/>
                    <a:pt x="7568" y="2754"/>
                    <a:pt x="7494" y="2815"/>
                  </a:cubicBezTo>
                  <a:cubicBezTo>
                    <a:pt x="7420" y="2877"/>
                    <a:pt x="7370" y="2926"/>
                    <a:pt x="7308" y="3000"/>
                  </a:cubicBezTo>
                  <a:cubicBezTo>
                    <a:pt x="7284" y="3037"/>
                    <a:pt x="7271" y="3087"/>
                    <a:pt x="7296" y="3136"/>
                  </a:cubicBezTo>
                  <a:cubicBezTo>
                    <a:pt x="7346" y="3198"/>
                    <a:pt x="7432" y="3210"/>
                    <a:pt x="7481" y="3149"/>
                  </a:cubicBezTo>
                  <a:cubicBezTo>
                    <a:pt x="7531" y="3087"/>
                    <a:pt x="7580" y="3037"/>
                    <a:pt x="7642" y="2988"/>
                  </a:cubicBezTo>
                  <a:close/>
                  <a:moveTo>
                    <a:pt x="7259" y="3692"/>
                  </a:moveTo>
                  <a:cubicBezTo>
                    <a:pt x="7259" y="3655"/>
                    <a:pt x="7234" y="3605"/>
                    <a:pt x="7185" y="3593"/>
                  </a:cubicBezTo>
                  <a:cubicBezTo>
                    <a:pt x="7111" y="3568"/>
                    <a:pt x="7025" y="3630"/>
                    <a:pt x="7037" y="3704"/>
                  </a:cubicBezTo>
                  <a:cubicBezTo>
                    <a:pt x="7037" y="3790"/>
                    <a:pt x="7049" y="3877"/>
                    <a:pt x="7086" y="3963"/>
                  </a:cubicBezTo>
                  <a:cubicBezTo>
                    <a:pt x="7123" y="4099"/>
                    <a:pt x="7321" y="4050"/>
                    <a:pt x="7308" y="3914"/>
                  </a:cubicBezTo>
                  <a:cubicBezTo>
                    <a:pt x="7308" y="3914"/>
                    <a:pt x="7308" y="3901"/>
                    <a:pt x="7308" y="3889"/>
                  </a:cubicBezTo>
                  <a:cubicBezTo>
                    <a:pt x="7284" y="3827"/>
                    <a:pt x="7271" y="3766"/>
                    <a:pt x="7271" y="3692"/>
                  </a:cubicBezTo>
                  <a:close/>
                  <a:moveTo>
                    <a:pt x="7666" y="4408"/>
                  </a:moveTo>
                  <a:cubicBezTo>
                    <a:pt x="7568" y="4321"/>
                    <a:pt x="7420" y="4432"/>
                    <a:pt x="7481" y="4556"/>
                  </a:cubicBezTo>
                  <a:cubicBezTo>
                    <a:pt x="7481" y="4556"/>
                    <a:pt x="7494" y="4568"/>
                    <a:pt x="7506" y="4580"/>
                  </a:cubicBezTo>
                  <a:cubicBezTo>
                    <a:pt x="7555" y="4642"/>
                    <a:pt x="7617" y="4691"/>
                    <a:pt x="7679" y="4741"/>
                  </a:cubicBezTo>
                  <a:cubicBezTo>
                    <a:pt x="7802" y="4840"/>
                    <a:pt x="7950" y="4667"/>
                    <a:pt x="7839" y="4568"/>
                  </a:cubicBezTo>
                  <a:cubicBezTo>
                    <a:pt x="7778" y="4519"/>
                    <a:pt x="7728" y="4469"/>
                    <a:pt x="7666" y="4408"/>
                  </a:cubicBezTo>
                  <a:close/>
                  <a:moveTo>
                    <a:pt x="8395" y="4852"/>
                  </a:moveTo>
                  <a:cubicBezTo>
                    <a:pt x="8271" y="4815"/>
                    <a:pt x="8197" y="4988"/>
                    <a:pt x="8308" y="5062"/>
                  </a:cubicBezTo>
                  <a:cubicBezTo>
                    <a:pt x="8321" y="5062"/>
                    <a:pt x="8333" y="5074"/>
                    <a:pt x="8345" y="5074"/>
                  </a:cubicBezTo>
                  <a:cubicBezTo>
                    <a:pt x="8419" y="5099"/>
                    <a:pt x="8493" y="5111"/>
                    <a:pt x="8580" y="5124"/>
                  </a:cubicBezTo>
                  <a:cubicBezTo>
                    <a:pt x="8703" y="5136"/>
                    <a:pt x="8765" y="4963"/>
                    <a:pt x="8654" y="4901"/>
                  </a:cubicBezTo>
                  <a:cubicBezTo>
                    <a:pt x="8642" y="4901"/>
                    <a:pt x="8629" y="4889"/>
                    <a:pt x="8617" y="4889"/>
                  </a:cubicBezTo>
                  <a:cubicBezTo>
                    <a:pt x="8543" y="4877"/>
                    <a:pt x="8469" y="4864"/>
                    <a:pt x="8395" y="4852"/>
                  </a:cubicBezTo>
                  <a:close/>
                  <a:moveTo>
                    <a:pt x="10197" y="4852"/>
                  </a:moveTo>
                  <a:cubicBezTo>
                    <a:pt x="10074" y="4864"/>
                    <a:pt x="10074" y="5049"/>
                    <a:pt x="10197" y="5074"/>
                  </a:cubicBezTo>
                  <a:cubicBezTo>
                    <a:pt x="10209" y="5074"/>
                    <a:pt x="10222" y="5074"/>
                    <a:pt x="10234" y="5074"/>
                  </a:cubicBezTo>
                  <a:lnTo>
                    <a:pt x="10469" y="5037"/>
                  </a:lnTo>
                  <a:cubicBezTo>
                    <a:pt x="10592" y="5012"/>
                    <a:pt x="10592" y="4827"/>
                    <a:pt x="10469" y="4815"/>
                  </a:cubicBezTo>
                  <a:cubicBezTo>
                    <a:pt x="10456" y="4803"/>
                    <a:pt x="10431" y="4803"/>
                    <a:pt x="10419" y="4815"/>
                  </a:cubicBezTo>
                  <a:cubicBezTo>
                    <a:pt x="10345" y="4827"/>
                    <a:pt x="10271" y="4840"/>
                    <a:pt x="10197" y="4852"/>
                  </a:cubicBezTo>
                  <a:close/>
                  <a:moveTo>
                    <a:pt x="11098" y="4667"/>
                  </a:moveTo>
                  <a:cubicBezTo>
                    <a:pt x="11012" y="4691"/>
                    <a:pt x="10975" y="4803"/>
                    <a:pt x="11049" y="4864"/>
                  </a:cubicBezTo>
                  <a:cubicBezTo>
                    <a:pt x="11073" y="4889"/>
                    <a:pt x="11123" y="4901"/>
                    <a:pt x="11160" y="4901"/>
                  </a:cubicBezTo>
                  <a:lnTo>
                    <a:pt x="11382" y="4840"/>
                  </a:lnTo>
                  <a:cubicBezTo>
                    <a:pt x="11518" y="4803"/>
                    <a:pt x="11493" y="4593"/>
                    <a:pt x="11345" y="4605"/>
                  </a:cubicBezTo>
                  <a:lnTo>
                    <a:pt x="11320" y="4605"/>
                  </a:lnTo>
                  <a:lnTo>
                    <a:pt x="11098" y="4667"/>
                  </a:lnTo>
                  <a:close/>
                  <a:moveTo>
                    <a:pt x="11987" y="4408"/>
                  </a:moveTo>
                  <a:cubicBezTo>
                    <a:pt x="11851" y="4457"/>
                    <a:pt x="11888" y="4642"/>
                    <a:pt x="12024" y="4642"/>
                  </a:cubicBezTo>
                  <a:cubicBezTo>
                    <a:pt x="12036" y="4642"/>
                    <a:pt x="12049" y="4642"/>
                    <a:pt x="12061" y="4642"/>
                  </a:cubicBezTo>
                  <a:lnTo>
                    <a:pt x="12283" y="4556"/>
                  </a:lnTo>
                  <a:cubicBezTo>
                    <a:pt x="12394" y="4519"/>
                    <a:pt x="12369" y="4334"/>
                    <a:pt x="12246" y="4334"/>
                  </a:cubicBezTo>
                  <a:cubicBezTo>
                    <a:pt x="12221" y="4334"/>
                    <a:pt x="12209" y="4334"/>
                    <a:pt x="12197" y="4346"/>
                  </a:cubicBezTo>
                  <a:lnTo>
                    <a:pt x="11987" y="4420"/>
                  </a:lnTo>
                  <a:close/>
                  <a:moveTo>
                    <a:pt x="12839" y="4074"/>
                  </a:moveTo>
                  <a:cubicBezTo>
                    <a:pt x="12727" y="4124"/>
                    <a:pt x="12764" y="4296"/>
                    <a:pt x="12888" y="4296"/>
                  </a:cubicBezTo>
                  <a:cubicBezTo>
                    <a:pt x="12900" y="4296"/>
                    <a:pt x="12913" y="4296"/>
                    <a:pt x="12925" y="4284"/>
                  </a:cubicBezTo>
                  <a:lnTo>
                    <a:pt x="13147" y="4185"/>
                  </a:lnTo>
                  <a:cubicBezTo>
                    <a:pt x="13258" y="4136"/>
                    <a:pt x="13209" y="3951"/>
                    <a:pt x="13085" y="3963"/>
                  </a:cubicBezTo>
                  <a:cubicBezTo>
                    <a:pt x="13073" y="3963"/>
                    <a:pt x="13061" y="3976"/>
                    <a:pt x="13048" y="3976"/>
                  </a:cubicBezTo>
                  <a:close/>
                  <a:moveTo>
                    <a:pt x="13653" y="3655"/>
                  </a:moveTo>
                  <a:cubicBezTo>
                    <a:pt x="13542" y="3729"/>
                    <a:pt x="13604" y="3889"/>
                    <a:pt x="13727" y="3877"/>
                  </a:cubicBezTo>
                  <a:cubicBezTo>
                    <a:pt x="13740" y="3877"/>
                    <a:pt x="13752" y="3864"/>
                    <a:pt x="13764" y="3864"/>
                  </a:cubicBezTo>
                  <a:cubicBezTo>
                    <a:pt x="13838" y="3827"/>
                    <a:pt x="13900" y="3778"/>
                    <a:pt x="13974" y="3741"/>
                  </a:cubicBezTo>
                  <a:cubicBezTo>
                    <a:pt x="14098" y="3655"/>
                    <a:pt x="13987" y="3457"/>
                    <a:pt x="13851" y="3544"/>
                  </a:cubicBezTo>
                  <a:close/>
                  <a:moveTo>
                    <a:pt x="14419" y="3161"/>
                  </a:moveTo>
                  <a:cubicBezTo>
                    <a:pt x="14320" y="3235"/>
                    <a:pt x="14394" y="3395"/>
                    <a:pt x="14517" y="3371"/>
                  </a:cubicBezTo>
                  <a:cubicBezTo>
                    <a:pt x="14530" y="3371"/>
                    <a:pt x="14554" y="3358"/>
                    <a:pt x="14567" y="3358"/>
                  </a:cubicBezTo>
                  <a:cubicBezTo>
                    <a:pt x="14628" y="3309"/>
                    <a:pt x="14690" y="3260"/>
                    <a:pt x="14752" y="3210"/>
                  </a:cubicBezTo>
                  <a:cubicBezTo>
                    <a:pt x="14826" y="3149"/>
                    <a:pt x="14801" y="3013"/>
                    <a:pt x="14690" y="3000"/>
                  </a:cubicBezTo>
                  <a:cubicBezTo>
                    <a:pt x="14665" y="3000"/>
                    <a:pt x="14628" y="3013"/>
                    <a:pt x="14604" y="3025"/>
                  </a:cubicBezTo>
                  <a:close/>
                  <a:moveTo>
                    <a:pt x="15135" y="2581"/>
                  </a:moveTo>
                  <a:cubicBezTo>
                    <a:pt x="15097" y="2605"/>
                    <a:pt x="15085" y="2655"/>
                    <a:pt x="15097" y="2692"/>
                  </a:cubicBezTo>
                  <a:cubicBezTo>
                    <a:pt x="15110" y="2778"/>
                    <a:pt x="15221" y="2815"/>
                    <a:pt x="15295" y="2754"/>
                  </a:cubicBezTo>
                  <a:cubicBezTo>
                    <a:pt x="15344" y="2704"/>
                    <a:pt x="15406" y="2642"/>
                    <a:pt x="15455" y="2593"/>
                  </a:cubicBezTo>
                  <a:cubicBezTo>
                    <a:pt x="15579" y="2482"/>
                    <a:pt x="15418" y="2309"/>
                    <a:pt x="15307" y="2420"/>
                  </a:cubicBezTo>
                  <a:cubicBezTo>
                    <a:pt x="15246" y="2470"/>
                    <a:pt x="15196" y="2531"/>
                    <a:pt x="15135" y="2581"/>
                  </a:cubicBezTo>
                  <a:close/>
                  <a:moveTo>
                    <a:pt x="15752" y="1926"/>
                  </a:moveTo>
                  <a:cubicBezTo>
                    <a:pt x="15715" y="1951"/>
                    <a:pt x="15715" y="2001"/>
                    <a:pt x="15739" y="2050"/>
                  </a:cubicBezTo>
                  <a:cubicBezTo>
                    <a:pt x="15776" y="2124"/>
                    <a:pt x="15875" y="2124"/>
                    <a:pt x="15925" y="2062"/>
                  </a:cubicBezTo>
                  <a:cubicBezTo>
                    <a:pt x="15974" y="2001"/>
                    <a:pt x="16023" y="1939"/>
                    <a:pt x="16073" y="1877"/>
                  </a:cubicBezTo>
                  <a:cubicBezTo>
                    <a:pt x="16134" y="1778"/>
                    <a:pt x="16023" y="1655"/>
                    <a:pt x="15925" y="1717"/>
                  </a:cubicBezTo>
                  <a:cubicBezTo>
                    <a:pt x="15912" y="1717"/>
                    <a:pt x="15900" y="1729"/>
                    <a:pt x="15900" y="1741"/>
                  </a:cubicBezTo>
                  <a:cubicBezTo>
                    <a:pt x="15850" y="1803"/>
                    <a:pt x="15801" y="1865"/>
                    <a:pt x="15752" y="1926"/>
                  </a:cubicBezTo>
                  <a:close/>
                  <a:moveTo>
                    <a:pt x="16270" y="1173"/>
                  </a:moveTo>
                  <a:cubicBezTo>
                    <a:pt x="16159" y="1285"/>
                    <a:pt x="16332" y="1445"/>
                    <a:pt x="16443" y="1322"/>
                  </a:cubicBezTo>
                  <a:cubicBezTo>
                    <a:pt x="16455" y="1322"/>
                    <a:pt x="16455" y="1309"/>
                    <a:pt x="16468" y="1297"/>
                  </a:cubicBezTo>
                  <a:lnTo>
                    <a:pt x="16492" y="1248"/>
                  </a:lnTo>
                  <a:lnTo>
                    <a:pt x="16542" y="1149"/>
                  </a:lnTo>
                  <a:lnTo>
                    <a:pt x="16579" y="1087"/>
                  </a:lnTo>
                  <a:cubicBezTo>
                    <a:pt x="16653" y="964"/>
                    <a:pt x="16480" y="853"/>
                    <a:pt x="16394" y="951"/>
                  </a:cubicBezTo>
                  <a:cubicBezTo>
                    <a:pt x="16381" y="964"/>
                    <a:pt x="16381" y="976"/>
                    <a:pt x="16381" y="976"/>
                  </a:cubicBezTo>
                  <a:lnTo>
                    <a:pt x="16344" y="1038"/>
                  </a:lnTo>
                  <a:lnTo>
                    <a:pt x="16295" y="11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Google Shape;6150;p219"/>
          <p:cNvSpPr/>
          <p:nvPr/>
        </p:nvSpPr>
        <p:spPr>
          <a:xfrm>
            <a:off x="716575" y="0"/>
            <a:ext cx="8579795" cy="5143484"/>
          </a:xfrm>
          <a:custGeom>
            <a:avLst/>
            <a:gdLst/>
            <a:ahLst/>
            <a:cxnLst/>
            <a:rect l="l" t="t" r="r" b="b"/>
            <a:pathLst>
              <a:path w="128517" h="78770" extrusionOk="0">
                <a:moveTo>
                  <a:pt x="35" y="1"/>
                </a:moveTo>
                <a:lnTo>
                  <a:pt x="0" y="78769"/>
                </a:lnTo>
                <a:lnTo>
                  <a:pt x="128517" y="78769"/>
                </a:lnTo>
                <a:cubicBezTo>
                  <a:pt x="61260" y="76442"/>
                  <a:pt x="7739" y="332"/>
                  <a:pt x="7739" y="332"/>
                </a:cubicBezTo>
                <a:lnTo>
                  <a:pt x="35" y="1"/>
                </a:lnTo>
                <a:close/>
              </a:path>
            </a:pathLst>
          </a:custGeom>
          <a:solidFill>
            <a:srgbClr val="B0D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1" name="Google Shape;6151;p219"/>
          <p:cNvSpPr/>
          <p:nvPr/>
        </p:nvSpPr>
        <p:spPr>
          <a:xfrm>
            <a:off x="1754550" y="1135650"/>
            <a:ext cx="5634900" cy="2872200"/>
          </a:xfrm>
          <a:prstGeom prst="plaque">
            <a:avLst>
              <a:gd name="adj" fmla="val 11691"/>
            </a:avLst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52" name="Google Shape;6152;p219"/>
          <p:cNvCxnSpPr/>
          <p:nvPr/>
        </p:nvCxnSpPr>
        <p:spPr>
          <a:xfrm>
            <a:off x="2572800" y="31168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53" name="Google Shape;6153;p219"/>
          <p:cNvCxnSpPr/>
          <p:nvPr/>
        </p:nvCxnSpPr>
        <p:spPr>
          <a:xfrm>
            <a:off x="2572800" y="22227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154" name="Google Shape;6154;p219"/>
          <p:cNvGrpSpPr/>
          <p:nvPr/>
        </p:nvGrpSpPr>
        <p:grpSpPr>
          <a:xfrm rot="697126">
            <a:off x="8280187" y="-46678"/>
            <a:ext cx="1305393" cy="1346461"/>
            <a:chOff x="1492000" y="427450"/>
            <a:chExt cx="1188000" cy="1225375"/>
          </a:xfrm>
        </p:grpSpPr>
        <p:sp>
          <p:nvSpPr>
            <p:cNvPr id="6155" name="Google Shape;6155;p219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219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219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219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219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219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219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219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219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219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219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66" name="Google Shape;6166;p219"/>
          <p:cNvSpPr/>
          <p:nvPr/>
        </p:nvSpPr>
        <p:spPr>
          <a:xfrm>
            <a:off x="-50900" y="-21500"/>
            <a:ext cx="771000" cy="5165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7" name="Google Shape;6167;p219"/>
          <p:cNvGrpSpPr/>
          <p:nvPr/>
        </p:nvGrpSpPr>
        <p:grpSpPr>
          <a:xfrm rot="-1976796" flipH="1">
            <a:off x="5917481" y="3990133"/>
            <a:ext cx="3474354" cy="888893"/>
            <a:chOff x="3809875" y="1963175"/>
            <a:chExt cx="1923600" cy="492150"/>
          </a:xfrm>
        </p:grpSpPr>
        <p:sp>
          <p:nvSpPr>
            <p:cNvPr id="6168" name="Google Shape;6168;p219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219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219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219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219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219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219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219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219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219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219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9" name="Google Shape;6179;p219"/>
          <p:cNvGrpSpPr/>
          <p:nvPr/>
        </p:nvGrpSpPr>
        <p:grpSpPr>
          <a:xfrm rot="-375097">
            <a:off x="1228557" y="-253382"/>
            <a:ext cx="711742" cy="793298"/>
            <a:chOff x="6554696" y="509501"/>
            <a:chExt cx="711709" cy="793261"/>
          </a:xfrm>
        </p:grpSpPr>
        <p:sp>
          <p:nvSpPr>
            <p:cNvPr id="6180" name="Google Shape;6180;p219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219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2" name="Google Shape;6182;p219"/>
          <p:cNvGrpSpPr/>
          <p:nvPr/>
        </p:nvGrpSpPr>
        <p:grpSpPr>
          <a:xfrm rot="807122">
            <a:off x="809300" y="4708652"/>
            <a:ext cx="2497551" cy="2401906"/>
            <a:chOff x="1857000" y="3245400"/>
            <a:chExt cx="1233825" cy="1186575"/>
          </a:xfrm>
        </p:grpSpPr>
        <p:sp>
          <p:nvSpPr>
            <p:cNvPr id="6183" name="Google Shape;6183;p219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219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219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219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219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8" name="Google Shape;6188;p219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9" name="Google Shape;6189;p219"/>
          <p:cNvSpPr/>
          <p:nvPr/>
        </p:nvSpPr>
        <p:spPr>
          <a:xfrm rot="-381518">
            <a:off x="1317430" y="-146232"/>
            <a:ext cx="102933" cy="551241"/>
          </a:xfrm>
          <a:prstGeom prst="roundRect">
            <a:avLst>
              <a:gd name="adj" fmla="val 50000"/>
            </a:avLst>
          </a:prstGeom>
          <a:solidFill>
            <a:srgbClr val="EEEEEE">
              <a:alpha val="474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0" name="Google Shape;6190;p219"/>
          <p:cNvSpPr txBox="1">
            <a:spLocks noGrp="1"/>
          </p:cNvSpPr>
          <p:nvPr>
            <p:ph type="ctrTitle"/>
          </p:nvPr>
        </p:nvSpPr>
        <p:spPr>
          <a:xfrm>
            <a:off x="2351850" y="1460922"/>
            <a:ext cx="4440300" cy="174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Itim"/>
              <a:buNone/>
              <a:defRPr sz="6000" b="1"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191" name="Google Shape;6191;p219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3" name="Google Shape;6193;p22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194" name="Google Shape;6194;p22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22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22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22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22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22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22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22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22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22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22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22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22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22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22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22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22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22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22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22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22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22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6" name="Google Shape;6216;p220"/>
          <p:cNvSpPr txBox="1">
            <a:spLocks noGrp="1"/>
          </p:cNvSpPr>
          <p:nvPr>
            <p:ph type="subTitle" idx="1"/>
          </p:nvPr>
        </p:nvSpPr>
        <p:spPr>
          <a:xfrm>
            <a:off x="3117150" y="3530226"/>
            <a:ext cx="29097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17" name="Google Shape;6217;p220"/>
          <p:cNvSpPr txBox="1">
            <a:spLocks noGrp="1"/>
          </p:cNvSpPr>
          <p:nvPr>
            <p:ph type="title"/>
          </p:nvPr>
        </p:nvSpPr>
        <p:spPr>
          <a:xfrm>
            <a:off x="1918650" y="1613852"/>
            <a:ext cx="5306700" cy="17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218" name="Google Shape;6218;p220"/>
          <p:cNvSpPr txBox="1">
            <a:spLocks noGrp="1"/>
          </p:cNvSpPr>
          <p:nvPr>
            <p:ph type="title" idx="2" hasCustomPrompt="1"/>
          </p:nvPr>
        </p:nvSpPr>
        <p:spPr>
          <a:xfrm>
            <a:off x="3843750" y="591078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6219" name="Google Shape;6219;p220"/>
          <p:cNvGrpSpPr/>
          <p:nvPr/>
        </p:nvGrpSpPr>
        <p:grpSpPr>
          <a:xfrm rot="-697126" flipH="1">
            <a:off x="569287" y="-351303"/>
            <a:ext cx="1305393" cy="1346461"/>
            <a:chOff x="1492000" y="427450"/>
            <a:chExt cx="1188000" cy="1225375"/>
          </a:xfrm>
        </p:grpSpPr>
        <p:sp>
          <p:nvSpPr>
            <p:cNvPr id="6220" name="Google Shape;6220;p220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220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220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220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220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220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220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220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220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220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220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2" name="Google Shape;6232;p221"/>
          <p:cNvSpPr/>
          <p:nvPr/>
        </p:nvSpPr>
        <p:spPr>
          <a:xfrm>
            <a:off x="8740343" y="1780347"/>
            <a:ext cx="20479" cy="58449"/>
          </a:xfrm>
          <a:custGeom>
            <a:avLst/>
            <a:gdLst/>
            <a:ahLst/>
            <a:cxnLst/>
            <a:rect l="l" t="t" r="r" b="b"/>
            <a:pathLst>
              <a:path w="488" h="1403" extrusionOk="0">
                <a:moveTo>
                  <a:pt x="249" y="0"/>
                </a:moveTo>
                <a:cubicBezTo>
                  <a:pt x="193" y="0"/>
                  <a:pt x="139" y="35"/>
                  <a:pt x="118" y="90"/>
                </a:cubicBezTo>
                <a:cubicBezTo>
                  <a:pt x="73" y="190"/>
                  <a:pt x="46" y="289"/>
                  <a:pt x="28" y="397"/>
                </a:cubicBezTo>
                <a:cubicBezTo>
                  <a:pt x="19" y="442"/>
                  <a:pt x="1" y="496"/>
                  <a:pt x="19" y="541"/>
                </a:cubicBezTo>
                <a:cubicBezTo>
                  <a:pt x="19" y="559"/>
                  <a:pt x="28" y="568"/>
                  <a:pt x="37" y="586"/>
                </a:cubicBezTo>
                <a:cubicBezTo>
                  <a:pt x="64" y="595"/>
                  <a:pt x="145" y="613"/>
                  <a:pt x="145" y="622"/>
                </a:cubicBezTo>
                <a:cubicBezTo>
                  <a:pt x="145" y="631"/>
                  <a:pt x="100" y="649"/>
                  <a:pt x="73" y="658"/>
                </a:cubicBezTo>
                <a:cubicBezTo>
                  <a:pt x="37" y="667"/>
                  <a:pt x="46" y="685"/>
                  <a:pt x="46" y="694"/>
                </a:cubicBezTo>
                <a:cubicBezTo>
                  <a:pt x="37" y="902"/>
                  <a:pt x="46" y="1100"/>
                  <a:pt x="109" y="1307"/>
                </a:cubicBezTo>
                <a:cubicBezTo>
                  <a:pt x="118" y="1343"/>
                  <a:pt x="154" y="1379"/>
                  <a:pt x="190" y="1397"/>
                </a:cubicBezTo>
                <a:cubicBezTo>
                  <a:pt x="203" y="1401"/>
                  <a:pt x="215" y="1402"/>
                  <a:pt x="228" y="1402"/>
                </a:cubicBezTo>
                <a:cubicBezTo>
                  <a:pt x="289" y="1402"/>
                  <a:pt x="348" y="1367"/>
                  <a:pt x="371" y="1307"/>
                </a:cubicBezTo>
                <a:cubicBezTo>
                  <a:pt x="434" y="1109"/>
                  <a:pt x="443" y="902"/>
                  <a:pt x="443" y="703"/>
                </a:cubicBezTo>
                <a:cubicBezTo>
                  <a:pt x="443" y="685"/>
                  <a:pt x="452" y="676"/>
                  <a:pt x="416" y="658"/>
                </a:cubicBezTo>
                <a:cubicBezTo>
                  <a:pt x="389" y="649"/>
                  <a:pt x="344" y="640"/>
                  <a:pt x="344" y="622"/>
                </a:cubicBezTo>
                <a:cubicBezTo>
                  <a:pt x="344" y="613"/>
                  <a:pt x="425" y="595"/>
                  <a:pt x="443" y="586"/>
                </a:cubicBezTo>
                <a:cubicBezTo>
                  <a:pt x="461" y="577"/>
                  <a:pt x="470" y="559"/>
                  <a:pt x="470" y="550"/>
                </a:cubicBezTo>
                <a:cubicBezTo>
                  <a:pt x="488" y="496"/>
                  <a:pt x="470" y="451"/>
                  <a:pt x="461" y="397"/>
                </a:cubicBezTo>
                <a:cubicBezTo>
                  <a:pt x="443" y="298"/>
                  <a:pt x="416" y="190"/>
                  <a:pt x="380" y="90"/>
                </a:cubicBezTo>
                <a:cubicBezTo>
                  <a:pt x="362" y="54"/>
                  <a:pt x="335" y="27"/>
                  <a:pt x="298" y="9"/>
                </a:cubicBezTo>
                <a:cubicBezTo>
                  <a:pt x="282" y="3"/>
                  <a:pt x="266" y="0"/>
                  <a:pt x="2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33" name="Google Shape;6233;p22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234" name="Google Shape;6234;p22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22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22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22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22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22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22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22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22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22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22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22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22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22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22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22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22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22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2" name="Google Shape;6252;p22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3" name="Google Shape;6253;p22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4" name="Google Shape;6254;p22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5" name="Google Shape;6255;p22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56" name="Google Shape;6256;p2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257" name="Google Shape;6257;p221"/>
          <p:cNvSpPr txBox="1">
            <a:spLocks noGrp="1"/>
          </p:cNvSpPr>
          <p:nvPr>
            <p:ph type="body" idx="1"/>
          </p:nvPr>
        </p:nvSpPr>
        <p:spPr>
          <a:xfrm>
            <a:off x="720000" y="1170724"/>
            <a:ext cx="7704000" cy="38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1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9" name="Google Shape;6259;p2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260" name="Google Shape;6260;p222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6261" name="Google Shape;6261;p222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62" name="Google Shape;6262;p222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263" name="Google Shape;6263;p222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6264" name="Google Shape;6264;p222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5" name="Google Shape;6265;p222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6" name="Google Shape;6266;p222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7" name="Google Shape;6267;p222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8" name="Google Shape;6268;p222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9" name="Google Shape;6269;p222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0" name="Google Shape;6270;p222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1" name="Google Shape;6271;p222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2" name="Google Shape;6272;p222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3" name="Google Shape;6273;p222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4" name="Google Shape;6274;p222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5" name="Google Shape;6275;p222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6" name="Google Shape;6276;p222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7" name="Google Shape;6277;p222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8" name="Google Shape;6278;p222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9" name="Google Shape;6279;p222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6280" name="Google Shape;6280;p222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1" name="Google Shape;6281;p222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2" name="Google Shape;6282;p222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3" name="Google Shape;6283;p222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4" name="Google Shape;6284;p222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5" name="Google Shape;6285;p222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6" name="Google Shape;6286;p222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7" name="Google Shape;6287;p222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8" name="Google Shape;6288;p222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9" name="Google Shape;6289;p222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0" name="Google Shape;6290;p222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1" name="Google Shape;6291;p222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2" name="Google Shape;6292;p222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3" name="Google Shape;6293;p222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4" name="Google Shape;6294;p222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295" name="Google Shape;6295;p222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96" name="Google Shape;6296;p222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97" name="Google Shape;6297;p222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98" name="Google Shape;6298;p222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99" name="Google Shape;6299;p222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00" name="Google Shape;6300;p222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301" name="Google Shape;6301;p2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02" name="Google Shape;6302;p222"/>
          <p:cNvSpPr txBox="1">
            <a:spLocks noGrp="1"/>
          </p:cNvSpPr>
          <p:nvPr>
            <p:ph type="body" idx="1"/>
          </p:nvPr>
        </p:nvSpPr>
        <p:spPr>
          <a:xfrm>
            <a:off x="720000" y="2980194"/>
            <a:ext cx="31293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303" name="Google Shape;6303;p222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304" name="Google Shape;6304;p222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05" name="Google Shape;6305;p222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7" name="Google Shape;6307;p223"/>
          <p:cNvGrpSpPr/>
          <p:nvPr/>
        </p:nvGrpSpPr>
        <p:grpSpPr>
          <a:xfrm>
            <a:off x="352670" y="6764"/>
            <a:ext cx="8793030" cy="5129556"/>
            <a:chOff x="514825" y="859725"/>
            <a:chExt cx="6865800" cy="4005275"/>
          </a:xfrm>
        </p:grpSpPr>
        <p:sp>
          <p:nvSpPr>
            <p:cNvPr id="6308" name="Google Shape;6308;p22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9" name="Google Shape;6309;p22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0" name="Google Shape;6310;p22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1" name="Google Shape;6311;p22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2" name="Google Shape;6312;p22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3" name="Google Shape;6313;p22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4" name="Google Shape;6314;p22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5" name="Google Shape;6315;p22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6" name="Google Shape;6316;p22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7" name="Google Shape;6317;p22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8" name="Google Shape;6318;p22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9" name="Google Shape;6319;p22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0" name="Google Shape;6320;p22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1" name="Google Shape;6321;p22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2" name="Google Shape;6322;p22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3" name="Google Shape;6323;p22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4" name="Google Shape;6324;p22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5" name="Google Shape;6325;p22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6" name="Google Shape;6326;p22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7" name="Google Shape;6327;p22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8" name="Google Shape;6328;p22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29" name="Google Shape;6329;p223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4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31" name="Google Shape;6331;p22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332" name="Google Shape;6332;p22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22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6334;p22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5" name="Google Shape;6335;p22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6336;p22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7" name="Google Shape;6337;p22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8" name="Google Shape;6338;p22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6339;p22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0" name="Google Shape;6340;p22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1" name="Google Shape;6341;p22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2" name="Google Shape;6342;p22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3" name="Google Shape;6343;p22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4" name="Google Shape;6344;p22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5" name="Google Shape;6345;p22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6" name="Google Shape;6346;p22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7" name="Google Shape;6347;p22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8" name="Google Shape;6348;p22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9" name="Google Shape;6349;p22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0" name="Google Shape;6350;p22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51" name="Google Shape;6351;p224"/>
          <p:cNvSpPr txBox="1">
            <a:spLocks noGrp="1"/>
          </p:cNvSpPr>
          <p:nvPr>
            <p:ph type="subTitle" idx="1"/>
          </p:nvPr>
        </p:nvSpPr>
        <p:spPr>
          <a:xfrm>
            <a:off x="890100" y="1760244"/>
            <a:ext cx="7533900" cy="27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52" name="Google Shape;6352;p224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4" name="Google Shape;6354;p22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355" name="Google Shape;6355;p22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6" name="Google Shape;6356;p22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7" name="Google Shape;6357;p22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8" name="Google Shape;6358;p22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9" name="Google Shape;6359;p22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0" name="Google Shape;6360;p22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1" name="Google Shape;6361;p22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2" name="Google Shape;6362;p22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3" name="Google Shape;6363;p22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4" name="Google Shape;6364;p22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5" name="Google Shape;6365;p22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6" name="Google Shape;6366;p22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7" name="Google Shape;6367;p22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8" name="Google Shape;6368;p22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9" name="Google Shape;6369;p22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0" name="Google Shape;6370;p22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1" name="Google Shape;6371;p22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2" name="Google Shape;6372;p22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3" name="Google Shape;6373;p22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374" name="Google Shape;6374;p225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75" name="Google Shape;6375;p225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6" name="Google Shape;6376;p225"/>
          <p:cNvSpPr txBox="1">
            <a:spLocks noGrp="1"/>
          </p:cNvSpPr>
          <p:nvPr>
            <p:ph type="title"/>
          </p:nvPr>
        </p:nvSpPr>
        <p:spPr>
          <a:xfrm>
            <a:off x="720000" y="1560650"/>
            <a:ext cx="3519300" cy="16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377" name="Google Shape;6377;p225"/>
          <p:cNvSpPr txBox="1">
            <a:spLocks noGrp="1"/>
          </p:cNvSpPr>
          <p:nvPr>
            <p:ph type="subTitle" idx="1"/>
          </p:nvPr>
        </p:nvSpPr>
        <p:spPr>
          <a:xfrm rot="684086">
            <a:off x="5771626" y="1941489"/>
            <a:ext cx="1878775" cy="154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9" name="Google Shape;6379;p22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380" name="Google Shape;6380;p22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1" name="Google Shape;6381;p22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2" name="Google Shape;6382;p22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3" name="Google Shape;6383;p22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4" name="Google Shape;6384;p22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5" name="Google Shape;6385;p22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6" name="Google Shape;6386;p22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7" name="Google Shape;6387;p22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8" name="Google Shape;6388;p22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9" name="Google Shape;6389;p22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0" name="Google Shape;6390;p22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1" name="Google Shape;6391;p22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2" name="Google Shape;6392;p22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3" name="Google Shape;6393;p22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4" name="Google Shape;6394;p22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5" name="Google Shape;6395;p22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6" name="Google Shape;6396;p22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7" name="Google Shape;6397;p22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8" name="Google Shape;6398;p22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99" name="Google Shape;6399;p226"/>
          <p:cNvSpPr txBox="1">
            <a:spLocks noGrp="1"/>
          </p:cNvSpPr>
          <p:nvPr>
            <p:ph type="title"/>
          </p:nvPr>
        </p:nvSpPr>
        <p:spPr>
          <a:xfrm>
            <a:off x="1061575" y="1472687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400" name="Google Shape;6400;p226"/>
          <p:cNvSpPr txBox="1">
            <a:spLocks noGrp="1"/>
          </p:cNvSpPr>
          <p:nvPr>
            <p:ph type="body" idx="1"/>
          </p:nvPr>
        </p:nvSpPr>
        <p:spPr>
          <a:xfrm>
            <a:off x="1061575" y="2468991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6401" name="Google Shape;6401;p226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02" name="Google Shape;6402;p226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4" name="Google Shape;6404;p227"/>
          <p:cNvSpPr txBox="1">
            <a:spLocks noGrp="1"/>
          </p:cNvSpPr>
          <p:nvPr>
            <p:ph type="title"/>
          </p:nvPr>
        </p:nvSpPr>
        <p:spPr>
          <a:xfrm>
            <a:off x="3223200" y="1570950"/>
            <a:ext cx="2697600" cy="20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6" name="Google Shape;6406;p22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407" name="Google Shape;6407;p22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8" name="Google Shape;6408;p22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9" name="Google Shape;6409;p22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0" name="Google Shape;6410;p22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1" name="Google Shape;6411;p22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2" name="Google Shape;6412;p22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3" name="Google Shape;6413;p22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4" name="Google Shape;6414;p22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5" name="Google Shape;6415;p22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6" name="Google Shape;6416;p22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7" name="Google Shape;6417;p22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8" name="Google Shape;6418;p22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9" name="Google Shape;6419;p22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0" name="Google Shape;6420;p22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1" name="Google Shape;6421;p22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2" name="Google Shape;6422;p22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3" name="Google Shape;6423;p22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4" name="Google Shape;6424;p22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5" name="Google Shape;6425;p22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426" name="Google Shape;6426;p228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27" name="Google Shape;6427;p228"/>
          <p:cNvSpPr txBox="1">
            <a:spLocks noGrp="1"/>
          </p:cNvSpPr>
          <p:nvPr>
            <p:ph type="title" hasCustomPrompt="1"/>
          </p:nvPr>
        </p:nvSpPr>
        <p:spPr>
          <a:xfrm>
            <a:off x="1768200" y="1654521"/>
            <a:ext cx="5607600" cy="8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28" name="Google Shape;6428;p228"/>
          <p:cNvSpPr txBox="1">
            <a:spLocks noGrp="1"/>
          </p:cNvSpPr>
          <p:nvPr>
            <p:ph type="body" idx="1"/>
          </p:nvPr>
        </p:nvSpPr>
        <p:spPr>
          <a:xfrm>
            <a:off x="2710050" y="2650221"/>
            <a:ext cx="3723900" cy="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" name="Google Shape;6430;p2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2" name="Google Shape;6432;p230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6433" name="Google Shape;6433;p230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434" name="Google Shape;6434;p23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35" name="Google Shape;6435;p230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6436" name="Google Shape;6436;p23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7" name="Google Shape;6437;p23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8" name="Google Shape;6438;p23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9" name="Google Shape;6439;p23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0" name="Google Shape;6440;p23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1" name="Google Shape;6441;p23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2" name="Google Shape;6442;p23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3" name="Google Shape;6443;p23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4" name="Google Shape;6444;p23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5" name="Google Shape;6445;p23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6" name="Google Shape;6446;p23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7" name="Google Shape;6447;p23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8" name="Google Shape;6448;p23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9" name="Google Shape;6449;p23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0" name="Google Shape;6450;p23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51" name="Google Shape;6451;p230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6452" name="Google Shape;6452;p23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3" name="Google Shape;6453;p23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4" name="Google Shape;6454;p23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5" name="Google Shape;6455;p23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6" name="Google Shape;6456;p23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7" name="Google Shape;6457;p23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8" name="Google Shape;6458;p23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9" name="Google Shape;6459;p23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0" name="Google Shape;6460;p23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1" name="Google Shape;6461;p23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2" name="Google Shape;6462;p23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3" name="Google Shape;6463;p23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4" name="Google Shape;6464;p23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5" name="Google Shape;6465;p23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6" name="Google Shape;6466;p23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467" name="Google Shape;6467;p230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8" name="Google Shape;6468;p230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9" name="Google Shape;6469;p230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0" name="Google Shape;6470;p230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1" name="Google Shape;6471;p230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2" name="Google Shape;6472;p23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473" name="Google Shape;6473;p2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68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474" name="Google Shape;6474;p230"/>
          <p:cNvSpPr txBox="1">
            <a:spLocks noGrp="1"/>
          </p:cNvSpPr>
          <p:nvPr>
            <p:ph type="subTitle" idx="1"/>
          </p:nvPr>
        </p:nvSpPr>
        <p:spPr>
          <a:xfrm>
            <a:off x="90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75" name="Google Shape;6475;p230"/>
          <p:cNvSpPr txBox="1">
            <a:spLocks noGrp="1"/>
          </p:cNvSpPr>
          <p:nvPr>
            <p:ph type="subTitle" idx="2"/>
          </p:nvPr>
        </p:nvSpPr>
        <p:spPr>
          <a:xfrm>
            <a:off x="5676900" y="3292127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76" name="Google Shape;6476;p230"/>
          <p:cNvSpPr txBox="1">
            <a:spLocks noGrp="1"/>
          </p:cNvSpPr>
          <p:nvPr>
            <p:ph type="subTitle" idx="3"/>
          </p:nvPr>
        </p:nvSpPr>
        <p:spPr>
          <a:xfrm>
            <a:off x="90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77" name="Google Shape;6477;p230"/>
          <p:cNvSpPr txBox="1">
            <a:spLocks noGrp="1"/>
          </p:cNvSpPr>
          <p:nvPr>
            <p:ph type="subTitle" idx="4"/>
          </p:nvPr>
        </p:nvSpPr>
        <p:spPr>
          <a:xfrm>
            <a:off x="5676900" y="15845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78" name="Google Shape;6478;p230"/>
          <p:cNvSpPr txBox="1">
            <a:spLocks noGrp="1"/>
          </p:cNvSpPr>
          <p:nvPr>
            <p:ph type="subTitle" idx="5"/>
          </p:nvPr>
        </p:nvSpPr>
        <p:spPr>
          <a:xfrm>
            <a:off x="90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79" name="Google Shape;6479;p230"/>
          <p:cNvSpPr txBox="1">
            <a:spLocks noGrp="1"/>
          </p:cNvSpPr>
          <p:nvPr>
            <p:ph type="subTitle" idx="6"/>
          </p:nvPr>
        </p:nvSpPr>
        <p:spPr>
          <a:xfrm>
            <a:off x="5676900" y="2048743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80" name="Google Shape;6480;p230"/>
          <p:cNvSpPr txBox="1">
            <a:spLocks noGrp="1"/>
          </p:cNvSpPr>
          <p:nvPr>
            <p:ph type="subTitle" idx="7"/>
          </p:nvPr>
        </p:nvSpPr>
        <p:spPr>
          <a:xfrm>
            <a:off x="90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81" name="Google Shape;6481;p230"/>
          <p:cNvSpPr txBox="1">
            <a:spLocks noGrp="1"/>
          </p:cNvSpPr>
          <p:nvPr>
            <p:ph type="subTitle" idx="8"/>
          </p:nvPr>
        </p:nvSpPr>
        <p:spPr>
          <a:xfrm>
            <a:off x="5676900" y="3755202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">
    <p:spTree>
      <p:nvGrpSpPr>
        <p:cNvPr id="1" name="Shape 6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3" name="Google Shape;6483;p23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484" name="Google Shape;6484;p23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5" name="Google Shape;6485;p23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6" name="Google Shape;6486;p23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7" name="Google Shape;6487;p23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8" name="Google Shape;6488;p23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9" name="Google Shape;6489;p23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0" name="Google Shape;6490;p23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1" name="Google Shape;6491;p23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2" name="Google Shape;6492;p23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3" name="Google Shape;6493;p23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4" name="Google Shape;6494;p23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5" name="Google Shape;6495;p23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6" name="Google Shape;6496;p23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7" name="Google Shape;6497;p23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8" name="Google Shape;6498;p23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9" name="Google Shape;6499;p23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0" name="Google Shape;6500;p23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1" name="Google Shape;6501;p23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2" name="Google Shape;6502;p23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3" name="Google Shape;6503;p23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4" name="Google Shape;6504;p23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5" name="Google Shape;6505;p23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06" name="Google Shape;6506;p231"/>
          <p:cNvSpPr txBox="1">
            <a:spLocks noGrp="1"/>
          </p:cNvSpPr>
          <p:nvPr>
            <p:ph type="ctrTitle"/>
          </p:nvPr>
        </p:nvSpPr>
        <p:spPr>
          <a:xfrm>
            <a:off x="5908324" y="1290427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07" name="Google Shape;6507;p231"/>
          <p:cNvSpPr txBox="1">
            <a:spLocks noGrp="1"/>
          </p:cNvSpPr>
          <p:nvPr>
            <p:ph type="subTitle" idx="1"/>
          </p:nvPr>
        </p:nvSpPr>
        <p:spPr>
          <a:xfrm>
            <a:off x="590832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08" name="Google Shape;6508;p231"/>
          <p:cNvSpPr txBox="1">
            <a:spLocks noGrp="1"/>
          </p:cNvSpPr>
          <p:nvPr>
            <p:ph type="title" idx="2" hasCustomPrompt="1"/>
          </p:nvPr>
        </p:nvSpPr>
        <p:spPr>
          <a:xfrm>
            <a:off x="4903953" y="1280000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6509" name="Google Shape;6509;p231"/>
          <p:cNvSpPr txBox="1">
            <a:spLocks noGrp="1"/>
          </p:cNvSpPr>
          <p:nvPr>
            <p:ph type="subTitle" idx="3"/>
          </p:nvPr>
        </p:nvSpPr>
        <p:spPr>
          <a:xfrm>
            <a:off x="590832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10" name="Google Shape;6510;p231"/>
          <p:cNvSpPr txBox="1">
            <a:spLocks noGrp="1"/>
          </p:cNvSpPr>
          <p:nvPr>
            <p:ph type="title" idx="4" hasCustomPrompt="1"/>
          </p:nvPr>
        </p:nvSpPr>
        <p:spPr>
          <a:xfrm>
            <a:off x="4903953" y="327730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6511" name="Google Shape;6511;p231"/>
          <p:cNvSpPr txBox="1">
            <a:spLocks noGrp="1"/>
          </p:cNvSpPr>
          <p:nvPr>
            <p:ph type="subTitle" idx="5"/>
          </p:nvPr>
        </p:nvSpPr>
        <p:spPr>
          <a:xfrm>
            <a:off x="5908324" y="2589180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12" name="Google Shape;6512;p231"/>
          <p:cNvSpPr txBox="1">
            <a:spLocks noGrp="1"/>
          </p:cNvSpPr>
          <p:nvPr>
            <p:ph type="title" idx="6" hasCustomPrompt="1"/>
          </p:nvPr>
        </p:nvSpPr>
        <p:spPr>
          <a:xfrm>
            <a:off x="4903953" y="2306644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6513" name="Google Shape;6513;p231"/>
          <p:cNvSpPr txBox="1">
            <a:spLocks noGrp="1"/>
          </p:cNvSpPr>
          <p:nvPr>
            <p:ph type="ctrTitle" idx="7"/>
          </p:nvPr>
        </p:nvSpPr>
        <p:spPr>
          <a:xfrm>
            <a:off x="5908324" y="231110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14" name="Google Shape;6514;p231"/>
          <p:cNvSpPr txBox="1">
            <a:spLocks noGrp="1"/>
          </p:cNvSpPr>
          <p:nvPr>
            <p:ph type="ctrTitle" idx="8"/>
          </p:nvPr>
        </p:nvSpPr>
        <p:spPr>
          <a:xfrm>
            <a:off x="5908324" y="328299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15" name="Google Shape;6515;p231"/>
          <p:cNvSpPr txBox="1">
            <a:spLocks noGrp="1"/>
          </p:cNvSpPr>
          <p:nvPr>
            <p:ph type="ctrTitle" idx="9"/>
          </p:nvPr>
        </p:nvSpPr>
        <p:spPr>
          <a:xfrm>
            <a:off x="1912664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16" name="Google Shape;6516;p231"/>
          <p:cNvSpPr txBox="1">
            <a:spLocks noGrp="1"/>
          </p:cNvSpPr>
          <p:nvPr>
            <p:ph type="subTitle" idx="13"/>
          </p:nvPr>
        </p:nvSpPr>
        <p:spPr>
          <a:xfrm>
            <a:off x="1912664" y="157301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17" name="Google Shape;6517;p231"/>
          <p:cNvSpPr txBox="1">
            <a:spLocks noGrp="1"/>
          </p:cNvSpPr>
          <p:nvPr>
            <p:ph type="title" idx="14" hasCustomPrompt="1"/>
          </p:nvPr>
        </p:nvSpPr>
        <p:spPr>
          <a:xfrm>
            <a:off x="784376" y="1286887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6518" name="Google Shape;6518;p231"/>
          <p:cNvSpPr txBox="1">
            <a:spLocks noGrp="1"/>
          </p:cNvSpPr>
          <p:nvPr>
            <p:ph type="subTitle" idx="15"/>
          </p:nvPr>
        </p:nvSpPr>
        <p:spPr>
          <a:xfrm>
            <a:off x="1912664" y="3563486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19" name="Google Shape;6519;p231"/>
          <p:cNvSpPr txBox="1">
            <a:spLocks noGrp="1"/>
          </p:cNvSpPr>
          <p:nvPr>
            <p:ph type="title" idx="16" hasCustomPrompt="1"/>
          </p:nvPr>
        </p:nvSpPr>
        <p:spPr>
          <a:xfrm>
            <a:off x="784376" y="3284192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6520" name="Google Shape;6520;p231"/>
          <p:cNvSpPr txBox="1">
            <a:spLocks noGrp="1"/>
          </p:cNvSpPr>
          <p:nvPr>
            <p:ph type="subTitle" idx="17"/>
          </p:nvPr>
        </p:nvSpPr>
        <p:spPr>
          <a:xfrm>
            <a:off x="1912664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21" name="Google Shape;6521;p231"/>
          <p:cNvSpPr txBox="1">
            <a:spLocks noGrp="1"/>
          </p:cNvSpPr>
          <p:nvPr>
            <p:ph type="title" idx="18" hasCustomPrompt="1"/>
          </p:nvPr>
        </p:nvSpPr>
        <p:spPr>
          <a:xfrm>
            <a:off x="784376" y="2313531"/>
            <a:ext cx="814500" cy="5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Permanent Marker"/>
              <a:buNone/>
              <a:defRPr sz="3500">
                <a:solidFill>
                  <a:schemeClr val="accent5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r>
              <a:t>xx%</a:t>
            </a:r>
          </a:p>
        </p:txBody>
      </p:sp>
      <p:sp>
        <p:nvSpPr>
          <p:cNvPr id="6522" name="Google Shape;6522;p231"/>
          <p:cNvSpPr txBox="1">
            <a:spLocks noGrp="1"/>
          </p:cNvSpPr>
          <p:nvPr>
            <p:ph type="ctrTitle" idx="19"/>
          </p:nvPr>
        </p:nvSpPr>
        <p:spPr>
          <a:xfrm>
            <a:off x="1912664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23" name="Google Shape;6523;p231"/>
          <p:cNvSpPr txBox="1">
            <a:spLocks noGrp="1"/>
          </p:cNvSpPr>
          <p:nvPr>
            <p:ph type="ctrTitle" idx="20"/>
          </p:nvPr>
        </p:nvSpPr>
        <p:spPr>
          <a:xfrm>
            <a:off x="1912664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524" name="Google Shape;6524;p231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6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6" name="Google Shape;6526;p23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527" name="Google Shape;6527;p23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8" name="Google Shape;6528;p23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9" name="Google Shape;6529;p23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0" name="Google Shape;6530;p23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1" name="Google Shape;6531;p23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2" name="Google Shape;6532;p23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3" name="Google Shape;6533;p23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4" name="Google Shape;6534;p23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5" name="Google Shape;6535;p23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6" name="Google Shape;6536;p23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7" name="Google Shape;6537;p23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8" name="Google Shape;6538;p23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9" name="Google Shape;6539;p23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0" name="Google Shape;6540;p23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1" name="Google Shape;6541;p23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2" name="Google Shape;6542;p23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3" name="Google Shape;6543;p23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4" name="Google Shape;6544;p23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5" name="Google Shape;6545;p23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6" name="Google Shape;6546;p23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7" name="Google Shape;6547;p23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8" name="Google Shape;6548;p23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49" name="Google Shape;6549;p232"/>
          <p:cNvSpPr txBox="1">
            <a:spLocks noGrp="1"/>
          </p:cNvSpPr>
          <p:nvPr>
            <p:ph type="subTitle" idx="1"/>
          </p:nvPr>
        </p:nvSpPr>
        <p:spPr>
          <a:xfrm>
            <a:off x="2059950" y="2514140"/>
            <a:ext cx="43272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50" name="Google Shape;6550;p232"/>
          <p:cNvSpPr txBox="1">
            <a:spLocks noGrp="1"/>
          </p:cNvSpPr>
          <p:nvPr>
            <p:ph type="title"/>
          </p:nvPr>
        </p:nvSpPr>
        <p:spPr>
          <a:xfrm>
            <a:off x="1080450" y="1555960"/>
            <a:ext cx="5306700" cy="8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551" name="Google Shape;6551;p232"/>
          <p:cNvSpPr txBox="1">
            <a:spLocks noGrp="1"/>
          </p:cNvSpPr>
          <p:nvPr>
            <p:ph type="title" idx="2" hasCustomPrompt="1"/>
          </p:nvPr>
        </p:nvSpPr>
        <p:spPr>
          <a:xfrm>
            <a:off x="6853050" y="2092943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6552" name="Google Shape;6552;p232"/>
          <p:cNvGrpSpPr/>
          <p:nvPr/>
        </p:nvGrpSpPr>
        <p:grpSpPr>
          <a:xfrm rot="-5072894" flipH="1">
            <a:off x="-1007770" y="1789630"/>
            <a:ext cx="3474349" cy="888902"/>
            <a:chOff x="3809875" y="1963175"/>
            <a:chExt cx="1923600" cy="492150"/>
          </a:xfrm>
        </p:grpSpPr>
        <p:sp>
          <p:nvSpPr>
            <p:cNvPr id="6553" name="Google Shape;6553;p232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4" name="Google Shape;6554;p232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5" name="Google Shape;6555;p232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6" name="Google Shape;6556;p232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7" name="Google Shape;6557;p232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8" name="Google Shape;6558;p232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9" name="Google Shape;6559;p232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0" name="Google Shape;6560;p232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1" name="Google Shape;6561;p232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2" name="Google Shape;6562;p232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3" name="Google Shape;6563;p232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64" name="Google Shape;6564;p232"/>
          <p:cNvGrpSpPr/>
          <p:nvPr/>
        </p:nvGrpSpPr>
        <p:grpSpPr>
          <a:xfrm rot="-375097">
            <a:off x="7330557" y="3418618"/>
            <a:ext cx="711742" cy="793298"/>
            <a:chOff x="6554696" y="509501"/>
            <a:chExt cx="711709" cy="793261"/>
          </a:xfrm>
        </p:grpSpPr>
        <p:sp>
          <p:nvSpPr>
            <p:cNvPr id="6565" name="Google Shape;6565;p232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6" name="Google Shape;6566;p232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6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8" name="Google Shape;6568;p233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569" name="Google Shape;6569;p23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0" name="Google Shape;6570;p23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1" name="Google Shape;6571;p23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2" name="Google Shape;6572;p23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3" name="Google Shape;6573;p23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4" name="Google Shape;6574;p23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5" name="Google Shape;6575;p23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6" name="Google Shape;6576;p23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7" name="Google Shape;6577;p23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8" name="Google Shape;6578;p23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9" name="Google Shape;6579;p23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0" name="Google Shape;6580;p23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1" name="Google Shape;6581;p23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2" name="Google Shape;6582;p23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3" name="Google Shape;6583;p23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4" name="Google Shape;6584;p23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5" name="Google Shape;6585;p23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6" name="Google Shape;6586;p23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7" name="Google Shape;6587;p23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8" name="Google Shape;6588;p23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9" name="Google Shape;6589;p23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0" name="Google Shape;6590;p23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91" name="Google Shape;6591;p233"/>
          <p:cNvSpPr txBox="1">
            <a:spLocks noGrp="1"/>
          </p:cNvSpPr>
          <p:nvPr>
            <p:ph type="title"/>
          </p:nvPr>
        </p:nvSpPr>
        <p:spPr>
          <a:xfrm>
            <a:off x="3168000" y="1478819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92" name="Google Shape;6592;p233"/>
          <p:cNvSpPr txBox="1">
            <a:spLocks noGrp="1"/>
          </p:cNvSpPr>
          <p:nvPr>
            <p:ph type="body" idx="1"/>
          </p:nvPr>
        </p:nvSpPr>
        <p:spPr>
          <a:xfrm>
            <a:off x="3168000" y="2469364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4">
    <p:spTree>
      <p:nvGrpSpPr>
        <p:cNvPr id="1" name="Shape 6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4" name="Google Shape;6594;p23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595" name="Google Shape;6595;p23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6" name="Google Shape;6596;p23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7" name="Google Shape;6597;p23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8" name="Google Shape;6598;p23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9" name="Google Shape;6599;p23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0" name="Google Shape;6600;p23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1" name="Google Shape;6601;p23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2" name="Google Shape;6602;p23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3" name="Google Shape;6603;p23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4" name="Google Shape;6604;p23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5" name="Google Shape;6605;p23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6" name="Google Shape;6606;p23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7" name="Google Shape;6607;p23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8" name="Google Shape;6608;p23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9" name="Google Shape;6609;p23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0" name="Google Shape;6610;p23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1" name="Google Shape;6611;p23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2" name="Google Shape;6612;p23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3" name="Google Shape;6613;p23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4" name="Google Shape;6614;p23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5" name="Google Shape;6615;p23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6" name="Google Shape;6616;p23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17" name="Google Shape;6617;p234"/>
          <p:cNvSpPr txBox="1">
            <a:spLocks noGrp="1"/>
          </p:cNvSpPr>
          <p:nvPr>
            <p:ph type="subTitle" idx="1"/>
          </p:nvPr>
        </p:nvSpPr>
        <p:spPr>
          <a:xfrm>
            <a:off x="398370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18" name="Google Shape;6618;p234"/>
          <p:cNvSpPr txBox="1">
            <a:spLocks noGrp="1"/>
          </p:cNvSpPr>
          <p:nvPr>
            <p:ph type="ctrTitle"/>
          </p:nvPr>
        </p:nvSpPr>
        <p:spPr>
          <a:xfrm>
            <a:off x="58758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6619" name="Google Shape;6619;p234"/>
          <p:cNvGrpSpPr/>
          <p:nvPr/>
        </p:nvGrpSpPr>
        <p:grpSpPr>
          <a:xfrm>
            <a:off x="7673759" y="-287513"/>
            <a:ext cx="788762" cy="861588"/>
            <a:chOff x="7673759" y="-287513"/>
            <a:chExt cx="788762" cy="861588"/>
          </a:xfrm>
        </p:grpSpPr>
        <p:grpSp>
          <p:nvGrpSpPr>
            <p:cNvPr id="6620" name="Google Shape;6620;p234"/>
            <p:cNvGrpSpPr/>
            <p:nvPr/>
          </p:nvGrpSpPr>
          <p:grpSpPr>
            <a:xfrm rot="350572">
              <a:off x="7712287" y="-253348"/>
              <a:ext cx="711705" cy="793257"/>
              <a:chOff x="6554696" y="509501"/>
              <a:chExt cx="711709" cy="793261"/>
            </a:xfrm>
          </p:grpSpPr>
          <p:sp>
            <p:nvSpPr>
              <p:cNvPr id="6621" name="Google Shape;6621;p234"/>
              <p:cNvSpPr/>
              <p:nvPr/>
            </p:nvSpPr>
            <p:spPr>
              <a:xfrm>
                <a:off x="6560695" y="516700"/>
                <a:ext cx="696978" cy="779230"/>
              </a:xfrm>
              <a:custGeom>
                <a:avLst/>
                <a:gdLst/>
                <a:ahLst/>
                <a:cxnLst/>
                <a:rect l="l" t="t" r="r" b="b"/>
                <a:pathLst>
                  <a:path w="20913" h="23381" extrusionOk="0">
                    <a:moveTo>
                      <a:pt x="4201" y="1"/>
                    </a:moveTo>
                    <a:cubicBezTo>
                      <a:pt x="1903" y="1"/>
                      <a:pt x="28" y="1866"/>
                      <a:pt x="28" y="4165"/>
                    </a:cubicBezTo>
                    <a:lnTo>
                      <a:pt x="1" y="17073"/>
                    </a:lnTo>
                    <a:cubicBezTo>
                      <a:pt x="1" y="18903"/>
                      <a:pt x="1190" y="20516"/>
                      <a:pt x="2930" y="21057"/>
                    </a:cubicBezTo>
                    <a:lnTo>
                      <a:pt x="9736" y="23193"/>
                    </a:lnTo>
                    <a:cubicBezTo>
                      <a:pt x="10143" y="23318"/>
                      <a:pt x="10563" y="23381"/>
                      <a:pt x="10982" y="23381"/>
                    </a:cubicBezTo>
                    <a:cubicBezTo>
                      <a:pt x="11444" y="23381"/>
                      <a:pt x="11906" y="23304"/>
                      <a:pt x="12350" y="23148"/>
                    </a:cubicBezTo>
                    <a:lnTo>
                      <a:pt x="18092" y="21147"/>
                    </a:lnTo>
                    <a:cubicBezTo>
                      <a:pt x="19759" y="20570"/>
                      <a:pt x="20886" y="18993"/>
                      <a:pt x="20886" y="17217"/>
                    </a:cubicBezTo>
                    <a:lnTo>
                      <a:pt x="20913" y="4201"/>
                    </a:lnTo>
                    <a:cubicBezTo>
                      <a:pt x="20913" y="1903"/>
                      <a:pt x="19047" y="28"/>
                      <a:pt x="16748" y="28"/>
                    </a:cubicBezTo>
                    <a:lnTo>
                      <a:pt x="4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2" name="Google Shape;6622;p234"/>
              <p:cNvSpPr/>
              <p:nvPr/>
            </p:nvSpPr>
            <p:spPr>
              <a:xfrm>
                <a:off x="6554696" y="509501"/>
                <a:ext cx="711709" cy="793261"/>
              </a:xfrm>
              <a:custGeom>
                <a:avLst/>
                <a:gdLst/>
                <a:ahLst/>
                <a:cxnLst/>
                <a:rect l="l" t="t" r="r" b="b"/>
                <a:pathLst>
                  <a:path w="21355" h="23802" extrusionOk="0">
                    <a:moveTo>
                      <a:pt x="5138" y="442"/>
                    </a:moveTo>
                    <a:lnTo>
                      <a:pt x="7572" y="451"/>
                    </a:lnTo>
                    <a:lnTo>
                      <a:pt x="12440" y="469"/>
                    </a:lnTo>
                    <a:lnTo>
                      <a:pt x="14873" y="469"/>
                    </a:lnTo>
                    <a:lnTo>
                      <a:pt x="16090" y="478"/>
                    </a:lnTo>
                    <a:cubicBezTo>
                      <a:pt x="16249" y="478"/>
                      <a:pt x="16412" y="477"/>
                      <a:pt x="16574" y="477"/>
                    </a:cubicBezTo>
                    <a:cubicBezTo>
                      <a:pt x="16817" y="477"/>
                      <a:pt x="17058" y="480"/>
                      <a:pt x="17280" y="496"/>
                    </a:cubicBezTo>
                    <a:cubicBezTo>
                      <a:pt x="17659" y="541"/>
                      <a:pt x="18037" y="622"/>
                      <a:pt x="18389" y="766"/>
                    </a:cubicBezTo>
                    <a:cubicBezTo>
                      <a:pt x="18740" y="920"/>
                      <a:pt x="19083" y="1109"/>
                      <a:pt x="19380" y="1352"/>
                    </a:cubicBezTo>
                    <a:cubicBezTo>
                      <a:pt x="19669" y="1596"/>
                      <a:pt x="19939" y="1866"/>
                      <a:pt x="20155" y="2191"/>
                    </a:cubicBezTo>
                    <a:cubicBezTo>
                      <a:pt x="20363" y="2506"/>
                      <a:pt x="20534" y="2849"/>
                      <a:pt x="20651" y="3209"/>
                    </a:cubicBezTo>
                    <a:cubicBezTo>
                      <a:pt x="20759" y="3579"/>
                      <a:pt x="20832" y="3948"/>
                      <a:pt x="20832" y="4336"/>
                    </a:cubicBezTo>
                    <a:cubicBezTo>
                      <a:pt x="20841" y="4733"/>
                      <a:pt x="20832" y="5147"/>
                      <a:pt x="20832" y="5544"/>
                    </a:cubicBezTo>
                    <a:lnTo>
                      <a:pt x="20841" y="7978"/>
                    </a:lnTo>
                    <a:lnTo>
                      <a:pt x="20850" y="12845"/>
                    </a:lnTo>
                    <a:lnTo>
                      <a:pt x="20850" y="15279"/>
                    </a:lnTo>
                    <a:lnTo>
                      <a:pt x="20850" y="16496"/>
                    </a:lnTo>
                    <a:lnTo>
                      <a:pt x="20850" y="17109"/>
                    </a:lnTo>
                    <a:lnTo>
                      <a:pt x="20859" y="17406"/>
                    </a:lnTo>
                    <a:lnTo>
                      <a:pt x="20841" y="17704"/>
                    </a:lnTo>
                    <a:cubicBezTo>
                      <a:pt x="20795" y="18470"/>
                      <a:pt x="20516" y="19218"/>
                      <a:pt x="20047" y="19831"/>
                    </a:cubicBezTo>
                    <a:cubicBezTo>
                      <a:pt x="19579" y="20453"/>
                      <a:pt x="18930" y="20921"/>
                      <a:pt x="18208" y="21183"/>
                    </a:cubicBezTo>
                    <a:lnTo>
                      <a:pt x="13602" y="22769"/>
                    </a:lnTo>
                    <a:lnTo>
                      <a:pt x="12458" y="23175"/>
                    </a:lnTo>
                    <a:cubicBezTo>
                      <a:pt x="12088" y="23292"/>
                      <a:pt x="11709" y="23364"/>
                      <a:pt x="11322" y="23382"/>
                    </a:cubicBezTo>
                    <a:cubicBezTo>
                      <a:pt x="11267" y="23385"/>
                      <a:pt x="11211" y="23386"/>
                      <a:pt x="11156" y="23386"/>
                    </a:cubicBezTo>
                    <a:cubicBezTo>
                      <a:pt x="10830" y="23386"/>
                      <a:pt x="10500" y="23342"/>
                      <a:pt x="10177" y="23265"/>
                    </a:cubicBezTo>
                    <a:cubicBezTo>
                      <a:pt x="9997" y="23211"/>
                      <a:pt x="9798" y="23148"/>
                      <a:pt x="9609" y="23085"/>
                    </a:cubicBezTo>
                    <a:lnTo>
                      <a:pt x="9023" y="22905"/>
                    </a:lnTo>
                    <a:lnTo>
                      <a:pt x="4381" y="21453"/>
                    </a:lnTo>
                    <a:lnTo>
                      <a:pt x="3218" y="21093"/>
                    </a:lnTo>
                    <a:cubicBezTo>
                      <a:pt x="2849" y="20976"/>
                      <a:pt x="2497" y="20813"/>
                      <a:pt x="2173" y="20597"/>
                    </a:cubicBezTo>
                    <a:cubicBezTo>
                      <a:pt x="1542" y="20173"/>
                      <a:pt x="1001" y="19578"/>
                      <a:pt x="676" y="18866"/>
                    </a:cubicBezTo>
                    <a:cubicBezTo>
                      <a:pt x="505" y="18515"/>
                      <a:pt x="397" y="18136"/>
                      <a:pt x="343" y="17749"/>
                    </a:cubicBezTo>
                    <a:cubicBezTo>
                      <a:pt x="298" y="17361"/>
                      <a:pt x="316" y="16955"/>
                      <a:pt x="316" y="16550"/>
                    </a:cubicBezTo>
                    <a:lnTo>
                      <a:pt x="334" y="14116"/>
                    </a:lnTo>
                    <a:lnTo>
                      <a:pt x="388" y="9248"/>
                    </a:lnTo>
                    <a:cubicBezTo>
                      <a:pt x="397" y="7626"/>
                      <a:pt x="406" y="6003"/>
                      <a:pt x="415" y="4381"/>
                    </a:cubicBezTo>
                    <a:cubicBezTo>
                      <a:pt x="424" y="3993"/>
                      <a:pt x="478" y="3606"/>
                      <a:pt x="586" y="3245"/>
                    </a:cubicBezTo>
                    <a:cubicBezTo>
                      <a:pt x="703" y="2876"/>
                      <a:pt x="866" y="2524"/>
                      <a:pt x="1082" y="2200"/>
                    </a:cubicBezTo>
                    <a:cubicBezTo>
                      <a:pt x="1298" y="1884"/>
                      <a:pt x="1551" y="1596"/>
                      <a:pt x="1848" y="1343"/>
                    </a:cubicBezTo>
                    <a:cubicBezTo>
                      <a:pt x="2155" y="1109"/>
                      <a:pt x="2479" y="902"/>
                      <a:pt x="2831" y="748"/>
                    </a:cubicBezTo>
                    <a:cubicBezTo>
                      <a:pt x="3191" y="604"/>
                      <a:pt x="3561" y="505"/>
                      <a:pt x="3948" y="460"/>
                    </a:cubicBezTo>
                    <a:cubicBezTo>
                      <a:pt x="4039" y="451"/>
                      <a:pt x="4138" y="451"/>
                      <a:pt x="4237" y="442"/>
                    </a:cubicBezTo>
                    <a:close/>
                    <a:moveTo>
                      <a:pt x="4381" y="0"/>
                    </a:moveTo>
                    <a:lnTo>
                      <a:pt x="4219" y="9"/>
                    </a:lnTo>
                    <a:cubicBezTo>
                      <a:pt x="4111" y="18"/>
                      <a:pt x="4003" y="18"/>
                      <a:pt x="3894" y="27"/>
                    </a:cubicBezTo>
                    <a:cubicBezTo>
                      <a:pt x="3471" y="81"/>
                      <a:pt x="3056" y="190"/>
                      <a:pt x="2668" y="352"/>
                    </a:cubicBezTo>
                    <a:cubicBezTo>
                      <a:pt x="2272" y="523"/>
                      <a:pt x="1911" y="748"/>
                      <a:pt x="1578" y="1019"/>
                    </a:cubicBezTo>
                    <a:cubicBezTo>
                      <a:pt x="1253" y="1289"/>
                      <a:pt x="965" y="1614"/>
                      <a:pt x="731" y="1965"/>
                    </a:cubicBezTo>
                    <a:cubicBezTo>
                      <a:pt x="496" y="2326"/>
                      <a:pt x="316" y="2713"/>
                      <a:pt x="190" y="3119"/>
                    </a:cubicBezTo>
                    <a:cubicBezTo>
                      <a:pt x="63" y="3534"/>
                      <a:pt x="9" y="3957"/>
                      <a:pt x="0" y="4381"/>
                    </a:cubicBezTo>
                    <a:cubicBezTo>
                      <a:pt x="0" y="6003"/>
                      <a:pt x="0" y="7626"/>
                      <a:pt x="9" y="9248"/>
                    </a:cubicBezTo>
                    <a:lnTo>
                      <a:pt x="54" y="14116"/>
                    </a:lnTo>
                    <a:lnTo>
                      <a:pt x="54" y="16550"/>
                    </a:lnTo>
                    <a:lnTo>
                      <a:pt x="54" y="17154"/>
                    </a:lnTo>
                    <a:cubicBezTo>
                      <a:pt x="54" y="17253"/>
                      <a:pt x="54" y="17361"/>
                      <a:pt x="63" y="17469"/>
                    </a:cubicBezTo>
                    <a:cubicBezTo>
                      <a:pt x="63" y="17568"/>
                      <a:pt x="72" y="17676"/>
                      <a:pt x="81" y="17776"/>
                    </a:cubicBezTo>
                    <a:cubicBezTo>
                      <a:pt x="127" y="18190"/>
                      <a:pt x="217" y="18605"/>
                      <a:pt x="370" y="19002"/>
                    </a:cubicBezTo>
                    <a:cubicBezTo>
                      <a:pt x="676" y="19786"/>
                      <a:pt x="1226" y="20489"/>
                      <a:pt x="1947" y="20949"/>
                    </a:cubicBezTo>
                    <a:cubicBezTo>
                      <a:pt x="2299" y="21183"/>
                      <a:pt x="2696" y="21363"/>
                      <a:pt x="3092" y="21489"/>
                    </a:cubicBezTo>
                    <a:lnTo>
                      <a:pt x="4255" y="21859"/>
                    </a:lnTo>
                    <a:lnTo>
                      <a:pt x="8897" y="23310"/>
                    </a:lnTo>
                    <a:lnTo>
                      <a:pt x="9483" y="23490"/>
                    </a:lnTo>
                    <a:cubicBezTo>
                      <a:pt x="9672" y="23554"/>
                      <a:pt x="9862" y="23617"/>
                      <a:pt x="10078" y="23671"/>
                    </a:cubicBezTo>
                    <a:cubicBezTo>
                      <a:pt x="10418" y="23761"/>
                      <a:pt x="10777" y="23801"/>
                      <a:pt x="11133" y="23801"/>
                    </a:cubicBezTo>
                    <a:cubicBezTo>
                      <a:pt x="11202" y="23801"/>
                      <a:pt x="11271" y="23800"/>
                      <a:pt x="11340" y="23797"/>
                    </a:cubicBezTo>
                    <a:cubicBezTo>
                      <a:pt x="11764" y="23779"/>
                      <a:pt x="12187" y="23698"/>
                      <a:pt x="12593" y="23563"/>
                    </a:cubicBezTo>
                    <a:lnTo>
                      <a:pt x="13738" y="23157"/>
                    </a:lnTo>
                    <a:lnTo>
                      <a:pt x="18335" y="21552"/>
                    </a:lnTo>
                    <a:cubicBezTo>
                      <a:pt x="19137" y="21273"/>
                      <a:pt x="19858" y="20759"/>
                      <a:pt x="20372" y="20083"/>
                    </a:cubicBezTo>
                    <a:cubicBezTo>
                      <a:pt x="20895" y="19407"/>
                      <a:pt x="21210" y="18578"/>
                      <a:pt x="21273" y="17731"/>
                    </a:cubicBezTo>
                    <a:lnTo>
                      <a:pt x="21282" y="17406"/>
                    </a:lnTo>
                    <a:lnTo>
                      <a:pt x="21282" y="17109"/>
                    </a:lnTo>
                    <a:lnTo>
                      <a:pt x="21291" y="16496"/>
                    </a:lnTo>
                    <a:lnTo>
                      <a:pt x="21291" y="15279"/>
                    </a:lnTo>
                    <a:lnTo>
                      <a:pt x="21309" y="12845"/>
                    </a:lnTo>
                    <a:lnTo>
                      <a:pt x="21327" y="7978"/>
                    </a:lnTo>
                    <a:lnTo>
                      <a:pt x="21345" y="5544"/>
                    </a:lnTo>
                    <a:cubicBezTo>
                      <a:pt x="21345" y="5138"/>
                      <a:pt x="21354" y="4742"/>
                      <a:pt x="21345" y="4327"/>
                    </a:cubicBezTo>
                    <a:cubicBezTo>
                      <a:pt x="21336" y="3894"/>
                      <a:pt x="21255" y="3471"/>
                      <a:pt x="21129" y="3056"/>
                    </a:cubicBezTo>
                    <a:cubicBezTo>
                      <a:pt x="20994" y="2650"/>
                      <a:pt x="20795" y="2263"/>
                      <a:pt x="20561" y="1911"/>
                    </a:cubicBezTo>
                    <a:cubicBezTo>
                      <a:pt x="20309" y="1551"/>
                      <a:pt x="20011" y="1244"/>
                      <a:pt x="19678" y="974"/>
                    </a:cubicBezTo>
                    <a:cubicBezTo>
                      <a:pt x="19344" y="694"/>
                      <a:pt x="18966" y="487"/>
                      <a:pt x="18569" y="325"/>
                    </a:cubicBezTo>
                    <a:cubicBezTo>
                      <a:pt x="18172" y="153"/>
                      <a:pt x="17749" y="72"/>
                      <a:pt x="17325" y="18"/>
                    </a:cubicBezTo>
                    <a:cubicBezTo>
                      <a:pt x="17109" y="5"/>
                      <a:pt x="16901" y="2"/>
                      <a:pt x="16698" y="2"/>
                    </a:cubicBezTo>
                    <a:cubicBezTo>
                      <a:pt x="16596" y="2"/>
                      <a:pt x="16494" y="3"/>
                      <a:pt x="16393" y="3"/>
                    </a:cubicBezTo>
                    <a:cubicBezTo>
                      <a:pt x="16292" y="3"/>
                      <a:pt x="16192" y="2"/>
                      <a:pt x="160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23" name="Google Shape;6623;p234"/>
            <p:cNvSpPr/>
            <p:nvPr/>
          </p:nvSpPr>
          <p:spPr>
            <a:xfrm rot="442426">
              <a:off x="8229710" y="-161880"/>
              <a:ext cx="102851" cy="55127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5">
    <p:spTree>
      <p:nvGrpSpPr>
        <p:cNvPr id="1" name="Shape 6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5" name="Google Shape;6625;p23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626" name="Google Shape;6626;p23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7" name="Google Shape;6627;p23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8" name="Google Shape;6628;p23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9" name="Google Shape;6629;p23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0" name="Google Shape;6630;p23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1" name="Google Shape;6631;p23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2" name="Google Shape;6632;p23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3" name="Google Shape;6633;p23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4" name="Google Shape;6634;p23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5" name="Google Shape;6635;p23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6" name="Google Shape;6636;p23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7" name="Google Shape;6637;p23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8" name="Google Shape;6638;p23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9" name="Google Shape;6639;p23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0" name="Google Shape;6640;p23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1" name="Google Shape;6641;p23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2" name="Google Shape;6642;p23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3" name="Google Shape;6643;p23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4" name="Google Shape;6644;p23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5" name="Google Shape;6645;p23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6" name="Google Shape;6646;p23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7" name="Google Shape;6647;p23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48" name="Google Shape;6648;p235"/>
          <p:cNvSpPr txBox="1">
            <a:spLocks noGrp="1"/>
          </p:cNvSpPr>
          <p:nvPr>
            <p:ph type="subTitle" idx="1"/>
          </p:nvPr>
        </p:nvSpPr>
        <p:spPr>
          <a:xfrm>
            <a:off x="235185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49" name="Google Shape;6649;p235"/>
          <p:cNvSpPr txBox="1">
            <a:spLocks noGrp="1"/>
          </p:cNvSpPr>
          <p:nvPr>
            <p:ph type="ctrTitle"/>
          </p:nvPr>
        </p:nvSpPr>
        <p:spPr>
          <a:xfrm>
            <a:off x="32979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6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1" name="Google Shape;6651;p236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652" name="Google Shape;6652;p23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3" name="Google Shape;6653;p23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4" name="Google Shape;6654;p23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5" name="Google Shape;6655;p23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6" name="Google Shape;6656;p23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7" name="Google Shape;6657;p23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8" name="Google Shape;6658;p23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9" name="Google Shape;6659;p23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0" name="Google Shape;6660;p23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1" name="Google Shape;6661;p23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2" name="Google Shape;6662;p23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3" name="Google Shape;6663;p23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4" name="Google Shape;6664;p23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5" name="Google Shape;6665;p23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6" name="Google Shape;6666;p23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7" name="Google Shape;6667;p23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8" name="Google Shape;6668;p23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9" name="Google Shape;6669;p23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0" name="Google Shape;6670;p23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1" name="Google Shape;6671;p23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2" name="Google Shape;6672;p23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3" name="Google Shape;6673;p23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74" name="Google Shape;6674;p236"/>
          <p:cNvSpPr txBox="1">
            <a:spLocks noGrp="1"/>
          </p:cNvSpPr>
          <p:nvPr>
            <p:ph type="subTitle" idx="1"/>
          </p:nvPr>
        </p:nvSpPr>
        <p:spPr>
          <a:xfrm>
            <a:off x="906900" y="298732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75" name="Google Shape;6675;p236"/>
          <p:cNvSpPr txBox="1">
            <a:spLocks noGrp="1"/>
          </p:cNvSpPr>
          <p:nvPr>
            <p:ph type="subTitle" idx="2"/>
          </p:nvPr>
        </p:nvSpPr>
        <p:spPr>
          <a:xfrm>
            <a:off x="906900" y="12797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76" name="Google Shape;6676;p236"/>
          <p:cNvSpPr txBox="1">
            <a:spLocks noGrp="1"/>
          </p:cNvSpPr>
          <p:nvPr>
            <p:ph type="subTitle" idx="3"/>
          </p:nvPr>
        </p:nvSpPr>
        <p:spPr>
          <a:xfrm>
            <a:off x="906900" y="1743949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77" name="Google Shape;6677;p236"/>
          <p:cNvSpPr txBox="1">
            <a:spLocks noGrp="1"/>
          </p:cNvSpPr>
          <p:nvPr>
            <p:ph type="subTitle" idx="4"/>
          </p:nvPr>
        </p:nvSpPr>
        <p:spPr>
          <a:xfrm>
            <a:off x="906900" y="3464338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78" name="Google Shape;6678;p2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7">
    <p:spTree>
      <p:nvGrpSpPr>
        <p:cNvPr id="1" name="Shape 6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0" name="Google Shape;6680;p23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681" name="Google Shape;6681;p23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2" name="Google Shape;6682;p23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3" name="Google Shape;6683;p23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4" name="Google Shape;6684;p23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5" name="Google Shape;6685;p23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6" name="Google Shape;6686;p23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7" name="Google Shape;6687;p23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8" name="Google Shape;6688;p23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9" name="Google Shape;6689;p23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0" name="Google Shape;6690;p23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1" name="Google Shape;6691;p23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2" name="Google Shape;6692;p23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3" name="Google Shape;6693;p23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4" name="Google Shape;6694;p23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5" name="Google Shape;6695;p23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6" name="Google Shape;6696;p23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7" name="Google Shape;6697;p23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8" name="Google Shape;6698;p23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9" name="Google Shape;6699;p23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0" name="Google Shape;6700;p23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1" name="Google Shape;6701;p23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2" name="Google Shape;6702;p23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03" name="Google Shape;6703;p237"/>
          <p:cNvSpPr txBox="1">
            <a:spLocks noGrp="1"/>
          </p:cNvSpPr>
          <p:nvPr>
            <p:ph type="ctrTitle"/>
          </p:nvPr>
        </p:nvSpPr>
        <p:spPr>
          <a:xfrm>
            <a:off x="52729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704" name="Google Shape;6704;p237"/>
          <p:cNvSpPr txBox="1">
            <a:spLocks noGrp="1"/>
          </p:cNvSpPr>
          <p:nvPr>
            <p:ph type="subTitle" idx="1"/>
          </p:nvPr>
        </p:nvSpPr>
        <p:spPr>
          <a:xfrm>
            <a:off x="52729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05" name="Google Shape;6705;p237"/>
          <p:cNvSpPr txBox="1">
            <a:spLocks noGrp="1"/>
          </p:cNvSpPr>
          <p:nvPr>
            <p:ph type="subTitle" idx="2"/>
          </p:nvPr>
        </p:nvSpPr>
        <p:spPr>
          <a:xfrm>
            <a:off x="52729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06" name="Google Shape;6706;p237"/>
          <p:cNvSpPr txBox="1">
            <a:spLocks noGrp="1"/>
          </p:cNvSpPr>
          <p:nvPr>
            <p:ph type="ctrTitle" idx="3"/>
          </p:nvPr>
        </p:nvSpPr>
        <p:spPr>
          <a:xfrm>
            <a:off x="52729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707" name="Google Shape;6707;p237"/>
          <p:cNvSpPr txBox="1">
            <a:spLocks noGrp="1"/>
          </p:cNvSpPr>
          <p:nvPr>
            <p:ph type="ctrTitle" idx="4"/>
          </p:nvPr>
        </p:nvSpPr>
        <p:spPr>
          <a:xfrm>
            <a:off x="14197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708" name="Google Shape;6708;p237"/>
          <p:cNvSpPr txBox="1">
            <a:spLocks noGrp="1"/>
          </p:cNvSpPr>
          <p:nvPr>
            <p:ph type="subTitle" idx="5"/>
          </p:nvPr>
        </p:nvSpPr>
        <p:spPr>
          <a:xfrm>
            <a:off x="14197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09" name="Google Shape;6709;p237"/>
          <p:cNvSpPr txBox="1">
            <a:spLocks noGrp="1"/>
          </p:cNvSpPr>
          <p:nvPr>
            <p:ph type="subTitle" idx="6"/>
          </p:nvPr>
        </p:nvSpPr>
        <p:spPr>
          <a:xfrm>
            <a:off x="14197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10" name="Google Shape;6710;p237"/>
          <p:cNvSpPr txBox="1">
            <a:spLocks noGrp="1"/>
          </p:cNvSpPr>
          <p:nvPr>
            <p:ph type="ctrTitle" idx="7"/>
          </p:nvPr>
        </p:nvSpPr>
        <p:spPr>
          <a:xfrm>
            <a:off x="14197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711" name="Google Shape;6711;p237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Shape 6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3" name="Google Shape;6713;p238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6714" name="Google Shape;6714;p238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715" name="Google Shape;6715;p23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716" name="Google Shape;6716;p238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6717" name="Google Shape;6717;p23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8" name="Google Shape;6718;p23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9" name="Google Shape;6719;p23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0" name="Google Shape;6720;p23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1" name="Google Shape;6721;p23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2" name="Google Shape;6722;p23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3" name="Google Shape;6723;p23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4" name="Google Shape;6724;p23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5" name="Google Shape;6725;p23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6" name="Google Shape;6726;p23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7" name="Google Shape;6727;p23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8" name="Google Shape;6728;p23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9" name="Google Shape;6729;p23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0" name="Google Shape;6730;p23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1" name="Google Shape;6731;p23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32" name="Google Shape;6732;p238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6733" name="Google Shape;6733;p23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4" name="Google Shape;6734;p23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5" name="Google Shape;6735;p23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6" name="Google Shape;6736;p23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7" name="Google Shape;6737;p23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8" name="Google Shape;6738;p23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9" name="Google Shape;6739;p23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0" name="Google Shape;6740;p23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1" name="Google Shape;6741;p23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2" name="Google Shape;6742;p23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3" name="Google Shape;6743;p23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4" name="Google Shape;6744;p23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5" name="Google Shape;6745;p23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6" name="Google Shape;6746;p23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7" name="Google Shape;6747;p23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748" name="Google Shape;6748;p238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49" name="Google Shape;6749;p238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0" name="Google Shape;6750;p238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1" name="Google Shape;6751;p238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2" name="Google Shape;6752;p238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3" name="Google Shape;6753;p23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54" name="Google Shape;6754;p23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087300" cy="14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55" name="Google Shape;6755;p238"/>
          <p:cNvSpPr txBox="1">
            <a:spLocks noGrp="1"/>
          </p:cNvSpPr>
          <p:nvPr>
            <p:ph type="subTitle" idx="1"/>
          </p:nvPr>
        </p:nvSpPr>
        <p:spPr>
          <a:xfrm>
            <a:off x="5703898" y="86720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56" name="Google Shape;6756;p238"/>
          <p:cNvSpPr txBox="1">
            <a:spLocks noGrp="1"/>
          </p:cNvSpPr>
          <p:nvPr>
            <p:ph type="subTitle" idx="2"/>
          </p:nvPr>
        </p:nvSpPr>
        <p:spPr>
          <a:xfrm>
            <a:off x="5703898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57" name="Google Shape;6757;p238"/>
          <p:cNvSpPr txBox="1">
            <a:spLocks noGrp="1"/>
          </p:cNvSpPr>
          <p:nvPr>
            <p:ph type="subTitle" idx="3"/>
          </p:nvPr>
        </p:nvSpPr>
        <p:spPr>
          <a:xfrm>
            <a:off x="906900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58" name="Google Shape;6758;p238"/>
          <p:cNvSpPr txBox="1">
            <a:spLocks noGrp="1"/>
          </p:cNvSpPr>
          <p:nvPr>
            <p:ph type="subTitle" idx="4"/>
          </p:nvPr>
        </p:nvSpPr>
        <p:spPr>
          <a:xfrm>
            <a:off x="906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59" name="Google Shape;6759;p238"/>
          <p:cNvSpPr txBox="1">
            <a:spLocks noGrp="1"/>
          </p:cNvSpPr>
          <p:nvPr>
            <p:ph type="subTitle" idx="5"/>
          </p:nvPr>
        </p:nvSpPr>
        <p:spPr>
          <a:xfrm>
            <a:off x="5703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60" name="Google Shape;6760;p238"/>
          <p:cNvSpPr txBox="1">
            <a:spLocks noGrp="1"/>
          </p:cNvSpPr>
          <p:nvPr>
            <p:ph type="subTitle" idx="6"/>
          </p:nvPr>
        </p:nvSpPr>
        <p:spPr>
          <a:xfrm>
            <a:off x="5703900" y="1247983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9">
    <p:spTree>
      <p:nvGrpSpPr>
        <p:cNvPr id="1" name="Shape 6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62" name="Google Shape;6762;p23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763" name="Google Shape;6763;p23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4" name="Google Shape;6764;p23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5" name="Google Shape;6765;p23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6" name="Google Shape;6766;p23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7" name="Google Shape;6767;p23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8" name="Google Shape;6768;p23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9" name="Google Shape;6769;p23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0" name="Google Shape;6770;p23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1" name="Google Shape;6771;p23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2" name="Google Shape;6772;p23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3" name="Google Shape;6773;p23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4" name="Google Shape;6774;p23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5" name="Google Shape;6775;p23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6" name="Google Shape;6776;p23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7" name="Google Shape;6777;p23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8" name="Google Shape;6778;p23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9" name="Google Shape;6779;p23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0" name="Google Shape;6780;p23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1" name="Google Shape;6781;p23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2" name="Google Shape;6782;p23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3" name="Google Shape;6783;p23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4" name="Google Shape;6784;p23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85" name="Google Shape;6785;p239"/>
          <p:cNvSpPr txBox="1">
            <a:spLocks noGrp="1"/>
          </p:cNvSpPr>
          <p:nvPr>
            <p:ph type="ctrTitle"/>
          </p:nvPr>
        </p:nvSpPr>
        <p:spPr>
          <a:xfrm>
            <a:off x="3443850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786" name="Google Shape;6786;p239"/>
          <p:cNvSpPr txBox="1">
            <a:spLocks noGrp="1"/>
          </p:cNvSpPr>
          <p:nvPr>
            <p:ph type="subTitle" idx="1"/>
          </p:nvPr>
        </p:nvSpPr>
        <p:spPr>
          <a:xfrm>
            <a:off x="344384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87" name="Google Shape;6787;p239"/>
          <p:cNvSpPr txBox="1">
            <a:spLocks noGrp="1"/>
          </p:cNvSpPr>
          <p:nvPr>
            <p:ph type="subTitle" idx="2"/>
          </p:nvPr>
        </p:nvSpPr>
        <p:spPr>
          <a:xfrm>
            <a:off x="4759920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88" name="Google Shape;6788;p239"/>
          <p:cNvSpPr txBox="1">
            <a:spLocks noGrp="1"/>
          </p:cNvSpPr>
          <p:nvPr>
            <p:ph type="ctrTitle" idx="3"/>
          </p:nvPr>
        </p:nvSpPr>
        <p:spPr>
          <a:xfrm>
            <a:off x="475992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789" name="Google Shape;6789;p239"/>
          <p:cNvSpPr txBox="1">
            <a:spLocks noGrp="1"/>
          </p:cNvSpPr>
          <p:nvPr>
            <p:ph type="ctrTitle" idx="4"/>
          </p:nvPr>
        </p:nvSpPr>
        <p:spPr>
          <a:xfrm>
            <a:off x="81170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790" name="Google Shape;6790;p239"/>
          <p:cNvSpPr txBox="1">
            <a:spLocks noGrp="1"/>
          </p:cNvSpPr>
          <p:nvPr>
            <p:ph type="subTitle" idx="5"/>
          </p:nvPr>
        </p:nvSpPr>
        <p:spPr>
          <a:xfrm>
            <a:off x="81170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91" name="Google Shape;6791;p239"/>
          <p:cNvSpPr txBox="1">
            <a:spLocks noGrp="1"/>
          </p:cNvSpPr>
          <p:nvPr>
            <p:ph type="subTitle" idx="6"/>
          </p:nvPr>
        </p:nvSpPr>
        <p:spPr>
          <a:xfrm>
            <a:off x="2127778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92" name="Google Shape;6792;p239"/>
          <p:cNvSpPr txBox="1">
            <a:spLocks noGrp="1"/>
          </p:cNvSpPr>
          <p:nvPr>
            <p:ph type="ctrTitle" idx="7"/>
          </p:nvPr>
        </p:nvSpPr>
        <p:spPr>
          <a:xfrm>
            <a:off x="212778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793" name="Google Shape;6793;p239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794" name="Google Shape;6794;p239"/>
          <p:cNvSpPr txBox="1">
            <a:spLocks noGrp="1"/>
          </p:cNvSpPr>
          <p:nvPr>
            <p:ph type="ctrTitle" idx="9"/>
          </p:nvPr>
        </p:nvSpPr>
        <p:spPr>
          <a:xfrm>
            <a:off x="607599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795" name="Google Shape;6795;p239"/>
          <p:cNvSpPr txBox="1">
            <a:spLocks noGrp="1"/>
          </p:cNvSpPr>
          <p:nvPr>
            <p:ph type="subTitle" idx="13"/>
          </p:nvPr>
        </p:nvSpPr>
        <p:spPr>
          <a:xfrm>
            <a:off x="607599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6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7" name="Google Shape;6797;p24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798" name="Google Shape;6798;p24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9" name="Google Shape;6799;p24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0" name="Google Shape;6800;p24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1" name="Google Shape;6801;p24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2" name="Google Shape;6802;p24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3" name="Google Shape;6803;p24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4" name="Google Shape;6804;p24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5" name="Google Shape;6805;p24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6" name="Google Shape;6806;p24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7" name="Google Shape;6807;p24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8" name="Google Shape;6808;p24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9" name="Google Shape;6809;p24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0" name="Google Shape;6810;p24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1" name="Google Shape;6811;p24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2" name="Google Shape;6812;p24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3" name="Google Shape;6813;p24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4" name="Google Shape;6814;p24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5" name="Google Shape;6815;p24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6" name="Google Shape;6816;p24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7" name="Google Shape;6817;p24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8" name="Google Shape;6818;p24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9" name="Google Shape;6819;p24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20" name="Google Shape;6820;p240"/>
          <p:cNvSpPr txBox="1">
            <a:spLocks noGrp="1"/>
          </p:cNvSpPr>
          <p:nvPr>
            <p:ph type="title"/>
          </p:nvPr>
        </p:nvSpPr>
        <p:spPr>
          <a:xfrm>
            <a:off x="5314275" y="1089028"/>
            <a:ext cx="3109500" cy="13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21" name="Google Shape;6821;p240"/>
          <p:cNvSpPr txBox="1">
            <a:spLocks noGrp="1"/>
          </p:cNvSpPr>
          <p:nvPr>
            <p:ph type="subTitle" idx="1"/>
          </p:nvPr>
        </p:nvSpPr>
        <p:spPr>
          <a:xfrm>
            <a:off x="6241125" y="2611969"/>
            <a:ext cx="21828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34">
    <p:spTree>
      <p:nvGrpSpPr>
        <p:cNvPr id="1" name="Shape 6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23" name="Google Shape;6823;p24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824" name="Google Shape;6824;p24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5" name="Google Shape;6825;p24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6" name="Google Shape;6826;p24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7" name="Google Shape;6827;p24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8" name="Google Shape;6828;p24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9" name="Google Shape;6829;p24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0" name="Google Shape;6830;p24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1" name="Google Shape;6831;p24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2" name="Google Shape;6832;p24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3" name="Google Shape;6833;p24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4" name="Google Shape;6834;p24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5" name="Google Shape;6835;p24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6" name="Google Shape;6836;p24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7" name="Google Shape;6837;p24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8" name="Google Shape;6838;p24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9" name="Google Shape;6839;p24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0" name="Google Shape;6840;p24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1" name="Google Shape;6841;p24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2" name="Google Shape;6842;p24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3" name="Google Shape;6843;p24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4" name="Google Shape;6844;p24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5" name="Google Shape;6845;p24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46" name="Google Shape;6846;p241"/>
          <p:cNvSpPr txBox="1">
            <a:spLocks noGrp="1"/>
          </p:cNvSpPr>
          <p:nvPr>
            <p:ph type="title"/>
          </p:nvPr>
        </p:nvSpPr>
        <p:spPr>
          <a:xfrm>
            <a:off x="717000" y="1491225"/>
            <a:ext cx="3870300" cy="9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47" name="Google Shape;6847;p241"/>
          <p:cNvSpPr txBox="1">
            <a:spLocks noGrp="1"/>
          </p:cNvSpPr>
          <p:nvPr>
            <p:ph type="subTitle" idx="1"/>
          </p:nvPr>
        </p:nvSpPr>
        <p:spPr>
          <a:xfrm>
            <a:off x="1870200" y="2570158"/>
            <a:ext cx="27171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1">
    <p:spTree>
      <p:nvGrpSpPr>
        <p:cNvPr id="1" name="Shape 6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9" name="Google Shape;6849;p24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850" name="Google Shape;6850;p24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1" name="Google Shape;6851;p24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2" name="Google Shape;6852;p24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3" name="Google Shape;6853;p24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4" name="Google Shape;6854;p24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5" name="Google Shape;6855;p24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6" name="Google Shape;6856;p24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7" name="Google Shape;6857;p24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8" name="Google Shape;6858;p24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9" name="Google Shape;6859;p24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0" name="Google Shape;6860;p24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1" name="Google Shape;6861;p24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2" name="Google Shape;6862;p24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3" name="Google Shape;6863;p24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4" name="Google Shape;6864;p24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5" name="Google Shape;6865;p24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6" name="Google Shape;6866;p24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7" name="Google Shape;6867;p24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8" name="Google Shape;6868;p24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9" name="Google Shape;6869;p24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0" name="Google Shape;6870;p24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1" name="Google Shape;6871;p24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72" name="Google Shape;6872;p242"/>
          <p:cNvSpPr txBox="1">
            <a:spLocks noGrp="1"/>
          </p:cNvSpPr>
          <p:nvPr>
            <p:ph type="ctrTitle"/>
          </p:nvPr>
        </p:nvSpPr>
        <p:spPr>
          <a:xfrm>
            <a:off x="988403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873" name="Google Shape;6873;p242"/>
          <p:cNvSpPr txBox="1">
            <a:spLocks noGrp="1"/>
          </p:cNvSpPr>
          <p:nvPr>
            <p:ph type="subTitle" idx="1"/>
          </p:nvPr>
        </p:nvSpPr>
        <p:spPr>
          <a:xfrm>
            <a:off x="988403" y="1579523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874" name="Google Shape;6874;p242"/>
          <p:cNvSpPr txBox="1">
            <a:spLocks noGrp="1"/>
          </p:cNvSpPr>
          <p:nvPr>
            <p:ph type="subTitle" idx="2"/>
          </p:nvPr>
        </p:nvSpPr>
        <p:spPr>
          <a:xfrm>
            <a:off x="988403" y="3577425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875" name="Google Shape;6875;p242"/>
          <p:cNvSpPr txBox="1">
            <a:spLocks noGrp="1"/>
          </p:cNvSpPr>
          <p:nvPr>
            <p:ph type="subTitle" idx="3"/>
          </p:nvPr>
        </p:nvSpPr>
        <p:spPr>
          <a:xfrm>
            <a:off x="988403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876" name="Google Shape;6876;p242"/>
          <p:cNvSpPr txBox="1">
            <a:spLocks noGrp="1"/>
          </p:cNvSpPr>
          <p:nvPr>
            <p:ph type="ctrTitle" idx="4"/>
          </p:nvPr>
        </p:nvSpPr>
        <p:spPr>
          <a:xfrm>
            <a:off x="988403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877" name="Google Shape;6877;p242"/>
          <p:cNvSpPr txBox="1">
            <a:spLocks noGrp="1"/>
          </p:cNvSpPr>
          <p:nvPr>
            <p:ph type="ctrTitle" idx="5"/>
          </p:nvPr>
        </p:nvSpPr>
        <p:spPr>
          <a:xfrm>
            <a:off x="988403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6878" name="Google Shape;6878;p242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6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0" name="Google Shape;6880;p243"/>
          <p:cNvSpPr txBox="1">
            <a:spLocks noGrp="1"/>
          </p:cNvSpPr>
          <p:nvPr>
            <p:ph type="title"/>
          </p:nvPr>
        </p:nvSpPr>
        <p:spPr>
          <a:xfrm>
            <a:off x="5059850" y="3019625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1">
    <p:spTree>
      <p:nvGrpSpPr>
        <p:cNvPr id="1" name="Shape 6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2" name="Google Shape;6882;p244"/>
          <p:cNvSpPr txBox="1">
            <a:spLocks noGrp="1"/>
          </p:cNvSpPr>
          <p:nvPr>
            <p:ph type="title"/>
          </p:nvPr>
        </p:nvSpPr>
        <p:spPr>
          <a:xfrm>
            <a:off x="1249850" y="873387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4">
    <p:spTree>
      <p:nvGrpSpPr>
        <p:cNvPr id="1" name="Shape 6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84" name="Google Shape;6884;p24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885" name="Google Shape;6885;p24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6" name="Google Shape;6886;p24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7" name="Google Shape;6887;p24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8" name="Google Shape;6888;p24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9" name="Google Shape;6889;p24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0" name="Google Shape;6890;p24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1" name="Google Shape;6891;p24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2" name="Google Shape;6892;p24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3" name="Google Shape;6893;p24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4" name="Google Shape;6894;p24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5" name="Google Shape;6895;p24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6" name="Google Shape;6896;p24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7" name="Google Shape;6897;p24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8" name="Google Shape;6898;p24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9" name="Google Shape;6899;p24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0" name="Google Shape;6900;p24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1" name="Google Shape;6901;p24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2" name="Google Shape;6902;p24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3" name="Google Shape;6903;p24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4" name="Google Shape;6904;p24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5" name="Google Shape;6905;p24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6" name="Google Shape;6906;p24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07" name="Google Shape;6907;p245"/>
          <p:cNvSpPr txBox="1">
            <a:spLocks noGrp="1"/>
          </p:cNvSpPr>
          <p:nvPr>
            <p:ph type="title"/>
          </p:nvPr>
        </p:nvSpPr>
        <p:spPr>
          <a:xfrm>
            <a:off x="1232825" y="1765317"/>
            <a:ext cx="66783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08" name="Google Shape;6908;p245"/>
          <p:cNvSpPr txBox="1">
            <a:spLocks noGrp="1"/>
          </p:cNvSpPr>
          <p:nvPr>
            <p:ph type="body" idx="1"/>
          </p:nvPr>
        </p:nvSpPr>
        <p:spPr>
          <a:xfrm>
            <a:off x="2155325" y="2698083"/>
            <a:ext cx="48333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32">
    <p:spTree>
      <p:nvGrpSpPr>
        <p:cNvPr id="1" name="Shape 6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0" name="Google Shape;6910;p24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911" name="Google Shape;6911;p24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2" name="Google Shape;6912;p24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3" name="Google Shape;6913;p24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4" name="Google Shape;6914;p24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5" name="Google Shape;6915;p24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6" name="Google Shape;6916;p24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7" name="Google Shape;6917;p24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8" name="Google Shape;6918;p24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9" name="Google Shape;6919;p24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0" name="Google Shape;6920;p24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1" name="Google Shape;6921;p24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2" name="Google Shape;6922;p24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3" name="Google Shape;6923;p24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4" name="Google Shape;6924;p24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5" name="Google Shape;6925;p24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6" name="Google Shape;6926;p24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7" name="Google Shape;6927;p24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8" name="Google Shape;6928;p24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9" name="Google Shape;6929;p24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0" name="Google Shape;6930;p24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1" name="Google Shape;6931;p24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2" name="Google Shape;6932;p24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33" name="Google Shape;6933;p246"/>
          <p:cNvSpPr txBox="1">
            <a:spLocks noGrp="1"/>
          </p:cNvSpPr>
          <p:nvPr>
            <p:ph type="title"/>
          </p:nvPr>
        </p:nvSpPr>
        <p:spPr>
          <a:xfrm>
            <a:off x="3800500" y="1351950"/>
            <a:ext cx="3933000" cy="15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34" name="Google Shape;6934;p246"/>
          <p:cNvSpPr txBox="1">
            <a:spLocks noGrp="1"/>
          </p:cNvSpPr>
          <p:nvPr>
            <p:ph type="body" idx="1"/>
          </p:nvPr>
        </p:nvSpPr>
        <p:spPr>
          <a:xfrm>
            <a:off x="3800550" y="3111475"/>
            <a:ext cx="39330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r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5">
    <p:spTree>
      <p:nvGrpSpPr>
        <p:cNvPr id="1" name="Shape 6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6" name="Google Shape;6936;p247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937" name="Google Shape;6937;p24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8" name="Google Shape;6938;p24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9" name="Google Shape;6939;p24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0" name="Google Shape;6940;p24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1" name="Google Shape;6941;p24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2" name="Google Shape;6942;p24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3" name="Google Shape;6943;p24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4" name="Google Shape;6944;p24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5" name="Google Shape;6945;p24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6" name="Google Shape;6946;p24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7" name="Google Shape;6947;p24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8" name="Google Shape;6948;p24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9" name="Google Shape;6949;p24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0" name="Google Shape;6950;p24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1" name="Google Shape;6951;p24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2" name="Google Shape;6952;p24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3" name="Google Shape;6953;p24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4" name="Google Shape;6954;p24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5" name="Google Shape;6955;p24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6" name="Google Shape;6956;p24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7" name="Google Shape;6957;p24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8" name="Google Shape;6958;p24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59" name="Google Shape;6959;p2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6">
    <p:spTree>
      <p:nvGrpSpPr>
        <p:cNvPr id="1" name="Shape 6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1" name="Google Shape;6961;p248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6962" name="Google Shape;6962;p248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963" name="Google Shape;6963;p24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964" name="Google Shape;6964;p248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6965" name="Google Shape;6965;p24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6" name="Google Shape;6966;p24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7" name="Google Shape;6967;p24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8" name="Google Shape;6968;p24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9" name="Google Shape;6969;p24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0" name="Google Shape;6970;p24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1" name="Google Shape;6971;p24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2" name="Google Shape;6972;p24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3" name="Google Shape;6973;p24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4" name="Google Shape;6974;p24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5" name="Google Shape;6975;p24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6" name="Google Shape;6976;p24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7" name="Google Shape;6977;p24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8" name="Google Shape;6978;p24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9" name="Google Shape;6979;p24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80" name="Google Shape;6980;p248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6981" name="Google Shape;6981;p24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2" name="Google Shape;6982;p24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3" name="Google Shape;6983;p24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4" name="Google Shape;6984;p24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5" name="Google Shape;6985;p24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6" name="Google Shape;6986;p24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7" name="Google Shape;6987;p24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8" name="Google Shape;6988;p24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9" name="Google Shape;6989;p24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0" name="Google Shape;6990;p24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1" name="Google Shape;6991;p24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2" name="Google Shape;6992;p24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3" name="Google Shape;6993;p24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4" name="Google Shape;6994;p24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5" name="Google Shape;6995;p24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96" name="Google Shape;6996;p248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97" name="Google Shape;6997;p248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98" name="Google Shape;6998;p248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99" name="Google Shape;6999;p248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0" name="Google Shape;7000;p248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1" name="Google Shape;7001;p24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002" name="Google Shape;7002;p248"/>
          <p:cNvSpPr txBox="1">
            <a:spLocks noGrp="1"/>
          </p:cNvSpPr>
          <p:nvPr>
            <p:ph type="subTitle" idx="1"/>
          </p:nvPr>
        </p:nvSpPr>
        <p:spPr>
          <a:xfrm>
            <a:off x="906900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03" name="Google Shape;7003;p248"/>
          <p:cNvSpPr txBox="1">
            <a:spLocks noGrp="1"/>
          </p:cNvSpPr>
          <p:nvPr>
            <p:ph type="subTitle" idx="2"/>
          </p:nvPr>
        </p:nvSpPr>
        <p:spPr>
          <a:xfrm>
            <a:off x="5565696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04" name="Google Shape;7004;p248"/>
          <p:cNvSpPr txBox="1">
            <a:spLocks noGrp="1"/>
          </p:cNvSpPr>
          <p:nvPr>
            <p:ph type="subTitle" idx="3"/>
          </p:nvPr>
        </p:nvSpPr>
        <p:spPr>
          <a:xfrm>
            <a:off x="906900" y="208403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05" name="Google Shape;7005;p248"/>
          <p:cNvSpPr txBox="1">
            <a:spLocks noGrp="1"/>
          </p:cNvSpPr>
          <p:nvPr>
            <p:ph type="subTitle" idx="4"/>
          </p:nvPr>
        </p:nvSpPr>
        <p:spPr>
          <a:xfrm>
            <a:off x="5565688" y="2094806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06" name="Google Shape;7006;p248"/>
          <p:cNvSpPr txBox="1">
            <a:spLocks noGrp="1"/>
          </p:cNvSpPr>
          <p:nvPr>
            <p:ph type="subTitle" idx="5"/>
          </p:nvPr>
        </p:nvSpPr>
        <p:spPr>
          <a:xfrm>
            <a:off x="906900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07" name="Google Shape;7007;p248"/>
          <p:cNvSpPr txBox="1">
            <a:spLocks noGrp="1"/>
          </p:cNvSpPr>
          <p:nvPr>
            <p:ph type="subTitle" idx="6"/>
          </p:nvPr>
        </p:nvSpPr>
        <p:spPr>
          <a:xfrm>
            <a:off x="5565688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08" name="Google Shape;7008;p248"/>
          <p:cNvSpPr txBox="1">
            <a:spLocks noGrp="1"/>
          </p:cNvSpPr>
          <p:nvPr>
            <p:ph type="subTitle" idx="7"/>
          </p:nvPr>
        </p:nvSpPr>
        <p:spPr>
          <a:xfrm>
            <a:off x="906900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09" name="Google Shape;7009;p248"/>
          <p:cNvSpPr txBox="1">
            <a:spLocks noGrp="1"/>
          </p:cNvSpPr>
          <p:nvPr>
            <p:ph type="subTitle" idx="8"/>
          </p:nvPr>
        </p:nvSpPr>
        <p:spPr>
          <a:xfrm>
            <a:off x="5565688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10" name="Google Shape;7010;p24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30000" cy="99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7">
    <p:spTree>
      <p:nvGrpSpPr>
        <p:cNvPr id="1" name="Shape 7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2" name="Google Shape;7012;p24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013" name="Google Shape;7013;p24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4" name="Google Shape;7014;p24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5" name="Google Shape;7015;p24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6" name="Google Shape;7016;p24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7" name="Google Shape;7017;p24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8" name="Google Shape;7018;p24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9" name="Google Shape;7019;p24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0" name="Google Shape;7020;p24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1" name="Google Shape;7021;p24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2" name="Google Shape;7022;p24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3" name="Google Shape;7023;p24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4" name="Google Shape;7024;p24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5" name="Google Shape;7025;p24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6" name="Google Shape;7026;p24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7" name="Google Shape;7027;p24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8" name="Google Shape;7028;p24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9" name="Google Shape;7029;p24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0" name="Google Shape;7030;p24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1" name="Google Shape;7031;p24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2" name="Google Shape;7032;p24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3" name="Google Shape;7033;p24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4" name="Google Shape;7034;p24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35" name="Google Shape;7035;p249"/>
          <p:cNvSpPr txBox="1">
            <a:spLocks noGrp="1"/>
          </p:cNvSpPr>
          <p:nvPr>
            <p:ph type="ctrTitle"/>
          </p:nvPr>
        </p:nvSpPr>
        <p:spPr>
          <a:xfrm>
            <a:off x="5295149" y="1449725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036" name="Google Shape;7036;p249"/>
          <p:cNvSpPr txBox="1">
            <a:spLocks noGrp="1"/>
          </p:cNvSpPr>
          <p:nvPr>
            <p:ph type="subTitle" idx="1"/>
          </p:nvPr>
        </p:nvSpPr>
        <p:spPr>
          <a:xfrm>
            <a:off x="5295149" y="1731948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37" name="Google Shape;7037;p249"/>
          <p:cNvSpPr txBox="1">
            <a:spLocks noGrp="1"/>
          </p:cNvSpPr>
          <p:nvPr>
            <p:ph type="subTitle" idx="2"/>
          </p:nvPr>
        </p:nvSpPr>
        <p:spPr>
          <a:xfrm>
            <a:off x="5295149" y="3281876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38" name="Google Shape;7038;p249"/>
          <p:cNvSpPr txBox="1">
            <a:spLocks noGrp="1"/>
          </p:cNvSpPr>
          <p:nvPr>
            <p:ph type="ctrTitle" idx="3"/>
          </p:nvPr>
        </p:nvSpPr>
        <p:spPr>
          <a:xfrm>
            <a:off x="5295153" y="2989856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039" name="Google Shape;7039;p249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8">
    <p:spTree>
      <p:nvGrpSpPr>
        <p:cNvPr id="1" name="Shape 7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41" name="Google Shape;7041;p25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042" name="Google Shape;7042;p25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3" name="Google Shape;7043;p25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4" name="Google Shape;7044;p25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5" name="Google Shape;7045;p25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6" name="Google Shape;7046;p25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7" name="Google Shape;7047;p25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8" name="Google Shape;7048;p25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9" name="Google Shape;7049;p25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0" name="Google Shape;7050;p25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1" name="Google Shape;7051;p25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2" name="Google Shape;7052;p25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3" name="Google Shape;7053;p25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4" name="Google Shape;7054;p25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5" name="Google Shape;7055;p25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6" name="Google Shape;7056;p25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7" name="Google Shape;7057;p25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8" name="Google Shape;7058;p25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9" name="Google Shape;7059;p25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0" name="Google Shape;7060;p25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1" name="Google Shape;7061;p25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2" name="Google Shape;7062;p25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3" name="Google Shape;7063;p25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64" name="Google Shape;7064;p2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4">
    <p:spTree>
      <p:nvGrpSpPr>
        <p:cNvPr id="1" name="Shape 7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6" name="Google Shape;7066;p25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067" name="Google Shape;7067;p25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8" name="Google Shape;7068;p25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9" name="Google Shape;7069;p25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0" name="Google Shape;7070;p25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1" name="Google Shape;7071;p25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2" name="Google Shape;7072;p25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3" name="Google Shape;7073;p25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4" name="Google Shape;7074;p25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5" name="Google Shape;7075;p25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6" name="Google Shape;7076;p25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7" name="Google Shape;7077;p25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8" name="Google Shape;7078;p25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9" name="Google Shape;7079;p25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0" name="Google Shape;7080;p25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1" name="Google Shape;7081;p25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2" name="Google Shape;7082;p25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3" name="Google Shape;7083;p25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4" name="Google Shape;7084;p25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5" name="Google Shape;7085;p25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6" name="Google Shape;7086;p25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7" name="Google Shape;7087;p25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8" name="Google Shape;7088;p25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89" name="Google Shape;7089;p25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99100" cy="87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9">
    <p:spTree>
      <p:nvGrpSpPr>
        <p:cNvPr id="1" name="Shape 7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1" name="Google Shape;7091;p25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092" name="Google Shape;7092;p25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3" name="Google Shape;7093;p25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4" name="Google Shape;7094;p25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5" name="Google Shape;7095;p25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6" name="Google Shape;7096;p25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7" name="Google Shape;7097;p25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8" name="Google Shape;7098;p25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9" name="Google Shape;7099;p25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0" name="Google Shape;7100;p25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1" name="Google Shape;7101;p25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2" name="Google Shape;7102;p25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3" name="Google Shape;7103;p25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4" name="Google Shape;7104;p25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5" name="Google Shape;7105;p25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6" name="Google Shape;7106;p25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7" name="Google Shape;7107;p25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8" name="Google Shape;7108;p25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9" name="Google Shape;7109;p25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0" name="Google Shape;7110;p25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1" name="Google Shape;7111;p25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2" name="Google Shape;7112;p25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3" name="Google Shape;7113;p25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14" name="Google Shape;7114;p252"/>
          <p:cNvSpPr txBox="1">
            <a:spLocks noGrp="1"/>
          </p:cNvSpPr>
          <p:nvPr>
            <p:ph type="subTitle" idx="1"/>
          </p:nvPr>
        </p:nvSpPr>
        <p:spPr>
          <a:xfrm>
            <a:off x="8041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7115" name="Google Shape;7115;p252"/>
          <p:cNvSpPr txBox="1">
            <a:spLocks noGrp="1"/>
          </p:cNvSpPr>
          <p:nvPr>
            <p:ph type="subTitle" idx="2"/>
          </p:nvPr>
        </p:nvSpPr>
        <p:spPr>
          <a:xfrm>
            <a:off x="58336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7116" name="Google Shape;7116;p252"/>
          <p:cNvSpPr txBox="1">
            <a:spLocks noGrp="1"/>
          </p:cNvSpPr>
          <p:nvPr>
            <p:ph type="subTitle" idx="3"/>
          </p:nvPr>
        </p:nvSpPr>
        <p:spPr>
          <a:xfrm>
            <a:off x="8041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7117" name="Google Shape;7117;p252"/>
          <p:cNvSpPr txBox="1">
            <a:spLocks noGrp="1"/>
          </p:cNvSpPr>
          <p:nvPr>
            <p:ph type="subTitle" idx="4"/>
          </p:nvPr>
        </p:nvSpPr>
        <p:spPr>
          <a:xfrm>
            <a:off x="58336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7118" name="Google Shape;7118;p252"/>
          <p:cNvSpPr txBox="1">
            <a:spLocks noGrp="1"/>
          </p:cNvSpPr>
          <p:nvPr>
            <p:ph type="subTitle" idx="5"/>
          </p:nvPr>
        </p:nvSpPr>
        <p:spPr>
          <a:xfrm>
            <a:off x="331890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7119" name="Google Shape;7119;p252"/>
          <p:cNvSpPr txBox="1">
            <a:spLocks noGrp="1"/>
          </p:cNvSpPr>
          <p:nvPr>
            <p:ph type="subTitle" idx="6"/>
          </p:nvPr>
        </p:nvSpPr>
        <p:spPr>
          <a:xfrm>
            <a:off x="331890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7120" name="Google Shape;7120;p25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21" name="Google Shape;7121;p252"/>
          <p:cNvSpPr txBox="1">
            <a:spLocks noGrp="1"/>
          </p:cNvSpPr>
          <p:nvPr>
            <p:ph type="subTitle" idx="7"/>
          </p:nvPr>
        </p:nvSpPr>
        <p:spPr>
          <a:xfrm>
            <a:off x="8041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22" name="Google Shape;7122;p252"/>
          <p:cNvSpPr txBox="1">
            <a:spLocks noGrp="1"/>
          </p:cNvSpPr>
          <p:nvPr>
            <p:ph type="subTitle" idx="8"/>
          </p:nvPr>
        </p:nvSpPr>
        <p:spPr>
          <a:xfrm>
            <a:off x="58336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23" name="Google Shape;7123;p252"/>
          <p:cNvSpPr txBox="1">
            <a:spLocks noGrp="1"/>
          </p:cNvSpPr>
          <p:nvPr>
            <p:ph type="subTitle" idx="9"/>
          </p:nvPr>
        </p:nvSpPr>
        <p:spPr>
          <a:xfrm>
            <a:off x="8041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24" name="Google Shape;7124;p252"/>
          <p:cNvSpPr txBox="1">
            <a:spLocks noGrp="1"/>
          </p:cNvSpPr>
          <p:nvPr>
            <p:ph type="subTitle" idx="13"/>
          </p:nvPr>
        </p:nvSpPr>
        <p:spPr>
          <a:xfrm>
            <a:off x="58336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25" name="Google Shape;7125;p252"/>
          <p:cNvSpPr txBox="1">
            <a:spLocks noGrp="1"/>
          </p:cNvSpPr>
          <p:nvPr>
            <p:ph type="subTitle" idx="14"/>
          </p:nvPr>
        </p:nvSpPr>
        <p:spPr>
          <a:xfrm>
            <a:off x="331890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26" name="Google Shape;7126;p252"/>
          <p:cNvSpPr txBox="1">
            <a:spLocks noGrp="1"/>
          </p:cNvSpPr>
          <p:nvPr>
            <p:ph type="subTitle" idx="15"/>
          </p:nvPr>
        </p:nvSpPr>
        <p:spPr>
          <a:xfrm>
            <a:off x="331890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7">
    <p:spTree>
      <p:nvGrpSpPr>
        <p:cNvPr id="1" name="Shape 7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8" name="Google Shape;7128;p25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129" name="Google Shape;7129;p25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0" name="Google Shape;7130;p25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1" name="Google Shape;7131;p25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2" name="Google Shape;7132;p25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3" name="Google Shape;7133;p25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4" name="Google Shape;7134;p25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5" name="Google Shape;7135;p25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6" name="Google Shape;7136;p25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7" name="Google Shape;7137;p25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8" name="Google Shape;7138;p25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9" name="Google Shape;7139;p25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0" name="Google Shape;7140;p25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1" name="Google Shape;7141;p25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2" name="Google Shape;7142;p25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3" name="Google Shape;7143;p25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4" name="Google Shape;7144;p25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5" name="Google Shape;7145;p25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6" name="Google Shape;7146;p25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7" name="Google Shape;7147;p25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8" name="Google Shape;7148;p25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9" name="Google Shape;7149;p25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0" name="Google Shape;7150;p25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51" name="Google Shape;7151;p253"/>
          <p:cNvSpPr txBox="1">
            <a:spLocks noGrp="1"/>
          </p:cNvSpPr>
          <p:nvPr>
            <p:ph type="subTitle" idx="1"/>
          </p:nvPr>
        </p:nvSpPr>
        <p:spPr>
          <a:xfrm>
            <a:off x="8041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7152" name="Google Shape;7152;p253"/>
          <p:cNvSpPr txBox="1">
            <a:spLocks noGrp="1"/>
          </p:cNvSpPr>
          <p:nvPr>
            <p:ph type="subTitle" idx="2"/>
          </p:nvPr>
        </p:nvSpPr>
        <p:spPr>
          <a:xfrm>
            <a:off x="58336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7153" name="Google Shape;7153;p253"/>
          <p:cNvSpPr txBox="1">
            <a:spLocks noGrp="1"/>
          </p:cNvSpPr>
          <p:nvPr>
            <p:ph type="subTitle" idx="3"/>
          </p:nvPr>
        </p:nvSpPr>
        <p:spPr>
          <a:xfrm>
            <a:off x="3318900" y="20030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7154" name="Google Shape;7154;p253"/>
          <p:cNvSpPr txBox="1">
            <a:spLocks noGrp="1"/>
          </p:cNvSpPr>
          <p:nvPr>
            <p:ph type="title"/>
          </p:nvPr>
        </p:nvSpPr>
        <p:spPr>
          <a:xfrm>
            <a:off x="5917800" y="540000"/>
            <a:ext cx="25062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55" name="Google Shape;7155;p253"/>
          <p:cNvSpPr txBox="1">
            <a:spLocks noGrp="1"/>
          </p:cNvSpPr>
          <p:nvPr>
            <p:ph type="subTitle" idx="4"/>
          </p:nvPr>
        </p:nvSpPr>
        <p:spPr>
          <a:xfrm>
            <a:off x="8041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56" name="Google Shape;7156;p253"/>
          <p:cNvSpPr txBox="1">
            <a:spLocks noGrp="1"/>
          </p:cNvSpPr>
          <p:nvPr>
            <p:ph type="subTitle" idx="5"/>
          </p:nvPr>
        </p:nvSpPr>
        <p:spPr>
          <a:xfrm>
            <a:off x="58336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57" name="Google Shape;7157;p253"/>
          <p:cNvSpPr txBox="1">
            <a:spLocks noGrp="1"/>
          </p:cNvSpPr>
          <p:nvPr>
            <p:ph type="subTitle" idx="6"/>
          </p:nvPr>
        </p:nvSpPr>
        <p:spPr>
          <a:xfrm>
            <a:off x="3318900" y="2389956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28">
    <p:spTree>
      <p:nvGrpSpPr>
        <p:cNvPr id="1" name="Shape 7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59" name="Google Shape;7159;p254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160" name="Google Shape;7160;p25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1" name="Google Shape;7161;p25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2" name="Google Shape;7162;p25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3" name="Google Shape;7163;p25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4" name="Google Shape;7164;p25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5" name="Google Shape;7165;p25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6" name="Google Shape;7166;p25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7" name="Google Shape;7167;p25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8" name="Google Shape;7168;p25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9" name="Google Shape;7169;p25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0" name="Google Shape;7170;p25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1" name="Google Shape;7171;p25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2" name="Google Shape;7172;p25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3" name="Google Shape;7173;p25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4" name="Google Shape;7174;p25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5" name="Google Shape;7175;p25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6" name="Google Shape;7176;p25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7" name="Google Shape;7177;p25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8" name="Google Shape;7178;p25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9" name="Google Shape;7179;p25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0" name="Google Shape;7180;p25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1" name="Google Shape;7181;p25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2" name="Google Shape;7182;p254"/>
          <p:cNvSpPr txBox="1">
            <a:spLocks noGrp="1"/>
          </p:cNvSpPr>
          <p:nvPr>
            <p:ph type="subTitle" idx="1"/>
          </p:nvPr>
        </p:nvSpPr>
        <p:spPr>
          <a:xfrm>
            <a:off x="1342450" y="3241403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7183" name="Google Shape;7183;p254"/>
          <p:cNvSpPr txBox="1">
            <a:spLocks noGrp="1"/>
          </p:cNvSpPr>
          <p:nvPr>
            <p:ph type="subTitle" idx="2"/>
          </p:nvPr>
        </p:nvSpPr>
        <p:spPr>
          <a:xfrm>
            <a:off x="5295350" y="3232090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/>
              <a:buNone/>
              <a:defRPr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/>
              <a:buNone/>
              <a:defRPr sz="1600" b="1">
                <a:solidFill>
                  <a:schemeClr val="dk2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7184" name="Google Shape;7184;p25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85" name="Google Shape;7185;p254"/>
          <p:cNvSpPr txBox="1">
            <a:spLocks noGrp="1"/>
          </p:cNvSpPr>
          <p:nvPr>
            <p:ph type="subTitle" idx="3"/>
          </p:nvPr>
        </p:nvSpPr>
        <p:spPr>
          <a:xfrm>
            <a:off x="1342450" y="3615440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86" name="Google Shape;7186;p254"/>
          <p:cNvSpPr txBox="1">
            <a:spLocks noGrp="1"/>
          </p:cNvSpPr>
          <p:nvPr>
            <p:ph type="subTitle" idx="4"/>
          </p:nvPr>
        </p:nvSpPr>
        <p:spPr>
          <a:xfrm>
            <a:off x="5295350" y="3606127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20">
    <p:spTree>
      <p:nvGrpSpPr>
        <p:cNvPr id="1" name="Shape 7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8" name="Google Shape;7188;p25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189" name="Google Shape;7189;p25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0" name="Google Shape;7190;p25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1" name="Google Shape;7191;p25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2" name="Google Shape;7192;p25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3" name="Google Shape;7193;p25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4" name="Google Shape;7194;p25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5" name="Google Shape;7195;p25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6" name="Google Shape;7196;p25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7" name="Google Shape;7197;p25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8" name="Google Shape;7198;p25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9" name="Google Shape;7199;p25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0" name="Google Shape;7200;p25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1" name="Google Shape;7201;p25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2" name="Google Shape;7202;p25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3" name="Google Shape;7203;p25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4" name="Google Shape;7204;p25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5" name="Google Shape;7205;p25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6" name="Google Shape;7206;p25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7" name="Google Shape;7207;p25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8" name="Google Shape;7208;p25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9" name="Google Shape;7209;p25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0" name="Google Shape;7210;p25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11" name="Google Shape;7211;p255"/>
          <p:cNvSpPr txBox="1">
            <a:spLocks noGrp="1"/>
          </p:cNvSpPr>
          <p:nvPr>
            <p:ph type="ctrTitle"/>
          </p:nvPr>
        </p:nvSpPr>
        <p:spPr>
          <a:xfrm>
            <a:off x="3443847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212" name="Google Shape;7212;p255"/>
          <p:cNvSpPr txBox="1">
            <a:spLocks noGrp="1"/>
          </p:cNvSpPr>
          <p:nvPr>
            <p:ph type="subTitle" idx="1"/>
          </p:nvPr>
        </p:nvSpPr>
        <p:spPr>
          <a:xfrm>
            <a:off x="3443847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13" name="Google Shape;7213;p255"/>
          <p:cNvSpPr txBox="1">
            <a:spLocks noGrp="1"/>
          </p:cNvSpPr>
          <p:nvPr>
            <p:ph type="subTitle" idx="2"/>
          </p:nvPr>
        </p:nvSpPr>
        <p:spPr>
          <a:xfrm>
            <a:off x="475992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14" name="Google Shape;7214;p255"/>
          <p:cNvSpPr txBox="1">
            <a:spLocks noGrp="1"/>
          </p:cNvSpPr>
          <p:nvPr>
            <p:ph type="ctrTitle" idx="3"/>
          </p:nvPr>
        </p:nvSpPr>
        <p:spPr>
          <a:xfrm>
            <a:off x="475992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215" name="Google Shape;7215;p255"/>
          <p:cNvSpPr txBox="1">
            <a:spLocks noGrp="1"/>
          </p:cNvSpPr>
          <p:nvPr>
            <p:ph type="ctrTitle" idx="4"/>
          </p:nvPr>
        </p:nvSpPr>
        <p:spPr>
          <a:xfrm>
            <a:off x="81170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216" name="Google Shape;7216;p255"/>
          <p:cNvSpPr txBox="1">
            <a:spLocks noGrp="1"/>
          </p:cNvSpPr>
          <p:nvPr>
            <p:ph type="subTitle" idx="5"/>
          </p:nvPr>
        </p:nvSpPr>
        <p:spPr>
          <a:xfrm>
            <a:off x="81170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17" name="Google Shape;7217;p255"/>
          <p:cNvSpPr txBox="1">
            <a:spLocks noGrp="1"/>
          </p:cNvSpPr>
          <p:nvPr>
            <p:ph type="subTitle" idx="6"/>
          </p:nvPr>
        </p:nvSpPr>
        <p:spPr>
          <a:xfrm>
            <a:off x="212778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18" name="Google Shape;7218;p255"/>
          <p:cNvSpPr txBox="1">
            <a:spLocks noGrp="1"/>
          </p:cNvSpPr>
          <p:nvPr>
            <p:ph type="ctrTitle" idx="7"/>
          </p:nvPr>
        </p:nvSpPr>
        <p:spPr>
          <a:xfrm>
            <a:off x="212778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219" name="Google Shape;7219;p255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20" name="Google Shape;7220;p255"/>
          <p:cNvSpPr txBox="1">
            <a:spLocks noGrp="1"/>
          </p:cNvSpPr>
          <p:nvPr>
            <p:ph type="ctrTitle" idx="9"/>
          </p:nvPr>
        </p:nvSpPr>
        <p:spPr>
          <a:xfrm>
            <a:off x="607599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221" name="Google Shape;7221;p255"/>
          <p:cNvSpPr txBox="1">
            <a:spLocks noGrp="1"/>
          </p:cNvSpPr>
          <p:nvPr>
            <p:ph type="subTitle" idx="13"/>
          </p:nvPr>
        </p:nvSpPr>
        <p:spPr>
          <a:xfrm>
            <a:off x="607599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CUSTOM_21">
    <p:spTree>
      <p:nvGrpSpPr>
        <p:cNvPr id="1" name="Shape 7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23" name="Google Shape;7223;p256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224" name="Google Shape;7224;p25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5" name="Google Shape;7225;p25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6" name="Google Shape;7226;p25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7" name="Google Shape;7227;p25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8" name="Google Shape;7228;p25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9" name="Google Shape;7229;p25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0" name="Google Shape;7230;p25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1" name="Google Shape;7231;p25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2" name="Google Shape;7232;p25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3" name="Google Shape;7233;p25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4" name="Google Shape;7234;p25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5" name="Google Shape;7235;p25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6" name="Google Shape;7236;p25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7" name="Google Shape;7237;p25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8" name="Google Shape;7238;p25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9" name="Google Shape;7239;p25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0" name="Google Shape;7240;p25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1" name="Google Shape;7241;p25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2" name="Google Shape;7242;p25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3" name="Google Shape;7243;p256"/>
          <p:cNvSpPr txBox="1">
            <a:spLocks noGrp="1"/>
          </p:cNvSpPr>
          <p:nvPr>
            <p:ph type="title" hasCustomPrompt="1"/>
          </p:nvPr>
        </p:nvSpPr>
        <p:spPr>
          <a:xfrm>
            <a:off x="715349" y="1829975"/>
            <a:ext cx="52644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244" name="Google Shape;7244;p256"/>
          <p:cNvSpPr txBox="1">
            <a:spLocks noGrp="1"/>
          </p:cNvSpPr>
          <p:nvPr>
            <p:ph type="body" idx="1"/>
          </p:nvPr>
        </p:nvSpPr>
        <p:spPr>
          <a:xfrm>
            <a:off x="715350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33">
    <p:spTree>
      <p:nvGrpSpPr>
        <p:cNvPr id="1" name="Shape 7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46" name="Google Shape;7246;p25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247" name="Google Shape;7247;p25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8" name="Google Shape;7248;p25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9" name="Google Shape;7249;p25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0" name="Google Shape;7250;p25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1" name="Google Shape;7251;p25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2" name="Google Shape;7252;p25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3" name="Google Shape;7253;p25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4" name="Google Shape;7254;p25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5" name="Google Shape;7255;p25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6" name="Google Shape;7256;p25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7" name="Google Shape;7257;p25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8" name="Google Shape;7258;p25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9" name="Google Shape;7259;p25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0" name="Google Shape;7260;p25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1" name="Google Shape;7261;p25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2" name="Google Shape;7262;p25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3" name="Google Shape;7263;p25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4" name="Google Shape;7264;p25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5" name="Google Shape;7265;p25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66" name="Google Shape;7266;p257"/>
          <p:cNvSpPr txBox="1">
            <a:spLocks noGrp="1"/>
          </p:cNvSpPr>
          <p:nvPr>
            <p:ph type="title" hasCustomPrompt="1"/>
          </p:nvPr>
        </p:nvSpPr>
        <p:spPr>
          <a:xfrm>
            <a:off x="3772625" y="1829975"/>
            <a:ext cx="45693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267" name="Google Shape;7267;p257"/>
          <p:cNvSpPr txBox="1">
            <a:spLocks noGrp="1"/>
          </p:cNvSpPr>
          <p:nvPr>
            <p:ph type="body" idx="1"/>
          </p:nvPr>
        </p:nvSpPr>
        <p:spPr>
          <a:xfrm>
            <a:off x="3772649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2">
    <p:spTree>
      <p:nvGrpSpPr>
        <p:cNvPr id="1" name="Shape 7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69" name="Google Shape;7269;p258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7270" name="Google Shape;7270;p258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71" name="Google Shape;7271;p25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272" name="Google Shape;7272;p258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7273" name="Google Shape;7273;p25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4" name="Google Shape;7274;p25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5" name="Google Shape;7275;p25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6" name="Google Shape;7276;p25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7" name="Google Shape;7277;p25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8" name="Google Shape;7278;p25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9" name="Google Shape;7279;p25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0" name="Google Shape;7280;p25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1" name="Google Shape;7281;p25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2" name="Google Shape;7282;p25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3" name="Google Shape;7283;p25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4" name="Google Shape;7284;p25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5" name="Google Shape;7285;p25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6" name="Google Shape;7286;p25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7" name="Google Shape;7287;p25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88" name="Google Shape;7288;p258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7289" name="Google Shape;7289;p258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0" name="Google Shape;7290;p258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1" name="Google Shape;7291;p258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2" name="Google Shape;7292;p258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3" name="Google Shape;7293;p258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4" name="Google Shape;7294;p258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5" name="Google Shape;7295;p258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6" name="Google Shape;7296;p258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7" name="Google Shape;7297;p258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8" name="Google Shape;7298;p258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9" name="Google Shape;7299;p258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0" name="Google Shape;7300;p258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1" name="Google Shape;7301;p258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2" name="Google Shape;7302;p258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3" name="Google Shape;7303;p258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7304" name="Google Shape;7304;p258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05" name="Google Shape;7305;p258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06" name="Google Shape;7306;p258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07" name="Google Shape;7307;p258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08" name="Google Shape;7308;p258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09" name="Google Shape;7309;p258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310" name="Google Shape;7310;p258"/>
          <p:cNvSpPr txBox="1">
            <a:spLocks noGrp="1"/>
          </p:cNvSpPr>
          <p:nvPr>
            <p:ph type="title" hasCustomPrompt="1"/>
          </p:nvPr>
        </p:nvSpPr>
        <p:spPr>
          <a:xfrm>
            <a:off x="720000" y="1143700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11" name="Google Shape;7311;p258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12" name="Google Shape;7312;p258"/>
          <p:cNvSpPr txBox="1">
            <a:spLocks noGrp="1"/>
          </p:cNvSpPr>
          <p:nvPr>
            <p:ph type="title" idx="3" hasCustomPrompt="1"/>
          </p:nvPr>
        </p:nvSpPr>
        <p:spPr>
          <a:xfrm>
            <a:off x="5094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13" name="Google Shape;7313;p258"/>
          <p:cNvSpPr txBox="1">
            <a:spLocks noGrp="1"/>
          </p:cNvSpPr>
          <p:nvPr>
            <p:ph type="subTitle" idx="1"/>
          </p:nvPr>
        </p:nvSpPr>
        <p:spPr>
          <a:xfrm>
            <a:off x="915300" y="1964863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14" name="Google Shape;7314;p258"/>
          <p:cNvSpPr txBox="1">
            <a:spLocks noGrp="1"/>
          </p:cNvSpPr>
          <p:nvPr>
            <p:ph type="subTitle" idx="4"/>
          </p:nvPr>
        </p:nvSpPr>
        <p:spPr>
          <a:xfrm>
            <a:off x="915300" y="3754738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15" name="Google Shape;7315;p258"/>
          <p:cNvSpPr txBox="1">
            <a:spLocks noGrp="1"/>
          </p:cNvSpPr>
          <p:nvPr>
            <p:ph type="subTitle" idx="5"/>
          </p:nvPr>
        </p:nvSpPr>
        <p:spPr>
          <a:xfrm>
            <a:off x="5192850" y="3754772"/>
            <a:ext cx="31323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3">
    <p:spTree>
      <p:nvGrpSpPr>
        <p:cNvPr id="1" name="Shape 7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17" name="Google Shape;7317;p25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318" name="Google Shape;7318;p25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9" name="Google Shape;7319;p25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0" name="Google Shape;7320;p25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1" name="Google Shape;7321;p25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2" name="Google Shape;7322;p25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3" name="Google Shape;7323;p25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4" name="Google Shape;7324;p25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5" name="Google Shape;7325;p25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6" name="Google Shape;7326;p25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7" name="Google Shape;7327;p25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8" name="Google Shape;7328;p25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9" name="Google Shape;7329;p25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0" name="Google Shape;7330;p25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1" name="Google Shape;7331;p25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2" name="Google Shape;7332;p25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3" name="Google Shape;7333;p25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4" name="Google Shape;7334;p25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5" name="Google Shape;7335;p25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6" name="Google Shape;7336;p25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37" name="Google Shape;7337;p259"/>
          <p:cNvSpPr txBox="1">
            <a:spLocks noGrp="1"/>
          </p:cNvSpPr>
          <p:nvPr>
            <p:ph type="title" hasCustomPrompt="1"/>
          </p:nvPr>
        </p:nvSpPr>
        <p:spPr>
          <a:xfrm>
            <a:off x="3285938" y="11437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38" name="Google Shape;7338;p259"/>
          <p:cNvSpPr txBox="1">
            <a:spLocks noGrp="1"/>
          </p:cNvSpPr>
          <p:nvPr>
            <p:ph type="subTitle" idx="1"/>
          </p:nvPr>
        </p:nvSpPr>
        <p:spPr>
          <a:xfrm>
            <a:off x="3285938" y="1964876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39" name="Google Shape;7339;p259"/>
          <p:cNvSpPr txBox="1">
            <a:spLocks noGrp="1"/>
          </p:cNvSpPr>
          <p:nvPr>
            <p:ph type="title" idx="2" hasCustomPrompt="1"/>
          </p:nvPr>
        </p:nvSpPr>
        <p:spPr>
          <a:xfrm>
            <a:off x="3285938" y="29701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40" name="Google Shape;7340;p259"/>
          <p:cNvSpPr txBox="1">
            <a:spLocks noGrp="1"/>
          </p:cNvSpPr>
          <p:nvPr>
            <p:ph type="subTitle" idx="3"/>
          </p:nvPr>
        </p:nvSpPr>
        <p:spPr>
          <a:xfrm>
            <a:off x="3285938" y="3791277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41" name="Google Shape;7341;p259"/>
          <p:cNvSpPr txBox="1">
            <a:spLocks noGrp="1"/>
          </p:cNvSpPr>
          <p:nvPr>
            <p:ph type="title" idx="4" hasCustomPrompt="1"/>
          </p:nvPr>
        </p:nvSpPr>
        <p:spPr>
          <a:xfrm>
            <a:off x="6030113" y="11563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42" name="Google Shape;7342;p259"/>
          <p:cNvSpPr txBox="1">
            <a:spLocks noGrp="1"/>
          </p:cNvSpPr>
          <p:nvPr>
            <p:ph type="subTitle" idx="5"/>
          </p:nvPr>
        </p:nvSpPr>
        <p:spPr>
          <a:xfrm>
            <a:off x="6030113" y="19775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43" name="Google Shape;7343;p259"/>
          <p:cNvSpPr txBox="1">
            <a:spLocks noGrp="1"/>
          </p:cNvSpPr>
          <p:nvPr>
            <p:ph type="title" idx="6" hasCustomPrompt="1"/>
          </p:nvPr>
        </p:nvSpPr>
        <p:spPr>
          <a:xfrm>
            <a:off x="6030113" y="29827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44" name="Google Shape;7344;p259"/>
          <p:cNvSpPr txBox="1">
            <a:spLocks noGrp="1"/>
          </p:cNvSpPr>
          <p:nvPr>
            <p:ph type="subTitle" idx="7"/>
          </p:nvPr>
        </p:nvSpPr>
        <p:spPr>
          <a:xfrm>
            <a:off x="6030113" y="38039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5">
    <p:spTree>
      <p:nvGrpSpPr>
        <p:cNvPr id="1" name="Shape 7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6" name="Google Shape;7346;p260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7347" name="Google Shape;7347;p260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348" name="Google Shape;7348;p26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349" name="Google Shape;7349;p260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7350" name="Google Shape;7350;p26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1" name="Google Shape;7351;p26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2" name="Google Shape;7352;p26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3" name="Google Shape;7353;p26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4" name="Google Shape;7354;p26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5" name="Google Shape;7355;p26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6" name="Google Shape;7356;p26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7" name="Google Shape;7357;p26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8" name="Google Shape;7358;p26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9" name="Google Shape;7359;p26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0" name="Google Shape;7360;p26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1" name="Google Shape;7361;p26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2" name="Google Shape;7362;p26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3" name="Google Shape;7363;p26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4" name="Google Shape;7364;p26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65" name="Google Shape;7365;p260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7366" name="Google Shape;7366;p260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7" name="Google Shape;7367;p260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8" name="Google Shape;7368;p260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9" name="Google Shape;7369;p260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0" name="Google Shape;7370;p260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1" name="Google Shape;7371;p260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2" name="Google Shape;7372;p260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3" name="Google Shape;7373;p260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4" name="Google Shape;7374;p260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5" name="Google Shape;7375;p260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6" name="Google Shape;7376;p260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7" name="Google Shape;7377;p260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8" name="Google Shape;7378;p260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9" name="Google Shape;7379;p260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0" name="Google Shape;7380;p260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7381" name="Google Shape;7381;p260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82" name="Google Shape;7382;p260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83" name="Google Shape;7383;p260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84" name="Google Shape;7384;p260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85" name="Google Shape;7385;p260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86" name="Google Shape;7386;p260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387" name="Google Shape;7387;p260"/>
          <p:cNvSpPr txBox="1">
            <a:spLocks noGrp="1"/>
          </p:cNvSpPr>
          <p:nvPr>
            <p:ph type="subTitle" idx="1"/>
          </p:nvPr>
        </p:nvSpPr>
        <p:spPr>
          <a:xfrm>
            <a:off x="720000" y="2532242"/>
            <a:ext cx="23004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88" name="Google Shape;7388;p260"/>
          <p:cNvSpPr txBox="1">
            <a:spLocks noGrp="1"/>
          </p:cNvSpPr>
          <p:nvPr>
            <p:ph type="title"/>
          </p:nvPr>
        </p:nvSpPr>
        <p:spPr>
          <a:xfrm>
            <a:off x="720000" y="1452200"/>
            <a:ext cx="1554900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6">
    <p:spTree>
      <p:nvGrpSpPr>
        <p:cNvPr id="1" name="Shape 7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90" name="Google Shape;7390;p261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7391" name="Google Shape;7391;p261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392" name="Google Shape;7392;p26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393" name="Google Shape;7393;p261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7394" name="Google Shape;7394;p26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5" name="Google Shape;7395;p26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6" name="Google Shape;7396;p26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7" name="Google Shape;7397;p26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8" name="Google Shape;7398;p26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9" name="Google Shape;7399;p26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0" name="Google Shape;7400;p26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1" name="Google Shape;7401;p26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2" name="Google Shape;7402;p26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3" name="Google Shape;7403;p26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4" name="Google Shape;7404;p26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5" name="Google Shape;7405;p26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6" name="Google Shape;7406;p26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7" name="Google Shape;7407;p26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8" name="Google Shape;7408;p26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9" name="Google Shape;7409;p261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7410" name="Google Shape;7410;p26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1" name="Google Shape;7411;p26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2" name="Google Shape;7412;p26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3" name="Google Shape;7413;p26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4" name="Google Shape;7414;p26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5" name="Google Shape;7415;p26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6" name="Google Shape;7416;p26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7" name="Google Shape;7417;p26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8" name="Google Shape;7418;p26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9" name="Google Shape;7419;p26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0" name="Google Shape;7420;p26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1" name="Google Shape;7421;p26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2" name="Google Shape;7422;p26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3" name="Google Shape;7423;p26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4" name="Google Shape;7424;p26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7425" name="Google Shape;7425;p261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6" name="Google Shape;7426;p261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7" name="Google Shape;7427;p261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8" name="Google Shape;7428;p261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9" name="Google Shape;7429;p261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30" name="Google Shape;7430;p26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31" name="Google Shape;7431;p261"/>
          <p:cNvSpPr txBox="1">
            <a:spLocks noGrp="1"/>
          </p:cNvSpPr>
          <p:nvPr>
            <p:ph type="subTitle" idx="1"/>
          </p:nvPr>
        </p:nvSpPr>
        <p:spPr>
          <a:xfrm>
            <a:off x="6302975" y="2571750"/>
            <a:ext cx="21213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432" name="Google Shape;7432;p261"/>
          <p:cNvSpPr txBox="1">
            <a:spLocks noGrp="1"/>
          </p:cNvSpPr>
          <p:nvPr>
            <p:ph type="title"/>
          </p:nvPr>
        </p:nvSpPr>
        <p:spPr>
          <a:xfrm>
            <a:off x="6682500" y="1452213"/>
            <a:ext cx="1741500" cy="9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0">
    <p:spTree>
      <p:nvGrpSpPr>
        <p:cNvPr id="1" name="Shape 7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34" name="Google Shape;7434;p26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435" name="Google Shape;7435;p26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6" name="Google Shape;7436;p26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7" name="Google Shape;7437;p26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8" name="Google Shape;7438;p26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9" name="Google Shape;7439;p26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0" name="Google Shape;7440;p26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1" name="Google Shape;7441;p26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2" name="Google Shape;7442;p26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3" name="Google Shape;7443;p26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4" name="Google Shape;7444;p26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5" name="Google Shape;7445;p26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6" name="Google Shape;7446;p26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7" name="Google Shape;7447;p26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8" name="Google Shape;7448;p26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9" name="Google Shape;7449;p26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0" name="Google Shape;7450;p26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1" name="Google Shape;7451;p26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2" name="Google Shape;7452;p26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3" name="Google Shape;7453;p26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4" name="Google Shape;7454;p26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5" name="Google Shape;7455;p26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6" name="Google Shape;7456;p26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57" name="Google Shape;7457;p26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458" name="Google Shape;7458;p262"/>
          <p:cNvSpPr txBox="1">
            <a:spLocks noGrp="1"/>
          </p:cNvSpPr>
          <p:nvPr>
            <p:ph type="body" idx="1"/>
          </p:nvPr>
        </p:nvSpPr>
        <p:spPr>
          <a:xfrm>
            <a:off x="720000" y="1246924"/>
            <a:ext cx="7704000" cy="3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9">
    <p:spTree>
      <p:nvGrpSpPr>
        <p:cNvPr id="1" name="Shape 7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60" name="Google Shape;7460;p26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461" name="Google Shape;7461;p26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2" name="Google Shape;7462;p26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3" name="Google Shape;7463;p26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4" name="Google Shape;7464;p26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5" name="Google Shape;7465;p26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6" name="Google Shape;7466;p26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7" name="Google Shape;7467;p26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8" name="Google Shape;7468;p26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9" name="Google Shape;7469;p26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0" name="Google Shape;7470;p26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1" name="Google Shape;7471;p26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2" name="Google Shape;7472;p26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3" name="Google Shape;7473;p26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4" name="Google Shape;7474;p26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5" name="Google Shape;7475;p26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6" name="Google Shape;7476;p26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7" name="Google Shape;7477;p26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8" name="Google Shape;7478;p26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9" name="Google Shape;7479;p26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480" name="Google Shape;7480;p263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81" name="Google Shape;7481;p263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2" name="Google Shape;7482;p263"/>
          <p:cNvSpPr txBox="1">
            <a:spLocks noGrp="1"/>
          </p:cNvSpPr>
          <p:nvPr>
            <p:ph type="ctrTitle"/>
          </p:nvPr>
        </p:nvSpPr>
        <p:spPr>
          <a:xfrm>
            <a:off x="2351875" y="540000"/>
            <a:ext cx="4440300" cy="92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483" name="Google Shape;7483;p263"/>
          <p:cNvSpPr txBox="1"/>
          <p:nvPr/>
        </p:nvSpPr>
        <p:spPr>
          <a:xfrm>
            <a:off x="2422213" y="3592175"/>
            <a:ext cx="42996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CREDITS: This presentation template was created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, including icons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 and infographics &amp; images by 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484" name="Google Shape;7484;p263"/>
          <p:cNvSpPr txBox="1">
            <a:spLocks noGrp="1"/>
          </p:cNvSpPr>
          <p:nvPr>
            <p:ph type="subTitle" idx="1"/>
          </p:nvPr>
        </p:nvSpPr>
        <p:spPr>
          <a:xfrm>
            <a:off x="2955600" y="2255325"/>
            <a:ext cx="3232800" cy="13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7485" name="Google Shape;7485;p263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7486" name="Google Shape;7486;p263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7" name="Google Shape;7487;p263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8" name="Google Shape;7488;p263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9" name="Google Shape;7489;p263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0" name="Google Shape;7490;p263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1" name="Google Shape;7491;p263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2" name="Google Shape;7492;p263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3" name="Google Shape;7493;p263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4" name="Google Shape;7494;p263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5" name="Google Shape;7495;p263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6" name="Google Shape;7496;p263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5">
    <p:spTree>
      <p:nvGrpSpPr>
        <p:cNvPr id="1" name="Shape 7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98" name="Google Shape;7498;p264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7499" name="Google Shape;7499;p264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500" name="Google Shape;7500;p26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501" name="Google Shape;7501;p264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7502" name="Google Shape;7502;p26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3" name="Google Shape;7503;p26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4" name="Google Shape;7504;p26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5" name="Google Shape;7505;p26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6" name="Google Shape;7506;p26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7" name="Google Shape;7507;p26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8" name="Google Shape;7508;p26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9" name="Google Shape;7509;p26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0" name="Google Shape;7510;p26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1" name="Google Shape;7511;p26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2" name="Google Shape;7512;p26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3" name="Google Shape;7513;p26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4" name="Google Shape;7514;p26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5" name="Google Shape;7515;p26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6" name="Google Shape;7516;p26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17" name="Google Shape;7517;p264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7518" name="Google Shape;7518;p26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9" name="Google Shape;7519;p26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0" name="Google Shape;7520;p26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1" name="Google Shape;7521;p26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2" name="Google Shape;7522;p26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3" name="Google Shape;7523;p26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4" name="Google Shape;7524;p26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5" name="Google Shape;7525;p26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6" name="Google Shape;7526;p26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7" name="Google Shape;7527;p26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8" name="Google Shape;7528;p26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9" name="Google Shape;7529;p26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0" name="Google Shape;7530;p26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1" name="Google Shape;7531;p26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2" name="Google Shape;7532;p26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7533" name="Google Shape;7533;p264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34" name="Google Shape;7534;p264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35" name="Google Shape;7535;p264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36" name="Google Shape;7536;p264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37" name="Google Shape;7537;p264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38" name="Google Shape;7538;p26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6">
    <p:spTree>
      <p:nvGrpSpPr>
        <p:cNvPr id="1" name="Shape 7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0" name="Google Shape;7540;p26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541" name="Google Shape;7541;p26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2" name="Google Shape;7542;p26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3" name="Google Shape;7543;p26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4" name="Google Shape;7544;p26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5" name="Google Shape;7545;p26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6" name="Google Shape;7546;p26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7" name="Google Shape;7547;p26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8" name="Google Shape;7548;p26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9" name="Google Shape;7549;p26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0" name="Google Shape;7550;p26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1" name="Google Shape;7551;p26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2" name="Google Shape;7552;p26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3" name="Google Shape;7553;p26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4" name="Google Shape;7554;p26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5" name="Google Shape;7555;p26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6" name="Google Shape;7556;p26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7" name="Google Shape;7557;p26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8" name="Google Shape;7558;p26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9" name="Google Shape;7559;p26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560" name="Google Shape;7560;p265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61" name="Google Shape;7561;p265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62" name="Google Shape;7562;p265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7563" name="Google Shape;7563;p265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4" name="Google Shape;7564;p265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5" name="Google Shape;7565;p265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6" name="Google Shape;7566;p265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7" name="Google Shape;7567;p265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8" name="Google Shape;7568;p265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9" name="Google Shape;7569;p265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0" name="Google Shape;7570;p265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1" name="Google Shape;7571;p265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2" name="Google Shape;7572;p265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3" name="Google Shape;7573;p265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7">
    <p:spTree>
      <p:nvGrpSpPr>
        <p:cNvPr id="1" name="Shape 7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5" name="Google Shape;7575;p266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576" name="Google Shape;7576;p26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7" name="Google Shape;7577;p26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8" name="Google Shape;7578;p26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9" name="Google Shape;7579;p26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0" name="Google Shape;7580;p26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1" name="Google Shape;7581;p26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2" name="Google Shape;7582;p26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3" name="Google Shape;7583;p26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4" name="Google Shape;7584;p26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5" name="Google Shape;7585;p26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6" name="Google Shape;7586;p26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7" name="Google Shape;7587;p26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8" name="Google Shape;7588;p26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9" name="Google Shape;7589;p26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0" name="Google Shape;7590;p26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1" name="Google Shape;7591;p26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2" name="Google Shape;7592;p26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3" name="Google Shape;7593;p26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4" name="Google Shape;7594;p26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5" name="Google Shape;7595;p26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6" name="Google Shape;7596;p26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7" name="Google Shape;7597;p26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8">
    <p:spTree>
      <p:nvGrpSpPr>
        <p:cNvPr id="1" name="Shape 7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9" name="Google Shape;7599;p26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600" name="Google Shape;7600;p26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1" name="Google Shape;7601;p26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2" name="Google Shape;7602;p26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3" name="Google Shape;7603;p26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4" name="Google Shape;7604;p26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5" name="Google Shape;7605;p26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6" name="Google Shape;7606;p26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7" name="Google Shape;7607;p26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8" name="Google Shape;7608;p26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9" name="Google Shape;7609;p26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0" name="Google Shape;7610;p26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1" name="Google Shape;7611;p26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2" name="Google Shape;7612;p26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3" name="Google Shape;7613;p26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4" name="Google Shape;7614;p26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5" name="Google Shape;7615;p26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6" name="Google Shape;7616;p26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7" name="Google Shape;7617;p26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8" name="Google Shape;7618;p26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9" name="Google Shape;7619;p26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0" name="Google Shape;7620;p26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1" name="Google Shape;7621;p26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22" name="Google Shape;7622;p267"/>
          <p:cNvGrpSpPr/>
          <p:nvPr/>
        </p:nvGrpSpPr>
        <p:grpSpPr>
          <a:xfrm>
            <a:off x="2995920" y="1056023"/>
            <a:ext cx="3152176" cy="3031462"/>
            <a:chOff x="1857000" y="3245400"/>
            <a:chExt cx="1233825" cy="1186575"/>
          </a:xfrm>
        </p:grpSpPr>
        <p:sp>
          <p:nvSpPr>
            <p:cNvPr id="7623" name="Google Shape;7623;p267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4" name="Google Shape;7624;p267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5" name="Google Shape;7625;p267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6" name="Google Shape;7626;p267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7" name="Google Shape;7627;p267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8" name="Google Shape;7628;p267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39">
    <p:spTree>
      <p:nvGrpSpPr>
        <p:cNvPr id="1" name="Shape 7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30" name="Google Shape;7630;p268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631" name="Google Shape;7631;p26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2" name="Google Shape;7632;p26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3" name="Google Shape;7633;p26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4" name="Google Shape;7634;p26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5" name="Google Shape;7635;p26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6" name="Google Shape;7636;p26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7" name="Google Shape;7637;p26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8" name="Google Shape;7638;p26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9" name="Google Shape;7639;p26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0" name="Google Shape;7640;p26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1" name="Google Shape;7641;p26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2" name="Google Shape;7642;p26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3" name="Google Shape;7643;p26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4" name="Google Shape;7644;p26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5" name="Google Shape;7645;p26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6" name="Google Shape;7646;p26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7" name="Google Shape;7647;p26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8" name="Google Shape;7648;p26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9" name="Google Shape;7649;p26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0" name="Google Shape;7650;p26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1" name="Google Shape;7651;p26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2" name="Google Shape;7652;p26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53" name="Google Shape;7653;p268"/>
          <p:cNvGrpSpPr/>
          <p:nvPr/>
        </p:nvGrpSpPr>
        <p:grpSpPr>
          <a:xfrm>
            <a:off x="262" y="2729663"/>
            <a:ext cx="2995174" cy="2414033"/>
            <a:chOff x="6562292" y="3785209"/>
            <a:chExt cx="1875030" cy="1511226"/>
          </a:xfrm>
        </p:grpSpPr>
        <p:grpSp>
          <p:nvGrpSpPr>
            <p:cNvPr id="7654" name="Google Shape;7654;p268"/>
            <p:cNvGrpSpPr/>
            <p:nvPr/>
          </p:nvGrpSpPr>
          <p:grpSpPr>
            <a:xfrm>
              <a:off x="7717466" y="3785209"/>
              <a:ext cx="719856" cy="680112"/>
              <a:chOff x="7717200" y="3905550"/>
              <a:chExt cx="592377" cy="559671"/>
            </a:xfrm>
          </p:grpSpPr>
          <p:sp>
            <p:nvSpPr>
              <p:cNvPr id="7655" name="Google Shape;7655;p268"/>
              <p:cNvSpPr/>
              <p:nvPr/>
            </p:nvSpPr>
            <p:spPr>
              <a:xfrm>
                <a:off x="7724869" y="3917054"/>
                <a:ext cx="581268" cy="532152"/>
              </a:xfrm>
              <a:custGeom>
                <a:avLst/>
                <a:gdLst/>
                <a:ahLst/>
                <a:cxnLst/>
                <a:rect l="l" t="t" r="r" b="b"/>
                <a:pathLst>
                  <a:path w="10308" h="9437" extrusionOk="0">
                    <a:moveTo>
                      <a:pt x="10129" y="1"/>
                    </a:moveTo>
                    <a:cubicBezTo>
                      <a:pt x="9518" y="1"/>
                      <a:pt x="4203" y="2425"/>
                      <a:pt x="3814" y="2672"/>
                    </a:cubicBezTo>
                    <a:cubicBezTo>
                      <a:pt x="3407" y="2932"/>
                      <a:pt x="0" y="4549"/>
                      <a:pt x="0" y="4684"/>
                    </a:cubicBezTo>
                    <a:cubicBezTo>
                      <a:pt x="0" y="4808"/>
                      <a:pt x="2382" y="5425"/>
                      <a:pt x="2382" y="5425"/>
                    </a:cubicBezTo>
                    <a:cubicBezTo>
                      <a:pt x="2382" y="5425"/>
                      <a:pt x="2456" y="6129"/>
                      <a:pt x="2580" y="6771"/>
                    </a:cubicBezTo>
                    <a:cubicBezTo>
                      <a:pt x="2703" y="7400"/>
                      <a:pt x="2963" y="8511"/>
                      <a:pt x="2963" y="8511"/>
                    </a:cubicBezTo>
                    <a:cubicBezTo>
                      <a:pt x="3308" y="8474"/>
                      <a:pt x="4901" y="7104"/>
                      <a:pt x="4901" y="7104"/>
                    </a:cubicBezTo>
                    <a:cubicBezTo>
                      <a:pt x="4901" y="7104"/>
                      <a:pt x="6308" y="9424"/>
                      <a:pt x="6542" y="9437"/>
                    </a:cubicBezTo>
                    <a:cubicBezTo>
                      <a:pt x="6543" y="9437"/>
                      <a:pt x="6543" y="9437"/>
                      <a:pt x="6543" y="9437"/>
                    </a:cubicBezTo>
                    <a:cubicBezTo>
                      <a:pt x="6786" y="9437"/>
                      <a:pt x="10307" y="265"/>
                      <a:pt x="10184" y="18"/>
                    </a:cubicBezTo>
                    <a:cubicBezTo>
                      <a:pt x="10177" y="6"/>
                      <a:pt x="10159" y="1"/>
                      <a:pt x="101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6" name="Google Shape;7656;p268"/>
              <p:cNvSpPr/>
              <p:nvPr/>
            </p:nvSpPr>
            <p:spPr>
              <a:xfrm>
                <a:off x="7717200" y="3905550"/>
                <a:ext cx="592377" cy="559671"/>
              </a:xfrm>
              <a:custGeom>
                <a:avLst/>
                <a:gdLst/>
                <a:ahLst/>
                <a:cxnLst/>
                <a:rect l="l" t="t" r="r" b="b"/>
                <a:pathLst>
                  <a:path w="10505" h="9925" extrusionOk="0">
                    <a:moveTo>
                      <a:pt x="9764" y="420"/>
                    </a:moveTo>
                    <a:cubicBezTo>
                      <a:pt x="9147" y="827"/>
                      <a:pt x="8518" y="1247"/>
                      <a:pt x="7913" y="1654"/>
                    </a:cubicBezTo>
                    <a:cubicBezTo>
                      <a:pt x="7715" y="1802"/>
                      <a:pt x="7505" y="1938"/>
                      <a:pt x="7283" y="2086"/>
                    </a:cubicBezTo>
                    <a:cubicBezTo>
                      <a:pt x="6111" y="2889"/>
                      <a:pt x="4728" y="3839"/>
                      <a:pt x="3382" y="4851"/>
                    </a:cubicBezTo>
                    <a:cubicBezTo>
                      <a:pt x="3148" y="5037"/>
                      <a:pt x="2926" y="5209"/>
                      <a:pt x="2728" y="5382"/>
                    </a:cubicBezTo>
                    <a:lnTo>
                      <a:pt x="2679" y="5419"/>
                    </a:lnTo>
                    <a:lnTo>
                      <a:pt x="2605" y="5493"/>
                    </a:lnTo>
                    <a:cubicBezTo>
                      <a:pt x="2506" y="5432"/>
                      <a:pt x="2407" y="5382"/>
                      <a:pt x="2296" y="5370"/>
                    </a:cubicBezTo>
                    <a:lnTo>
                      <a:pt x="2197" y="5345"/>
                    </a:lnTo>
                    <a:cubicBezTo>
                      <a:pt x="1963" y="5259"/>
                      <a:pt x="1728" y="5197"/>
                      <a:pt x="1482" y="5123"/>
                    </a:cubicBezTo>
                    <a:cubicBezTo>
                      <a:pt x="1087" y="5000"/>
                      <a:pt x="716" y="4913"/>
                      <a:pt x="358" y="4839"/>
                    </a:cubicBezTo>
                    <a:lnTo>
                      <a:pt x="371" y="4839"/>
                    </a:lnTo>
                    <a:lnTo>
                      <a:pt x="420" y="4802"/>
                    </a:lnTo>
                    <a:cubicBezTo>
                      <a:pt x="506" y="4740"/>
                      <a:pt x="605" y="4679"/>
                      <a:pt x="704" y="4629"/>
                    </a:cubicBezTo>
                    <a:cubicBezTo>
                      <a:pt x="815" y="4568"/>
                      <a:pt x="938" y="4518"/>
                      <a:pt x="1062" y="4456"/>
                    </a:cubicBezTo>
                    <a:lnTo>
                      <a:pt x="1210" y="4382"/>
                    </a:lnTo>
                    <a:cubicBezTo>
                      <a:pt x="1802" y="4098"/>
                      <a:pt x="2407" y="3790"/>
                      <a:pt x="3062" y="3457"/>
                    </a:cubicBezTo>
                    <a:cubicBezTo>
                      <a:pt x="3432" y="3259"/>
                      <a:pt x="3827" y="3062"/>
                      <a:pt x="4296" y="2827"/>
                    </a:cubicBezTo>
                    <a:cubicBezTo>
                      <a:pt x="5975" y="1988"/>
                      <a:pt x="7382" y="1309"/>
                      <a:pt x="8876" y="729"/>
                    </a:cubicBezTo>
                    <a:cubicBezTo>
                      <a:pt x="9159" y="605"/>
                      <a:pt x="9468" y="506"/>
                      <a:pt x="9764" y="420"/>
                    </a:cubicBezTo>
                    <a:close/>
                    <a:moveTo>
                      <a:pt x="9949" y="494"/>
                    </a:moveTo>
                    <a:lnTo>
                      <a:pt x="9949" y="494"/>
                    </a:lnTo>
                    <a:cubicBezTo>
                      <a:pt x="9814" y="630"/>
                      <a:pt x="9678" y="790"/>
                      <a:pt x="9542" y="938"/>
                    </a:cubicBezTo>
                    <a:cubicBezTo>
                      <a:pt x="9468" y="1037"/>
                      <a:pt x="9394" y="1124"/>
                      <a:pt x="9320" y="1198"/>
                    </a:cubicBezTo>
                    <a:cubicBezTo>
                      <a:pt x="8900" y="1654"/>
                      <a:pt x="8468" y="2111"/>
                      <a:pt x="8049" y="2568"/>
                    </a:cubicBezTo>
                    <a:cubicBezTo>
                      <a:pt x="7296" y="3358"/>
                      <a:pt x="6543" y="4148"/>
                      <a:pt x="5790" y="4938"/>
                    </a:cubicBezTo>
                    <a:lnTo>
                      <a:pt x="5283" y="5469"/>
                    </a:lnTo>
                    <a:lnTo>
                      <a:pt x="4913" y="5864"/>
                    </a:lnTo>
                    <a:cubicBezTo>
                      <a:pt x="4777" y="6012"/>
                      <a:pt x="4642" y="6160"/>
                      <a:pt x="4493" y="6308"/>
                    </a:cubicBezTo>
                    <a:lnTo>
                      <a:pt x="4469" y="6308"/>
                    </a:lnTo>
                    <a:cubicBezTo>
                      <a:pt x="4358" y="6370"/>
                      <a:pt x="4259" y="6456"/>
                      <a:pt x="4197" y="6567"/>
                    </a:cubicBezTo>
                    <a:cubicBezTo>
                      <a:pt x="4173" y="6580"/>
                      <a:pt x="4160" y="6604"/>
                      <a:pt x="4148" y="6617"/>
                    </a:cubicBezTo>
                    <a:cubicBezTo>
                      <a:pt x="4061" y="6740"/>
                      <a:pt x="3987" y="6863"/>
                      <a:pt x="3913" y="6987"/>
                    </a:cubicBezTo>
                    <a:lnTo>
                      <a:pt x="3864" y="7086"/>
                    </a:lnTo>
                    <a:cubicBezTo>
                      <a:pt x="3790" y="7209"/>
                      <a:pt x="3716" y="7320"/>
                      <a:pt x="3642" y="7431"/>
                    </a:cubicBezTo>
                    <a:cubicBezTo>
                      <a:pt x="3580" y="7555"/>
                      <a:pt x="3518" y="7641"/>
                      <a:pt x="3444" y="7752"/>
                    </a:cubicBezTo>
                    <a:lnTo>
                      <a:pt x="3173" y="8221"/>
                    </a:lnTo>
                    <a:lnTo>
                      <a:pt x="3123" y="8295"/>
                    </a:lnTo>
                    <a:cubicBezTo>
                      <a:pt x="3025" y="7876"/>
                      <a:pt x="2950" y="7444"/>
                      <a:pt x="2889" y="7024"/>
                    </a:cubicBezTo>
                    <a:cubicBezTo>
                      <a:pt x="2827" y="6592"/>
                      <a:pt x="2765" y="6148"/>
                      <a:pt x="2654" y="5728"/>
                    </a:cubicBezTo>
                    <a:cubicBezTo>
                      <a:pt x="2679" y="5678"/>
                      <a:pt x="2691" y="5629"/>
                      <a:pt x="2679" y="5580"/>
                    </a:cubicBezTo>
                    <a:cubicBezTo>
                      <a:pt x="2827" y="5456"/>
                      <a:pt x="2975" y="5333"/>
                      <a:pt x="3136" y="5222"/>
                    </a:cubicBezTo>
                    <a:cubicBezTo>
                      <a:pt x="3210" y="5172"/>
                      <a:pt x="3284" y="5123"/>
                      <a:pt x="3358" y="5074"/>
                    </a:cubicBezTo>
                    <a:cubicBezTo>
                      <a:pt x="3950" y="4629"/>
                      <a:pt x="4568" y="4197"/>
                      <a:pt x="5098" y="3815"/>
                    </a:cubicBezTo>
                    <a:cubicBezTo>
                      <a:pt x="6333" y="2950"/>
                      <a:pt x="7666" y="2025"/>
                      <a:pt x="9024" y="1111"/>
                    </a:cubicBezTo>
                    <a:lnTo>
                      <a:pt x="9196" y="988"/>
                    </a:lnTo>
                    <a:cubicBezTo>
                      <a:pt x="9443" y="827"/>
                      <a:pt x="9703" y="654"/>
                      <a:pt x="9949" y="494"/>
                    </a:cubicBezTo>
                    <a:close/>
                    <a:moveTo>
                      <a:pt x="4530" y="6530"/>
                    </a:moveTo>
                    <a:cubicBezTo>
                      <a:pt x="4555" y="6555"/>
                      <a:pt x="4580" y="6580"/>
                      <a:pt x="4592" y="6617"/>
                    </a:cubicBezTo>
                    <a:lnTo>
                      <a:pt x="4617" y="6641"/>
                    </a:lnTo>
                    <a:cubicBezTo>
                      <a:pt x="4679" y="6777"/>
                      <a:pt x="4753" y="6901"/>
                      <a:pt x="4802" y="7036"/>
                    </a:cubicBezTo>
                    <a:lnTo>
                      <a:pt x="4839" y="7110"/>
                    </a:lnTo>
                    <a:cubicBezTo>
                      <a:pt x="4864" y="7160"/>
                      <a:pt x="4888" y="7221"/>
                      <a:pt x="4925" y="7283"/>
                    </a:cubicBezTo>
                    <a:cubicBezTo>
                      <a:pt x="4802" y="7345"/>
                      <a:pt x="4691" y="7419"/>
                      <a:pt x="4580" y="7505"/>
                    </a:cubicBezTo>
                    <a:cubicBezTo>
                      <a:pt x="4555" y="7530"/>
                      <a:pt x="4530" y="7542"/>
                      <a:pt x="4493" y="7567"/>
                    </a:cubicBezTo>
                    <a:cubicBezTo>
                      <a:pt x="4333" y="7691"/>
                      <a:pt x="4160" y="7826"/>
                      <a:pt x="4000" y="7950"/>
                    </a:cubicBezTo>
                    <a:cubicBezTo>
                      <a:pt x="3901" y="8024"/>
                      <a:pt x="3815" y="8098"/>
                      <a:pt x="3728" y="8172"/>
                    </a:cubicBezTo>
                    <a:lnTo>
                      <a:pt x="3580" y="8308"/>
                    </a:lnTo>
                    <a:lnTo>
                      <a:pt x="3518" y="8357"/>
                    </a:lnTo>
                    <a:cubicBezTo>
                      <a:pt x="3457" y="8406"/>
                      <a:pt x="3395" y="8456"/>
                      <a:pt x="3321" y="8505"/>
                    </a:cubicBezTo>
                    <a:cubicBezTo>
                      <a:pt x="3407" y="8382"/>
                      <a:pt x="3481" y="8258"/>
                      <a:pt x="3555" y="8135"/>
                    </a:cubicBezTo>
                    <a:cubicBezTo>
                      <a:pt x="3703" y="7876"/>
                      <a:pt x="3864" y="7629"/>
                      <a:pt x="4000" y="7370"/>
                    </a:cubicBezTo>
                    <a:cubicBezTo>
                      <a:pt x="4049" y="7296"/>
                      <a:pt x="4086" y="7209"/>
                      <a:pt x="4135" y="7123"/>
                    </a:cubicBezTo>
                    <a:cubicBezTo>
                      <a:pt x="4222" y="6925"/>
                      <a:pt x="4333" y="6752"/>
                      <a:pt x="4469" y="6592"/>
                    </a:cubicBezTo>
                    <a:cubicBezTo>
                      <a:pt x="4493" y="6567"/>
                      <a:pt x="4506" y="6543"/>
                      <a:pt x="4530" y="6530"/>
                    </a:cubicBezTo>
                    <a:close/>
                    <a:moveTo>
                      <a:pt x="9912" y="877"/>
                    </a:moveTo>
                    <a:lnTo>
                      <a:pt x="9912" y="877"/>
                    </a:lnTo>
                    <a:cubicBezTo>
                      <a:pt x="9826" y="1087"/>
                      <a:pt x="9752" y="1296"/>
                      <a:pt x="9690" y="1469"/>
                    </a:cubicBezTo>
                    <a:cubicBezTo>
                      <a:pt x="9431" y="2222"/>
                      <a:pt x="9147" y="2963"/>
                      <a:pt x="8876" y="3654"/>
                    </a:cubicBezTo>
                    <a:cubicBezTo>
                      <a:pt x="8567" y="4444"/>
                      <a:pt x="8258" y="5246"/>
                      <a:pt x="7950" y="6049"/>
                    </a:cubicBezTo>
                    <a:cubicBezTo>
                      <a:pt x="7654" y="6802"/>
                      <a:pt x="7357" y="7567"/>
                      <a:pt x="7073" y="8320"/>
                    </a:cubicBezTo>
                    <a:cubicBezTo>
                      <a:pt x="7012" y="8456"/>
                      <a:pt x="6962" y="8604"/>
                      <a:pt x="6913" y="8740"/>
                    </a:cubicBezTo>
                    <a:cubicBezTo>
                      <a:pt x="6839" y="8962"/>
                      <a:pt x="6752" y="9196"/>
                      <a:pt x="6666" y="9406"/>
                    </a:cubicBezTo>
                    <a:cubicBezTo>
                      <a:pt x="6580" y="9258"/>
                      <a:pt x="6506" y="9110"/>
                      <a:pt x="6407" y="8974"/>
                    </a:cubicBezTo>
                    <a:lnTo>
                      <a:pt x="6333" y="8863"/>
                    </a:lnTo>
                    <a:lnTo>
                      <a:pt x="6197" y="8666"/>
                    </a:lnTo>
                    <a:cubicBezTo>
                      <a:pt x="6073" y="8468"/>
                      <a:pt x="5938" y="8258"/>
                      <a:pt x="5814" y="8061"/>
                    </a:cubicBezTo>
                    <a:cubicBezTo>
                      <a:pt x="5580" y="7715"/>
                      <a:pt x="5345" y="7345"/>
                      <a:pt x="5086" y="6851"/>
                    </a:cubicBezTo>
                    <a:lnTo>
                      <a:pt x="5061" y="6814"/>
                    </a:lnTo>
                    <a:cubicBezTo>
                      <a:pt x="4975" y="6666"/>
                      <a:pt x="4839" y="6407"/>
                      <a:pt x="4654" y="6333"/>
                    </a:cubicBezTo>
                    <a:cubicBezTo>
                      <a:pt x="5197" y="5839"/>
                      <a:pt x="5703" y="5308"/>
                      <a:pt x="6197" y="4790"/>
                    </a:cubicBezTo>
                    <a:cubicBezTo>
                      <a:pt x="6320" y="4654"/>
                      <a:pt x="6444" y="4530"/>
                      <a:pt x="6567" y="4395"/>
                    </a:cubicBezTo>
                    <a:cubicBezTo>
                      <a:pt x="7394" y="3531"/>
                      <a:pt x="8382" y="2494"/>
                      <a:pt x="9345" y="1469"/>
                    </a:cubicBezTo>
                    <a:cubicBezTo>
                      <a:pt x="9419" y="1383"/>
                      <a:pt x="9493" y="1309"/>
                      <a:pt x="9579" y="1222"/>
                    </a:cubicBezTo>
                    <a:cubicBezTo>
                      <a:pt x="9690" y="1111"/>
                      <a:pt x="9801" y="1000"/>
                      <a:pt x="9912" y="877"/>
                    </a:cubicBezTo>
                    <a:close/>
                    <a:moveTo>
                      <a:pt x="10172" y="0"/>
                    </a:moveTo>
                    <a:cubicBezTo>
                      <a:pt x="10085" y="0"/>
                      <a:pt x="10011" y="13"/>
                      <a:pt x="9937" y="25"/>
                    </a:cubicBezTo>
                    <a:cubicBezTo>
                      <a:pt x="9653" y="99"/>
                      <a:pt x="9369" y="185"/>
                      <a:pt x="9098" y="297"/>
                    </a:cubicBezTo>
                    <a:cubicBezTo>
                      <a:pt x="8258" y="605"/>
                      <a:pt x="7444" y="988"/>
                      <a:pt x="6691" y="1346"/>
                    </a:cubicBezTo>
                    <a:cubicBezTo>
                      <a:pt x="5506" y="1914"/>
                      <a:pt x="4271" y="2543"/>
                      <a:pt x="2913" y="3247"/>
                    </a:cubicBezTo>
                    <a:cubicBezTo>
                      <a:pt x="2407" y="3518"/>
                      <a:pt x="1889" y="3777"/>
                      <a:pt x="1370" y="4024"/>
                    </a:cubicBezTo>
                    <a:lnTo>
                      <a:pt x="667" y="4382"/>
                    </a:lnTo>
                    <a:cubicBezTo>
                      <a:pt x="482" y="4469"/>
                      <a:pt x="309" y="4568"/>
                      <a:pt x="161" y="4703"/>
                    </a:cubicBezTo>
                    <a:cubicBezTo>
                      <a:pt x="136" y="4728"/>
                      <a:pt x="111" y="4765"/>
                      <a:pt x="99" y="4802"/>
                    </a:cubicBezTo>
                    <a:cubicBezTo>
                      <a:pt x="50" y="4814"/>
                      <a:pt x="25" y="4851"/>
                      <a:pt x="13" y="4888"/>
                    </a:cubicBezTo>
                    <a:cubicBezTo>
                      <a:pt x="0" y="4938"/>
                      <a:pt x="25" y="4975"/>
                      <a:pt x="62" y="5000"/>
                    </a:cubicBezTo>
                    <a:cubicBezTo>
                      <a:pt x="482" y="5172"/>
                      <a:pt x="914" y="5333"/>
                      <a:pt x="1346" y="5456"/>
                    </a:cubicBezTo>
                    <a:cubicBezTo>
                      <a:pt x="1593" y="5530"/>
                      <a:pt x="1827" y="5617"/>
                      <a:pt x="2074" y="5691"/>
                    </a:cubicBezTo>
                    <a:cubicBezTo>
                      <a:pt x="2160" y="5715"/>
                      <a:pt x="2235" y="5740"/>
                      <a:pt x="2321" y="5765"/>
                    </a:cubicBezTo>
                    <a:lnTo>
                      <a:pt x="2395" y="5790"/>
                    </a:lnTo>
                    <a:lnTo>
                      <a:pt x="2407" y="5802"/>
                    </a:lnTo>
                    <a:cubicBezTo>
                      <a:pt x="2432" y="5814"/>
                      <a:pt x="2444" y="5827"/>
                      <a:pt x="2469" y="5827"/>
                    </a:cubicBezTo>
                    <a:cubicBezTo>
                      <a:pt x="2494" y="6061"/>
                      <a:pt x="2518" y="6283"/>
                      <a:pt x="2543" y="6518"/>
                    </a:cubicBezTo>
                    <a:cubicBezTo>
                      <a:pt x="2617" y="7246"/>
                      <a:pt x="2691" y="7999"/>
                      <a:pt x="2950" y="8690"/>
                    </a:cubicBezTo>
                    <a:lnTo>
                      <a:pt x="2950" y="8703"/>
                    </a:lnTo>
                    <a:cubicBezTo>
                      <a:pt x="2950" y="8740"/>
                      <a:pt x="2963" y="8764"/>
                      <a:pt x="2987" y="8789"/>
                    </a:cubicBezTo>
                    <a:cubicBezTo>
                      <a:pt x="3012" y="8838"/>
                      <a:pt x="3062" y="8876"/>
                      <a:pt x="3111" y="8876"/>
                    </a:cubicBezTo>
                    <a:lnTo>
                      <a:pt x="3148" y="8876"/>
                    </a:lnTo>
                    <a:cubicBezTo>
                      <a:pt x="3457" y="8764"/>
                      <a:pt x="3728" y="8604"/>
                      <a:pt x="3975" y="8382"/>
                    </a:cubicBezTo>
                    <a:cubicBezTo>
                      <a:pt x="4012" y="8345"/>
                      <a:pt x="4061" y="8308"/>
                      <a:pt x="4111" y="8271"/>
                    </a:cubicBezTo>
                    <a:cubicBezTo>
                      <a:pt x="4222" y="8184"/>
                      <a:pt x="4333" y="8098"/>
                      <a:pt x="4444" y="8024"/>
                    </a:cubicBezTo>
                    <a:lnTo>
                      <a:pt x="4617" y="7900"/>
                    </a:lnTo>
                    <a:lnTo>
                      <a:pt x="4765" y="7789"/>
                    </a:lnTo>
                    <a:cubicBezTo>
                      <a:pt x="4864" y="7728"/>
                      <a:pt x="4963" y="7653"/>
                      <a:pt x="5049" y="7579"/>
                    </a:cubicBezTo>
                    <a:cubicBezTo>
                      <a:pt x="5160" y="7777"/>
                      <a:pt x="5296" y="7999"/>
                      <a:pt x="5444" y="8258"/>
                    </a:cubicBezTo>
                    <a:cubicBezTo>
                      <a:pt x="5617" y="8530"/>
                      <a:pt x="5790" y="8814"/>
                      <a:pt x="5950" y="9061"/>
                    </a:cubicBezTo>
                    <a:cubicBezTo>
                      <a:pt x="6012" y="9147"/>
                      <a:pt x="6061" y="9246"/>
                      <a:pt x="6123" y="9345"/>
                    </a:cubicBezTo>
                    <a:cubicBezTo>
                      <a:pt x="6222" y="9530"/>
                      <a:pt x="6345" y="9703"/>
                      <a:pt x="6468" y="9875"/>
                    </a:cubicBezTo>
                    <a:cubicBezTo>
                      <a:pt x="6493" y="9900"/>
                      <a:pt x="6543" y="9925"/>
                      <a:pt x="6580" y="9925"/>
                    </a:cubicBezTo>
                    <a:cubicBezTo>
                      <a:pt x="6629" y="9925"/>
                      <a:pt x="6666" y="9900"/>
                      <a:pt x="6703" y="9875"/>
                    </a:cubicBezTo>
                    <a:cubicBezTo>
                      <a:pt x="6728" y="9838"/>
                      <a:pt x="6752" y="9789"/>
                      <a:pt x="6752" y="9740"/>
                    </a:cubicBezTo>
                    <a:cubicBezTo>
                      <a:pt x="6925" y="9431"/>
                      <a:pt x="7073" y="9110"/>
                      <a:pt x="7209" y="8801"/>
                    </a:cubicBezTo>
                    <a:lnTo>
                      <a:pt x="7258" y="8703"/>
                    </a:lnTo>
                    <a:cubicBezTo>
                      <a:pt x="7555" y="8024"/>
                      <a:pt x="7851" y="7333"/>
                      <a:pt x="8123" y="6666"/>
                    </a:cubicBezTo>
                    <a:lnTo>
                      <a:pt x="8147" y="6592"/>
                    </a:lnTo>
                    <a:cubicBezTo>
                      <a:pt x="8740" y="5185"/>
                      <a:pt x="9406" y="3518"/>
                      <a:pt x="10024" y="1827"/>
                    </a:cubicBezTo>
                    <a:cubicBezTo>
                      <a:pt x="10135" y="1519"/>
                      <a:pt x="10258" y="1210"/>
                      <a:pt x="10357" y="877"/>
                    </a:cubicBezTo>
                    <a:lnTo>
                      <a:pt x="10369" y="827"/>
                    </a:lnTo>
                    <a:cubicBezTo>
                      <a:pt x="10443" y="654"/>
                      <a:pt x="10480" y="469"/>
                      <a:pt x="10468" y="284"/>
                    </a:cubicBezTo>
                    <a:cubicBezTo>
                      <a:pt x="10505" y="222"/>
                      <a:pt x="10493" y="148"/>
                      <a:pt x="10443" y="111"/>
                    </a:cubicBezTo>
                    <a:cubicBezTo>
                      <a:pt x="10369" y="37"/>
                      <a:pt x="10270" y="0"/>
                      <a:pt x="10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57" name="Google Shape;7657;p268"/>
            <p:cNvSpPr/>
            <p:nvPr/>
          </p:nvSpPr>
          <p:spPr>
            <a:xfrm>
              <a:off x="6562292" y="4354432"/>
              <a:ext cx="1368335" cy="942004"/>
            </a:xfrm>
            <a:custGeom>
              <a:avLst/>
              <a:gdLst/>
              <a:ahLst/>
              <a:cxnLst/>
              <a:rect l="l" t="t" r="r" b="b"/>
              <a:pathLst>
                <a:path w="16999" h="11703" extrusionOk="0">
                  <a:moveTo>
                    <a:pt x="16961" y="211"/>
                  </a:moveTo>
                  <a:cubicBezTo>
                    <a:pt x="16998" y="87"/>
                    <a:pt x="16850" y="1"/>
                    <a:pt x="16764" y="100"/>
                  </a:cubicBezTo>
                  <a:cubicBezTo>
                    <a:pt x="16752" y="112"/>
                    <a:pt x="16752" y="124"/>
                    <a:pt x="16739" y="137"/>
                  </a:cubicBezTo>
                  <a:lnTo>
                    <a:pt x="16727" y="186"/>
                  </a:lnTo>
                  <a:lnTo>
                    <a:pt x="16715" y="235"/>
                  </a:lnTo>
                  <a:lnTo>
                    <a:pt x="16690" y="285"/>
                  </a:lnTo>
                  <a:lnTo>
                    <a:pt x="16665" y="346"/>
                  </a:lnTo>
                  <a:cubicBezTo>
                    <a:pt x="16616" y="495"/>
                    <a:pt x="16826" y="569"/>
                    <a:pt x="16887" y="433"/>
                  </a:cubicBezTo>
                  <a:lnTo>
                    <a:pt x="16912" y="359"/>
                  </a:lnTo>
                  <a:lnTo>
                    <a:pt x="16924" y="309"/>
                  </a:lnTo>
                  <a:lnTo>
                    <a:pt x="16949" y="260"/>
                  </a:lnTo>
                  <a:close/>
                  <a:moveTo>
                    <a:pt x="260" y="10197"/>
                  </a:moveTo>
                  <a:cubicBezTo>
                    <a:pt x="137" y="10110"/>
                    <a:pt x="1" y="10283"/>
                    <a:pt x="112" y="10382"/>
                  </a:cubicBezTo>
                  <a:lnTo>
                    <a:pt x="186" y="10444"/>
                  </a:lnTo>
                  <a:lnTo>
                    <a:pt x="248" y="10481"/>
                  </a:lnTo>
                  <a:lnTo>
                    <a:pt x="309" y="10530"/>
                  </a:lnTo>
                  <a:cubicBezTo>
                    <a:pt x="433" y="10617"/>
                    <a:pt x="569" y="10431"/>
                    <a:pt x="445" y="10345"/>
                  </a:cubicBezTo>
                  <a:lnTo>
                    <a:pt x="384" y="10296"/>
                  </a:lnTo>
                  <a:lnTo>
                    <a:pt x="334" y="10259"/>
                  </a:lnTo>
                  <a:close/>
                  <a:moveTo>
                    <a:pt x="1013" y="10728"/>
                  </a:moveTo>
                  <a:cubicBezTo>
                    <a:pt x="890" y="10617"/>
                    <a:pt x="741" y="10789"/>
                    <a:pt x="853" y="10900"/>
                  </a:cubicBezTo>
                  <a:cubicBezTo>
                    <a:pt x="865" y="10900"/>
                    <a:pt x="877" y="10913"/>
                    <a:pt x="890" y="10925"/>
                  </a:cubicBezTo>
                  <a:lnTo>
                    <a:pt x="951" y="10962"/>
                  </a:lnTo>
                  <a:lnTo>
                    <a:pt x="1013" y="10999"/>
                  </a:lnTo>
                  <a:lnTo>
                    <a:pt x="1087" y="11036"/>
                  </a:lnTo>
                  <a:cubicBezTo>
                    <a:pt x="1211" y="11135"/>
                    <a:pt x="1359" y="10962"/>
                    <a:pt x="1248" y="10863"/>
                  </a:cubicBezTo>
                  <a:cubicBezTo>
                    <a:pt x="1235" y="10851"/>
                    <a:pt x="1223" y="10839"/>
                    <a:pt x="1211" y="10839"/>
                  </a:cubicBezTo>
                  <a:lnTo>
                    <a:pt x="1136" y="10802"/>
                  </a:lnTo>
                  <a:lnTo>
                    <a:pt x="1075" y="10765"/>
                  </a:lnTo>
                  <a:close/>
                  <a:moveTo>
                    <a:pt x="1828" y="11123"/>
                  </a:moveTo>
                  <a:cubicBezTo>
                    <a:pt x="1680" y="11073"/>
                    <a:pt x="1593" y="11283"/>
                    <a:pt x="1741" y="11345"/>
                  </a:cubicBezTo>
                  <a:lnTo>
                    <a:pt x="1791" y="11370"/>
                  </a:lnTo>
                  <a:lnTo>
                    <a:pt x="1852" y="11382"/>
                  </a:lnTo>
                  <a:lnTo>
                    <a:pt x="1914" y="11407"/>
                  </a:lnTo>
                  <a:lnTo>
                    <a:pt x="1964" y="11431"/>
                  </a:lnTo>
                  <a:cubicBezTo>
                    <a:pt x="2001" y="11444"/>
                    <a:pt x="2050" y="11431"/>
                    <a:pt x="2075" y="11394"/>
                  </a:cubicBezTo>
                  <a:cubicBezTo>
                    <a:pt x="2136" y="11345"/>
                    <a:pt x="2124" y="11234"/>
                    <a:pt x="2038" y="11209"/>
                  </a:cubicBezTo>
                  <a:lnTo>
                    <a:pt x="1988" y="11184"/>
                  </a:lnTo>
                  <a:lnTo>
                    <a:pt x="1927" y="11172"/>
                  </a:lnTo>
                  <a:lnTo>
                    <a:pt x="1877" y="11147"/>
                  </a:lnTo>
                  <a:close/>
                  <a:moveTo>
                    <a:pt x="2692" y="11382"/>
                  </a:moveTo>
                  <a:cubicBezTo>
                    <a:pt x="2568" y="11370"/>
                    <a:pt x="2507" y="11518"/>
                    <a:pt x="2605" y="11592"/>
                  </a:cubicBezTo>
                  <a:cubicBezTo>
                    <a:pt x="2618" y="11604"/>
                    <a:pt x="2630" y="11616"/>
                    <a:pt x="2642" y="11616"/>
                  </a:cubicBezTo>
                  <a:lnTo>
                    <a:pt x="2717" y="11629"/>
                  </a:lnTo>
                  <a:lnTo>
                    <a:pt x="2778" y="11641"/>
                  </a:lnTo>
                  <a:lnTo>
                    <a:pt x="2840" y="11653"/>
                  </a:lnTo>
                  <a:lnTo>
                    <a:pt x="2877" y="11653"/>
                  </a:lnTo>
                  <a:cubicBezTo>
                    <a:pt x="3013" y="11666"/>
                    <a:pt x="3062" y="11481"/>
                    <a:pt x="2939" y="11431"/>
                  </a:cubicBezTo>
                  <a:lnTo>
                    <a:pt x="2914" y="11431"/>
                  </a:lnTo>
                  <a:lnTo>
                    <a:pt x="2865" y="11431"/>
                  </a:lnTo>
                  <a:lnTo>
                    <a:pt x="2815" y="11419"/>
                  </a:lnTo>
                  <a:lnTo>
                    <a:pt x="2766" y="11407"/>
                  </a:lnTo>
                  <a:lnTo>
                    <a:pt x="2692" y="11394"/>
                  </a:lnTo>
                  <a:close/>
                  <a:moveTo>
                    <a:pt x="3593" y="11468"/>
                  </a:moveTo>
                  <a:cubicBezTo>
                    <a:pt x="3457" y="11481"/>
                    <a:pt x="3432" y="11653"/>
                    <a:pt x="3556" y="11690"/>
                  </a:cubicBezTo>
                  <a:cubicBezTo>
                    <a:pt x="3568" y="11703"/>
                    <a:pt x="3581" y="11703"/>
                    <a:pt x="3593" y="11690"/>
                  </a:cubicBezTo>
                  <a:lnTo>
                    <a:pt x="3679" y="11690"/>
                  </a:lnTo>
                  <a:lnTo>
                    <a:pt x="3741" y="11690"/>
                  </a:lnTo>
                  <a:lnTo>
                    <a:pt x="3790" y="11690"/>
                  </a:lnTo>
                  <a:lnTo>
                    <a:pt x="3827" y="11690"/>
                  </a:lnTo>
                  <a:cubicBezTo>
                    <a:pt x="3963" y="11690"/>
                    <a:pt x="3988" y="11518"/>
                    <a:pt x="3865" y="11468"/>
                  </a:cubicBezTo>
                  <a:cubicBezTo>
                    <a:pt x="3852" y="11468"/>
                    <a:pt x="3840" y="11468"/>
                    <a:pt x="3815" y="11468"/>
                  </a:cubicBezTo>
                  <a:lnTo>
                    <a:pt x="3778" y="11468"/>
                  </a:lnTo>
                  <a:lnTo>
                    <a:pt x="3729" y="11468"/>
                  </a:lnTo>
                  <a:lnTo>
                    <a:pt x="3593" y="11468"/>
                  </a:lnTo>
                  <a:close/>
                  <a:moveTo>
                    <a:pt x="4482" y="11357"/>
                  </a:moveTo>
                  <a:cubicBezTo>
                    <a:pt x="4371" y="11394"/>
                    <a:pt x="4371" y="11567"/>
                    <a:pt x="4482" y="11592"/>
                  </a:cubicBezTo>
                  <a:cubicBezTo>
                    <a:pt x="4506" y="11592"/>
                    <a:pt x="4519" y="11592"/>
                    <a:pt x="4531" y="11592"/>
                  </a:cubicBezTo>
                  <a:lnTo>
                    <a:pt x="4593" y="11579"/>
                  </a:lnTo>
                  <a:lnTo>
                    <a:pt x="4642" y="11567"/>
                  </a:lnTo>
                  <a:lnTo>
                    <a:pt x="4704" y="11555"/>
                  </a:lnTo>
                  <a:lnTo>
                    <a:pt x="4766" y="11530"/>
                  </a:lnTo>
                  <a:cubicBezTo>
                    <a:pt x="4864" y="11505"/>
                    <a:pt x="4877" y="11370"/>
                    <a:pt x="4790" y="11320"/>
                  </a:cubicBezTo>
                  <a:cubicBezTo>
                    <a:pt x="4766" y="11308"/>
                    <a:pt x="4729" y="11295"/>
                    <a:pt x="4704" y="11308"/>
                  </a:cubicBezTo>
                  <a:lnTo>
                    <a:pt x="4642" y="11320"/>
                  </a:lnTo>
                  <a:lnTo>
                    <a:pt x="4593" y="11333"/>
                  </a:lnTo>
                  <a:lnTo>
                    <a:pt x="4543" y="11345"/>
                  </a:lnTo>
                  <a:lnTo>
                    <a:pt x="4482" y="11370"/>
                  </a:lnTo>
                  <a:close/>
                  <a:moveTo>
                    <a:pt x="5346" y="11073"/>
                  </a:moveTo>
                  <a:cubicBezTo>
                    <a:pt x="5222" y="11123"/>
                    <a:pt x="5272" y="11308"/>
                    <a:pt x="5395" y="11295"/>
                  </a:cubicBezTo>
                  <a:cubicBezTo>
                    <a:pt x="5408" y="11295"/>
                    <a:pt x="5432" y="11295"/>
                    <a:pt x="5445" y="11283"/>
                  </a:cubicBezTo>
                  <a:lnTo>
                    <a:pt x="5469" y="11271"/>
                  </a:lnTo>
                  <a:lnTo>
                    <a:pt x="5519" y="11258"/>
                  </a:lnTo>
                  <a:lnTo>
                    <a:pt x="5568" y="11234"/>
                  </a:lnTo>
                  <a:lnTo>
                    <a:pt x="5617" y="11209"/>
                  </a:lnTo>
                  <a:lnTo>
                    <a:pt x="5654" y="11184"/>
                  </a:lnTo>
                  <a:cubicBezTo>
                    <a:pt x="5741" y="11147"/>
                    <a:pt x="5741" y="11012"/>
                    <a:pt x="5642" y="10975"/>
                  </a:cubicBezTo>
                  <a:cubicBezTo>
                    <a:pt x="5617" y="10962"/>
                    <a:pt x="5580" y="10962"/>
                    <a:pt x="5556" y="10975"/>
                  </a:cubicBezTo>
                  <a:lnTo>
                    <a:pt x="5469" y="11012"/>
                  </a:lnTo>
                  <a:lnTo>
                    <a:pt x="5420" y="11036"/>
                  </a:lnTo>
                  <a:lnTo>
                    <a:pt x="5346" y="11073"/>
                  </a:lnTo>
                  <a:close/>
                  <a:moveTo>
                    <a:pt x="6136" y="10641"/>
                  </a:moveTo>
                  <a:cubicBezTo>
                    <a:pt x="6099" y="10666"/>
                    <a:pt x="6086" y="10703"/>
                    <a:pt x="6086" y="10752"/>
                  </a:cubicBezTo>
                  <a:cubicBezTo>
                    <a:pt x="6111" y="10839"/>
                    <a:pt x="6198" y="10876"/>
                    <a:pt x="6272" y="10839"/>
                  </a:cubicBezTo>
                  <a:lnTo>
                    <a:pt x="6333" y="10789"/>
                  </a:lnTo>
                  <a:lnTo>
                    <a:pt x="6370" y="10765"/>
                  </a:lnTo>
                  <a:lnTo>
                    <a:pt x="6420" y="10728"/>
                  </a:lnTo>
                  <a:lnTo>
                    <a:pt x="6469" y="10703"/>
                  </a:lnTo>
                  <a:cubicBezTo>
                    <a:pt x="6580" y="10617"/>
                    <a:pt x="6481" y="10444"/>
                    <a:pt x="6358" y="10493"/>
                  </a:cubicBezTo>
                  <a:lnTo>
                    <a:pt x="6333" y="10505"/>
                  </a:lnTo>
                  <a:lnTo>
                    <a:pt x="6247" y="10567"/>
                  </a:lnTo>
                  <a:cubicBezTo>
                    <a:pt x="6210" y="10592"/>
                    <a:pt x="6173" y="10617"/>
                    <a:pt x="6136" y="10641"/>
                  </a:cubicBezTo>
                  <a:close/>
                  <a:moveTo>
                    <a:pt x="6864" y="10086"/>
                  </a:moveTo>
                  <a:cubicBezTo>
                    <a:pt x="6753" y="10160"/>
                    <a:pt x="6864" y="10333"/>
                    <a:pt x="6988" y="10271"/>
                  </a:cubicBezTo>
                  <a:cubicBezTo>
                    <a:pt x="7000" y="10271"/>
                    <a:pt x="7000" y="10259"/>
                    <a:pt x="7012" y="10259"/>
                  </a:cubicBezTo>
                  <a:lnTo>
                    <a:pt x="7185" y="10098"/>
                  </a:lnTo>
                  <a:cubicBezTo>
                    <a:pt x="7222" y="10061"/>
                    <a:pt x="7234" y="10012"/>
                    <a:pt x="7210" y="9962"/>
                  </a:cubicBezTo>
                  <a:cubicBezTo>
                    <a:pt x="7173" y="9888"/>
                    <a:pt x="7086" y="9876"/>
                    <a:pt x="7025" y="9925"/>
                  </a:cubicBezTo>
                  <a:cubicBezTo>
                    <a:pt x="6975" y="9987"/>
                    <a:pt x="6913" y="10036"/>
                    <a:pt x="6864" y="10086"/>
                  </a:cubicBezTo>
                  <a:close/>
                  <a:moveTo>
                    <a:pt x="7494" y="9432"/>
                  </a:moveTo>
                  <a:cubicBezTo>
                    <a:pt x="7395" y="9543"/>
                    <a:pt x="7568" y="9703"/>
                    <a:pt x="7679" y="9580"/>
                  </a:cubicBezTo>
                  <a:lnTo>
                    <a:pt x="7827" y="9407"/>
                  </a:lnTo>
                  <a:cubicBezTo>
                    <a:pt x="7926" y="9296"/>
                    <a:pt x="7790" y="9148"/>
                    <a:pt x="7679" y="9222"/>
                  </a:cubicBezTo>
                  <a:cubicBezTo>
                    <a:pt x="7666" y="9234"/>
                    <a:pt x="7654" y="9246"/>
                    <a:pt x="7642" y="9259"/>
                  </a:cubicBezTo>
                  <a:cubicBezTo>
                    <a:pt x="7592" y="9320"/>
                    <a:pt x="7543" y="9370"/>
                    <a:pt x="7494" y="9432"/>
                  </a:cubicBezTo>
                  <a:close/>
                  <a:moveTo>
                    <a:pt x="8049" y="8703"/>
                  </a:moveTo>
                  <a:cubicBezTo>
                    <a:pt x="7963" y="8827"/>
                    <a:pt x="8160" y="8975"/>
                    <a:pt x="8247" y="8827"/>
                  </a:cubicBezTo>
                  <a:cubicBezTo>
                    <a:pt x="8296" y="8765"/>
                    <a:pt x="8333" y="8703"/>
                    <a:pt x="8382" y="8629"/>
                  </a:cubicBezTo>
                  <a:cubicBezTo>
                    <a:pt x="8456" y="8518"/>
                    <a:pt x="8308" y="8382"/>
                    <a:pt x="8210" y="8481"/>
                  </a:cubicBezTo>
                  <a:cubicBezTo>
                    <a:pt x="8197" y="8493"/>
                    <a:pt x="8185" y="8493"/>
                    <a:pt x="8185" y="8506"/>
                  </a:cubicBezTo>
                  <a:cubicBezTo>
                    <a:pt x="8136" y="8567"/>
                    <a:pt x="8098" y="8642"/>
                    <a:pt x="8061" y="8703"/>
                  </a:cubicBezTo>
                  <a:close/>
                  <a:moveTo>
                    <a:pt x="8518" y="7913"/>
                  </a:moveTo>
                  <a:cubicBezTo>
                    <a:pt x="8493" y="7963"/>
                    <a:pt x="8506" y="8024"/>
                    <a:pt x="8543" y="8061"/>
                  </a:cubicBezTo>
                  <a:cubicBezTo>
                    <a:pt x="8605" y="8111"/>
                    <a:pt x="8691" y="8086"/>
                    <a:pt x="8728" y="8024"/>
                  </a:cubicBezTo>
                  <a:cubicBezTo>
                    <a:pt x="8765" y="7950"/>
                    <a:pt x="8802" y="7889"/>
                    <a:pt x="8827" y="7814"/>
                  </a:cubicBezTo>
                  <a:cubicBezTo>
                    <a:pt x="8888" y="7703"/>
                    <a:pt x="8740" y="7592"/>
                    <a:pt x="8654" y="7679"/>
                  </a:cubicBezTo>
                  <a:cubicBezTo>
                    <a:pt x="8642" y="7691"/>
                    <a:pt x="8629" y="7703"/>
                    <a:pt x="8629" y="7716"/>
                  </a:cubicBezTo>
                  <a:cubicBezTo>
                    <a:pt x="8592" y="7777"/>
                    <a:pt x="8555" y="7852"/>
                    <a:pt x="8518" y="7913"/>
                  </a:cubicBezTo>
                  <a:close/>
                  <a:moveTo>
                    <a:pt x="8901" y="7086"/>
                  </a:moveTo>
                  <a:cubicBezTo>
                    <a:pt x="8851" y="7197"/>
                    <a:pt x="9000" y="7296"/>
                    <a:pt x="9098" y="7210"/>
                  </a:cubicBezTo>
                  <a:cubicBezTo>
                    <a:pt x="9111" y="7197"/>
                    <a:pt x="9111" y="7185"/>
                    <a:pt x="9123" y="7173"/>
                  </a:cubicBezTo>
                  <a:cubicBezTo>
                    <a:pt x="9148" y="7099"/>
                    <a:pt x="9172" y="7024"/>
                    <a:pt x="9197" y="6950"/>
                  </a:cubicBezTo>
                  <a:cubicBezTo>
                    <a:pt x="9246" y="6827"/>
                    <a:pt x="9086" y="6728"/>
                    <a:pt x="9012" y="6839"/>
                  </a:cubicBezTo>
                  <a:cubicBezTo>
                    <a:pt x="9000" y="6839"/>
                    <a:pt x="8987" y="6852"/>
                    <a:pt x="8987" y="6876"/>
                  </a:cubicBezTo>
                  <a:cubicBezTo>
                    <a:pt x="8963" y="6938"/>
                    <a:pt x="8926" y="7012"/>
                    <a:pt x="8901" y="7086"/>
                  </a:cubicBezTo>
                  <a:close/>
                  <a:moveTo>
                    <a:pt x="9197" y="6222"/>
                  </a:moveTo>
                  <a:cubicBezTo>
                    <a:pt x="9160" y="6370"/>
                    <a:pt x="9382" y="6432"/>
                    <a:pt x="9419" y="6284"/>
                  </a:cubicBezTo>
                  <a:cubicBezTo>
                    <a:pt x="9444" y="6197"/>
                    <a:pt x="9456" y="6123"/>
                    <a:pt x="9481" y="6049"/>
                  </a:cubicBezTo>
                  <a:cubicBezTo>
                    <a:pt x="9506" y="5951"/>
                    <a:pt x="9395" y="5864"/>
                    <a:pt x="9308" y="5926"/>
                  </a:cubicBezTo>
                  <a:cubicBezTo>
                    <a:pt x="9284" y="5938"/>
                    <a:pt x="9259" y="5963"/>
                    <a:pt x="9246" y="6000"/>
                  </a:cubicBezTo>
                  <a:cubicBezTo>
                    <a:pt x="9234" y="6074"/>
                    <a:pt x="9209" y="6148"/>
                    <a:pt x="9197" y="6222"/>
                  </a:cubicBezTo>
                  <a:close/>
                  <a:moveTo>
                    <a:pt x="9382" y="5321"/>
                  </a:moveTo>
                  <a:cubicBezTo>
                    <a:pt x="9358" y="5444"/>
                    <a:pt x="9530" y="5506"/>
                    <a:pt x="9592" y="5407"/>
                  </a:cubicBezTo>
                  <a:cubicBezTo>
                    <a:pt x="9604" y="5395"/>
                    <a:pt x="9617" y="5370"/>
                    <a:pt x="9617" y="5358"/>
                  </a:cubicBezTo>
                  <a:cubicBezTo>
                    <a:pt x="9629" y="5284"/>
                    <a:pt x="9629" y="5198"/>
                    <a:pt x="9641" y="5124"/>
                  </a:cubicBezTo>
                  <a:cubicBezTo>
                    <a:pt x="9641" y="5099"/>
                    <a:pt x="9641" y="5087"/>
                    <a:pt x="9641" y="5062"/>
                  </a:cubicBezTo>
                  <a:cubicBezTo>
                    <a:pt x="9666" y="5000"/>
                    <a:pt x="9629" y="4938"/>
                    <a:pt x="9567" y="4926"/>
                  </a:cubicBezTo>
                  <a:cubicBezTo>
                    <a:pt x="9555" y="4914"/>
                    <a:pt x="9543" y="4914"/>
                    <a:pt x="9530" y="4926"/>
                  </a:cubicBezTo>
                  <a:cubicBezTo>
                    <a:pt x="9456" y="4926"/>
                    <a:pt x="9370" y="4926"/>
                    <a:pt x="9296" y="4926"/>
                  </a:cubicBezTo>
                  <a:cubicBezTo>
                    <a:pt x="9172" y="4926"/>
                    <a:pt x="9135" y="5111"/>
                    <a:pt x="9259" y="5148"/>
                  </a:cubicBezTo>
                  <a:cubicBezTo>
                    <a:pt x="9271" y="5161"/>
                    <a:pt x="9284" y="5161"/>
                    <a:pt x="9308" y="5161"/>
                  </a:cubicBezTo>
                  <a:lnTo>
                    <a:pt x="9419" y="5161"/>
                  </a:lnTo>
                  <a:cubicBezTo>
                    <a:pt x="9419" y="5222"/>
                    <a:pt x="9395" y="5272"/>
                    <a:pt x="9395" y="5333"/>
                  </a:cubicBezTo>
                  <a:close/>
                  <a:moveTo>
                    <a:pt x="9456" y="4420"/>
                  </a:moveTo>
                  <a:cubicBezTo>
                    <a:pt x="9469" y="4556"/>
                    <a:pt x="9666" y="4556"/>
                    <a:pt x="9679" y="4420"/>
                  </a:cubicBezTo>
                  <a:lnTo>
                    <a:pt x="9679" y="4358"/>
                  </a:lnTo>
                  <a:lnTo>
                    <a:pt x="9679" y="4173"/>
                  </a:lnTo>
                  <a:cubicBezTo>
                    <a:pt x="9679" y="4050"/>
                    <a:pt x="9506" y="4025"/>
                    <a:pt x="9456" y="4136"/>
                  </a:cubicBezTo>
                  <a:cubicBezTo>
                    <a:pt x="9456" y="4161"/>
                    <a:pt x="9456" y="4173"/>
                    <a:pt x="9456" y="4185"/>
                  </a:cubicBezTo>
                  <a:lnTo>
                    <a:pt x="9456" y="4420"/>
                  </a:lnTo>
                  <a:close/>
                  <a:moveTo>
                    <a:pt x="9395" y="3506"/>
                  </a:moveTo>
                  <a:cubicBezTo>
                    <a:pt x="9407" y="3642"/>
                    <a:pt x="9604" y="3642"/>
                    <a:pt x="9617" y="3506"/>
                  </a:cubicBezTo>
                  <a:lnTo>
                    <a:pt x="9617" y="3482"/>
                  </a:lnTo>
                  <a:cubicBezTo>
                    <a:pt x="9604" y="3395"/>
                    <a:pt x="9592" y="3321"/>
                    <a:pt x="9580" y="3235"/>
                  </a:cubicBezTo>
                  <a:cubicBezTo>
                    <a:pt x="9555" y="3111"/>
                    <a:pt x="9370" y="3111"/>
                    <a:pt x="9358" y="3235"/>
                  </a:cubicBezTo>
                  <a:cubicBezTo>
                    <a:pt x="9345" y="3260"/>
                    <a:pt x="9345" y="3272"/>
                    <a:pt x="9358" y="3284"/>
                  </a:cubicBezTo>
                  <a:cubicBezTo>
                    <a:pt x="9370" y="3358"/>
                    <a:pt x="9382" y="3432"/>
                    <a:pt x="9395" y="3506"/>
                  </a:cubicBezTo>
                  <a:close/>
                  <a:moveTo>
                    <a:pt x="9111" y="2692"/>
                  </a:moveTo>
                  <a:cubicBezTo>
                    <a:pt x="9197" y="2791"/>
                    <a:pt x="9358" y="2716"/>
                    <a:pt x="9321" y="2593"/>
                  </a:cubicBezTo>
                  <a:cubicBezTo>
                    <a:pt x="9308" y="2568"/>
                    <a:pt x="9308" y="2556"/>
                    <a:pt x="9296" y="2544"/>
                  </a:cubicBezTo>
                  <a:cubicBezTo>
                    <a:pt x="9234" y="2482"/>
                    <a:pt x="9172" y="2420"/>
                    <a:pt x="9098" y="2371"/>
                  </a:cubicBezTo>
                  <a:cubicBezTo>
                    <a:pt x="8987" y="2297"/>
                    <a:pt x="8851" y="2433"/>
                    <a:pt x="8938" y="2544"/>
                  </a:cubicBezTo>
                  <a:cubicBezTo>
                    <a:pt x="8950" y="2544"/>
                    <a:pt x="8963" y="2556"/>
                    <a:pt x="8975" y="2568"/>
                  </a:cubicBezTo>
                  <a:cubicBezTo>
                    <a:pt x="9024" y="2593"/>
                    <a:pt x="9074" y="2642"/>
                    <a:pt x="9111" y="2692"/>
                  </a:cubicBezTo>
                  <a:close/>
                  <a:moveTo>
                    <a:pt x="8395" y="2544"/>
                  </a:moveTo>
                  <a:cubicBezTo>
                    <a:pt x="8531" y="2507"/>
                    <a:pt x="8493" y="2309"/>
                    <a:pt x="8358" y="2321"/>
                  </a:cubicBezTo>
                  <a:cubicBezTo>
                    <a:pt x="8345" y="2321"/>
                    <a:pt x="8333" y="2321"/>
                    <a:pt x="8321" y="2321"/>
                  </a:cubicBezTo>
                  <a:cubicBezTo>
                    <a:pt x="8247" y="2346"/>
                    <a:pt x="8173" y="2383"/>
                    <a:pt x="8098" y="2420"/>
                  </a:cubicBezTo>
                  <a:cubicBezTo>
                    <a:pt x="8074" y="2433"/>
                    <a:pt x="8049" y="2445"/>
                    <a:pt x="8037" y="2470"/>
                  </a:cubicBezTo>
                  <a:cubicBezTo>
                    <a:pt x="8000" y="2568"/>
                    <a:pt x="8098" y="2679"/>
                    <a:pt x="8197" y="2630"/>
                  </a:cubicBezTo>
                  <a:cubicBezTo>
                    <a:pt x="8259" y="2593"/>
                    <a:pt x="8333" y="2568"/>
                    <a:pt x="8395" y="2544"/>
                  </a:cubicBezTo>
                  <a:close/>
                  <a:moveTo>
                    <a:pt x="7642" y="3000"/>
                  </a:moveTo>
                  <a:cubicBezTo>
                    <a:pt x="7666" y="2976"/>
                    <a:pt x="7679" y="2951"/>
                    <a:pt x="7679" y="2926"/>
                  </a:cubicBezTo>
                  <a:cubicBezTo>
                    <a:pt x="7691" y="2815"/>
                    <a:pt x="7568" y="2754"/>
                    <a:pt x="7494" y="2815"/>
                  </a:cubicBezTo>
                  <a:cubicBezTo>
                    <a:pt x="7420" y="2877"/>
                    <a:pt x="7370" y="2926"/>
                    <a:pt x="7308" y="3000"/>
                  </a:cubicBezTo>
                  <a:cubicBezTo>
                    <a:pt x="7284" y="3037"/>
                    <a:pt x="7271" y="3087"/>
                    <a:pt x="7296" y="3136"/>
                  </a:cubicBezTo>
                  <a:cubicBezTo>
                    <a:pt x="7346" y="3198"/>
                    <a:pt x="7432" y="3210"/>
                    <a:pt x="7481" y="3149"/>
                  </a:cubicBezTo>
                  <a:cubicBezTo>
                    <a:pt x="7531" y="3087"/>
                    <a:pt x="7580" y="3037"/>
                    <a:pt x="7642" y="2988"/>
                  </a:cubicBezTo>
                  <a:close/>
                  <a:moveTo>
                    <a:pt x="7259" y="3692"/>
                  </a:moveTo>
                  <a:cubicBezTo>
                    <a:pt x="7259" y="3655"/>
                    <a:pt x="7234" y="3605"/>
                    <a:pt x="7185" y="3593"/>
                  </a:cubicBezTo>
                  <a:cubicBezTo>
                    <a:pt x="7111" y="3568"/>
                    <a:pt x="7025" y="3630"/>
                    <a:pt x="7037" y="3704"/>
                  </a:cubicBezTo>
                  <a:cubicBezTo>
                    <a:pt x="7037" y="3790"/>
                    <a:pt x="7049" y="3877"/>
                    <a:pt x="7086" y="3963"/>
                  </a:cubicBezTo>
                  <a:cubicBezTo>
                    <a:pt x="7123" y="4099"/>
                    <a:pt x="7321" y="4050"/>
                    <a:pt x="7308" y="3914"/>
                  </a:cubicBezTo>
                  <a:cubicBezTo>
                    <a:pt x="7308" y="3914"/>
                    <a:pt x="7308" y="3901"/>
                    <a:pt x="7308" y="3889"/>
                  </a:cubicBezTo>
                  <a:cubicBezTo>
                    <a:pt x="7284" y="3827"/>
                    <a:pt x="7271" y="3766"/>
                    <a:pt x="7271" y="3692"/>
                  </a:cubicBezTo>
                  <a:close/>
                  <a:moveTo>
                    <a:pt x="7666" y="4408"/>
                  </a:moveTo>
                  <a:cubicBezTo>
                    <a:pt x="7568" y="4321"/>
                    <a:pt x="7420" y="4432"/>
                    <a:pt x="7481" y="4556"/>
                  </a:cubicBezTo>
                  <a:cubicBezTo>
                    <a:pt x="7481" y="4556"/>
                    <a:pt x="7494" y="4568"/>
                    <a:pt x="7506" y="4580"/>
                  </a:cubicBezTo>
                  <a:cubicBezTo>
                    <a:pt x="7555" y="4642"/>
                    <a:pt x="7617" y="4691"/>
                    <a:pt x="7679" y="4741"/>
                  </a:cubicBezTo>
                  <a:cubicBezTo>
                    <a:pt x="7802" y="4840"/>
                    <a:pt x="7950" y="4667"/>
                    <a:pt x="7839" y="4568"/>
                  </a:cubicBezTo>
                  <a:cubicBezTo>
                    <a:pt x="7778" y="4519"/>
                    <a:pt x="7728" y="4469"/>
                    <a:pt x="7666" y="4408"/>
                  </a:cubicBezTo>
                  <a:close/>
                  <a:moveTo>
                    <a:pt x="8395" y="4852"/>
                  </a:moveTo>
                  <a:cubicBezTo>
                    <a:pt x="8271" y="4815"/>
                    <a:pt x="8197" y="4988"/>
                    <a:pt x="8308" y="5062"/>
                  </a:cubicBezTo>
                  <a:cubicBezTo>
                    <a:pt x="8321" y="5062"/>
                    <a:pt x="8333" y="5074"/>
                    <a:pt x="8345" y="5074"/>
                  </a:cubicBezTo>
                  <a:cubicBezTo>
                    <a:pt x="8419" y="5099"/>
                    <a:pt x="8493" y="5111"/>
                    <a:pt x="8580" y="5124"/>
                  </a:cubicBezTo>
                  <a:cubicBezTo>
                    <a:pt x="8703" y="5136"/>
                    <a:pt x="8765" y="4963"/>
                    <a:pt x="8654" y="4901"/>
                  </a:cubicBezTo>
                  <a:cubicBezTo>
                    <a:pt x="8642" y="4901"/>
                    <a:pt x="8629" y="4889"/>
                    <a:pt x="8617" y="4889"/>
                  </a:cubicBezTo>
                  <a:cubicBezTo>
                    <a:pt x="8543" y="4877"/>
                    <a:pt x="8469" y="4864"/>
                    <a:pt x="8395" y="4852"/>
                  </a:cubicBezTo>
                  <a:close/>
                  <a:moveTo>
                    <a:pt x="10197" y="4852"/>
                  </a:moveTo>
                  <a:cubicBezTo>
                    <a:pt x="10074" y="4864"/>
                    <a:pt x="10074" y="5049"/>
                    <a:pt x="10197" y="5074"/>
                  </a:cubicBezTo>
                  <a:cubicBezTo>
                    <a:pt x="10209" y="5074"/>
                    <a:pt x="10222" y="5074"/>
                    <a:pt x="10234" y="5074"/>
                  </a:cubicBezTo>
                  <a:lnTo>
                    <a:pt x="10469" y="5037"/>
                  </a:lnTo>
                  <a:cubicBezTo>
                    <a:pt x="10592" y="5012"/>
                    <a:pt x="10592" y="4827"/>
                    <a:pt x="10469" y="4815"/>
                  </a:cubicBezTo>
                  <a:cubicBezTo>
                    <a:pt x="10456" y="4803"/>
                    <a:pt x="10431" y="4803"/>
                    <a:pt x="10419" y="4815"/>
                  </a:cubicBezTo>
                  <a:cubicBezTo>
                    <a:pt x="10345" y="4827"/>
                    <a:pt x="10271" y="4840"/>
                    <a:pt x="10197" y="4852"/>
                  </a:cubicBezTo>
                  <a:close/>
                  <a:moveTo>
                    <a:pt x="11098" y="4667"/>
                  </a:moveTo>
                  <a:cubicBezTo>
                    <a:pt x="11012" y="4691"/>
                    <a:pt x="10975" y="4803"/>
                    <a:pt x="11049" y="4864"/>
                  </a:cubicBezTo>
                  <a:cubicBezTo>
                    <a:pt x="11073" y="4889"/>
                    <a:pt x="11123" y="4901"/>
                    <a:pt x="11160" y="4901"/>
                  </a:cubicBezTo>
                  <a:lnTo>
                    <a:pt x="11382" y="4840"/>
                  </a:lnTo>
                  <a:cubicBezTo>
                    <a:pt x="11518" y="4803"/>
                    <a:pt x="11493" y="4593"/>
                    <a:pt x="11345" y="4605"/>
                  </a:cubicBezTo>
                  <a:lnTo>
                    <a:pt x="11320" y="4605"/>
                  </a:lnTo>
                  <a:lnTo>
                    <a:pt x="11098" y="4667"/>
                  </a:lnTo>
                  <a:close/>
                  <a:moveTo>
                    <a:pt x="11987" y="4408"/>
                  </a:moveTo>
                  <a:cubicBezTo>
                    <a:pt x="11851" y="4457"/>
                    <a:pt x="11888" y="4642"/>
                    <a:pt x="12024" y="4642"/>
                  </a:cubicBezTo>
                  <a:cubicBezTo>
                    <a:pt x="12036" y="4642"/>
                    <a:pt x="12049" y="4642"/>
                    <a:pt x="12061" y="4642"/>
                  </a:cubicBezTo>
                  <a:lnTo>
                    <a:pt x="12283" y="4556"/>
                  </a:lnTo>
                  <a:cubicBezTo>
                    <a:pt x="12394" y="4519"/>
                    <a:pt x="12369" y="4334"/>
                    <a:pt x="12246" y="4334"/>
                  </a:cubicBezTo>
                  <a:cubicBezTo>
                    <a:pt x="12221" y="4334"/>
                    <a:pt x="12209" y="4334"/>
                    <a:pt x="12197" y="4346"/>
                  </a:cubicBezTo>
                  <a:lnTo>
                    <a:pt x="11987" y="4420"/>
                  </a:lnTo>
                  <a:close/>
                  <a:moveTo>
                    <a:pt x="12839" y="4074"/>
                  </a:moveTo>
                  <a:cubicBezTo>
                    <a:pt x="12727" y="4124"/>
                    <a:pt x="12764" y="4296"/>
                    <a:pt x="12888" y="4296"/>
                  </a:cubicBezTo>
                  <a:cubicBezTo>
                    <a:pt x="12900" y="4296"/>
                    <a:pt x="12913" y="4296"/>
                    <a:pt x="12925" y="4284"/>
                  </a:cubicBezTo>
                  <a:lnTo>
                    <a:pt x="13147" y="4185"/>
                  </a:lnTo>
                  <a:cubicBezTo>
                    <a:pt x="13258" y="4136"/>
                    <a:pt x="13209" y="3951"/>
                    <a:pt x="13085" y="3963"/>
                  </a:cubicBezTo>
                  <a:cubicBezTo>
                    <a:pt x="13073" y="3963"/>
                    <a:pt x="13061" y="3976"/>
                    <a:pt x="13048" y="3976"/>
                  </a:cubicBezTo>
                  <a:close/>
                  <a:moveTo>
                    <a:pt x="13653" y="3655"/>
                  </a:moveTo>
                  <a:cubicBezTo>
                    <a:pt x="13542" y="3729"/>
                    <a:pt x="13604" y="3889"/>
                    <a:pt x="13727" y="3877"/>
                  </a:cubicBezTo>
                  <a:cubicBezTo>
                    <a:pt x="13740" y="3877"/>
                    <a:pt x="13752" y="3864"/>
                    <a:pt x="13764" y="3864"/>
                  </a:cubicBezTo>
                  <a:cubicBezTo>
                    <a:pt x="13838" y="3827"/>
                    <a:pt x="13900" y="3778"/>
                    <a:pt x="13974" y="3741"/>
                  </a:cubicBezTo>
                  <a:cubicBezTo>
                    <a:pt x="14098" y="3655"/>
                    <a:pt x="13987" y="3457"/>
                    <a:pt x="13851" y="3544"/>
                  </a:cubicBezTo>
                  <a:close/>
                  <a:moveTo>
                    <a:pt x="14419" y="3161"/>
                  </a:moveTo>
                  <a:cubicBezTo>
                    <a:pt x="14320" y="3235"/>
                    <a:pt x="14394" y="3395"/>
                    <a:pt x="14517" y="3371"/>
                  </a:cubicBezTo>
                  <a:cubicBezTo>
                    <a:pt x="14530" y="3371"/>
                    <a:pt x="14554" y="3358"/>
                    <a:pt x="14567" y="3358"/>
                  </a:cubicBezTo>
                  <a:cubicBezTo>
                    <a:pt x="14628" y="3309"/>
                    <a:pt x="14690" y="3260"/>
                    <a:pt x="14752" y="3210"/>
                  </a:cubicBezTo>
                  <a:cubicBezTo>
                    <a:pt x="14826" y="3149"/>
                    <a:pt x="14801" y="3013"/>
                    <a:pt x="14690" y="3000"/>
                  </a:cubicBezTo>
                  <a:cubicBezTo>
                    <a:pt x="14665" y="3000"/>
                    <a:pt x="14628" y="3013"/>
                    <a:pt x="14604" y="3025"/>
                  </a:cubicBezTo>
                  <a:close/>
                  <a:moveTo>
                    <a:pt x="15135" y="2581"/>
                  </a:moveTo>
                  <a:cubicBezTo>
                    <a:pt x="15097" y="2605"/>
                    <a:pt x="15085" y="2655"/>
                    <a:pt x="15097" y="2692"/>
                  </a:cubicBezTo>
                  <a:cubicBezTo>
                    <a:pt x="15110" y="2778"/>
                    <a:pt x="15221" y="2815"/>
                    <a:pt x="15295" y="2754"/>
                  </a:cubicBezTo>
                  <a:cubicBezTo>
                    <a:pt x="15344" y="2704"/>
                    <a:pt x="15406" y="2642"/>
                    <a:pt x="15455" y="2593"/>
                  </a:cubicBezTo>
                  <a:cubicBezTo>
                    <a:pt x="15579" y="2482"/>
                    <a:pt x="15418" y="2309"/>
                    <a:pt x="15307" y="2420"/>
                  </a:cubicBezTo>
                  <a:cubicBezTo>
                    <a:pt x="15246" y="2470"/>
                    <a:pt x="15196" y="2531"/>
                    <a:pt x="15135" y="2581"/>
                  </a:cubicBezTo>
                  <a:close/>
                  <a:moveTo>
                    <a:pt x="15752" y="1926"/>
                  </a:moveTo>
                  <a:cubicBezTo>
                    <a:pt x="15715" y="1951"/>
                    <a:pt x="15715" y="2001"/>
                    <a:pt x="15739" y="2050"/>
                  </a:cubicBezTo>
                  <a:cubicBezTo>
                    <a:pt x="15776" y="2124"/>
                    <a:pt x="15875" y="2124"/>
                    <a:pt x="15925" y="2062"/>
                  </a:cubicBezTo>
                  <a:cubicBezTo>
                    <a:pt x="15974" y="2001"/>
                    <a:pt x="16023" y="1939"/>
                    <a:pt x="16073" y="1877"/>
                  </a:cubicBezTo>
                  <a:cubicBezTo>
                    <a:pt x="16134" y="1778"/>
                    <a:pt x="16023" y="1655"/>
                    <a:pt x="15925" y="1717"/>
                  </a:cubicBezTo>
                  <a:cubicBezTo>
                    <a:pt x="15912" y="1717"/>
                    <a:pt x="15900" y="1729"/>
                    <a:pt x="15900" y="1741"/>
                  </a:cubicBezTo>
                  <a:cubicBezTo>
                    <a:pt x="15850" y="1803"/>
                    <a:pt x="15801" y="1865"/>
                    <a:pt x="15752" y="1926"/>
                  </a:cubicBezTo>
                  <a:close/>
                  <a:moveTo>
                    <a:pt x="16270" y="1173"/>
                  </a:moveTo>
                  <a:cubicBezTo>
                    <a:pt x="16159" y="1285"/>
                    <a:pt x="16332" y="1445"/>
                    <a:pt x="16443" y="1322"/>
                  </a:cubicBezTo>
                  <a:cubicBezTo>
                    <a:pt x="16455" y="1322"/>
                    <a:pt x="16455" y="1309"/>
                    <a:pt x="16468" y="1297"/>
                  </a:cubicBezTo>
                  <a:lnTo>
                    <a:pt x="16492" y="1248"/>
                  </a:lnTo>
                  <a:lnTo>
                    <a:pt x="16542" y="1149"/>
                  </a:lnTo>
                  <a:lnTo>
                    <a:pt x="16579" y="1087"/>
                  </a:lnTo>
                  <a:cubicBezTo>
                    <a:pt x="16653" y="964"/>
                    <a:pt x="16480" y="853"/>
                    <a:pt x="16394" y="951"/>
                  </a:cubicBezTo>
                  <a:cubicBezTo>
                    <a:pt x="16381" y="964"/>
                    <a:pt x="16381" y="976"/>
                    <a:pt x="16381" y="976"/>
                  </a:cubicBezTo>
                  <a:lnTo>
                    <a:pt x="16344" y="1038"/>
                  </a:lnTo>
                  <a:lnTo>
                    <a:pt x="16295" y="11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42" Type="http://schemas.openxmlformats.org/officeDocument/2006/relationships/slideLayout" Target="../slideLayouts/slideLayout54.xml"/><Relationship Id="rId47" Type="http://schemas.openxmlformats.org/officeDocument/2006/relationships/slideLayout" Target="../slideLayouts/slideLayout59.xml"/><Relationship Id="rId50" Type="http://schemas.openxmlformats.org/officeDocument/2006/relationships/slideLayout" Target="../slideLayouts/slideLayout62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7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60.xml"/><Relationship Id="rId8" Type="http://schemas.openxmlformats.org/officeDocument/2006/relationships/slideLayout" Target="../slideLayouts/slideLayout20.xml"/><Relationship Id="rId51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80.xml"/><Relationship Id="rId26" Type="http://schemas.openxmlformats.org/officeDocument/2006/relationships/slideLayout" Target="../slideLayouts/slideLayout88.xml"/><Relationship Id="rId39" Type="http://schemas.openxmlformats.org/officeDocument/2006/relationships/slideLayout" Target="../slideLayouts/slideLayout101.xml"/><Relationship Id="rId21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96.xml"/><Relationship Id="rId42" Type="http://schemas.openxmlformats.org/officeDocument/2006/relationships/slideLayout" Target="../slideLayouts/slideLayout104.xml"/><Relationship Id="rId47" Type="http://schemas.openxmlformats.org/officeDocument/2006/relationships/slideLayout" Target="../slideLayouts/slideLayout109.xml"/><Relationship Id="rId50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86.xml"/><Relationship Id="rId32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9.xml"/><Relationship Id="rId40" Type="http://schemas.openxmlformats.org/officeDocument/2006/relationships/slideLayout" Target="../slideLayouts/slideLayout102.xml"/><Relationship Id="rId45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23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90.xml"/><Relationship Id="rId36" Type="http://schemas.openxmlformats.org/officeDocument/2006/relationships/slideLayout" Target="../slideLayouts/slideLayout98.xml"/><Relationship Id="rId4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81.xml"/><Relationship Id="rId31" Type="http://schemas.openxmlformats.org/officeDocument/2006/relationships/slideLayout" Target="../slideLayouts/slideLayout93.xml"/><Relationship Id="rId44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Relationship Id="rId22" Type="http://schemas.openxmlformats.org/officeDocument/2006/relationships/slideLayout" Target="../slideLayouts/slideLayout84.xml"/><Relationship Id="rId27" Type="http://schemas.openxmlformats.org/officeDocument/2006/relationships/slideLayout" Target="../slideLayouts/slideLayout89.xml"/><Relationship Id="rId30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7.xml"/><Relationship Id="rId43" Type="http://schemas.openxmlformats.org/officeDocument/2006/relationships/slideLayout" Target="../slideLayouts/slideLayout105.xml"/><Relationship Id="rId48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70.xml"/><Relationship Id="rId51" Type="http://schemas.openxmlformats.org/officeDocument/2006/relationships/theme" Target="../theme/theme3.xml"/><Relationship Id="rId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5" Type="http://schemas.openxmlformats.org/officeDocument/2006/relationships/slideLayout" Target="../slideLayouts/slideLayout87.xml"/><Relationship Id="rId33" Type="http://schemas.openxmlformats.org/officeDocument/2006/relationships/slideLayout" Target="../slideLayouts/slideLayout95.xml"/><Relationship Id="rId38" Type="http://schemas.openxmlformats.org/officeDocument/2006/relationships/slideLayout" Target="../slideLayouts/slideLayout100.xml"/><Relationship Id="rId46" Type="http://schemas.openxmlformats.org/officeDocument/2006/relationships/slideLayout" Target="../slideLayouts/slideLayout108.xml"/><Relationship Id="rId20" Type="http://schemas.openxmlformats.org/officeDocument/2006/relationships/slideLayout" Target="../slideLayouts/slideLayout82.xml"/><Relationship Id="rId41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5.xml"/><Relationship Id="rId18" Type="http://schemas.openxmlformats.org/officeDocument/2006/relationships/slideLayout" Target="../slideLayouts/slideLayout130.xml"/><Relationship Id="rId26" Type="http://schemas.openxmlformats.org/officeDocument/2006/relationships/slideLayout" Target="../slideLayouts/slideLayout138.xml"/><Relationship Id="rId39" Type="http://schemas.openxmlformats.org/officeDocument/2006/relationships/slideLayout" Target="../slideLayouts/slideLayout151.xml"/><Relationship Id="rId21" Type="http://schemas.openxmlformats.org/officeDocument/2006/relationships/slideLayout" Target="../slideLayouts/slideLayout133.xml"/><Relationship Id="rId34" Type="http://schemas.openxmlformats.org/officeDocument/2006/relationships/slideLayout" Target="../slideLayouts/slideLayout146.xml"/><Relationship Id="rId42" Type="http://schemas.openxmlformats.org/officeDocument/2006/relationships/slideLayout" Target="../slideLayouts/slideLayout154.xml"/><Relationship Id="rId47" Type="http://schemas.openxmlformats.org/officeDocument/2006/relationships/slideLayout" Target="../slideLayouts/slideLayout159.xml"/><Relationship Id="rId50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14.xml"/><Relationship Id="rId16" Type="http://schemas.openxmlformats.org/officeDocument/2006/relationships/slideLayout" Target="../slideLayouts/slideLayout128.xml"/><Relationship Id="rId29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23.xml"/><Relationship Id="rId24" Type="http://schemas.openxmlformats.org/officeDocument/2006/relationships/slideLayout" Target="../slideLayouts/slideLayout136.xml"/><Relationship Id="rId32" Type="http://schemas.openxmlformats.org/officeDocument/2006/relationships/slideLayout" Target="../slideLayouts/slideLayout144.xml"/><Relationship Id="rId37" Type="http://schemas.openxmlformats.org/officeDocument/2006/relationships/slideLayout" Target="../slideLayouts/slideLayout149.xml"/><Relationship Id="rId40" Type="http://schemas.openxmlformats.org/officeDocument/2006/relationships/slideLayout" Target="../slideLayouts/slideLayout152.xml"/><Relationship Id="rId45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27.xml"/><Relationship Id="rId23" Type="http://schemas.openxmlformats.org/officeDocument/2006/relationships/slideLayout" Target="../slideLayouts/slideLayout135.xml"/><Relationship Id="rId28" Type="http://schemas.openxmlformats.org/officeDocument/2006/relationships/slideLayout" Target="../slideLayouts/slideLayout140.xml"/><Relationship Id="rId36" Type="http://schemas.openxmlformats.org/officeDocument/2006/relationships/slideLayout" Target="../slideLayouts/slideLayout148.xml"/><Relationship Id="rId49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31.xml"/><Relationship Id="rId31" Type="http://schemas.openxmlformats.org/officeDocument/2006/relationships/slideLayout" Target="../slideLayouts/slideLayout143.xml"/><Relationship Id="rId44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Relationship Id="rId22" Type="http://schemas.openxmlformats.org/officeDocument/2006/relationships/slideLayout" Target="../slideLayouts/slideLayout134.xml"/><Relationship Id="rId27" Type="http://schemas.openxmlformats.org/officeDocument/2006/relationships/slideLayout" Target="../slideLayouts/slideLayout139.xml"/><Relationship Id="rId30" Type="http://schemas.openxmlformats.org/officeDocument/2006/relationships/slideLayout" Target="../slideLayouts/slideLayout142.xml"/><Relationship Id="rId35" Type="http://schemas.openxmlformats.org/officeDocument/2006/relationships/slideLayout" Target="../slideLayouts/slideLayout147.xml"/><Relationship Id="rId43" Type="http://schemas.openxmlformats.org/officeDocument/2006/relationships/slideLayout" Target="../slideLayouts/slideLayout155.xml"/><Relationship Id="rId48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20.xml"/><Relationship Id="rId51" Type="http://schemas.openxmlformats.org/officeDocument/2006/relationships/theme" Target="../theme/theme4.xml"/><Relationship Id="rId3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9.xml"/><Relationship Id="rId25" Type="http://schemas.openxmlformats.org/officeDocument/2006/relationships/slideLayout" Target="../slideLayouts/slideLayout137.xml"/><Relationship Id="rId33" Type="http://schemas.openxmlformats.org/officeDocument/2006/relationships/slideLayout" Target="../slideLayouts/slideLayout145.xml"/><Relationship Id="rId38" Type="http://schemas.openxmlformats.org/officeDocument/2006/relationships/slideLayout" Target="../slideLayouts/slideLayout150.xml"/><Relationship Id="rId46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132.xml"/><Relationship Id="rId41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5.xml"/><Relationship Id="rId18" Type="http://schemas.openxmlformats.org/officeDocument/2006/relationships/slideLayout" Target="../slideLayouts/slideLayout180.xml"/><Relationship Id="rId26" Type="http://schemas.openxmlformats.org/officeDocument/2006/relationships/slideLayout" Target="../slideLayouts/slideLayout188.xml"/><Relationship Id="rId39" Type="http://schemas.openxmlformats.org/officeDocument/2006/relationships/slideLayout" Target="../slideLayouts/slideLayout201.xml"/><Relationship Id="rId21" Type="http://schemas.openxmlformats.org/officeDocument/2006/relationships/slideLayout" Target="../slideLayouts/slideLayout183.xml"/><Relationship Id="rId34" Type="http://schemas.openxmlformats.org/officeDocument/2006/relationships/slideLayout" Target="../slideLayouts/slideLayout196.xml"/><Relationship Id="rId42" Type="http://schemas.openxmlformats.org/officeDocument/2006/relationships/slideLayout" Target="../slideLayouts/slideLayout204.xml"/><Relationship Id="rId47" Type="http://schemas.openxmlformats.org/officeDocument/2006/relationships/slideLayout" Target="../slideLayouts/slideLayout209.xml"/><Relationship Id="rId50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169.xml"/><Relationship Id="rId2" Type="http://schemas.openxmlformats.org/officeDocument/2006/relationships/slideLayout" Target="../slideLayouts/slideLayout164.xml"/><Relationship Id="rId16" Type="http://schemas.openxmlformats.org/officeDocument/2006/relationships/slideLayout" Target="../slideLayouts/slideLayout178.xml"/><Relationship Id="rId29" Type="http://schemas.openxmlformats.org/officeDocument/2006/relationships/slideLayout" Target="../slideLayouts/slideLayout191.xml"/><Relationship Id="rId11" Type="http://schemas.openxmlformats.org/officeDocument/2006/relationships/slideLayout" Target="../slideLayouts/slideLayout173.xml"/><Relationship Id="rId24" Type="http://schemas.openxmlformats.org/officeDocument/2006/relationships/slideLayout" Target="../slideLayouts/slideLayout186.xml"/><Relationship Id="rId32" Type="http://schemas.openxmlformats.org/officeDocument/2006/relationships/slideLayout" Target="../slideLayouts/slideLayout194.xml"/><Relationship Id="rId37" Type="http://schemas.openxmlformats.org/officeDocument/2006/relationships/slideLayout" Target="../slideLayouts/slideLayout199.xml"/><Relationship Id="rId40" Type="http://schemas.openxmlformats.org/officeDocument/2006/relationships/slideLayout" Target="../slideLayouts/slideLayout202.xml"/><Relationship Id="rId45" Type="http://schemas.openxmlformats.org/officeDocument/2006/relationships/slideLayout" Target="../slideLayouts/slideLayout207.xml"/><Relationship Id="rId5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77.xml"/><Relationship Id="rId23" Type="http://schemas.openxmlformats.org/officeDocument/2006/relationships/slideLayout" Target="../slideLayouts/slideLayout185.xml"/><Relationship Id="rId28" Type="http://schemas.openxmlformats.org/officeDocument/2006/relationships/slideLayout" Target="../slideLayouts/slideLayout190.xml"/><Relationship Id="rId36" Type="http://schemas.openxmlformats.org/officeDocument/2006/relationships/slideLayout" Target="../slideLayouts/slideLayout198.xml"/><Relationship Id="rId49" Type="http://schemas.openxmlformats.org/officeDocument/2006/relationships/slideLayout" Target="../slideLayouts/slideLayout211.xml"/><Relationship Id="rId10" Type="http://schemas.openxmlformats.org/officeDocument/2006/relationships/slideLayout" Target="../slideLayouts/slideLayout172.xml"/><Relationship Id="rId19" Type="http://schemas.openxmlformats.org/officeDocument/2006/relationships/slideLayout" Target="../slideLayouts/slideLayout181.xml"/><Relationship Id="rId31" Type="http://schemas.openxmlformats.org/officeDocument/2006/relationships/slideLayout" Target="../slideLayouts/slideLayout193.xml"/><Relationship Id="rId44" Type="http://schemas.openxmlformats.org/officeDocument/2006/relationships/slideLayout" Target="../slideLayouts/slideLayout206.xml"/><Relationship Id="rId4" Type="http://schemas.openxmlformats.org/officeDocument/2006/relationships/slideLayout" Target="../slideLayouts/slideLayout166.xml"/><Relationship Id="rId9" Type="http://schemas.openxmlformats.org/officeDocument/2006/relationships/slideLayout" Target="../slideLayouts/slideLayout171.xml"/><Relationship Id="rId14" Type="http://schemas.openxmlformats.org/officeDocument/2006/relationships/slideLayout" Target="../slideLayouts/slideLayout176.xml"/><Relationship Id="rId22" Type="http://schemas.openxmlformats.org/officeDocument/2006/relationships/slideLayout" Target="../slideLayouts/slideLayout184.xml"/><Relationship Id="rId27" Type="http://schemas.openxmlformats.org/officeDocument/2006/relationships/slideLayout" Target="../slideLayouts/slideLayout189.xml"/><Relationship Id="rId30" Type="http://schemas.openxmlformats.org/officeDocument/2006/relationships/slideLayout" Target="../slideLayouts/slideLayout192.xml"/><Relationship Id="rId35" Type="http://schemas.openxmlformats.org/officeDocument/2006/relationships/slideLayout" Target="../slideLayouts/slideLayout197.xml"/><Relationship Id="rId43" Type="http://schemas.openxmlformats.org/officeDocument/2006/relationships/slideLayout" Target="../slideLayouts/slideLayout205.xml"/><Relationship Id="rId48" Type="http://schemas.openxmlformats.org/officeDocument/2006/relationships/slideLayout" Target="../slideLayouts/slideLayout210.xml"/><Relationship Id="rId8" Type="http://schemas.openxmlformats.org/officeDocument/2006/relationships/slideLayout" Target="../slideLayouts/slideLayout170.xml"/><Relationship Id="rId51" Type="http://schemas.openxmlformats.org/officeDocument/2006/relationships/theme" Target="../theme/theme5.xml"/><Relationship Id="rId3" Type="http://schemas.openxmlformats.org/officeDocument/2006/relationships/slideLayout" Target="../slideLayouts/slideLayout165.xml"/><Relationship Id="rId12" Type="http://schemas.openxmlformats.org/officeDocument/2006/relationships/slideLayout" Target="../slideLayouts/slideLayout174.xml"/><Relationship Id="rId17" Type="http://schemas.openxmlformats.org/officeDocument/2006/relationships/slideLayout" Target="../slideLayouts/slideLayout179.xml"/><Relationship Id="rId25" Type="http://schemas.openxmlformats.org/officeDocument/2006/relationships/slideLayout" Target="../slideLayouts/slideLayout187.xml"/><Relationship Id="rId33" Type="http://schemas.openxmlformats.org/officeDocument/2006/relationships/slideLayout" Target="../slideLayouts/slideLayout195.xml"/><Relationship Id="rId38" Type="http://schemas.openxmlformats.org/officeDocument/2006/relationships/slideLayout" Target="../slideLayouts/slideLayout200.xml"/><Relationship Id="rId46" Type="http://schemas.openxmlformats.org/officeDocument/2006/relationships/slideLayout" Target="../slideLayouts/slideLayout208.xml"/><Relationship Id="rId20" Type="http://schemas.openxmlformats.org/officeDocument/2006/relationships/slideLayout" Target="../slideLayouts/slideLayout182.xml"/><Relationship Id="rId41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63.xml"/><Relationship Id="rId6" Type="http://schemas.openxmlformats.org/officeDocument/2006/relationships/slideLayout" Target="../slideLayouts/slideLayout168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25.xml"/><Relationship Id="rId18" Type="http://schemas.openxmlformats.org/officeDocument/2006/relationships/slideLayout" Target="../slideLayouts/slideLayout230.xml"/><Relationship Id="rId26" Type="http://schemas.openxmlformats.org/officeDocument/2006/relationships/slideLayout" Target="../slideLayouts/slideLayout238.xml"/><Relationship Id="rId39" Type="http://schemas.openxmlformats.org/officeDocument/2006/relationships/slideLayout" Target="../slideLayouts/slideLayout251.xml"/><Relationship Id="rId21" Type="http://schemas.openxmlformats.org/officeDocument/2006/relationships/slideLayout" Target="../slideLayouts/slideLayout233.xml"/><Relationship Id="rId34" Type="http://schemas.openxmlformats.org/officeDocument/2006/relationships/slideLayout" Target="../slideLayouts/slideLayout246.xml"/><Relationship Id="rId42" Type="http://schemas.openxmlformats.org/officeDocument/2006/relationships/slideLayout" Target="../slideLayouts/slideLayout254.xml"/><Relationship Id="rId47" Type="http://schemas.openxmlformats.org/officeDocument/2006/relationships/slideLayout" Target="../slideLayouts/slideLayout259.xml"/><Relationship Id="rId50" Type="http://schemas.openxmlformats.org/officeDocument/2006/relationships/slideLayout" Target="../slideLayouts/slideLayout262.xml"/><Relationship Id="rId7" Type="http://schemas.openxmlformats.org/officeDocument/2006/relationships/slideLayout" Target="../slideLayouts/slideLayout219.xml"/><Relationship Id="rId2" Type="http://schemas.openxmlformats.org/officeDocument/2006/relationships/slideLayout" Target="../slideLayouts/slideLayout214.xml"/><Relationship Id="rId16" Type="http://schemas.openxmlformats.org/officeDocument/2006/relationships/slideLayout" Target="../slideLayouts/slideLayout228.xml"/><Relationship Id="rId29" Type="http://schemas.openxmlformats.org/officeDocument/2006/relationships/slideLayout" Target="../slideLayouts/slideLayout241.xml"/><Relationship Id="rId11" Type="http://schemas.openxmlformats.org/officeDocument/2006/relationships/slideLayout" Target="../slideLayouts/slideLayout223.xml"/><Relationship Id="rId24" Type="http://schemas.openxmlformats.org/officeDocument/2006/relationships/slideLayout" Target="../slideLayouts/slideLayout236.xml"/><Relationship Id="rId32" Type="http://schemas.openxmlformats.org/officeDocument/2006/relationships/slideLayout" Target="../slideLayouts/slideLayout244.xml"/><Relationship Id="rId37" Type="http://schemas.openxmlformats.org/officeDocument/2006/relationships/slideLayout" Target="../slideLayouts/slideLayout249.xml"/><Relationship Id="rId40" Type="http://schemas.openxmlformats.org/officeDocument/2006/relationships/slideLayout" Target="../slideLayouts/slideLayout252.xml"/><Relationship Id="rId45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17.xml"/><Relationship Id="rId15" Type="http://schemas.openxmlformats.org/officeDocument/2006/relationships/slideLayout" Target="../slideLayouts/slideLayout227.xml"/><Relationship Id="rId23" Type="http://schemas.openxmlformats.org/officeDocument/2006/relationships/slideLayout" Target="../slideLayouts/slideLayout235.xml"/><Relationship Id="rId28" Type="http://schemas.openxmlformats.org/officeDocument/2006/relationships/slideLayout" Target="../slideLayouts/slideLayout240.xml"/><Relationship Id="rId36" Type="http://schemas.openxmlformats.org/officeDocument/2006/relationships/slideLayout" Target="../slideLayouts/slideLayout248.xml"/><Relationship Id="rId49" Type="http://schemas.openxmlformats.org/officeDocument/2006/relationships/slideLayout" Target="../slideLayouts/slideLayout261.xml"/><Relationship Id="rId10" Type="http://schemas.openxmlformats.org/officeDocument/2006/relationships/slideLayout" Target="../slideLayouts/slideLayout222.xml"/><Relationship Id="rId19" Type="http://schemas.openxmlformats.org/officeDocument/2006/relationships/slideLayout" Target="../slideLayouts/slideLayout231.xml"/><Relationship Id="rId31" Type="http://schemas.openxmlformats.org/officeDocument/2006/relationships/slideLayout" Target="../slideLayouts/slideLayout243.xml"/><Relationship Id="rId44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16.xml"/><Relationship Id="rId9" Type="http://schemas.openxmlformats.org/officeDocument/2006/relationships/slideLayout" Target="../slideLayouts/slideLayout221.xml"/><Relationship Id="rId14" Type="http://schemas.openxmlformats.org/officeDocument/2006/relationships/slideLayout" Target="../slideLayouts/slideLayout226.xml"/><Relationship Id="rId22" Type="http://schemas.openxmlformats.org/officeDocument/2006/relationships/slideLayout" Target="../slideLayouts/slideLayout234.xml"/><Relationship Id="rId27" Type="http://schemas.openxmlformats.org/officeDocument/2006/relationships/slideLayout" Target="../slideLayouts/slideLayout239.xml"/><Relationship Id="rId30" Type="http://schemas.openxmlformats.org/officeDocument/2006/relationships/slideLayout" Target="../slideLayouts/slideLayout242.xml"/><Relationship Id="rId35" Type="http://schemas.openxmlformats.org/officeDocument/2006/relationships/slideLayout" Target="../slideLayouts/slideLayout247.xml"/><Relationship Id="rId43" Type="http://schemas.openxmlformats.org/officeDocument/2006/relationships/slideLayout" Target="../slideLayouts/slideLayout255.xml"/><Relationship Id="rId48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20.xml"/><Relationship Id="rId51" Type="http://schemas.openxmlformats.org/officeDocument/2006/relationships/theme" Target="../theme/theme6.xml"/><Relationship Id="rId3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24.xml"/><Relationship Id="rId17" Type="http://schemas.openxmlformats.org/officeDocument/2006/relationships/slideLayout" Target="../slideLayouts/slideLayout229.xml"/><Relationship Id="rId25" Type="http://schemas.openxmlformats.org/officeDocument/2006/relationships/slideLayout" Target="../slideLayouts/slideLayout237.xml"/><Relationship Id="rId33" Type="http://schemas.openxmlformats.org/officeDocument/2006/relationships/slideLayout" Target="../slideLayouts/slideLayout245.xml"/><Relationship Id="rId38" Type="http://schemas.openxmlformats.org/officeDocument/2006/relationships/slideLayout" Target="../slideLayouts/slideLayout250.xml"/><Relationship Id="rId46" Type="http://schemas.openxmlformats.org/officeDocument/2006/relationships/slideLayout" Target="../slideLayouts/slideLayout258.xml"/><Relationship Id="rId20" Type="http://schemas.openxmlformats.org/officeDocument/2006/relationships/slideLayout" Target="../slideLayouts/slideLayout232.xml"/><Relationship Id="rId41" Type="http://schemas.openxmlformats.org/officeDocument/2006/relationships/slideLayout" Target="../slideLayouts/slideLayout253.xml"/><Relationship Id="rId1" Type="http://schemas.openxmlformats.org/officeDocument/2006/relationships/slideLayout" Target="../slideLayouts/slideLayout213.xml"/><Relationship Id="rId6" Type="http://schemas.openxmlformats.org/officeDocument/2006/relationships/slideLayout" Target="../slideLayouts/slideLayout2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0914B-9CD3-07AB-92CD-488CECF09AB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770938" y="4927600"/>
            <a:ext cx="338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im"/>
              <a:buNone/>
              <a:defRPr sz="3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CD476-2577-E977-E90A-3FDC3A189D8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770938" y="4927600"/>
            <a:ext cx="338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8" name="Google Shape;1608;p6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im"/>
              <a:buNone/>
              <a:defRPr sz="3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1609" name="Google Shape;1609;p65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27266-0E9B-D597-B882-00C5FBD196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770938" y="4927600"/>
            <a:ext cx="338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  <p:sldLayoutId id="2147483755" r:id="rId46"/>
    <p:sldLayoutId id="2147483756" r:id="rId47"/>
    <p:sldLayoutId id="2147483757" r:id="rId48"/>
    <p:sldLayoutId id="2147483758" r:id="rId49"/>
    <p:sldLayoutId id="2147483759" r:id="rId5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p1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1" name="Google Shape;3121;p1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im"/>
              <a:buNone/>
              <a:defRPr sz="3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3122" name="Google Shape;3122;p116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C4EBF2-CD23-90A5-F1DF-5D51401A8F0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770938" y="4927600"/>
            <a:ext cx="338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  <p:sldLayoutId id="2147483792" r:id="rId33"/>
    <p:sldLayoutId id="2147483793" r:id="rId34"/>
    <p:sldLayoutId id="2147483794" r:id="rId35"/>
    <p:sldLayoutId id="2147483795" r:id="rId36"/>
    <p:sldLayoutId id="2147483796" r:id="rId37"/>
    <p:sldLayoutId id="2147483797" r:id="rId38"/>
    <p:sldLayoutId id="2147483798" r:id="rId39"/>
    <p:sldLayoutId id="2147483799" r:id="rId40"/>
    <p:sldLayoutId id="2147483800" r:id="rId41"/>
    <p:sldLayoutId id="2147483801" r:id="rId42"/>
    <p:sldLayoutId id="2147483802" r:id="rId43"/>
    <p:sldLayoutId id="2147483803" r:id="rId44"/>
    <p:sldLayoutId id="2147483804" r:id="rId45"/>
    <p:sldLayoutId id="2147483805" r:id="rId46"/>
    <p:sldLayoutId id="2147483806" r:id="rId47"/>
    <p:sldLayoutId id="2147483807" r:id="rId48"/>
    <p:sldLayoutId id="2147483808" r:id="rId49"/>
    <p:sldLayoutId id="2147483809" r:id="rId5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4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3" name="Google Shape;4633;p1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34" name="Google Shape;4634;p16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im"/>
              <a:buNone/>
              <a:defRPr sz="3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4635" name="Google Shape;4635;p167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983B55-3657-1423-7C0D-A178B569305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770938" y="4927600"/>
            <a:ext cx="338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  <p:sldLayoutId id="2147483827" r:id="rId18"/>
    <p:sldLayoutId id="2147483828" r:id="rId19"/>
    <p:sldLayoutId id="2147483829" r:id="rId20"/>
    <p:sldLayoutId id="2147483830" r:id="rId21"/>
    <p:sldLayoutId id="2147483831" r:id="rId22"/>
    <p:sldLayoutId id="2147483832" r:id="rId23"/>
    <p:sldLayoutId id="2147483833" r:id="rId24"/>
    <p:sldLayoutId id="2147483834" r:id="rId25"/>
    <p:sldLayoutId id="2147483835" r:id="rId26"/>
    <p:sldLayoutId id="2147483836" r:id="rId27"/>
    <p:sldLayoutId id="2147483837" r:id="rId28"/>
    <p:sldLayoutId id="2147483838" r:id="rId29"/>
    <p:sldLayoutId id="2147483839" r:id="rId30"/>
    <p:sldLayoutId id="2147483840" r:id="rId31"/>
    <p:sldLayoutId id="2147483841" r:id="rId32"/>
    <p:sldLayoutId id="2147483842" r:id="rId33"/>
    <p:sldLayoutId id="2147483843" r:id="rId34"/>
    <p:sldLayoutId id="2147483844" r:id="rId35"/>
    <p:sldLayoutId id="2147483845" r:id="rId36"/>
    <p:sldLayoutId id="2147483846" r:id="rId37"/>
    <p:sldLayoutId id="2147483847" r:id="rId38"/>
    <p:sldLayoutId id="2147483848" r:id="rId39"/>
    <p:sldLayoutId id="2147483849" r:id="rId40"/>
    <p:sldLayoutId id="2147483850" r:id="rId41"/>
    <p:sldLayoutId id="2147483851" r:id="rId42"/>
    <p:sldLayoutId id="2147483852" r:id="rId43"/>
    <p:sldLayoutId id="2147483853" r:id="rId44"/>
    <p:sldLayoutId id="2147483854" r:id="rId45"/>
    <p:sldLayoutId id="2147483855" r:id="rId46"/>
    <p:sldLayoutId id="2147483856" r:id="rId47"/>
    <p:sldLayoutId id="2147483857" r:id="rId48"/>
    <p:sldLayoutId id="2147483858" r:id="rId49"/>
    <p:sldLayoutId id="2147483859" r:id="rId5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6146;p2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47" name="Google Shape;6147;p2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im"/>
              <a:buNone/>
              <a:defRPr sz="3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6148" name="Google Shape;6148;p218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EE71E-6D5B-71C7-43CC-3E920F40F5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770938" y="4927600"/>
            <a:ext cx="3381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  <p:sldLayoutId id="2147483871" r:id="rId12"/>
    <p:sldLayoutId id="2147483872" r:id="rId13"/>
    <p:sldLayoutId id="2147483873" r:id="rId14"/>
    <p:sldLayoutId id="2147483874" r:id="rId15"/>
    <p:sldLayoutId id="2147483875" r:id="rId16"/>
    <p:sldLayoutId id="2147483876" r:id="rId17"/>
    <p:sldLayoutId id="2147483877" r:id="rId18"/>
    <p:sldLayoutId id="2147483878" r:id="rId19"/>
    <p:sldLayoutId id="2147483879" r:id="rId20"/>
    <p:sldLayoutId id="2147483880" r:id="rId21"/>
    <p:sldLayoutId id="2147483881" r:id="rId22"/>
    <p:sldLayoutId id="2147483882" r:id="rId23"/>
    <p:sldLayoutId id="2147483883" r:id="rId24"/>
    <p:sldLayoutId id="2147483884" r:id="rId25"/>
    <p:sldLayoutId id="2147483885" r:id="rId26"/>
    <p:sldLayoutId id="2147483886" r:id="rId27"/>
    <p:sldLayoutId id="2147483887" r:id="rId28"/>
    <p:sldLayoutId id="2147483888" r:id="rId29"/>
    <p:sldLayoutId id="2147483889" r:id="rId30"/>
    <p:sldLayoutId id="2147483890" r:id="rId31"/>
    <p:sldLayoutId id="2147483891" r:id="rId32"/>
    <p:sldLayoutId id="2147483892" r:id="rId33"/>
    <p:sldLayoutId id="2147483893" r:id="rId34"/>
    <p:sldLayoutId id="2147483894" r:id="rId35"/>
    <p:sldLayoutId id="2147483895" r:id="rId36"/>
    <p:sldLayoutId id="2147483896" r:id="rId37"/>
    <p:sldLayoutId id="2147483897" r:id="rId38"/>
    <p:sldLayoutId id="2147483898" r:id="rId39"/>
    <p:sldLayoutId id="2147483899" r:id="rId40"/>
    <p:sldLayoutId id="2147483900" r:id="rId41"/>
    <p:sldLayoutId id="2147483901" r:id="rId42"/>
    <p:sldLayoutId id="2147483902" r:id="rId43"/>
    <p:sldLayoutId id="2147483903" r:id="rId44"/>
    <p:sldLayoutId id="2147483904" r:id="rId45"/>
    <p:sldLayoutId id="2147483905" r:id="rId46"/>
    <p:sldLayoutId id="2147483906" r:id="rId47"/>
    <p:sldLayoutId id="2147483907" r:id="rId48"/>
    <p:sldLayoutId id="2147483908" r:id="rId49"/>
    <p:sldLayoutId id="2147483909" r:id="rId5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2" name="Google Shape;7662;p269"/>
          <p:cNvSpPr txBox="1">
            <a:spLocks noGrp="1"/>
          </p:cNvSpPr>
          <p:nvPr>
            <p:ph type="ctrTitle"/>
          </p:nvPr>
        </p:nvSpPr>
        <p:spPr>
          <a:xfrm>
            <a:off x="1763475" y="1460925"/>
            <a:ext cx="5668200" cy="17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en" dirty="0"/>
              <a:t>Tech Mentorship: Tuples</a:t>
            </a:r>
            <a:endParaRPr dirty="0"/>
          </a:p>
        </p:txBody>
      </p:sp>
      <p:sp>
        <p:nvSpPr>
          <p:cNvPr id="7663" name="Google Shape;7663;p269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8750"/>
              <a:buFont typeface="Arial"/>
              <a:buNone/>
            </a:pPr>
            <a:r>
              <a:rPr lang="en" dirty="0"/>
              <a:t>4.1 Collections - Tuples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8" name="Google Shape;7668;p270"/>
          <p:cNvSpPr txBox="1">
            <a:spLocks noGrp="1"/>
          </p:cNvSpPr>
          <p:nvPr>
            <p:ph type="title"/>
          </p:nvPr>
        </p:nvSpPr>
        <p:spPr>
          <a:xfrm>
            <a:off x="1378050" y="2344774"/>
            <a:ext cx="6387900" cy="9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Tuple Data Type</a:t>
            </a:r>
            <a:endParaRPr/>
          </a:p>
        </p:txBody>
      </p:sp>
      <p:sp>
        <p:nvSpPr>
          <p:cNvPr id="7669" name="Google Shape;7669;p270"/>
          <p:cNvSpPr txBox="1">
            <a:spLocks noGrp="1"/>
          </p:cNvSpPr>
          <p:nvPr>
            <p:ph type="title" idx="2"/>
          </p:nvPr>
        </p:nvSpPr>
        <p:spPr>
          <a:xfrm>
            <a:off x="3843750" y="1322001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7670" name="Google Shape;7670;p270"/>
          <p:cNvGrpSpPr/>
          <p:nvPr/>
        </p:nvGrpSpPr>
        <p:grpSpPr>
          <a:xfrm>
            <a:off x="3928443" y="2086030"/>
            <a:ext cx="1287126" cy="176025"/>
            <a:chOff x="4345425" y="2175475"/>
            <a:chExt cx="800750" cy="176025"/>
          </a:xfrm>
        </p:grpSpPr>
        <p:sp>
          <p:nvSpPr>
            <p:cNvPr id="7671" name="Google Shape;7671;p270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2" name="Google Shape;7672;p270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73" name="Google Shape;7673;p270"/>
          <p:cNvGrpSpPr/>
          <p:nvPr/>
        </p:nvGrpSpPr>
        <p:grpSpPr>
          <a:xfrm>
            <a:off x="1541738" y="3108974"/>
            <a:ext cx="6053350" cy="176025"/>
            <a:chOff x="4345425" y="2175475"/>
            <a:chExt cx="800750" cy="176025"/>
          </a:xfrm>
        </p:grpSpPr>
        <p:sp>
          <p:nvSpPr>
            <p:cNvPr id="7674" name="Google Shape;7674;p270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5" name="Google Shape;7675;p270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76" name="Google Shape;7676;p270"/>
          <p:cNvGrpSpPr/>
          <p:nvPr/>
        </p:nvGrpSpPr>
        <p:grpSpPr>
          <a:xfrm rot="372491" flipH="1">
            <a:off x="1097518" y="3478413"/>
            <a:ext cx="595061" cy="675849"/>
            <a:chOff x="5464100" y="4208075"/>
            <a:chExt cx="494625" cy="579650"/>
          </a:xfrm>
        </p:grpSpPr>
        <p:sp>
          <p:nvSpPr>
            <p:cNvPr id="7677" name="Google Shape;7677;p270"/>
            <p:cNvSpPr/>
            <p:nvPr/>
          </p:nvSpPr>
          <p:spPr>
            <a:xfrm>
              <a:off x="5594650" y="4504850"/>
              <a:ext cx="341250" cy="255800"/>
            </a:xfrm>
            <a:custGeom>
              <a:avLst/>
              <a:gdLst/>
              <a:ahLst/>
              <a:cxnLst/>
              <a:rect l="l" t="t" r="r" b="b"/>
              <a:pathLst>
                <a:path w="13650" h="10232" extrusionOk="0">
                  <a:moveTo>
                    <a:pt x="11619" y="0"/>
                  </a:moveTo>
                  <a:cubicBezTo>
                    <a:pt x="11538" y="0"/>
                    <a:pt x="11454" y="19"/>
                    <a:pt x="11367" y="60"/>
                  </a:cubicBezTo>
                  <a:cubicBezTo>
                    <a:pt x="10774" y="356"/>
                    <a:pt x="10157" y="653"/>
                    <a:pt x="9587" y="973"/>
                  </a:cubicBezTo>
                  <a:cubicBezTo>
                    <a:pt x="8423" y="1657"/>
                    <a:pt x="7327" y="2388"/>
                    <a:pt x="6254" y="3209"/>
                  </a:cubicBezTo>
                  <a:cubicBezTo>
                    <a:pt x="4177" y="4784"/>
                    <a:pt x="2100" y="6359"/>
                    <a:pt x="0" y="7934"/>
                  </a:cubicBezTo>
                  <a:cubicBezTo>
                    <a:pt x="584" y="8864"/>
                    <a:pt x="1080" y="10231"/>
                    <a:pt x="2001" y="10231"/>
                  </a:cubicBezTo>
                  <a:cubicBezTo>
                    <a:pt x="2232" y="10231"/>
                    <a:pt x="2491" y="10145"/>
                    <a:pt x="2785" y="9943"/>
                  </a:cubicBezTo>
                  <a:cubicBezTo>
                    <a:pt x="3972" y="9121"/>
                    <a:pt x="5159" y="8300"/>
                    <a:pt x="6323" y="7478"/>
                  </a:cubicBezTo>
                  <a:cubicBezTo>
                    <a:pt x="7281" y="6816"/>
                    <a:pt x="13650" y="2867"/>
                    <a:pt x="13011" y="1726"/>
                  </a:cubicBezTo>
                  <a:cubicBezTo>
                    <a:pt x="12806" y="1338"/>
                    <a:pt x="12310" y="0"/>
                    <a:pt x="11619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8" name="Google Shape;7678;p270"/>
            <p:cNvSpPr/>
            <p:nvPr/>
          </p:nvSpPr>
          <p:spPr>
            <a:xfrm>
              <a:off x="5518750" y="4363750"/>
              <a:ext cx="340700" cy="255675"/>
            </a:xfrm>
            <a:custGeom>
              <a:avLst/>
              <a:gdLst/>
              <a:ahLst/>
              <a:cxnLst/>
              <a:rect l="l" t="t" r="r" b="b"/>
              <a:pathLst>
                <a:path w="13628" h="10227" extrusionOk="0">
                  <a:moveTo>
                    <a:pt x="11606" y="0"/>
                  </a:moveTo>
                  <a:cubicBezTo>
                    <a:pt x="11522" y="0"/>
                    <a:pt x="11435" y="21"/>
                    <a:pt x="11345" y="66"/>
                  </a:cubicBezTo>
                  <a:cubicBezTo>
                    <a:pt x="10751" y="362"/>
                    <a:pt x="10158" y="659"/>
                    <a:pt x="9587" y="979"/>
                  </a:cubicBezTo>
                  <a:cubicBezTo>
                    <a:pt x="8423" y="1664"/>
                    <a:pt x="7304" y="2394"/>
                    <a:pt x="6232" y="3216"/>
                  </a:cubicBezTo>
                  <a:cubicBezTo>
                    <a:pt x="4155" y="4791"/>
                    <a:pt x="2077" y="6343"/>
                    <a:pt x="0" y="7940"/>
                  </a:cubicBezTo>
                  <a:cubicBezTo>
                    <a:pt x="563" y="8867"/>
                    <a:pt x="1054" y="10226"/>
                    <a:pt x="1967" y="10226"/>
                  </a:cubicBezTo>
                  <a:cubicBezTo>
                    <a:pt x="2201" y="10226"/>
                    <a:pt x="2464" y="10136"/>
                    <a:pt x="2762" y="9926"/>
                  </a:cubicBezTo>
                  <a:cubicBezTo>
                    <a:pt x="3949" y="9127"/>
                    <a:pt x="5136" y="8306"/>
                    <a:pt x="6323" y="7484"/>
                  </a:cubicBezTo>
                  <a:cubicBezTo>
                    <a:pt x="7282" y="6822"/>
                    <a:pt x="13627" y="2873"/>
                    <a:pt x="13011" y="1732"/>
                  </a:cubicBezTo>
                  <a:cubicBezTo>
                    <a:pt x="12787" y="1346"/>
                    <a:pt x="12292" y="0"/>
                    <a:pt x="11606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9" name="Google Shape;7679;p270"/>
            <p:cNvSpPr/>
            <p:nvPr/>
          </p:nvSpPr>
          <p:spPr>
            <a:xfrm>
              <a:off x="5475950" y="4235275"/>
              <a:ext cx="281925" cy="269375"/>
            </a:xfrm>
            <a:custGeom>
              <a:avLst/>
              <a:gdLst/>
              <a:ahLst/>
              <a:cxnLst/>
              <a:rect l="l" t="t" r="r" b="b"/>
              <a:pathLst>
                <a:path w="11277" h="10775" extrusionOk="0">
                  <a:moveTo>
                    <a:pt x="1210" y="1"/>
                  </a:moveTo>
                  <a:cubicBezTo>
                    <a:pt x="1233" y="23"/>
                    <a:pt x="1233" y="46"/>
                    <a:pt x="1233" y="92"/>
                  </a:cubicBezTo>
                  <a:cubicBezTo>
                    <a:pt x="1005" y="3653"/>
                    <a:pt x="503" y="7213"/>
                    <a:pt x="0" y="10774"/>
                  </a:cubicBezTo>
                  <a:cubicBezTo>
                    <a:pt x="3607" y="7989"/>
                    <a:pt x="7396" y="5456"/>
                    <a:pt x="11276" y="3082"/>
                  </a:cubicBezTo>
                  <a:cubicBezTo>
                    <a:pt x="7967" y="1918"/>
                    <a:pt x="4634" y="868"/>
                    <a:pt x="1210" y="1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0" name="Google Shape;7680;p270"/>
            <p:cNvSpPr/>
            <p:nvPr/>
          </p:nvSpPr>
          <p:spPr>
            <a:xfrm>
              <a:off x="5717000" y="4421125"/>
              <a:ext cx="42000" cy="94525"/>
            </a:xfrm>
            <a:custGeom>
              <a:avLst/>
              <a:gdLst/>
              <a:ahLst/>
              <a:cxnLst/>
              <a:rect l="l" t="t" r="r" b="b"/>
              <a:pathLst>
                <a:path w="1680" h="3781" extrusionOk="0">
                  <a:moveTo>
                    <a:pt x="1497" y="0"/>
                  </a:moveTo>
                  <a:cubicBezTo>
                    <a:pt x="1449" y="0"/>
                    <a:pt x="1398" y="23"/>
                    <a:pt x="1360" y="76"/>
                  </a:cubicBezTo>
                  <a:cubicBezTo>
                    <a:pt x="676" y="1103"/>
                    <a:pt x="265" y="2404"/>
                    <a:pt x="14" y="3614"/>
                  </a:cubicBezTo>
                  <a:cubicBezTo>
                    <a:pt x="0" y="3720"/>
                    <a:pt x="80" y="3780"/>
                    <a:pt x="162" y="3780"/>
                  </a:cubicBezTo>
                  <a:cubicBezTo>
                    <a:pt x="221" y="3780"/>
                    <a:pt x="282" y="3749"/>
                    <a:pt x="310" y="3683"/>
                  </a:cubicBezTo>
                  <a:cubicBezTo>
                    <a:pt x="698" y="2496"/>
                    <a:pt x="1201" y="1377"/>
                    <a:pt x="1634" y="213"/>
                  </a:cubicBezTo>
                  <a:cubicBezTo>
                    <a:pt x="1680" y="91"/>
                    <a:pt x="1594" y="0"/>
                    <a:pt x="1497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1" name="Google Shape;7681;p270"/>
            <p:cNvSpPr/>
            <p:nvPr/>
          </p:nvSpPr>
          <p:spPr>
            <a:xfrm>
              <a:off x="5750000" y="4392700"/>
              <a:ext cx="46925" cy="98950"/>
            </a:xfrm>
            <a:custGeom>
              <a:avLst/>
              <a:gdLst/>
              <a:ahLst/>
              <a:cxnLst/>
              <a:rect l="l" t="t" r="r" b="b"/>
              <a:pathLst>
                <a:path w="1877" h="3958" extrusionOk="0">
                  <a:moveTo>
                    <a:pt x="1669" y="1"/>
                  </a:moveTo>
                  <a:cubicBezTo>
                    <a:pt x="1627" y="1"/>
                    <a:pt x="1584" y="22"/>
                    <a:pt x="1547" y="72"/>
                  </a:cubicBezTo>
                  <a:cubicBezTo>
                    <a:pt x="771" y="1122"/>
                    <a:pt x="360" y="2446"/>
                    <a:pt x="40" y="3701"/>
                  </a:cubicBezTo>
                  <a:cubicBezTo>
                    <a:pt x="0" y="3860"/>
                    <a:pt x="130" y="3958"/>
                    <a:pt x="259" y="3958"/>
                  </a:cubicBezTo>
                  <a:cubicBezTo>
                    <a:pt x="353" y="3958"/>
                    <a:pt x="445" y="3907"/>
                    <a:pt x="474" y="3792"/>
                  </a:cubicBezTo>
                  <a:cubicBezTo>
                    <a:pt x="816" y="2560"/>
                    <a:pt x="1410" y="1464"/>
                    <a:pt x="1843" y="277"/>
                  </a:cubicBezTo>
                  <a:cubicBezTo>
                    <a:pt x="1877" y="145"/>
                    <a:pt x="1778" y="1"/>
                    <a:pt x="1669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2" name="Google Shape;7682;p270"/>
            <p:cNvSpPr/>
            <p:nvPr/>
          </p:nvSpPr>
          <p:spPr>
            <a:xfrm>
              <a:off x="5795175" y="4403700"/>
              <a:ext cx="30450" cy="52625"/>
            </a:xfrm>
            <a:custGeom>
              <a:avLst/>
              <a:gdLst/>
              <a:ahLst/>
              <a:cxnLst/>
              <a:rect l="l" t="t" r="r" b="b"/>
              <a:pathLst>
                <a:path w="1218" h="2105" extrusionOk="0">
                  <a:moveTo>
                    <a:pt x="977" y="1"/>
                  </a:moveTo>
                  <a:cubicBezTo>
                    <a:pt x="935" y="1"/>
                    <a:pt x="893" y="14"/>
                    <a:pt x="858" y="43"/>
                  </a:cubicBezTo>
                  <a:cubicBezTo>
                    <a:pt x="356" y="522"/>
                    <a:pt x="105" y="1138"/>
                    <a:pt x="14" y="1800"/>
                  </a:cubicBezTo>
                  <a:cubicBezTo>
                    <a:pt x="0" y="1988"/>
                    <a:pt x="160" y="2104"/>
                    <a:pt x="303" y="2104"/>
                  </a:cubicBezTo>
                  <a:cubicBezTo>
                    <a:pt x="404" y="2104"/>
                    <a:pt x="497" y="2046"/>
                    <a:pt x="516" y="1914"/>
                  </a:cubicBezTo>
                  <a:cubicBezTo>
                    <a:pt x="607" y="1321"/>
                    <a:pt x="835" y="773"/>
                    <a:pt x="1132" y="248"/>
                  </a:cubicBezTo>
                  <a:cubicBezTo>
                    <a:pt x="1217" y="112"/>
                    <a:pt x="1099" y="1"/>
                    <a:pt x="97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3" name="Google Shape;7683;p270"/>
            <p:cNvSpPr/>
            <p:nvPr/>
          </p:nvSpPr>
          <p:spPr>
            <a:xfrm>
              <a:off x="5783525" y="4580275"/>
              <a:ext cx="38225" cy="81675"/>
            </a:xfrm>
            <a:custGeom>
              <a:avLst/>
              <a:gdLst/>
              <a:ahLst/>
              <a:cxnLst/>
              <a:rect l="l" t="t" r="r" b="b"/>
              <a:pathLst>
                <a:path w="1529" h="3267" extrusionOk="0">
                  <a:moveTo>
                    <a:pt x="1258" y="1"/>
                  </a:moveTo>
                  <a:cubicBezTo>
                    <a:pt x="1191" y="1"/>
                    <a:pt x="1127" y="31"/>
                    <a:pt x="1096" y="101"/>
                  </a:cubicBezTo>
                  <a:cubicBezTo>
                    <a:pt x="845" y="649"/>
                    <a:pt x="617" y="1197"/>
                    <a:pt x="411" y="1745"/>
                  </a:cubicBezTo>
                  <a:cubicBezTo>
                    <a:pt x="251" y="2201"/>
                    <a:pt x="0" y="2680"/>
                    <a:pt x="23" y="3160"/>
                  </a:cubicBezTo>
                  <a:cubicBezTo>
                    <a:pt x="23" y="3231"/>
                    <a:pt x="77" y="3267"/>
                    <a:pt x="133" y="3267"/>
                  </a:cubicBezTo>
                  <a:cubicBezTo>
                    <a:pt x="168" y="3267"/>
                    <a:pt x="203" y="3254"/>
                    <a:pt x="229" y="3228"/>
                  </a:cubicBezTo>
                  <a:cubicBezTo>
                    <a:pt x="594" y="2863"/>
                    <a:pt x="754" y="2270"/>
                    <a:pt x="936" y="1790"/>
                  </a:cubicBezTo>
                  <a:cubicBezTo>
                    <a:pt x="1142" y="1288"/>
                    <a:pt x="1324" y="763"/>
                    <a:pt x="1484" y="261"/>
                  </a:cubicBezTo>
                  <a:cubicBezTo>
                    <a:pt x="1529" y="111"/>
                    <a:pt x="1387" y="1"/>
                    <a:pt x="125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4" name="Google Shape;7684;p270"/>
            <p:cNvSpPr/>
            <p:nvPr/>
          </p:nvSpPr>
          <p:spPr>
            <a:xfrm>
              <a:off x="5824600" y="4544075"/>
              <a:ext cx="49675" cy="96575"/>
            </a:xfrm>
            <a:custGeom>
              <a:avLst/>
              <a:gdLst/>
              <a:ahLst/>
              <a:cxnLst/>
              <a:rect l="l" t="t" r="r" b="b"/>
              <a:pathLst>
                <a:path w="1987" h="3863" extrusionOk="0">
                  <a:moveTo>
                    <a:pt x="1601" y="1"/>
                  </a:moveTo>
                  <a:cubicBezTo>
                    <a:pt x="1166" y="1"/>
                    <a:pt x="939" y="623"/>
                    <a:pt x="800" y="1001"/>
                  </a:cubicBezTo>
                  <a:cubicBezTo>
                    <a:pt x="457" y="1846"/>
                    <a:pt x="115" y="2759"/>
                    <a:pt x="1" y="3672"/>
                  </a:cubicBezTo>
                  <a:cubicBezTo>
                    <a:pt x="1" y="3777"/>
                    <a:pt x="100" y="3863"/>
                    <a:pt x="188" y="3863"/>
                  </a:cubicBezTo>
                  <a:cubicBezTo>
                    <a:pt x="233" y="3863"/>
                    <a:pt x="274" y="3840"/>
                    <a:pt x="297" y="3786"/>
                  </a:cubicBezTo>
                  <a:cubicBezTo>
                    <a:pt x="526" y="3215"/>
                    <a:pt x="708" y="2645"/>
                    <a:pt x="914" y="2074"/>
                  </a:cubicBezTo>
                  <a:cubicBezTo>
                    <a:pt x="1028" y="1823"/>
                    <a:pt x="1439" y="385"/>
                    <a:pt x="1735" y="362"/>
                  </a:cubicBezTo>
                  <a:cubicBezTo>
                    <a:pt x="1918" y="362"/>
                    <a:pt x="1987" y="111"/>
                    <a:pt x="1804" y="43"/>
                  </a:cubicBezTo>
                  <a:cubicBezTo>
                    <a:pt x="1731" y="14"/>
                    <a:pt x="1664" y="1"/>
                    <a:pt x="1601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5" name="Google Shape;7685;p270"/>
            <p:cNvSpPr/>
            <p:nvPr/>
          </p:nvSpPr>
          <p:spPr>
            <a:xfrm>
              <a:off x="5876375" y="4540750"/>
              <a:ext cx="23725" cy="54675"/>
            </a:xfrm>
            <a:custGeom>
              <a:avLst/>
              <a:gdLst/>
              <a:ahLst/>
              <a:cxnLst/>
              <a:rect l="l" t="t" r="r" b="b"/>
              <a:pathLst>
                <a:path w="949" h="2187" extrusionOk="0">
                  <a:moveTo>
                    <a:pt x="772" y="1"/>
                  </a:moveTo>
                  <a:cubicBezTo>
                    <a:pt x="721" y="1"/>
                    <a:pt x="671" y="26"/>
                    <a:pt x="646" y="84"/>
                  </a:cubicBezTo>
                  <a:cubicBezTo>
                    <a:pt x="372" y="701"/>
                    <a:pt x="167" y="1317"/>
                    <a:pt x="30" y="2002"/>
                  </a:cubicBezTo>
                  <a:cubicBezTo>
                    <a:pt x="1" y="2103"/>
                    <a:pt x="101" y="2187"/>
                    <a:pt x="195" y="2187"/>
                  </a:cubicBezTo>
                  <a:cubicBezTo>
                    <a:pt x="249" y="2187"/>
                    <a:pt x="302" y="2159"/>
                    <a:pt x="326" y="2093"/>
                  </a:cubicBezTo>
                  <a:cubicBezTo>
                    <a:pt x="577" y="1477"/>
                    <a:pt x="783" y="838"/>
                    <a:pt x="920" y="176"/>
                  </a:cubicBezTo>
                  <a:cubicBezTo>
                    <a:pt x="949" y="75"/>
                    <a:pt x="859" y="1"/>
                    <a:pt x="772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6" name="Google Shape;7686;p270"/>
            <p:cNvSpPr/>
            <p:nvPr/>
          </p:nvSpPr>
          <p:spPr>
            <a:xfrm>
              <a:off x="5464100" y="4208075"/>
              <a:ext cx="334850" cy="317675"/>
            </a:xfrm>
            <a:custGeom>
              <a:avLst/>
              <a:gdLst/>
              <a:ahLst/>
              <a:cxnLst/>
              <a:rect l="l" t="t" r="r" b="b"/>
              <a:pathLst>
                <a:path w="13394" h="12707" extrusionOk="0">
                  <a:moveTo>
                    <a:pt x="2027" y="792"/>
                  </a:moveTo>
                  <a:cubicBezTo>
                    <a:pt x="5450" y="1682"/>
                    <a:pt x="8783" y="2732"/>
                    <a:pt x="12115" y="3896"/>
                  </a:cubicBezTo>
                  <a:cubicBezTo>
                    <a:pt x="8212" y="6270"/>
                    <a:pt x="4423" y="8804"/>
                    <a:pt x="817" y="11588"/>
                  </a:cubicBezTo>
                  <a:cubicBezTo>
                    <a:pt x="1319" y="8027"/>
                    <a:pt x="1821" y="4467"/>
                    <a:pt x="2049" y="906"/>
                  </a:cubicBezTo>
                  <a:cubicBezTo>
                    <a:pt x="2049" y="860"/>
                    <a:pt x="2049" y="838"/>
                    <a:pt x="2027" y="792"/>
                  </a:cubicBezTo>
                  <a:close/>
                  <a:moveTo>
                    <a:pt x="1919" y="0"/>
                  </a:moveTo>
                  <a:cubicBezTo>
                    <a:pt x="1586" y="0"/>
                    <a:pt x="1459" y="471"/>
                    <a:pt x="1707" y="678"/>
                  </a:cubicBezTo>
                  <a:cubicBezTo>
                    <a:pt x="1616" y="701"/>
                    <a:pt x="1547" y="769"/>
                    <a:pt x="1547" y="860"/>
                  </a:cubicBezTo>
                  <a:cubicBezTo>
                    <a:pt x="954" y="4649"/>
                    <a:pt x="566" y="8484"/>
                    <a:pt x="18" y="12273"/>
                  </a:cubicBezTo>
                  <a:cubicBezTo>
                    <a:pt x="0" y="12483"/>
                    <a:pt x="158" y="12707"/>
                    <a:pt x="355" y="12707"/>
                  </a:cubicBezTo>
                  <a:cubicBezTo>
                    <a:pt x="415" y="12707"/>
                    <a:pt x="479" y="12686"/>
                    <a:pt x="543" y="12638"/>
                  </a:cubicBezTo>
                  <a:cubicBezTo>
                    <a:pt x="4560" y="9534"/>
                    <a:pt x="8760" y="6658"/>
                    <a:pt x="13165" y="4124"/>
                  </a:cubicBezTo>
                  <a:cubicBezTo>
                    <a:pt x="13371" y="3987"/>
                    <a:pt x="13394" y="3577"/>
                    <a:pt x="13120" y="3485"/>
                  </a:cubicBezTo>
                  <a:cubicBezTo>
                    <a:pt x="9490" y="2139"/>
                    <a:pt x="5770" y="997"/>
                    <a:pt x="2027" y="16"/>
                  </a:cubicBezTo>
                  <a:cubicBezTo>
                    <a:pt x="1989" y="5"/>
                    <a:pt x="1953" y="0"/>
                    <a:pt x="1919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7" name="Google Shape;7687;p270"/>
            <p:cNvSpPr/>
            <p:nvPr/>
          </p:nvSpPr>
          <p:spPr>
            <a:xfrm>
              <a:off x="5495775" y="4342975"/>
              <a:ext cx="376800" cy="309500"/>
            </a:xfrm>
            <a:custGeom>
              <a:avLst/>
              <a:gdLst/>
              <a:ahLst/>
              <a:cxnLst/>
              <a:rect l="l" t="t" r="r" b="b"/>
              <a:pathLst>
                <a:path w="15072" h="12380" extrusionOk="0">
                  <a:moveTo>
                    <a:pt x="12525" y="1060"/>
                  </a:moveTo>
                  <a:cubicBezTo>
                    <a:pt x="13211" y="1060"/>
                    <a:pt x="13706" y="2403"/>
                    <a:pt x="13930" y="2768"/>
                  </a:cubicBezTo>
                  <a:cubicBezTo>
                    <a:pt x="14546" y="3933"/>
                    <a:pt x="8201" y="7858"/>
                    <a:pt x="7242" y="8520"/>
                  </a:cubicBezTo>
                  <a:cubicBezTo>
                    <a:pt x="6055" y="9342"/>
                    <a:pt x="4868" y="10164"/>
                    <a:pt x="3681" y="10986"/>
                  </a:cubicBezTo>
                  <a:cubicBezTo>
                    <a:pt x="3388" y="11187"/>
                    <a:pt x="3129" y="11274"/>
                    <a:pt x="2897" y="11274"/>
                  </a:cubicBezTo>
                  <a:cubicBezTo>
                    <a:pt x="1977" y="11274"/>
                    <a:pt x="1485" y="9907"/>
                    <a:pt x="919" y="8977"/>
                  </a:cubicBezTo>
                  <a:cubicBezTo>
                    <a:pt x="2996" y="7402"/>
                    <a:pt x="5074" y="5827"/>
                    <a:pt x="7151" y="4252"/>
                  </a:cubicBezTo>
                  <a:cubicBezTo>
                    <a:pt x="8223" y="3453"/>
                    <a:pt x="9342" y="2700"/>
                    <a:pt x="10483" y="2038"/>
                  </a:cubicBezTo>
                  <a:cubicBezTo>
                    <a:pt x="11077" y="1696"/>
                    <a:pt x="11670" y="1399"/>
                    <a:pt x="12264" y="1125"/>
                  </a:cubicBezTo>
                  <a:cubicBezTo>
                    <a:pt x="12354" y="1080"/>
                    <a:pt x="12441" y="1060"/>
                    <a:pt x="12525" y="1060"/>
                  </a:cubicBezTo>
                  <a:close/>
                  <a:moveTo>
                    <a:pt x="12828" y="1"/>
                  </a:moveTo>
                  <a:cubicBezTo>
                    <a:pt x="11774" y="1"/>
                    <a:pt x="10261" y="1278"/>
                    <a:pt x="9525" y="1741"/>
                  </a:cubicBezTo>
                  <a:cubicBezTo>
                    <a:pt x="6215" y="3818"/>
                    <a:pt x="3248" y="6512"/>
                    <a:pt x="189" y="8908"/>
                  </a:cubicBezTo>
                  <a:cubicBezTo>
                    <a:pt x="1" y="9059"/>
                    <a:pt x="139" y="9365"/>
                    <a:pt x="334" y="9365"/>
                  </a:cubicBezTo>
                  <a:cubicBezTo>
                    <a:pt x="375" y="9365"/>
                    <a:pt x="419" y="9351"/>
                    <a:pt x="463" y="9319"/>
                  </a:cubicBezTo>
                  <a:cubicBezTo>
                    <a:pt x="486" y="9296"/>
                    <a:pt x="509" y="9274"/>
                    <a:pt x="531" y="9251"/>
                  </a:cubicBezTo>
                  <a:cubicBezTo>
                    <a:pt x="1125" y="10278"/>
                    <a:pt x="1741" y="11282"/>
                    <a:pt x="2426" y="12241"/>
                  </a:cubicBezTo>
                  <a:cubicBezTo>
                    <a:pt x="2485" y="12329"/>
                    <a:pt x="2582" y="12380"/>
                    <a:pt x="2680" y="12380"/>
                  </a:cubicBezTo>
                  <a:cubicBezTo>
                    <a:pt x="2734" y="12380"/>
                    <a:pt x="2788" y="12365"/>
                    <a:pt x="2837" y="12332"/>
                  </a:cubicBezTo>
                  <a:cubicBezTo>
                    <a:pt x="6991" y="9662"/>
                    <a:pt x="11396" y="6968"/>
                    <a:pt x="14934" y="3453"/>
                  </a:cubicBezTo>
                  <a:cubicBezTo>
                    <a:pt x="15071" y="3316"/>
                    <a:pt x="15048" y="3111"/>
                    <a:pt x="14957" y="2951"/>
                  </a:cubicBezTo>
                  <a:cubicBezTo>
                    <a:pt x="14592" y="2266"/>
                    <a:pt x="13930" y="212"/>
                    <a:pt x="13085" y="29"/>
                  </a:cubicBezTo>
                  <a:cubicBezTo>
                    <a:pt x="13003" y="10"/>
                    <a:pt x="12917" y="1"/>
                    <a:pt x="1282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8" name="Google Shape;7688;p270"/>
            <p:cNvSpPr/>
            <p:nvPr/>
          </p:nvSpPr>
          <p:spPr>
            <a:xfrm>
              <a:off x="5582050" y="4477650"/>
              <a:ext cx="376675" cy="310075"/>
            </a:xfrm>
            <a:custGeom>
              <a:avLst/>
              <a:gdLst/>
              <a:ahLst/>
              <a:cxnLst/>
              <a:rect l="l" t="t" r="r" b="b"/>
              <a:pathLst>
                <a:path w="15067" h="12403" extrusionOk="0">
                  <a:moveTo>
                    <a:pt x="12512" y="1065"/>
                  </a:moveTo>
                  <a:cubicBezTo>
                    <a:pt x="13207" y="1065"/>
                    <a:pt x="13721" y="2403"/>
                    <a:pt x="13925" y="2791"/>
                  </a:cubicBezTo>
                  <a:cubicBezTo>
                    <a:pt x="14542" y="3932"/>
                    <a:pt x="8196" y="7881"/>
                    <a:pt x="7238" y="8543"/>
                  </a:cubicBezTo>
                  <a:cubicBezTo>
                    <a:pt x="6051" y="9365"/>
                    <a:pt x="4864" y="10186"/>
                    <a:pt x="3677" y="11008"/>
                  </a:cubicBezTo>
                  <a:cubicBezTo>
                    <a:pt x="3383" y="11210"/>
                    <a:pt x="3124" y="11297"/>
                    <a:pt x="2893" y="11297"/>
                  </a:cubicBezTo>
                  <a:cubicBezTo>
                    <a:pt x="1973" y="11297"/>
                    <a:pt x="1480" y="9930"/>
                    <a:pt x="915" y="8999"/>
                  </a:cubicBezTo>
                  <a:cubicBezTo>
                    <a:pt x="2992" y="7425"/>
                    <a:pt x="5069" y="5850"/>
                    <a:pt x="7169" y="4275"/>
                  </a:cubicBezTo>
                  <a:cubicBezTo>
                    <a:pt x="8219" y="3453"/>
                    <a:pt x="9338" y="2723"/>
                    <a:pt x="10502" y="2038"/>
                  </a:cubicBezTo>
                  <a:cubicBezTo>
                    <a:pt x="11072" y="1718"/>
                    <a:pt x="11666" y="1422"/>
                    <a:pt x="12259" y="1125"/>
                  </a:cubicBezTo>
                  <a:cubicBezTo>
                    <a:pt x="12346" y="1084"/>
                    <a:pt x="12430" y="1065"/>
                    <a:pt x="12512" y="1065"/>
                  </a:cubicBezTo>
                  <a:close/>
                  <a:moveTo>
                    <a:pt x="12827" y="1"/>
                  </a:moveTo>
                  <a:cubicBezTo>
                    <a:pt x="11773" y="1"/>
                    <a:pt x="10258" y="1300"/>
                    <a:pt x="9520" y="1764"/>
                  </a:cubicBezTo>
                  <a:cubicBezTo>
                    <a:pt x="6233" y="3841"/>
                    <a:pt x="3266" y="6512"/>
                    <a:pt x="207" y="8931"/>
                  </a:cubicBezTo>
                  <a:cubicBezTo>
                    <a:pt x="0" y="9082"/>
                    <a:pt x="135" y="9388"/>
                    <a:pt x="329" y="9388"/>
                  </a:cubicBezTo>
                  <a:cubicBezTo>
                    <a:pt x="371" y="9388"/>
                    <a:pt x="415" y="9374"/>
                    <a:pt x="459" y="9342"/>
                  </a:cubicBezTo>
                  <a:cubicBezTo>
                    <a:pt x="481" y="9319"/>
                    <a:pt x="504" y="9296"/>
                    <a:pt x="550" y="9273"/>
                  </a:cubicBezTo>
                  <a:cubicBezTo>
                    <a:pt x="1120" y="10301"/>
                    <a:pt x="1737" y="11282"/>
                    <a:pt x="2421" y="12263"/>
                  </a:cubicBezTo>
                  <a:cubicBezTo>
                    <a:pt x="2480" y="12352"/>
                    <a:pt x="2577" y="12402"/>
                    <a:pt x="2676" y="12402"/>
                  </a:cubicBezTo>
                  <a:cubicBezTo>
                    <a:pt x="2730" y="12402"/>
                    <a:pt x="2784" y="12387"/>
                    <a:pt x="2832" y="12355"/>
                  </a:cubicBezTo>
                  <a:cubicBezTo>
                    <a:pt x="7009" y="9661"/>
                    <a:pt x="11392" y="6968"/>
                    <a:pt x="14930" y="3476"/>
                  </a:cubicBezTo>
                  <a:cubicBezTo>
                    <a:pt x="15067" y="3339"/>
                    <a:pt x="15067" y="3111"/>
                    <a:pt x="14975" y="2951"/>
                  </a:cubicBezTo>
                  <a:cubicBezTo>
                    <a:pt x="14587" y="2289"/>
                    <a:pt x="13925" y="235"/>
                    <a:pt x="13081" y="29"/>
                  </a:cubicBezTo>
                  <a:cubicBezTo>
                    <a:pt x="13000" y="10"/>
                    <a:pt x="12915" y="1"/>
                    <a:pt x="1282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89" name="Google Shape;7689;p270"/>
          <p:cNvGrpSpPr/>
          <p:nvPr/>
        </p:nvGrpSpPr>
        <p:grpSpPr>
          <a:xfrm rot="9456294">
            <a:off x="6849678" y="3273665"/>
            <a:ext cx="2306042" cy="512923"/>
            <a:chOff x="7051300" y="3461525"/>
            <a:chExt cx="2305989" cy="512912"/>
          </a:xfrm>
        </p:grpSpPr>
        <p:sp>
          <p:nvSpPr>
            <p:cNvPr id="7690" name="Google Shape;7690;p270"/>
            <p:cNvSpPr/>
            <p:nvPr/>
          </p:nvSpPr>
          <p:spPr>
            <a:xfrm>
              <a:off x="7075817" y="3564700"/>
              <a:ext cx="2271819" cy="396457"/>
            </a:xfrm>
            <a:custGeom>
              <a:avLst/>
              <a:gdLst/>
              <a:ahLst/>
              <a:cxnLst/>
              <a:rect l="l" t="t" r="r" b="b"/>
              <a:pathLst>
                <a:path w="46702" h="8150" extrusionOk="0">
                  <a:moveTo>
                    <a:pt x="46666" y="1"/>
                  </a:moveTo>
                  <a:lnTo>
                    <a:pt x="41068" y="704"/>
                  </a:lnTo>
                  <a:lnTo>
                    <a:pt x="39932" y="848"/>
                  </a:lnTo>
                  <a:lnTo>
                    <a:pt x="40221" y="3156"/>
                  </a:lnTo>
                  <a:lnTo>
                    <a:pt x="41357" y="3011"/>
                  </a:lnTo>
                  <a:lnTo>
                    <a:pt x="41303" y="2606"/>
                  </a:lnTo>
                  <a:lnTo>
                    <a:pt x="46702" y="271"/>
                  </a:lnTo>
                  <a:lnTo>
                    <a:pt x="46666" y="1"/>
                  </a:lnTo>
                  <a:close/>
                  <a:moveTo>
                    <a:pt x="1560" y="5644"/>
                  </a:moveTo>
                  <a:lnTo>
                    <a:pt x="1" y="5842"/>
                  </a:lnTo>
                  <a:lnTo>
                    <a:pt x="298" y="8149"/>
                  </a:lnTo>
                  <a:lnTo>
                    <a:pt x="1858" y="7960"/>
                  </a:lnTo>
                  <a:lnTo>
                    <a:pt x="1560" y="5644"/>
                  </a:lnTo>
                  <a:close/>
                </a:path>
              </a:pathLst>
            </a:custGeom>
            <a:solidFill>
              <a:srgbClr val="EE8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1" name="Google Shape;7691;p270"/>
            <p:cNvSpPr/>
            <p:nvPr/>
          </p:nvSpPr>
          <p:spPr>
            <a:xfrm>
              <a:off x="7056554" y="3473929"/>
              <a:ext cx="2293709" cy="379334"/>
            </a:xfrm>
            <a:custGeom>
              <a:avLst/>
              <a:gdLst/>
              <a:ahLst/>
              <a:cxnLst/>
              <a:rect l="l" t="t" r="r" b="b"/>
              <a:pathLst>
                <a:path w="47152" h="7798" extrusionOk="0">
                  <a:moveTo>
                    <a:pt x="43312" y="1515"/>
                  </a:moveTo>
                  <a:cubicBezTo>
                    <a:pt x="43664" y="1533"/>
                    <a:pt x="43682" y="1687"/>
                    <a:pt x="43691" y="1741"/>
                  </a:cubicBezTo>
                  <a:cubicBezTo>
                    <a:pt x="43700" y="1858"/>
                    <a:pt x="43682" y="1993"/>
                    <a:pt x="43393" y="2029"/>
                  </a:cubicBezTo>
                  <a:cubicBezTo>
                    <a:pt x="43361" y="2033"/>
                    <a:pt x="43331" y="2035"/>
                    <a:pt x="43305" y="2035"/>
                  </a:cubicBezTo>
                  <a:cubicBezTo>
                    <a:pt x="43091" y="2035"/>
                    <a:pt x="43041" y="1916"/>
                    <a:pt x="43033" y="1804"/>
                  </a:cubicBezTo>
                  <a:cubicBezTo>
                    <a:pt x="43006" y="1623"/>
                    <a:pt x="43069" y="1542"/>
                    <a:pt x="43231" y="1515"/>
                  </a:cubicBezTo>
                  <a:close/>
                  <a:moveTo>
                    <a:pt x="42113" y="1308"/>
                  </a:moveTo>
                  <a:cubicBezTo>
                    <a:pt x="42366" y="1335"/>
                    <a:pt x="42501" y="1479"/>
                    <a:pt x="42537" y="1750"/>
                  </a:cubicBezTo>
                  <a:cubicBezTo>
                    <a:pt x="42546" y="1858"/>
                    <a:pt x="42528" y="1966"/>
                    <a:pt x="42474" y="2065"/>
                  </a:cubicBezTo>
                  <a:cubicBezTo>
                    <a:pt x="42420" y="2164"/>
                    <a:pt x="42348" y="2218"/>
                    <a:pt x="42239" y="2236"/>
                  </a:cubicBezTo>
                  <a:cubicBezTo>
                    <a:pt x="42209" y="2239"/>
                    <a:pt x="42181" y="2241"/>
                    <a:pt x="42154" y="2241"/>
                  </a:cubicBezTo>
                  <a:cubicBezTo>
                    <a:pt x="42019" y="2241"/>
                    <a:pt x="41924" y="2203"/>
                    <a:pt x="41879" y="2128"/>
                  </a:cubicBezTo>
                  <a:cubicBezTo>
                    <a:pt x="41861" y="2092"/>
                    <a:pt x="41843" y="2029"/>
                    <a:pt x="41825" y="1858"/>
                  </a:cubicBezTo>
                  <a:cubicBezTo>
                    <a:pt x="41762" y="1353"/>
                    <a:pt x="41969" y="1326"/>
                    <a:pt x="42041" y="1317"/>
                  </a:cubicBezTo>
                  <a:cubicBezTo>
                    <a:pt x="42059" y="1308"/>
                    <a:pt x="42086" y="1308"/>
                    <a:pt x="42113" y="1308"/>
                  </a:cubicBezTo>
                  <a:close/>
                  <a:moveTo>
                    <a:pt x="41221" y="1"/>
                  </a:moveTo>
                  <a:lnTo>
                    <a:pt x="39932" y="163"/>
                  </a:lnTo>
                  <a:lnTo>
                    <a:pt x="40256" y="2795"/>
                  </a:lnTo>
                  <a:lnTo>
                    <a:pt x="47152" y="1930"/>
                  </a:lnTo>
                  <a:lnTo>
                    <a:pt x="47080" y="1335"/>
                  </a:lnTo>
                  <a:lnTo>
                    <a:pt x="41275" y="425"/>
                  </a:lnTo>
                  <a:lnTo>
                    <a:pt x="41221" y="1"/>
                  </a:lnTo>
                  <a:close/>
                  <a:moveTo>
                    <a:pt x="1713" y="4941"/>
                  </a:moveTo>
                  <a:lnTo>
                    <a:pt x="0" y="5157"/>
                  </a:lnTo>
                  <a:lnTo>
                    <a:pt x="334" y="7798"/>
                  </a:lnTo>
                  <a:lnTo>
                    <a:pt x="2046" y="7582"/>
                  </a:lnTo>
                  <a:lnTo>
                    <a:pt x="1713" y="4941"/>
                  </a:lnTo>
                  <a:close/>
                </a:path>
              </a:pathLst>
            </a:custGeom>
            <a:solidFill>
              <a:srgbClr val="EEA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2" name="Google Shape;7692;p270"/>
            <p:cNvSpPr/>
            <p:nvPr/>
          </p:nvSpPr>
          <p:spPr>
            <a:xfrm>
              <a:off x="9084585" y="3533956"/>
              <a:ext cx="102106" cy="52683"/>
            </a:xfrm>
            <a:custGeom>
              <a:avLst/>
              <a:gdLst/>
              <a:ahLst/>
              <a:cxnLst/>
              <a:rect l="l" t="t" r="r" b="b"/>
              <a:pathLst>
                <a:path w="2099" h="1083" extrusionOk="0">
                  <a:moveTo>
                    <a:pt x="1621" y="200"/>
                  </a:moveTo>
                  <a:cubicBezTo>
                    <a:pt x="1351" y="200"/>
                    <a:pt x="1233" y="326"/>
                    <a:pt x="1261" y="579"/>
                  </a:cubicBezTo>
                  <a:cubicBezTo>
                    <a:pt x="1284" y="782"/>
                    <a:pt x="1402" y="883"/>
                    <a:pt x="1609" y="883"/>
                  </a:cubicBezTo>
                  <a:cubicBezTo>
                    <a:pt x="1641" y="883"/>
                    <a:pt x="1675" y="881"/>
                    <a:pt x="1711" y="876"/>
                  </a:cubicBezTo>
                  <a:cubicBezTo>
                    <a:pt x="1982" y="840"/>
                    <a:pt x="2099" y="714"/>
                    <a:pt x="2072" y="498"/>
                  </a:cubicBezTo>
                  <a:cubicBezTo>
                    <a:pt x="2054" y="317"/>
                    <a:pt x="1900" y="218"/>
                    <a:pt x="1621" y="200"/>
                  </a:cubicBezTo>
                  <a:close/>
                  <a:moveTo>
                    <a:pt x="397" y="1"/>
                  </a:moveTo>
                  <a:cubicBezTo>
                    <a:pt x="115" y="1"/>
                    <a:pt x="1" y="217"/>
                    <a:pt x="53" y="633"/>
                  </a:cubicBezTo>
                  <a:cubicBezTo>
                    <a:pt x="71" y="777"/>
                    <a:pt x="89" y="867"/>
                    <a:pt x="116" y="921"/>
                  </a:cubicBezTo>
                  <a:cubicBezTo>
                    <a:pt x="182" y="1032"/>
                    <a:pt x="290" y="1082"/>
                    <a:pt x="446" y="1082"/>
                  </a:cubicBezTo>
                  <a:cubicBezTo>
                    <a:pt x="481" y="1082"/>
                    <a:pt x="518" y="1079"/>
                    <a:pt x="557" y="1075"/>
                  </a:cubicBezTo>
                  <a:cubicBezTo>
                    <a:pt x="693" y="1066"/>
                    <a:pt x="783" y="993"/>
                    <a:pt x="846" y="867"/>
                  </a:cubicBezTo>
                  <a:cubicBezTo>
                    <a:pt x="909" y="750"/>
                    <a:pt x="936" y="633"/>
                    <a:pt x="918" y="507"/>
                  </a:cubicBezTo>
                  <a:cubicBezTo>
                    <a:pt x="882" y="200"/>
                    <a:pt x="720" y="29"/>
                    <a:pt x="431" y="2"/>
                  </a:cubicBezTo>
                  <a:cubicBezTo>
                    <a:pt x="419" y="1"/>
                    <a:pt x="408" y="1"/>
                    <a:pt x="397" y="1"/>
                  </a:cubicBezTo>
                  <a:close/>
                </a:path>
              </a:pathLst>
            </a:custGeom>
            <a:solidFill>
              <a:srgbClr val="EECA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3" name="Google Shape;7693;p270"/>
            <p:cNvSpPr/>
            <p:nvPr/>
          </p:nvSpPr>
          <p:spPr>
            <a:xfrm>
              <a:off x="7151702" y="3605512"/>
              <a:ext cx="1882416" cy="359584"/>
            </a:xfrm>
            <a:custGeom>
              <a:avLst/>
              <a:gdLst/>
              <a:ahLst/>
              <a:cxnLst/>
              <a:rect l="l" t="t" r="r" b="b"/>
              <a:pathLst>
                <a:path w="38697" h="7392" extrusionOk="0">
                  <a:moveTo>
                    <a:pt x="38372" y="0"/>
                  </a:moveTo>
                  <a:lnTo>
                    <a:pt x="25555" y="1614"/>
                  </a:lnTo>
                  <a:cubicBezTo>
                    <a:pt x="25645" y="2506"/>
                    <a:pt x="25104" y="3353"/>
                    <a:pt x="23932" y="4156"/>
                  </a:cubicBezTo>
                  <a:cubicBezTo>
                    <a:pt x="23752" y="4282"/>
                    <a:pt x="23563" y="4399"/>
                    <a:pt x="23373" y="4507"/>
                  </a:cubicBezTo>
                  <a:lnTo>
                    <a:pt x="38697" y="2587"/>
                  </a:lnTo>
                  <a:lnTo>
                    <a:pt x="38661" y="2317"/>
                  </a:lnTo>
                  <a:lnTo>
                    <a:pt x="38372" y="0"/>
                  </a:lnTo>
                  <a:close/>
                  <a:moveTo>
                    <a:pt x="12593" y="3236"/>
                  </a:moveTo>
                  <a:lnTo>
                    <a:pt x="0" y="4805"/>
                  </a:lnTo>
                  <a:lnTo>
                    <a:pt x="298" y="7121"/>
                  </a:lnTo>
                  <a:lnTo>
                    <a:pt x="325" y="7392"/>
                  </a:lnTo>
                  <a:lnTo>
                    <a:pt x="15423" y="5499"/>
                  </a:lnTo>
                  <a:cubicBezTo>
                    <a:pt x="15207" y="5445"/>
                    <a:pt x="14999" y="5381"/>
                    <a:pt x="14792" y="5300"/>
                  </a:cubicBezTo>
                  <a:cubicBezTo>
                    <a:pt x="13458" y="4814"/>
                    <a:pt x="12728" y="4129"/>
                    <a:pt x="12593" y="3236"/>
                  </a:cubicBezTo>
                  <a:close/>
                </a:path>
              </a:pathLst>
            </a:custGeom>
            <a:solidFill>
              <a:srgbClr val="D76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4" name="Google Shape;7694;p270"/>
            <p:cNvSpPr/>
            <p:nvPr/>
          </p:nvSpPr>
          <p:spPr>
            <a:xfrm>
              <a:off x="7764232" y="3683976"/>
              <a:ext cx="634963" cy="189034"/>
            </a:xfrm>
            <a:custGeom>
              <a:avLst/>
              <a:gdLst/>
              <a:ahLst/>
              <a:cxnLst/>
              <a:rect l="l" t="t" r="r" b="b"/>
              <a:pathLst>
                <a:path w="13053" h="3886" extrusionOk="0">
                  <a:moveTo>
                    <a:pt x="12963" y="1"/>
                  </a:moveTo>
                  <a:lnTo>
                    <a:pt x="1" y="1623"/>
                  </a:lnTo>
                  <a:cubicBezTo>
                    <a:pt x="136" y="2516"/>
                    <a:pt x="866" y="3201"/>
                    <a:pt x="2200" y="3687"/>
                  </a:cubicBezTo>
                  <a:cubicBezTo>
                    <a:pt x="2407" y="3768"/>
                    <a:pt x="2615" y="3832"/>
                    <a:pt x="2831" y="3886"/>
                  </a:cubicBezTo>
                  <a:lnTo>
                    <a:pt x="10781" y="2894"/>
                  </a:lnTo>
                  <a:cubicBezTo>
                    <a:pt x="10971" y="2786"/>
                    <a:pt x="11160" y="2669"/>
                    <a:pt x="11340" y="2543"/>
                  </a:cubicBezTo>
                  <a:cubicBezTo>
                    <a:pt x="12512" y="1740"/>
                    <a:pt x="13053" y="893"/>
                    <a:pt x="12963" y="1"/>
                  </a:cubicBezTo>
                  <a:close/>
                </a:path>
              </a:pathLst>
            </a:custGeom>
            <a:solidFill>
              <a:srgbClr val="C2BC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5" name="Google Shape;7695;p270"/>
            <p:cNvSpPr/>
            <p:nvPr/>
          </p:nvSpPr>
          <p:spPr>
            <a:xfrm>
              <a:off x="7758540" y="3565575"/>
              <a:ext cx="636277" cy="197401"/>
            </a:xfrm>
            <a:custGeom>
              <a:avLst/>
              <a:gdLst/>
              <a:ahLst/>
              <a:cxnLst/>
              <a:rect l="l" t="t" r="r" b="b"/>
              <a:pathLst>
                <a:path w="13080" h="4058" extrusionOk="0">
                  <a:moveTo>
                    <a:pt x="9997" y="1"/>
                  </a:moveTo>
                  <a:lnTo>
                    <a:pt x="2506" y="938"/>
                  </a:lnTo>
                  <a:cubicBezTo>
                    <a:pt x="2227" y="1092"/>
                    <a:pt x="1966" y="1245"/>
                    <a:pt x="1722" y="1407"/>
                  </a:cubicBezTo>
                  <a:cubicBezTo>
                    <a:pt x="532" y="2218"/>
                    <a:pt x="0" y="3093"/>
                    <a:pt x="118" y="4012"/>
                  </a:cubicBezTo>
                  <a:cubicBezTo>
                    <a:pt x="118" y="4030"/>
                    <a:pt x="118" y="4039"/>
                    <a:pt x="118" y="4057"/>
                  </a:cubicBezTo>
                  <a:lnTo>
                    <a:pt x="13080" y="2435"/>
                  </a:lnTo>
                  <a:cubicBezTo>
                    <a:pt x="13071" y="2417"/>
                    <a:pt x="13071" y="2408"/>
                    <a:pt x="13071" y="2390"/>
                  </a:cubicBezTo>
                  <a:cubicBezTo>
                    <a:pt x="12953" y="1470"/>
                    <a:pt x="12223" y="758"/>
                    <a:pt x="10871" y="262"/>
                  </a:cubicBezTo>
                  <a:cubicBezTo>
                    <a:pt x="10583" y="172"/>
                    <a:pt x="10294" y="82"/>
                    <a:pt x="9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6" name="Google Shape;7696;p270"/>
            <p:cNvSpPr/>
            <p:nvPr/>
          </p:nvSpPr>
          <p:spPr>
            <a:xfrm>
              <a:off x="7130639" y="3466487"/>
              <a:ext cx="1892096" cy="377145"/>
            </a:xfrm>
            <a:custGeom>
              <a:avLst/>
              <a:gdLst/>
              <a:ahLst/>
              <a:cxnLst/>
              <a:rect l="l" t="t" r="r" b="b"/>
              <a:pathLst>
                <a:path w="38896" h="7753" extrusionOk="0">
                  <a:moveTo>
                    <a:pt x="38526" y="1"/>
                  </a:moveTo>
                  <a:lnTo>
                    <a:pt x="22896" y="1957"/>
                  </a:lnTo>
                  <a:lnTo>
                    <a:pt x="22878" y="2110"/>
                  </a:lnTo>
                  <a:cubicBezTo>
                    <a:pt x="23175" y="2191"/>
                    <a:pt x="23464" y="2281"/>
                    <a:pt x="23752" y="2371"/>
                  </a:cubicBezTo>
                  <a:cubicBezTo>
                    <a:pt x="25068" y="2858"/>
                    <a:pt x="25789" y="3552"/>
                    <a:pt x="25907" y="4481"/>
                  </a:cubicBezTo>
                  <a:lnTo>
                    <a:pt x="25916" y="4553"/>
                  </a:lnTo>
                  <a:lnTo>
                    <a:pt x="38896" y="2930"/>
                  </a:lnTo>
                  <a:lnTo>
                    <a:pt x="38526" y="1"/>
                  </a:lnTo>
                  <a:close/>
                  <a:moveTo>
                    <a:pt x="15405" y="2903"/>
                  </a:moveTo>
                  <a:lnTo>
                    <a:pt x="1" y="4823"/>
                  </a:lnTo>
                  <a:lnTo>
                    <a:pt x="370" y="7753"/>
                  </a:lnTo>
                  <a:lnTo>
                    <a:pt x="13035" y="6166"/>
                  </a:lnTo>
                  <a:lnTo>
                    <a:pt x="13107" y="6121"/>
                  </a:lnTo>
                  <a:lnTo>
                    <a:pt x="13098" y="6040"/>
                  </a:lnTo>
                  <a:cubicBezTo>
                    <a:pt x="12990" y="5157"/>
                    <a:pt x="13521" y="4300"/>
                    <a:pt x="14675" y="3507"/>
                  </a:cubicBezTo>
                  <a:cubicBezTo>
                    <a:pt x="14910" y="3354"/>
                    <a:pt x="15171" y="3192"/>
                    <a:pt x="15450" y="3047"/>
                  </a:cubicBezTo>
                  <a:lnTo>
                    <a:pt x="15405" y="2903"/>
                  </a:lnTo>
                  <a:close/>
                </a:path>
              </a:pathLst>
            </a:custGeom>
            <a:solidFill>
              <a:srgbClr val="EE87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7" name="Google Shape;7697;p270"/>
            <p:cNvSpPr/>
            <p:nvPr/>
          </p:nvSpPr>
          <p:spPr>
            <a:xfrm>
              <a:off x="8992842" y="3474999"/>
              <a:ext cx="35997" cy="141362"/>
            </a:xfrm>
            <a:custGeom>
              <a:avLst/>
              <a:gdLst/>
              <a:ahLst/>
              <a:cxnLst/>
              <a:rect l="l" t="t" r="r" b="b"/>
              <a:pathLst>
                <a:path w="740" h="2906" extrusionOk="0">
                  <a:moveTo>
                    <a:pt x="218" y="0"/>
                  </a:moveTo>
                  <a:cubicBezTo>
                    <a:pt x="203" y="0"/>
                    <a:pt x="187" y="2"/>
                    <a:pt x="172" y="6"/>
                  </a:cubicBezTo>
                  <a:cubicBezTo>
                    <a:pt x="73" y="24"/>
                    <a:pt x="1" y="123"/>
                    <a:pt x="19" y="231"/>
                  </a:cubicBezTo>
                  <a:cubicBezTo>
                    <a:pt x="91" y="637"/>
                    <a:pt x="163" y="1052"/>
                    <a:pt x="217" y="1466"/>
                  </a:cubicBezTo>
                  <a:cubicBezTo>
                    <a:pt x="271" y="1881"/>
                    <a:pt x="334" y="2296"/>
                    <a:pt x="334" y="2710"/>
                  </a:cubicBezTo>
                  <a:cubicBezTo>
                    <a:pt x="334" y="2728"/>
                    <a:pt x="334" y="2746"/>
                    <a:pt x="334" y="2764"/>
                  </a:cubicBezTo>
                  <a:cubicBezTo>
                    <a:pt x="357" y="2848"/>
                    <a:pt x="437" y="2906"/>
                    <a:pt x="527" y="2906"/>
                  </a:cubicBezTo>
                  <a:cubicBezTo>
                    <a:pt x="543" y="2906"/>
                    <a:pt x="561" y="2904"/>
                    <a:pt x="578" y="2899"/>
                  </a:cubicBezTo>
                  <a:cubicBezTo>
                    <a:pt x="677" y="2872"/>
                    <a:pt x="740" y="2764"/>
                    <a:pt x="713" y="2665"/>
                  </a:cubicBezTo>
                  <a:cubicBezTo>
                    <a:pt x="614" y="2259"/>
                    <a:pt x="569" y="1845"/>
                    <a:pt x="523" y="1430"/>
                  </a:cubicBezTo>
                  <a:cubicBezTo>
                    <a:pt x="469" y="1016"/>
                    <a:pt x="433" y="601"/>
                    <a:pt x="406" y="177"/>
                  </a:cubicBezTo>
                  <a:cubicBezTo>
                    <a:pt x="406" y="168"/>
                    <a:pt x="406" y="168"/>
                    <a:pt x="397" y="159"/>
                  </a:cubicBezTo>
                  <a:cubicBezTo>
                    <a:pt x="382" y="67"/>
                    <a:pt x="307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8" name="Google Shape;7698;p270"/>
            <p:cNvSpPr/>
            <p:nvPr/>
          </p:nvSpPr>
          <p:spPr>
            <a:xfrm>
              <a:off x="8234282" y="3461525"/>
              <a:ext cx="850704" cy="234469"/>
            </a:xfrm>
            <a:custGeom>
              <a:avLst/>
              <a:gdLst/>
              <a:ahLst/>
              <a:cxnLst/>
              <a:rect l="l" t="t" r="r" b="b"/>
              <a:pathLst>
                <a:path w="17488" h="4820" extrusionOk="0">
                  <a:moveTo>
                    <a:pt x="15781" y="1"/>
                  </a:moveTo>
                  <a:cubicBezTo>
                    <a:pt x="15770" y="1"/>
                    <a:pt x="15759" y="2"/>
                    <a:pt x="15748" y="4"/>
                  </a:cubicBezTo>
                  <a:lnTo>
                    <a:pt x="190" y="1951"/>
                  </a:lnTo>
                  <a:cubicBezTo>
                    <a:pt x="118" y="1960"/>
                    <a:pt x="55" y="2005"/>
                    <a:pt x="28" y="2086"/>
                  </a:cubicBezTo>
                  <a:cubicBezTo>
                    <a:pt x="1" y="2185"/>
                    <a:pt x="55" y="2293"/>
                    <a:pt x="163" y="2329"/>
                  </a:cubicBezTo>
                  <a:cubicBezTo>
                    <a:pt x="334" y="2356"/>
                    <a:pt x="505" y="2401"/>
                    <a:pt x="668" y="2437"/>
                  </a:cubicBezTo>
                  <a:cubicBezTo>
                    <a:pt x="839" y="2473"/>
                    <a:pt x="1010" y="2509"/>
                    <a:pt x="1172" y="2564"/>
                  </a:cubicBezTo>
                  <a:cubicBezTo>
                    <a:pt x="1488" y="2672"/>
                    <a:pt x="1812" y="2807"/>
                    <a:pt x="2101" y="2987"/>
                  </a:cubicBezTo>
                  <a:cubicBezTo>
                    <a:pt x="2245" y="3077"/>
                    <a:pt x="2380" y="3176"/>
                    <a:pt x="2506" y="3294"/>
                  </a:cubicBezTo>
                  <a:cubicBezTo>
                    <a:pt x="2642" y="3393"/>
                    <a:pt x="2750" y="3528"/>
                    <a:pt x="2849" y="3663"/>
                  </a:cubicBezTo>
                  <a:cubicBezTo>
                    <a:pt x="3038" y="3934"/>
                    <a:pt x="3137" y="4267"/>
                    <a:pt x="3101" y="4592"/>
                  </a:cubicBezTo>
                  <a:cubicBezTo>
                    <a:pt x="3101" y="4628"/>
                    <a:pt x="3101" y="4655"/>
                    <a:pt x="3110" y="4682"/>
                  </a:cubicBezTo>
                  <a:cubicBezTo>
                    <a:pt x="3139" y="4767"/>
                    <a:pt x="3218" y="4819"/>
                    <a:pt x="3304" y="4819"/>
                  </a:cubicBezTo>
                  <a:cubicBezTo>
                    <a:pt x="3326" y="4819"/>
                    <a:pt x="3349" y="4816"/>
                    <a:pt x="3372" y="4808"/>
                  </a:cubicBezTo>
                  <a:cubicBezTo>
                    <a:pt x="3471" y="4772"/>
                    <a:pt x="3525" y="4655"/>
                    <a:pt x="3489" y="4547"/>
                  </a:cubicBezTo>
                  <a:cubicBezTo>
                    <a:pt x="3426" y="4366"/>
                    <a:pt x="3372" y="4186"/>
                    <a:pt x="3282" y="4024"/>
                  </a:cubicBezTo>
                  <a:cubicBezTo>
                    <a:pt x="3201" y="3853"/>
                    <a:pt x="3101" y="3699"/>
                    <a:pt x="2984" y="3555"/>
                  </a:cubicBezTo>
                  <a:cubicBezTo>
                    <a:pt x="2768" y="3276"/>
                    <a:pt x="2497" y="3032"/>
                    <a:pt x="2200" y="2834"/>
                  </a:cubicBezTo>
                  <a:cubicBezTo>
                    <a:pt x="1903" y="2645"/>
                    <a:pt x="1578" y="2482"/>
                    <a:pt x="1254" y="2338"/>
                  </a:cubicBezTo>
                  <a:cubicBezTo>
                    <a:pt x="1170" y="2301"/>
                    <a:pt x="1086" y="2267"/>
                    <a:pt x="1002" y="2233"/>
                  </a:cubicBezTo>
                  <a:lnTo>
                    <a:pt x="1002" y="2233"/>
                  </a:lnTo>
                  <a:lnTo>
                    <a:pt x="15600" y="406"/>
                  </a:lnTo>
                  <a:lnTo>
                    <a:pt x="15600" y="406"/>
                  </a:lnTo>
                  <a:lnTo>
                    <a:pt x="15613" y="508"/>
                  </a:lnTo>
                  <a:lnTo>
                    <a:pt x="15667" y="617"/>
                  </a:lnTo>
                  <a:cubicBezTo>
                    <a:pt x="15686" y="660"/>
                    <a:pt x="15726" y="687"/>
                    <a:pt x="15770" y="687"/>
                  </a:cubicBezTo>
                  <a:cubicBezTo>
                    <a:pt x="15790" y="687"/>
                    <a:pt x="15810" y="682"/>
                    <a:pt x="15829" y="671"/>
                  </a:cubicBezTo>
                  <a:cubicBezTo>
                    <a:pt x="16009" y="589"/>
                    <a:pt x="16199" y="553"/>
                    <a:pt x="16388" y="526"/>
                  </a:cubicBezTo>
                  <a:cubicBezTo>
                    <a:pt x="16483" y="517"/>
                    <a:pt x="16577" y="511"/>
                    <a:pt x="16673" y="511"/>
                  </a:cubicBezTo>
                  <a:cubicBezTo>
                    <a:pt x="16710" y="511"/>
                    <a:pt x="16747" y="512"/>
                    <a:pt x="16784" y="514"/>
                  </a:cubicBezTo>
                  <a:lnTo>
                    <a:pt x="16784" y="514"/>
                  </a:lnTo>
                  <a:cubicBezTo>
                    <a:pt x="16865" y="872"/>
                    <a:pt x="16927" y="1235"/>
                    <a:pt x="16983" y="1599"/>
                  </a:cubicBezTo>
                  <a:cubicBezTo>
                    <a:pt x="17037" y="2005"/>
                    <a:pt x="17109" y="2419"/>
                    <a:pt x="17064" y="2843"/>
                  </a:cubicBezTo>
                  <a:cubicBezTo>
                    <a:pt x="17055" y="2879"/>
                    <a:pt x="17064" y="2906"/>
                    <a:pt x="17073" y="2933"/>
                  </a:cubicBezTo>
                  <a:cubicBezTo>
                    <a:pt x="17100" y="3015"/>
                    <a:pt x="17175" y="3066"/>
                    <a:pt x="17252" y="3066"/>
                  </a:cubicBezTo>
                  <a:cubicBezTo>
                    <a:pt x="17277" y="3066"/>
                    <a:pt x="17301" y="3061"/>
                    <a:pt x="17325" y="3050"/>
                  </a:cubicBezTo>
                  <a:cubicBezTo>
                    <a:pt x="17433" y="3014"/>
                    <a:pt x="17488" y="2897"/>
                    <a:pt x="17442" y="2798"/>
                  </a:cubicBezTo>
                  <a:cubicBezTo>
                    <a:pt x="17298" y="2392"/>
                    <a:pt x="17262" y="1978"/>
                    <a:pt x="17217" y="1563"/>
                  </a:cubicBezTo>
                  <a:cubicBezTo>
                    <a:pt x="17172" y="1148"/>
                    <a:pt x="17145" y="734"/>
                    <a:pt x="17136" y="319"/>
                  </a:cubicBezTo>
                  <a:cubicBezTo>
                    <a:pt x="17136" y="220"/>
                    <a:pt x="17055" y="148"/>
                    <a:pt x="16965" y="148"/>
                  </a:cubicBezTo>
                  <a:lnTo>
                    <a:pt x="16920" y="148"/>
                  </a:lnTo>
                  <a:cubicBezTo>
                    <a:pt x="16739" y="229"/>
                    <a:pt x="16550" y="265"/>
                    <a:pt x="16361" y="292"/>
                  </a:cubicBezTo>
                  <a:cubicBezTo>
                    <a:pt x="16260" y="307"/>
                    <a:pt x="16158" y="316"/>
                    <a:pt x="16056" y="316"/>
                  </a:cubicBezTo>
                  <a:cubicBezTo>
                    <a:pt x="16031" y="316"/>
                    <a:pt x="16007" y="315"/>
                    <a:pt x="15983" y="314"/>
                  </a:cubicBezTo>
                  <a:lnTo>
                    <a:pt x="15983" y="314"/>
                  </a:lnTo>
                  <a:lnTo>
                    <a:pt x="15964" y="166"/>
                  </a:lnTo>
                  <a:cubicBezTo>
                    <a:pt x="15948" y="69"/>
                    <a:pt x="15874" y="1"/>
                    <a:pt x="1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9" name="Google Shape;7699;p270"/>
            <p:cNvSpPr/>
            <p:nvPr/>
          </p:nvSpPr>
          <p:spPr>
            <a:xfrm>
              <a:off x="9007776" y="3586979"/>
              <a:ext cx="90772" cy="141168"/>
            </a:xfrm>
            <a:custGeom>
              <a:avLst/>
              <a:gdLst/>
              <a:ahLst/>
              <a:cxnLst/>
              <a:rect l="l" t="t" r="r" b="b"/>
              <a:pathLst>
                <a:path w="1866" h="2902" extrusionOk="0">
                  <a:moveTo>
                    <a:pt x="1344" y="0"/>
                  </a:moveTo>
                  <a:cubicBezTo>
                    <a:pt x="1323" y="0"/>
                    <a:pt x="1301" y="4"/>
                    <a:pt x="1280" y="12"/>
                  </a:cubicBezTo>
                  <a:cubicBezTo>
                    <a:pt x="1172" y="48"/>
                    <a:pt x="1118" y="165"/>
                    <a:pt x="1163" y="264"/>
                  </a:cubicBezTo>
                  <a:cubicBezTo>
                    <a:pt x="1298" y="643"/>
                    <a:pt x="1334" y="1030"/>
                    <a:pt x="1379" y="1409"/>
                  </a:cubicBezTo>
                  <a:cubicBezTo>
                    <a:pt x="1397" y="1607"/>
                    <a:pt x="1415" y="1796"/>
                    <a:pt x="1424" y="1995"/>
                  </a:cubicBezTo>
                  <a:cubicBezTo>
                    <a:pt x="1438" y="2136"/>
                    <a:pt x="1446" y="2283"/>
                    <a:pt x="1450" y="2430"/>
                  </a:cubicBezTo>
                  <a:lnTo>
                    <a:pt x="1450" y="2430"/>
                  </a:lnTo>
                  <a:cubicBezTo>
                    <a:pt x="1414" y="2442"/>
                    <a:pt x="1379" y="2453"/>
                    <a:pt x="1343" y="2463"/>
                  </a:cubicBezTo>
                  <a:cubicBezTo>
                    <a:pt x="1244" y="2481"/>
                    <a:pt x="1154" y="2499"/>
                    <a:pt x="1055" y="2508"/>
                  </a:cubicBezTo>
                  <a:cubicBezTo>
                    <a:pt x="960" y="2517"/>
                    <a:pt x="865" y="2524"/>
                    <a:pt x="770" y="2524"/>
                  </a:cubicBezTo>
                  <a:cubicBezTo>
                    <a:pt x="738" y="2524"/>
                    <a:pt x="705" y="2523"/>
                    <a:pt x="673" y="2522"/>
                  </a:cubicBezTo>
                  <a:lnTo>
                    <a:pt x="673" y="2522"/>
                  </a:lnTo>
                  <a:cubicBezTo>
                    <a:pt x="626" y="2191"/>
                    <a:pt x="579" y="1854"/>
                    <a:pt x="532" y="1517"/>
                  </a:cubicBezTo>
                  <a:cubicBezTo>
                    <a:pt x="478" y="1138"/>
                    <a:pt x="433" y="751"/>
                    <a:pt x="406" y="363"/>
                  </a:cubicBezTo>
                  <a:cubicBezTo>
                    <a:pt x="406" y="354"/>
                    <a:pt x="406" y="345"/>
                    <a:pt x="406" y="345"/>
                  </a:cubicBezTo>
                  <a:cubicBezTo>
                    <a:pt x="390" y="248"/>
                    <a:pt x="308" y="180"/>
                    <a:pt x="214" y="180"/>
                  </a:cubicBezTo>
                  <a:cubicBezTo>
                    <a:pt x="203" y="180"/>
                    <a:pt x="192" y="181"/>
                    <a:pt x="180" y="183"/>
                  </a:cubicBezTo>
                  <a:cubicBezTo>
                    <a:pt x="72" y="201"/>
                    <a:pt x="0" y="300"/>
                    <a:pt x="27" y="408"/>
                  </a:cubicBezTo>
                  <a:cubicBezTo>
                    <a:pt x="90" y="796"/>
                    <a:pt x="144" y="1174"/>
                    <a:pt x="189" y="1562"/>
                  </a:cubicBezTo>
                  <a:cubicBezTo>
                    <a:pt x="234" y="1950"/>
                    <a:pt x="280" y="2337"/>
                    <a:pt x="316" y="2716"/>
                  </a:cubicBezTo>
                  <a:lnTo>
                    <a:pt x="316" y="2770"/>
                  </a:lnTo>
                  <a:cubicBezTo>
                    <a:pt x="316" y="2779"/>
                    <a:pt x="325" y="2797"/>
                    <a:pt x="334" y="2815"/>
                  </a:cubicBezTo>
                  <a:cubicBezTo>
                    <a:pt x="353" y="2868"/>
                    <a:pt x="407" y="2901"/>
                    <a:pt x="466" y="2901"/>
                  </a:cubicBezTo>
                  <a:cubicBezTo>
                    <a:pt x="488" y="2901"/>
                    <a:pt x="510" y="2897"/>
                    <a:pt x="532" y="2887"/>
                  </a:cubicBezTo>
                  <a:cubicBezTo>
                    <a:pt x="712" y="2806"/>
                    <a:pt x="902" y="2770"/>
                    <a:pt x="1091" y="2734"/>
                  </a:cubicBezTo>
                  <a:cubicBezTo>
                    <a:pt x="1181" y="2725"/>
                    <a:pt x="1280" y="2716"/>
                    <a:pt x="1370" y="2716"/>
                  </a:cubicBezTo>
                  <a:cubicBezTo>
                    <a:pt x="1469" y="2716"/>
                    <a:pt x="1569" y="2725"/>
                    <a:pt x="1668" y="2743"/>
                  </a:cubicBezTo>
                  <a:cubicBezTo>
                    <a:pt x="1677" y="2747"/>
                    <a:pt x="1688" y="2750"/>
                    <a:pt x="1700" y="2750"/>
                  </a:cubicBezTo>
                  <a:cubicBezTo>
                    <a:pt x="1713" y="2750"/>
                    <a:pt x="1726" y="2747"/>
                    <a:pt x="1740" y="2743"/>
                  </a:cubicBezTo>
                  <a:cubicBezTo>
                    <a:pt x="1812" y="2725"/>
                    <a:pt x="1866" y="2644"/>
                    <a:pt x="1839" y="2563"/>
                  </a:cubicBezTo>
                  <a:lnTo>
                    <a:pt x="1830" y="2526"/>
                  </a:lnTo>
                  <a:cubicBezTo>
                    <a:pt x="1785" y="2337"/>
                    <a:pt x="1749" y="2148"/>
                    <a:pt x="1713" y="1959"/>
                  </a:cubicBezTo>
                  <a:cubicBezTo>
                    <a:pt x="1677" y="1769"/>
                    <a:pt x="1641" y="1580"/>
                    <a:pt x="1614" y="1382"/>
                  </a:cubicBezTo>
                  <a:cubicBezTo>
                    <a:pt x="1560" y="1003"/>
                    <a:pt x="1505" y="616"/>
                    <a:pt x="1541" y="219"/>
                  </a:cubicBezTo>
                  <a:cubicBezTo>
                    <a:pt x="1551" y="192"/>
                    <a:pt x="1541" y="156"/>
                    <a:pt x="1532" y="129"/>
                  </a:cubicBezTo>
                  <a:cubicBezTo>
                    <a:pt x="1504" y="51"/>
                    <a:pt x="1425" y="0"/>
                    <a:pt x="1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0" name="Google Shape;7700;p270"/>
            <p:cNvSpPr/>
            <p:nvPr/>
          </p:nvSpPr>
          <p:spPr>
            <a:xfrm>
              <a:off x="9050291" y="3487988"/>
              <a:ext cx="305685" cy="86102"/>
            </a:xfrm>
            <a:custGeom>
              <a:avLst/>
              <a:gdLst/>
              <a:ahLst/>
              <a:cxnLst/>
              <a:rect l="l" t="t" r="r" b="b"/>
              <a:pathLst>
                <a:path w="6284" h="1770" extrusionOk="0">
                  <a:moveTo>
                    <a:pt x="208" y="0"/>
                  </a:moveTo>
                  <a:cubicBezTo>
                    <a:pt x="100" y="0"/>
                    <a:pt x="9" y="82"/>
                    <a:pt x="0" y="190"/>
                  </a:cubicBezTo>
                  <a:cubicBezTo>
                    <a:pt x="0" y="298"/>
                    <a:pt x="82" y="388"/>
                    <a:pt x="190" y="388"/>
                  </a:cubicBezTo>
                  <a:cubicBezTo>
                    <a:pt x="1172" y="442"/>
                    <a:pt x="2137" y="613"/>
                    <a:pt x="3101" y="767"/>
                  </a:cubicBezTo>
                  <a:cubicBezTo>
                    <a:pt x="3588" y="848"/>
                    <a:pt x="4066" y="938"/>
                    <a:pt x="4552" y="1019"/>
                  </a:cubicBezTo>
                  <a:cubicBezTo>
                    <a:pt x="4982" y="1100"/>
                    <a:pt x="5412" y="1189"/>
                    <a:pt x="5849" y="1278"/>
                  </a:cubicBezTo>
                  <a:lnTo>
                    <a:pt x="5849" y="1278"/>
                  </a:lnTo>
                  <a:lnTo>
                    <a:pt x="5887" y="1605"/>
                  </a:lnTo>
                  <a:cubicBezTo>
                    <a:pt x="5903" y="1695"/>
                    <a:pt x="5978" y="1770"/>
                    <a:pt x="6073" y="1770"/>
                  </a:cubicBezTo>
                  <a:cubicBezTo>
                    <a:pt x="6083" y="1770"/>
                    <a:pt x="6093" y="1769"/>
                    <a:pt x="6103" y="1767"/>
                  </a:cubicBezTo>
                  <a:cubicBezTo>
                    <a:pt x="6211" y="1758"/>
                    <a:pt x="6283" y="1659"/>
                    <a:pt x="6274" y="1551"/>
                  </a:cubicBezTo>
                  <a:lnTo>
                    <a:pt x="6211" y="1091"/>
                  </a:lnTo>
                  <a:lnTo>
                    <a:pt x="6211" y="1082"/>
                  </a:lnTo>
                  <a:cubicBezTo>
                    <a:pt x="6202" y="1001"/>
                    <a:pt x="6139" y="929"/>
                    <a:pt x="6049" y="920"/>
                  </a:cubicBezTo>
                  <a:cubicBezTo>
                    <a:pt x="5562" y="875"/>
                    <a:pt x="5075" y="812"/>
                    <a:pt x="4589" y="749"/>
                  </a:cubicBezTo>
                  <a:cubicBezTo>
                    <a:pt x="4111" y="685"/>
                    <a:pt x="3624" y="622"/>
                    <a:pt x="3137" y="550"/>
                  </a:cubicBezTo>
                  <a:cubicBezTo>
                    <a:pt x="2173" y="397"/>
                    <a:pt x="1199" y="262"/>
                    <a:pt x="244" y="9"/>
                  </a:cubicBezTo>
                  <a:cubicBezTo>
                    <a:pt x="235" y="0"/>
                    <a:pt x="217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1" name="Google Shape;7701;p270"/>
            <p:cNvSpPr/>
            <p:nvPr/>
          </p:nvSpPr>
          <p:spPr>
            <a:xfrm>
              <a:off x="9073980" y="3552587"/>
              <a:ext cx="283308" cy="148610"/>
            </a:xfrm>
            <a:custGeom>
              <a:avLst/>
              <a:gdLst/>
              <a:ahLst/>
              <a:cxnLst/>
              <a:rect l="l" t="t" r="r" b="b"/>
              <a:pathLst>
                <a:path w="5824" h="3055" extrusionOk="0">
                  <a:moveTo>
                    <a:pt x="5588" y="1"/>
                  </a:moveTo>
                  <a:cubicBezTo>
                    <a:pt x="5570" y="1"/>
                    <a:pt x="5553" y="3"/>
                    <a:pt x="5535" y="6"/>
                  </a:cubicBezTo>
                  <a:cubicBezTo>
                    <a:pt x="5418" y="34"/>
                    <a:pt x="5336" y="160"/>
                    <a:pt x="5373" y="277"/>
                  </a:cubicBezTo>
                  <a:lnTo>
                    <a:pt x="5406" y="415"/>
                  </a:lnTo>
                  <a:lnTo>
                    <a:pt x="5406" y="415"/>
                  </a:lnTo>
                  <a:cubicBezTo>
                    <a:pt x="5013" y="613"/>
                    <a:pt x="4620" y="805"/>
                    <a:pt x="4228" y="989"/>
                  </a:cubicBezTo>
                  <a:cubicBezTo>
                    <a:pt x="3786" y="1196"/>
                    <a:pt x="3335" y="1395"/>
                    <a:pt x="2885" y="1584"/>
                  </a:cubicBezTo>
                  <a:cubicBezTo>
                    <a:pt x="2434" y="1773"/>
                    <a:pt x="1983" y="1972"/>
                    <a:pt x="1524" y="2152"/>
                  </a:cubicBezTo>
                  <a:cubicBezTo>
                    <a:pt x="1073" y="2332"/>
                    <a:pt x="613" y="2512"/>
                    <a:pt x="153" y="2675"/>
                  </a:cubicBezTo>
                  <a:cubicBezTo>
                    <a:pt x="144" y="2684"/>
                    <a:pt x="135" y="2684"/>
                    <a:pt x="126" y="2684"/>
                  </a:cubicBezTo>
                  <a:cubicBezTo>
                    <a:pt x="36" y="2738"/>
                    <a:pt x="0" y="2855"/>
                    <a:pt x="45" y="2945"/>
                  </a:cubicBezTo>
                  <a:cubicBezTo>
                    <a:pt x="77" y="3016"/>
                    <a:pt x="146" y="3054"/>
                    <a:pt x="219" y="3054"/>
                  </a:cubicBezTo>
                  <a:cubicBezTo>
                    <a:pt x="248" y="3054"/>
                    <a:pt x="278" y="3048"/>
                    <a:pt x="307" y="3035"/>
                  </a:cubicBezTo>
                  <a:cubicBezTo>
                    <a:pt x="748" y="2810"/>
                    <a:pt x="1190" y="2602"/>
                    <a:pt x="1632" y="2395"/>
                  </a:cubicBezTo>
                  <a:cubicBezTo>
                    <a:pt x="2073" y="2188"/>
                    <a:pt x="2524" y="1990"/>
                    <a:pt x="2975" y="1791"/>
                  </a:cubicBezTo>
                  <a:cubicBezTo>
                    <a:pt x="3416" y="1593"/>
                    <a:pt x="3876" y="1404"/>
                    <a:pt x="4327" y="1214"/>
                  </a:cubicBezTo>
                  <a:cubicBezTo>
                    <a:pt x="4778" y="1034"/>
                    <a:pt x="5237" y="854"/>
                    <a:pt x="5706" y="701"/>
                  </a:cubicBezTo>
                  <a:cubicBezTo>
                    <a:pt x="5769" y="674"/>
                    <a:pt x="5823" y="610"/>
                    <a:pt x="5823" y="529"/>
                  </a:cubicBezTo>
                  <a:lnTo>
                    <a:pt x="5823" y="493"/>
                  </a:lnTo>
                  <a:lnTo>
                    <a:pt x="5814" y="223"/>
                  </a:lnTo>
                  <a:cubicBezTo>
                    <a:pt x="5814" y="205"/>
                    <a:pt x="5814" y="187"/>
                    <a:pt x="5805" y="169"/>
                  </a:cubicBezTo>
                  <a:cubicBezTo>
                    <a:pt x="5782" y="68"/>
                    <a:pt x="5692" y="1"/>
                    <a:pt x="5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2" name="Google Shape;7702;p270"/>
            <p:cNvSpPr/>
            <p:nvPr/>
          </p:nvSpPr>
          <p:spPr>
            <a:xfrm>
              <a:off x="7051300" y="3556236"/>
              <a:ext cx="1992937" cy="418201"/>
            </a:xfrm>
            <a:custGeom>
              <a:avLst/>
              <a:gdLst/>
              <a:ahLst/>
              <a:cxnLst/>
              <a:rect l="l" t="t" r="r" b="b"/>
              <a:pathLst>
                <a:path w="40969" h="8597" extrusionOk="0">
                  <a:moveTo>
                    <a:pt x="24542" y="1"/>
                  </a:moveTo>
                  <a:cubicBezTo>
                    <a:pt x="24531" y="1"/>
                    <a:pt x="24520" y="2"/>
                    <a:pt x="24509" y="4"/>
                  </a:cubicBezTo>
                  <a:lnTo>
                    <a:pt x="18812" y="761"/>
                  </a:lnTo>
                  <a:lnTo>
                    <a:pt x="15964" y="1130"/>
                  </a:lnTo>
                  <a:lnTo>
                    <a:pt x="13115" y="1491"/>
                  </a:lnTo>
                  <a:cubicBezTo>
                    <a:pt x="11213" y="1734"/>
                    <a:pt x="9311" y="1978"/>
                    <a:pt x="7409" y="2203"/>
                  </a:cubicBezTo>
                  <a:cubicBezTo>
                    <a:pt x="5508" y="2437"/>
                    <a:pt x="3606" y="2654"/>
                    <a:pt x="1695" y="2861"/>
                  </a:cubicBezTo>
                  <a:cubicBezTo>
                    <a:pt x="1586" y="2870"/>
                    <a:pt x="1514" y="2969"/>
                    <a:pt x="1532" y="3068"/>
                  </a:cubicBezTo>
                  <a:lnTo>
                    <a:pt x="1532" y="3077"/>
                  </a:lnTo>
                  <a:lnTo>
                    <a:pt x="1544" y="3172"/>
                  </a:lnTo>
                  <a:lnTo>
                    <a:pt x="1544" y="3172"/>
                  </a:lnTo>
                  <a:lnTo>
                    <a:pt x="171" y="3339"/>
                  </a:lnTo>
                  <a:cubicBezTo>
                    <a:pt x="72" y="3357"/>
                    <a:pt x="0" y="3438"/>
                    <a:pt x="9" y="3537"/>
                  </a:cubicBezTo>
                  <a:lnTo>
                    <a:pt x="9" y="3555"/>
                  </a:lnTo>
                  <a:cubicBezTo>
                    <a:pt x="36" y="4366"/>
                    <a:pt x="117" y="5169"/>
                    <a:pt x="216" y="5962"/>
                  </a:cubicBezTo>
                  <a:cubicBezTo>
                    <a:pt x="316" y="6764"/>
                    <a:pt x="433" y="7557"/>
                    <a:pt x="604" y="8350"/>
                  </a:cubicBezTo>
                  <a:lnTo>
                    <a:pt x="613" y="8368"/>
                  </a:lnTo>
                  <a:cubicBezTo>
                    <a:pt x="630" y="8461"/>
                    <a:pt x="710" y="8523"/>
                    <a:pt x="802" y="8523"/>
                  </a:cubicBezTo>
                  <a:cubicBezTo>
                    <a:pt x="808" y="8523"/>
                    <a:pt x="814" y="8522"/>
                    <a:pt x="820" y="8522"/>
                  </a:cubicBezTo>
                  <a:lnTo>
                    <a:pt x="2189" y="8348"/>
                  </a:lnTo>
                  <a:lnTo>
                    <a:pt x="2189" y="8348"/>
                  </a:lnTo>
                  <a:lnTo>
                    <a:pt x="2199" y="8423"/>
                  </a:lnTo>
                  <a:lnTo>
                    <a:pt x="2199" y="8432"/>
                  </a:lnTo>
                  <a:lnTo>
                    <a:pt x="2199" y="8441"/>
                  </a:lnTo>
                  <a:cubicBezTo>
                    <a:pt x="2216" y="8529"/>
                    <a:pt x="2297" y="8597"/>
                    <a:pt x="2385" y="8597"/>
                  </a:cubicBezTo>
                  <a:cubicBezTo>
                    <a:pt x="2395" y="8597"/>
                    <a:pt x="2405" y="8596"/>
                    <a:pt x="2416" y="8594"/>
                  </a:cubicBezTo>
                  <a:cubicBezTo>
                    <a:pt x="5598" y="8089"/>
                    <a:pt x="8798" y="7701"/>
                    <a:pt x="11998" y="7305"/>
                  </a:cubicBezTo>
                  <a:lnTo>
                    <a:pt x="21588" y="6124"/>
                  </a:lnTo>
                  <a:lnTo>
                    <a:pt x="31188" y="4943"/>
                  </a:lnTo>
                  <a:lnTo>
                    <a:pt x="40779" y="3789"/>
                  </a:lnTo>
                  <a:lnTo>
                    <a:pt x="40788" y="3789"/>
                  </a:lnTo>
                  <a:cubicBezTo>
                    <a:pt x="40887" y="3780"/>
                    <a:pt x="40968" y="3681"/>
                    <a:pt x="40950" y="3573"/>
                  </a:cubicBezTo>
                  <a:lnTo>
                    <a:pt x="40914" y="3303"/>
                  </a:lnTo>
                  <a:cubicBezTo>
                    <a:pt x="40906" y="3201"/>
                    <a:pt x="40817" y="3131"/>
                    <a:pt x="40716" y="3131"/>
                  </a:cubicBezTo>
                  <a:cubicBezTo>
                    <a:pt x="40710" y="3131"/>
                    <a:pt x="40704" y="3131"/>
                    <a:pt x="40698" y="3131"/>
                  </a:cubicBezTo>
                  <a:cubicBezTo>
                    <a:pt x="40599" y="3149"/>
                    <a:pt x="40518" y="3249"/>
                    <a:pt x="40536" y="3348"/>
                  </a:cubicBezTo>
                  <a:lnTo>
                    <a:pt x="40544" y="3427"/>
                  </a:lnTo>
                  <a:lnTo>
                    <a:pt x="40544" y="3427"/>
                  </a:lnTo>
                  <a:lnTo>
                    <a:pt x="31152" y="4655"/>
                  </a:lnTo>
                  <a:lnTo>
                    <a:pt x="21561" y="5872"/>
                  </a:lnTo>
                  <a:lnTo>
                    <a:pt x="11971" y="7098"/>
                  </a:lnTo>
                  <a:cubicBezTo>
                    <a:pt x="8834" y="7495"/>
                    <a:pt x="5706" y="7893"/>
                    <a:pt x="2562" y="8188"/>
                  </a:cubicBezTo>
                  <a:lnTo>
                    <a:pt x="2562" y="8188"/>
                  </a:lnTo>
                  <a:lnTo>
                    <a:pt x="2551" y="8107"/>
                  </a:lnTo>
                  <a:cubicBezTo>
                    <a:pt x="2534" y="8005"/>
                    <a:pt x="2453" y="7935"/>
                    <a:pt x="2353" y="7935"/>
                  </a:cubicBezTo>
                  <a:cubicBezTo>
                    <a:pt x="2347" y="7935"/>
                    <a:pt x="2341" y="7935"/>
                    <a:pt x="2335" y="7936"/>
                  </a:cubicBezTo>
                  <a:lnTo>
                    <a:pt x="984" y="8108"/>
                  </a:lnTo>
                  <a:lnTo>
                    <a:pt x="984" y="8108"/>
                  </a:lnTo>
                  <a:cubicBezTo>
                    <a:pt x="950" y="7364"/>
                    <a:pt x="866" y="6627"/>
                    <a:pt x="775" y="5899"/>
                  </a:cubicBezTo>
                  <a:cubicBezTo>
                    <a:pt x="684" y="5161"/>
                    <a:pt x="578" y="4430"/>
                    <a:pt x="428" y="3701"/>
                  </a:cubicBezTo>
                  <a:lnTo>
                    <a:pt x="428" y="3701"/>
                  </a:lnTo>
                  <a:lnTo>
                    <a:pt x="1785" y="3528"/>
                  </a:lnTo>
                  <a:cubicBezTo>
                    <a:pt x="1884" y="3519"/>
                    <a:pt x="1965" y="3420"/>
                    <a:pt x="1947" y="3312"/>
                  </a:cubicBezTo>
                  <a:lnTo>
                    <a:pt x="1935" y="3213"/>
                  </a:lnTo>
                  <a:lnTo>
                    <a:pt x="1935" y="3213"/>
                  </a:lnTo>
                  <a:cubicBezTo>
                    <a:pt x="3766" y="2952"/>
                    <a:pt x="5606" y="2700"/>
                    <a:pt x="7437" y="2464"/>
                  </a:cubicBezTo>
                  <a:cubicBezTo>
                    <a:pt x="9338" y="2221"/>
                    <a:pt x="11240" y="1987"/>
                    <a:pt x="13142" y="1752"/>
                  </a:cubicBezTo>
                  <a:lnTo>
                    <a:pt x="16000" y="1401"/>
                  </a:lnTo>
                  <a:lnTo>
                    <a:pt x="18848" y="1058"/>
                  </a:lnTo>
                  <a:lnTo>
                    <a:pt x="24554" y="382"/>
                  </a:lnTo>
                  <a:lnTo>
                    <a:pt x="24563" y="382"/>
                  </a:lnTo>
                  <a:cubicBezTo>
                    <a:pt x="24671" y="373"/>
                    <a:pt x="24743" y="274"/>
                    <a:pt x="24725" y="166"/>
                  </a:cubicBezTo>
                  <a:cubicBezTo>
                    <a:pt x="24717" y="69"/>
                    <a:pt x="24637" y="1"/>
                    <a:pt x="2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3" name="Google Shape;7703;p270"/>
            <p:cNvSpPr/>
            <p:nvPr/>
          </p:nvSpPr>
          <p:spPr>
            <a:xfrm>
              <a:off x="7753724" y="3601377"/>
              <a:ext cx="138152" cy="171960"/>
            </a:xfrm>
            <a:custGeom>
              <a:avLst/>
              <a:gdLst/>
              <a:ahLst/>
              <a:cxnLst/>
              <a:rect l="l" t="t" r="r" b="b"/>
              <a:pathLst>
                <a:path w="2840" h="3535" extrusionOk="0">
                  <a:moveTo>
                    <a:pt x="2624" y="1"/>
                  </a:moveTo>
                  <a:cubicBezTo>
                    <a:pt x="2587" y="1"/>
                    <a:pt x="2549" y="11"/>
                    <a:pt x="2515" y="31"/>
                  </a:cubicBezTo>
                  <a:lnTo>
                    <a:pt x="2065" y="329"/>
                  </a:lnTo>
                  <a:cubicBezTo>
                    <a:pt x="1920" y="428"/>
                    <a:pt x="1767" y="509"/>
                    <a:pt x="1623" y="626"/>
                  </a:cubicBezTo>
                  <a:cubicBezTo>
                    <a:pt x="1343" y="842"/>
                    <a:pt x="1064" y="1068"/>
                    <a:pt x="821" y="1338"/>
                  </a:cubicBezTo>
                  <a:cubicBezTo>
                    <a:pt x="577" y="1599"/>
                    <a:pt x="370" y="1897"/>
                    <a:pt x="217" y="2239"/>
                  </a:cubicBezTo>
                  <a:cubicBezTo>
                    <a:pt x="63" y="2582"/>
                    <a:pt x="0" y="2961"/>
                    <a:pt x="27" y="3339"/>
                  </a:cubicBezTo>
                  <a:lnTo>
                    <a:pt x="27" y="3348"/>
                  </a:lnTo>
                  <a:cubicBezTo>
                    <a:pt x="27" y="3357"/>
                    <a:pt x="27" y="3375"/>
                    <a:pt x="27" y="3384"/>
                  </a:cubicBezTo>
                  <a:cubicBezTo>
                    <a:pt x="51" y="3469"/>
                    <a:pt x="133" y="3534"/>
                    <a:pt x="224" y="3534"/>
                  </a:cubicBezTo>
                  <a:cubicBezTo>
                    <a:pt x="240" y="3534"/>
                    <a:pt x="255" y="3532"/>
                    <a:pt x="271" y="3528"/>
                  </a:cubicBezTo>
                  <a:cubicBezTo>
                    <a:pt x="370" y="3501"/>
                    <a:pt x="433" y="3393"/>
                    <a:pt x="415" y="3294"/>
                  </a:cubicBezTo>
                  <a:cubicBezTo>
                    <a:pt x="334" y="2979"/>
                    <a:pt x="361" y="2654"/>
                    <a:pt x="478" y="2348"/>
                  </a:cubicBezTo>
                  <a:cubicBezTo>
                    <a:pt x="595" y="2041"/>
                    <a:pt x="794" y="1762"/>
                    <a:pt x="1019" y="1518"/>
                  </a:cubicBezTo>
                  <a:cubicBezTo>
                    <a:pt x="1253" y="1275"/>
                    <a:pt x="1524" y="1059"/>
                    <a:pt x="1803" y="878"/>
                  </a:cubicBezTo>
                  <a:lnTo>
                    <a:pt x="1911" y="806"/>
                  </a:lnTo>
                  <a:lnTo>
                    <a:pt x="2019" y="743"/>
                  </a:lnTo>
                  <a:cubicBezTo>
                    <a:pt x="2092" y="698"/>
                    <a:pt x="2173" y="653"/>
                    <a:pt x="2245" y="617"/>
                  </a:cubicBezTo>
                  <a:cubicBezTo>
                    <a:pt x="2398" y="536"/>
                    <a:pt x="2542" y="455"/>
                    <a:pt x="2695" y="374"/>
                  </a:cubicBezTo>
                  <a:lnTo>
                    <a:pt x="2714" y="365"/>
                  </a:lnTo>
                  <a:cubicBezTo>
                    <a:pt x="2714" y="365"/>
                    <a:pt x="2723" y="365"/>
                    <a:pt x="2732" y="356"/>
                  </a:cubicBezTo>
                  <a:cubicBezTo>
                    <a:pt x="2822" y="301"/>
                    <a:pt x="2840" y="175"/>
                    <a:pt x="2786" y="85"/>
                  </a:cubicBezTo>
                  <a:cubicBezTo>
                    <a:pt x="2746" y="29"/>
                    <a:pt x="2686" y="1"/>
                    <a:pt x="2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4" name="Google Shape;7704;p270"/>
            <p:cNvSpPr/>
            <p:nvPr/>
          </p:nvSpPr>
          <p:spPr>
            <a:xfrm>
              <a:off x="8276797" y="3673322"/>
              <a:ext cx="127207" cy="161161"/>
            </a:xfrm>
            <a:custGeom>
              <a:avLst/>
              <a:gdLst/>
              <a:ahLst/>
              <a:cxnLst/>
              <a:rect l="l" t="t" r="r" b="b"/>
              <a:pathLst>
                <a:path w="2615" h="3313" extrusionOk="0">
                  <a:moveTo>
                    <a:pt x="2417" y="0"/>
                  </a:moveTo>
                  <a:cubicBezTo>
                    <a:pt x="2405" y="0"/>
                    <a:pt x="2393" y="1"/>
                    <a:pt x="2381" y="3"/>
                  </a:cubicBezTo>
                  <a:cubicBezTo>
                    <a:pt x="2272" y="30"/>
                    <a:pt x="2209" y="129"/>
                    <a:pt x="2227" y="238"/>
                  </a:cubicBezTo>
                  <a:cubicBezTo>
                    <a:pt x="2254" y="382"/>
                    <a:pt x="2272" y="526"/>
                    <a:pt x="2254" y="670"/>
                  </a:cubicBezTo>
                  <a:cubicBezTo>
                    <a:pt x="2245" y="815"/>
                    <a:pt x="2218" y="968"/>
                    <a:pt x="2155" y="1103"/>
                  </a:cubicBezTo>
                  <a:cubicBezTo>
                    <a:pt x="2056" y="1382"/>
                    <a:pt x="1876" y="1644"/>
                    <a:pt x="1668" y="1869"/>
                  </a:cubicBezTo>
                  <a:cubicBezTo>
                    <a:pt x="1461" y="2104"/>
                    <a:pt x="1218" y="2302"/>
                    <a:pt x="965" y="2473"/>
                  </a:cubicBezTo>
                  <a:cubicBezTo>
                    <a:pt x="830" y="2563"/>
                    <a:pt x="704" y="2653"/>
                    <a:pt x="569" y="2735"/>
                  </a:cubicBezTo>
                  <a:cubicBezTo>
                    <a:pt x="434" y="2807"/>
                    <a:pt x="298" y="2879"/>
                    <a:pt x="154" y="2942"/>
                  </a:cubicBezTo>
                  <a:cubicBezTo>
                    <a:pt x="145" y="2942"/>
                    <a:pt x="136" y="2951"/>
                    <a:pt x="127" y="2951"/>
                  </a:cubicBezTo>
                  <a:cubicBezTo>
                    <a:pt x="28" y="3005"/>
                    <a:pt x="1" y="3131"/>
                    <a:pt x="64" y="3221"/>
                  </a:cubicBezTo>
                  <a:cubicBezTo>
                    <a:pt x="99" y="3280"/>
                    <a:pt x="162" y="3312"/>
                    <a:pt x="226" y="3312"/>
                  </a:cubicBezTo>
                  <a:cubicBezTo>
                    <a:pt x="260" y="3312"/>
                    <a:pt x="294" y="3303"/>
                    <a:pt x="325" y="3284"/>
                  </a:cubicBezTo>
                  <a:lnTo>
                    <a:pt x="334" y="3284"/>
                  </a:lnTo>
                  <a:cubicBezTo>
                    <a:pt x="614" y="3104"/>
                    <a:pt x="875" y="2906"/>
                    <a:pt x="1128" y="2707"/>
                  </a:cubicBezTo>
                  <a:cubicBezTo>
                    <a:pt x="1389" y="2500"/>
                    <a:pt x="1632" y="2284"/>
                    <a:pt x="1849" y="2031"/>
                  </a:cubicBezTo>
                  <a:cubicBezTo>
                    <a:pt x="2065" y="1788"/>
                    <a:pt x="2263" y="1518"/>
                    <a:pt x="2399" y="1202"/>
                  </a:cubicBezTo>
                  <a:cubicBezTo>
                    <a:pt x="2543" y="896"/>
                    <a:pt x="2615" y="553"/>
                    <a:pt x="2615" y="193"/>
                  </a:cubicBezTo>
                  <a:cubicBezTo>
                    <a:pt x="2615" y="184"/>
                    <a:pt x="2615" y="166"/>
                    <a:pt x="2615" y="157"/>
                  </a:cubicBezTo>
                  <a:cubicBezTo>
                    <a:pt x="2591" y="61"/>
                    <a:pt x="2510" y="0"/>
                    <a:pt x="2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5" name="Google Shape;7705;p270"/>
            <p:cNvSpPr/>
            <p:nvPr/>
          </p:nvSpPr>
          <p:spPr>
            <a:xfrm>
              <a:off x="7126261" y="3708687"/>
              <a:ext cx="37311" cy="143746"/>
            </a:xfrm>
            <a:custGeom>
              <a:avLst/>
              <a:gdLst/>
              <a:ahLst/>
              <a:cxnLst/>
              <a:rect l="l" t="t" r="r" b="b"/>
              <a:pathLst>
                <a:path w="767" h="2955" extrusionOk="0">
                  <a:moveTo>
                    <a:pt x="226" y="1"/>
                  </a:moveTo>
                  <a:cubicBezTo>
                    <a:pt x="211" y="1"/>
                    <a:pt x="196" y="3"/>
                    <a:pt x="181" y="6"/>
                  </a:cubicBezTo>
                  <a:cubicBezTo>
                    <a:pt x="73" y="24"/>
                    <a:pt x="0" y="124"/>
                    <a:pt x="27" y="232"/>
                  </a:cubicBezTo>
                  <a:cubicBezTo>
                    <a:pt x="100" y="637"/>
                    <a:pt x="163" y="1052"/>
                    <a:pt x="217" y="1467"/>
                  </a:cubicBezTo>
                  <a:lnTo>
                    <a:pt x="307" y="2089"/>
                  </a:lnTo>
                  <a:cubicBezTo>
                    <a:pt x="325" y="2296"/>
                    <a:pt x="379" y="2494"/>
                    <a:pt x="334" y="2711"/>
                  </a:cubicBezTo>
                  <a:cubicBezTo>
                    <a:pt x="325" y="2756"/>
                    <a:pt x="334" y="2801"/>
                    <a:pt x="352" y="2837"/>
                  </a:cubicBezTo>
                  <a:cubicBezTo>
                    <a:pt x="384" y="2914"/>
                    <a:pt x="458" y="2955"/>
                    <a:pt x="534" y="2955"/>
                  </a:cubicBezTo>
                  <a:cubicBezTo>
                    <a:pt x="564" y="2955"/>
                    <a:pt x="594" y="2949"/>
                    <a:pt x="622" y="2936"/>
                  </a:cubicBezTo>
                  <a:cubicBezTo>
                    <a:pt x="722" y="2891"/>
                    <a:pt x="767" y="2765"/>
                    <a:pt x="722" y="2666"/>
                  </a:cubicBezTo>
                  <a:cubicBezTo>
                    <a:pt x="622" y="2467"/>
                    <a:pt x="622" y="2251"/>
                    <a:pt x="595" y="2053"/>
                  </a:cubicBezTo>
                  <a:lnTo>
                    <a:pt x="523" y="1431"/>
                  </a:lnTo>
                  <a:cubicBezTo>
                    <a:pt x="478" y="1016"/>
                    <a:pt x="433" y="601"/>
                    <a:pt x="406" y="178"/>
                  </a:cubicBezTo>
                  <a:cubicBezTo>
                    <a:pt x="406" y="178"/>
                    <a:pt x="406" y="169"/>
                    <a:pt x="406" y="160"/>
                  </a:cubicBezTo>
                  <a:cubicBezTo>
                    <a:pt x="391" y="67"/>
                    <a:pt x="316" y="1"/>
                    <a:pt x="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6" name="Google Shape;7706;p270"/>
            <p:cNvSpPr/>
            <p:nvPr/>
          </p:nvSpPr>
          <p:spPr>
            <a:xfrm>
              <a:off x="7753724" y="3752661"/>
              <a:ext cx="159215" cy="130125"/>
            </a:xfrm>
            <a:custGeom>
              <a:avLst/>
              <a:gdLst/>
              <a:ahLst/>
              <a:cxnLst/>
              <a:rect l="l" t="t" r="r" b="b"/>
              <a:pathLst>
                <a:path w="3273" h="2675" extrusionOk="0">
                  <a:moveTo>
                    <a:pt x="215" y="1"/>
                  </a:moveTo>
                  <a:cubicBezTo>
                    <a:pt x="203" y="1"/>
                    <a:pt x="192" y="2"/>
                    <a:pt x="181" y="4"/>
                  </a:cubicBezTo>
                  <a:cubicBezTo>
                    <a:pt x="72" y="31"/>
                    <a:pt x="0" y="130"/>
                    <a:pt x="27" y="238"/>
                  </a:cubicBezTo>
                  <a:cubicBezTo>
                    <a:pt x="99" y="581"/>
                    <a:pt x="253" y="905"/>
                    <a:pt x="460" y="1176"/>
                  </a:cubicBezTo>
                  <a:cubicBezTo>
                    <a:pt x="676" y="1446"/>
                    <a:pt x="938" y="1662"/>
                    <a:pt x="1208" y="1843"/>
                  </a:cubicBezTo>
                  <a:cubicBezTo>
                    <a:pt x="1488" y="2023"/>
                    <a:pt x="1776" y="2176"/>
                    <a:pt x="2083" y="2302"/>
                  </a:cubicBezTo>
                  <a:cubicBezTo>
                    <a:pt x="2371" y="2438"/>
                    <a:pt x="2677" y="2564"/>
                    <a:pt x="3002" y="2663"/>
                  </a:cubicBezTo>
                  <a:cubicBezTo>
                    <a:pt x="3011" y="2663"/>
                    <a:pt x="3020" y="2672"/>
                    <a:pt x="3029" y="2672"/>
                  </a:cubicBezTo>
                  <a:cubicBezTo>
                    <a:pt x="3039" y="2674"/>
                    <a:pt x="3049" y="2674"/>
                    <a:pt x="3059" y="2674"/>
                  </a:cubicBezTo>
                  <a:cubicBezTo>
                    <a:pt x="3155" y="2674"/>
                    <a:pt x="3238" y="2599"/>
                    <a:pt x="3254" y="2510"/>
                  </a:cubicBezTo>
                  <a:cubicBezTo>
                    <a:pt x="3272" y="2402"/>
                    <a:pt x="3191" y="2302"/>
                    <a:pt x="3092" y="2284"/>
                  </a:cubicBezTo>
                  <a:cubicBezTo>
                    <a:pt x="2939" y="2266"/>
                    <a:pt x="2786" y="2230"/>
                    <a:pt x="2641" y="2185"/>
                  </a:cubicBezTo>
                  <a:cubicBezTo>
                    <a:pt x="2488" y="2140"/>
                    <a:pt x="2335" y="2086"/>
                    <a:pt x="2191" y="2032"/>
                  </a:cubicBezTo>
                  <a:cubicBezTo>
                    <a:pt x="1902" y="1915"/>
                    <a:pt x="1623" y="1789"/>
                    <a:pt x="1361" y="1608"/>
                  </a:cubicBezTo>
                  <a:cubicBezTo>
                    <a:pt x="1118" y="1437"/>
                    <a:pt x="875" y="1239"/>
                    <a:pt x="712" y="986"/>
                  </a:cubicBezTo>
                  <a:cubicBezTo>
                    <a:pt x="622" y="869"/>
                    <a:pt x="559" y="734"/>
                    <a:pt x="505" y="599"/>
                  </a:cubicBezTo>
                  <a:cubicBezTo>
                    <a:pt x="451" y="464"/>
                    <a:pt x="424" y="319"/>
                    <a:pt x="415" y="175"/>
                  </a:cubicBezTo>
                  <a:lnTo>
                    <a:pt x="406" y="175"/>
                  </a:lnTo>
                  <a:cubicBezTo>
                    <a:pt x="406" y="166"/>
                    <a:pt x="406" y="166"/>
                    <a:pt x="406" y="157"/>
                  </a:cubicBezTo>
                  <a:cubicBezTo>
                    <a:pt x="390" y="61"/>
                    <a:pt x="303" y="1"/>
                    <a:pt x="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7" name="Google Shape;7707;p270"/>
            <p:cNvSpPr/>
            <p:nvPr/>
          </p:nvSpPr>
          <p:spPr>
            <a:xfrm>
              <a:off x="7140708" y="3828157"/>
              <a:ext cx="36046" cy="134163"/>
            </a:xfrm>
            <a:custGeom>
              <a:avLst/>
              <a:gdLst/>
              <a:ahLst/>
              <a:cxnLst/>
              <a:rect l="l" t="t" r="r" b="b"/>
              <a:pathLst>
                <a:path w="741" h="2758" extrusionOk="0">
                  <a:moveTo>
                    <a:pt x="230" y="0"/>
                  </a:moveTo>
                  <a:cubicBezTo>
                    <a:pt x="208" y="0"/>
                    <a:pt x="186" y="4"/>
                    <a:pt x="163" y="11"/>
                  </a:cubicBezTo>
                  <a:cubicBezTo>
                    <a:pt x="64" y="38"/>
                    <a:pt x="1" y="155"/>
                    <a:pt x="37" y="255"/>
                  </a:cubicBezTo>
                  <a:cubicBezTo>
                    <a:pt x="163" y="633"/>
                    <a:pt x="208" y="1021"/>
                    <a:pt x="253" y="1399"/>
                  </a:cubicBezTo>
                  <a:cubicBezTo>
                    <a:pt x="289" y="1787"/>
                    <a:pt x="325" y="2175"/>
                    <a:pt x="325" y="2562"/>
                  </a:cubicBezTo>
                  <a:cubicBezTo>
                    <a:pt x="325" y="2580"/>
                    <a:pt x="325" y="2598"/>
                    <a:pt x="334" y="2607"/>
                  </a:cubicBezTo>
                  <a:cubicBezTo>
                    <a:pt x="357" y="2698"/>
                    <a:pt x="431" y="2758"/>
                    <a:pt x="519" y="2758"/>
                  </a:cubicBezTo>
                  <a:cubicBezTo>
                    <a:pt x="535" y="2758"/>
                    <a:pt x="552" y="2756"/>
                    <a:pt x="569" y="2751"/>
                  </a:cubicBezTo>
                  <a:cubicBezTo>
                    <a:pt x="677" y="2724"/>
                    <a:pt x="740" y="2625"/>
                    <a:pt x="713" y="2517"/>
                  </a:cubicBezTo>
                  <a:cubicBezTo>
                    <a:pt x="623" y="2138"/>
                    <a:pt x="551" y="1760"/>
                    <a:pt x="497" y="1372"/>
                  </a:cubicBezTo>
                  <a:cubicBezTo>
                    <a:pt x="443" y="985"/>
                    <a:pt x="397" y="606"/>
                    <a:pt x="425" y="210"/>
                  </a:cubicBezTo>
                  <a:cubicBezTo>
                    <a:pt x="425" y="182"/>
                    <a:pt x="425" y="155"/>
                    <a:pt x="416" y="137"/>
                  </a:cubicBezTo>
                  <a:cubicBezTo>
                    <a:pt x="387" y="52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08" name="Google Shape;7708;p270"/>
          <p:cNvGrpSpPr/>
          <p:nvPr/>
        </p:nvGrpSpPr>
        <p:grpSpPr>
          <a:xfrm rot="854098">
            <a:off x="7782856" y="510397"/>
            <a:ext cx="639528" cy="438002"/>
            <a:chOff x="5501450" y="2545600"/>
            <a:chExt cx="639525" cy="438000"/>
          </a:xfrm>
        </p:grpSpPr>
        <p:sp>
          <p:nvSpPr>
            <p:cNvPr id="7709" name="Google Shape;7709;p270"/>
            <p:cNvSpPr/>
            <p:nvPr/>
          </p:nvSpPr>
          <p:spPr>
            <a:xfrm>
              <a:off x="5501450" y="2545600"/>
              <a:ext cx="639525" cy="438000"/>
            </a:xfrm>
            <a:custGeom>
              <a:avLst/>
              <a:gdLst/>
              <a:ahLst/>
              <a:cxnLst/>
              <a:rect l="l" t="t" r="r" b="b"/>
              <a:pathLst>
                <a:path w="25581" h="17520" extrusionOk="0">
                  <a:moveTo>
                    <a:pt x="2054" y="916"/>
                  </a:moveTo>
                  <a:cubicBezTo>
                    <a:pt x="4249" y="1273"/>
                    <a:pt x="6534" y="1376"/>
                    <a:pt x="8837" y="1376"/>
                  </a:cubicBezTo>
                  <a:cubicBezTo>
                    <a:pt x="11993" y="1376"/>
                    <a:pt x="15185" y="1183"/>
                    <a:pt x="18229" y="1183"/>
                  </a:cubicBezTo>
                  <a:cubicBezTo>
                    <a:pt x="18767" y="1183"/>
                    <a:pt x="19366" y="1142"/>
                    <a:pt x="19969" y="1142"/>
                  </a:cubicBezTo>
                  <a:cubicBezTo>
                    <a:pt x="21476" y="1142"/>
                    <a:pt x="23008" y="1398"/>
                    <a:pt x="23668" y="3189"/>
                  </a:cubicBezTo>
                  <a:cubicBezTo>
                    <a:pt x="24139" y="4443"/>
                    <a:pt x="23998" y="6292"/>
                    <a:pt x="24045" y="7625"/>
                  </a:cubicBezTo>
                  <a:cubicBezTo>
                    <a:pt x="24154" y="10242"/>
                    <a:pt x="24076" y="12876"/>
                    <a:pt x="23904" y="15493"/>
                  </a:cubicBezTo>
                  <a:cubicBezTo>
                    <a:pt x="19549" y="16044"/>
                    <a:pt x="15184" y="16308"/>
                    <a:pt x="10802" y="16308"/>
                  </a:cubicBezTo>
                  <a:cubicBezTo>
                    <a:pt x="9570" y="16308"/>
                    <a:pt x="8336" y="16287"/>
                    <a:pt x="7101" y="16246"/>
                  </a:cubicBezTo>
                  <a:cubicBezTo>
                    <a:pt x="5141" y="16167"/>
                    <a:pt x="2398" y="16543"/>
                    <a:pt x="1505" y="14036"/>
                  </a:cubicBezTo>
                  <a:cubicBezTo>
                    <a:pt x="1066" y="12782"/>
                    <a:pt x="1270" y="10916"/>
                    <a:pt x="1207" y="9600"/>
                  </a:cubicBezTo>
                  <a:cubicBezTo>
                    <a:pt x="1160" y="8659"/>
                    <a:pt x="235" y="1700"/>
                    <a:pt x="2054" y="916"/>
                  </a:cubicBezTo>
                  <a:close/>
                  <a:moveTo>
                    <a:pt x="1928" y="0"/>
                  </a:moveTo>
                  <a:cubicBezTo>
                    <a:pt x="478" y="0"/>
                    <a:pt x="29" y="2119"/>
                    <a:pt x="16" y="3518"/>
                  </a:cubicBezTo>
                  <a:cubicBezTo>
                    <a:pt x="0" y="5869"/>
                    <a:pt x="204" y="8252"/>
                    <a:pt x="282" y="10603"/>
                  </a:cubicBezTo>
                  <a:cubicBezTo>
                    <a:pt x="345" y="12139"/>
                    <a:pt x="157" y="14098"/>
                    <a:pt x="1003" y="15462"/>
                  </a:cubicBezTo>
                  <a:cubicBezTo>
                    <a:pt x="2119" y="17247"/>
                    <a:pt x="4806" y="17520"/>
                    <a:pt x="7212" y="17520"/>
                  </a:cubicBezTo>
                  <a:cubicBezTo>
                    <a:pt x="8268" y="17520"/>
                    <a:pt x="9269" y="17467"/>
                    <a:pt x="10061" y="17467"/>
                  </a:cubicBezTo>
                  <a:cubicBezTo>
                    <a:pt x="10126" y="17467"/>
                    <a:pt x="10189" y="17468"/>
                    <a:pt x="10251" y="17468"/>
                  </a:cubicBezTo>
                  <a:cubicBezTo>
                    <a:pt x="10550" y="17471"/>
                    <a:pt x="10848" y="17473"/>
                    <a:pt x="11146" y="17473"/>
                  </a:cubicBezTo>
                  <a:cubicBezTo>
                    <a:pt x="15785" y="17473"/>
                    <a:pt x="20422" y="17132"/>
                    <a:pt x="25016" y="16528"/>
                  </a:cubicBezTo>
                  <a:cubicBezTo>
                    <a:pt x="25581" y="16449"/>
                    <a:pt x="25549" y="15791"/>
                    <a:pt x="25189" y="15509"/>
                  </a:cubicBezTo>
                  <a:cubicBezTo>
                    <a:pt x="25440" y="11857"/>
                    <a:pt x="25534" y="8126"/>
                    <a:pt x="25110" y="4490"/>
                  </a:cubicBezTo>
                  <a:cubicBezTo>
                    <a:pt x="24907" y="2766"/>
                    <a:pt x="24515" y="995"/>
                    <a:pt x="22728" y="305"/>
                  </a:cubicBezTo>
                  <a:cubicBezTo>
                    <a:pt x="22098" y="64"/>
                    <a:pt x="21403" y="15"/>
                    <a:pt x="20716" y="15"/>
                  </a:cubicBezTo>
                  <a:cubicBezTo>
                    <a:pt x="20240" y="15"/>
                    <a:pt x="19769" y="38"/>
                    <a:pt x="19327" y="38"/>
                  </a:cubicBezTo>
                  <a:cubicBezTo>
                    <a:pt x="17132" y="38"/>
                    <a:pt x="14954" y="70"/>
                    <a:pt x="12759" y="70"/>
                  </a:cubicBezTo>
                  <a:cubicBezTo>
                    <a:pt x="12545" y="72"/>
                    <a:pt x="12330" y="73"/>
                    <a:pt x="12115" y="73"/>
                  </a:cubicBezTo>
                  <a:cubicBezTo>
                    <a:pt x="10641" y="73"/>
                    <a:pt x="9140" y="30"/>
                    <a:pt x="7640" y="30"/>
                  </a:cubicBezTo>
                  <a:cubicBezTo>
                    <a:pt x="6052" y="30"/>
                    <a:pt x="4466" y="78"/>
                    <a:pt x="2916" y="274"/>
                  </a:cubicBezTo>
                  <a:cubicBezTo>
                    <a:pt x="2544" y="84"/>
                    <a:pt x="2216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0" name="Google Shape;7710;p270"/>
            <p:cNvSpPr/>
            <p:nvPr/>
          </p:nvSpPr>
          <p:spPr>
            <a:xfrm>
              <a:off x="5714775" y="2654925"/>
              <a:ext cx="280075" cy="257600"/>
            </a:xfrm>
            <a:custGeom>
              <a:avLst/>
              <a:gdLst/>
              <a:ahLst/>
              <a:cxnLst/>
              <a:rect l="l" t="t" r="r" b="b"/>
              <a:pathLst>
                <a:path w="11203" h="10304" extrusionOk="0">
                  <a:moveTo>
                    <a:pt x="652" y="289"/>
                  </a:moveTo>
                  <a:cubicBezTo>
                    <a:pt x="809" y="415"/>
                    <a:pt x="966" y="540"/>
                    <a:pt x="1138" y="650"/>
                  </a:cubicBezTo>
                  <a:cubicBezTo>
                    <a:pt x="1076" y="697"/>
                    <a:pt x="1044" y="775"/>
                    <a:pt x="1029" y="854"/>
                  </a:cubicBezTo>
                  <a:cubicBezTo>
                    <a:pt x="1029" y="1042"/>
                    <a:pt x="1044" y="1214"/>
                    <a:pt x="1044" y="1387"/>
                  </a:cubicBezTo>
                  <a:cubicBezTo>
                    <a:pt x="919" y="1449"/>
                    <a:pt x="825" y="1543"/>
                    <a:pt x="778" y="1669"/>
                  </a:cubicBezTo>
                  <a:cubicBezTo>
                    <a:pt x="746" y="1214"/>
                    <a:pt x="699" y="760"/>
                    <a:pt x="652" y="305"/>
                  </a:cubicBezTo>
                  <a:cubicBezTo>
                    <a:pt x="652" y="305"/>
                    <a:pt x="652" y="289"/>
                    <a:pt x="652" y="289"/>
                  </a:cubicBezTo>
                  <a:close/>
                  <a:moveTo>
                    <a:pt x="5778" y="4208"/>
                  </a:moveTo>
                  <a:lnTo>
                    <a:pt x="5778" y="4208"/>
                  </a:lnTo>
                  <a:cubicBezTo>
                    <a:pt x="6217" y="4333"/>
                    <a:pt x="6671" y="4443"/>
                    <a:pt x="7126" y="4521"/>
                  </a:cubicBezTo>
                  <a:cubicBezTo>
                    <a:pt x="7142" y="4537"/>
                    <a:pt x="7142" y="4537"/>
                    <a:pt x="7157" y="4553"/>
                  </a:cubicBezTo>
                  <a:cubicBezTo>
                    <a:pt x="6844" y="4725"/>
                    <a:pt x="6530" y="4913"/>
                    <a:pt x="6232" y="5101"/>
                  </a:cubicBezTo>
                  <a:cubicBezTo>
                    <a:pt x="6138" y="4804"/>
                    <a:pt x="5966" y="4490"/>
                    <a:pt x="5778" y="4208"/>
                  </a:cubicBezTo>
                  <a:close/>
                  <a:moveTo>
                    <a:pt x="840" y="2296"/>
                  </a:moveTo>
                  <a:lnTo>
                    <a:pt x="840" y="2296"/>
                  </a:lnTo>
                  <a:cubicBezTo>
                    <a:pt x="919" y="2672"/>
                    <a:pt x="1013" y="3032"/>
                    <a:pt x="1076" y="3393"/>
                  </a:cubicBezTo>
                  <a:cubicBezTo>
                    <a:pt x="1123" y="4694"/>
                    <a:pt x="1201" y="5995"/>
                    <a:pt x="1264" y="7280"/>
                  </a:cubicBezTo>
                  <a:cubicBezTo>
                    <a:pt x="1279" y="7500"/>
                    <a:pt x="1436" y="7641"/>
                    <a:pt x="1609" y="7688"/>
                  </a:cubicBezTo>
                  <a:cubicBezTo>
                    <a:pt x="1624" y="7923"/>
                    <a:pt x="1656" y="8142"/>
                    <a:pt x="1671" y="8377"/>
                  </a:cubicBezTo>
                  <a:cubicBezTo>
                    <a:pt x="1671" y="8503"/>
                    <a:pt x="1734" y="8612"/>
                    <a:pt x="1812" y="8706"/>
                  </a:cubicBezTo>
                  <a:cubicBezTo>
                    <a:pt x="1781" y="8753"/>
                    <a:pt x="1765" y="8801"/>
                    <a:pt x="1734" y="8848"/>
                  </a:cubicBezTo>
                  <a:cubicBezTo>
                    <a:pt x="1718" y="8910"/>
                    <a:pt x="1718" y="8957"/>
                    <a:pt x="1703" y="9004"/>
                  </a:cubicBezTo>
                  <a:cubicBezTo>
                    <a:pt x="1577" y="9130"/>
                    <a:pt x="1436" y="9239"/>
                    <a:pt x="1295" y="9365"/>
                  </a:cubicBezTo>
                  <a:cubicBezTo>
                    <a:pt x="1154" y="7014"/>
                    <a:pt x="1029" y="4647"/>
                    <a:pt x="840" y="2296"/>
                  </a:cubicBezTo>
                  <a:close/>
                  <a:moveTo>
                    <a:pt x="299" y="0"/>
                  </a:moveTo>
                  <a:cubicBezTo>
                    <a:pt x="146" y="0"/>
                    <a:pt x="0" y="102"/>
                    <a:pt x="10" y="305"/>
                  </a:cubicBezTo>
                  <a:cubicBezTo>
                    <a:pt x="88" y="3440"/>
                    <a:pt x="355" y="6575"/>
                    <a:pt x="574" y="9710"/>
                  </a:cubicBezTo>
                  <a:cubicBezTo>
                    <a:pt x="590" y="9866"/>
                    <a:pt x="684" y="9976"/>
                    <a:pt x="793" y="10023"/>
                  </a:cubicBezTo>
                  <a:cubicBezTo>
                    <a:pt x="841" y="10176"/>
                    <a:pt x="985" y="10303"/>
                    <a:pt x="1148" y="10303"/>
                  </a:cubicBezTo>
                  <a:cubicBezTo>
                    <a:pt x="1201" y="10303"/>
                    <a:pt x="1256" y="10289"/>
                    <a:pt x="1311" y="10258"/>
                  </a:cubicBezTo>
                  <a:cubicBezTo>
                    <a:pt x="1718" y="10070"/>
                    <a:pt x="2110" y="9851"/>
                    <a:pt x="2486" y="9647"/>
                  </a:cubicBezTo>
                  <a:cubicBezTo>
                    <a:pt x="2627" y="9631"/>
                    <a:pt x="2753" y="9569"/>
                    <a:pt x="2847" y="9475"/>
                  </a:cubicBezTo>
                  <a:cubicBezTo>
                    <a:pt x="2894" y="9427"/>
                    <a:pt x="2941" y="9396"/>
                    <a:pt x="2988" y="9349"/>
                  </a:cubicBezTo>
                  <a:cubicBezTo>
                    <a:pt x="5417" y="7938"/>
                    <a:pt x="7721" y="6199"/>
                    <a:pt x="10151" y="4819"/>
                  </a:cubicBezTo>
                  <a:cubicBezTo>
                    <a:pt x="10229" y="4757"/>
                    <a:pt x="10292" y="4694"/>
                    <a:pt x="10323" y="4615"/>
                  </a:cubicBezTo>
                  <a:cubicBezTo>
                    <a:pt x="10383" y="4639"/>
                    <a:pt x="10441" y="4649"/>
                    <a:pt x="10497" y="4649"/>
                  </a:cubicBezTo>
                  <a:cubicBezTo>
                    <a:pt x="10925" y="4649"/>
                    <a:pt x="11203" y="4024"/>
                    <a:pt x="10731" y="3816"/>
                  </a:cubicBezTo>
                  <a:cubicBezTo>
                    <a:pt x="9101" y="3032"/>
                    <a:pt x="7439" y="2296"/>
                    <a:pt x="5762" y="1606"/>
                  </a:cubicBezTo>
                  <a:cubicBezTo>
                    <a:pt x="4238" y="987"/>
                    <a:pt x="2525" y="34"/>
                    <a:pt x="860" y="34"/>
                  </a:cubicBezTo>
                  <a:cubicBezTo>
                    <a:pt x="796" y="34"/>
                    <a:pt x="732" y="36"/>
                    <a:pt x="668" y="39"/>
                  </a:cubicBezTo>
                  <a:cubicBezTo>
                    <a:pt x="621" y="39"/>
                    <a:pt x="590" y="70"/>
                    <a:pt x="558" y="117"/>
                  </a:cubicBezTo>
                  <a:cubicBezTo>
                    <a:pt x="492" y="39"/>
                    <a:pt x="394" y="0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7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7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7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7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7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15" name="Google Shape;7715;p271"/>
          <p:cNvGrpSpPr/>
          <p:nvPr/>
        </p:nvGrpSpPr>
        <p:grpSpPr>
          <a:xfrm rot="774136">
            <a:off x="1633044" y="2577318"/>
            <a:ext cx="1303213" cy="585343"/>
            <a:chOff x="4345425" y="2175475"/>
            <a:chExt cx="800750" cy="176025"/>
          </a:xfrm>
        </p:grpSpPr>
        <p:sp>
          <p:nvSpPr>
            <p:cNvPr id="7716" name="Google Shape;7716;p27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7" name="Google Shape;7717;p27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18" name="Google Shape;7718;p271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Mutable</a:t>
            </a:r>
            <a:endParaRPr/>
          </a:p>
        </p:txBody>
      </p:sp>
      <p:sp>
        <p:nvSpPr>
          <p:cNvPr id="7719" name="Google Shape;7719;p271"/>
          <p:cNvSpPr txBox="1">
            <a:spLocks noGrp="1"/>
          </p:cNvSpPr>
          <p:nvPr>
            <p:ph type="body" idx="1"/>
          </p:nvPr>
        </p:nvSpPr>
        <p:spPr>
          <a:xfrm>
            <a:off x="720000" y="2980202"/>
            <a:ext cx="3129300" cy="17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Means objects can be modified or altered after they are created. This means you can change, add or remove elements.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endParaRPr/>
          </a:p>
        </p:txBody>
      </p:sp>
      <p:grpSp>
        <p:nvGrpSpPr>
          <p:cNvPr id="7720" name="Google Shape;7720;p271"/>
          <p:cNvGrpSpPr/>
          <p:nvPr/>
        </p:nvGrpSpPr>
        <p:grpSpPr>
          <a:xfrm rot="774136">
            <a:off x="6244644" y="2577318"/>
            <a:ext cx="1303213" cy="585343"/>
            <a:chOff x="4345425" y="2175475"/>
            <a:chExt cx="800750" cy="176025"/>
          </a:xfrm>
        </p:grpSpPr>
        <p:sp>
          <p:nvSpPr>
            <p:cNvPr id="7721" name="Google Shape;7721;p27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2" name="Google Shape;7722;p27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23" name="Google Shape;7723;p27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Mutable Vs.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Immutable</a:t>
            </a:r>
            <a:endParaRPr/>
          </a:p>
        </p:txBody>
      </p:sp>
      <p:grpSp>
        <p:nvGrpSpPr>
          <p:cNvPr id="7724" name="Google Shape;7724;p271"/>
          <p:cNvGrpSpPr/>
          <p:nvPr/>
        </p:nvGrpSpPr>
        <p:grpSpPr>
          <a:xfrm>
            <a:off x="6682192" y="859247"/>
            <a:ext cx="1491960" cy="454575"/>
            <a:chOff x="6157325" y="1245050"/>
            <a:chExt cx="554900" cy="169075"/>
          </a:xfrm>
        </p:grpSpPr>
        <p:sp>
          <p:nvSpPr>
            <p:cNvPr id="7725" name="Google Shape;7725;p271"/>
            <p:cNvSpPr/>
            <p:nvPr/>
          </p:nvSpPr>
          <p:spPr>
            <a:xfrm>
              <a:off x="6157325" y="1320350"/>
              <a:ext cx="47050" cy="41875"/>
            </a:xfrm>
            <a:custGeom>
              <a:avLst/>
              <a:gdLst/>
              <a:ahLst/>
              <a:cxnLst/>
              <a:rect l="l" t="t" r="r" b="b"/>
              <a:pathLst>
                <a:path w="1882" h="1675" extrusionOk="0">
                  <a:moveTo>
                    <a:pt x="1759" y="0"/>
                  </a:moveTo>
                  <a:cubicBezTo>
                    <a:pt x="1737" y="0"/>
                    <a:pt x="1714" y="11"/>
                    <a:pt x="1694" y="37"/>
                  </a:cubicBezTo>
                  <a:cubicBezTo>
                    <a:pt x="1494" y="263"/>
                    <a:pt x="1268" y="463"/>
                    <a:pt x="1042" y="689"/>
                  </a:cubicBezTo>
                  <a:cubicBezTo>
                    <a:pt x="842" y="463"/>
                    <a:pt x="641" y="263"/>
                    <a:pt x="416" y="62"/>
                  </a:cubicBezTo>
                  <a:cubicBezTo>
                    <a:pt x="387" y="26"/>
                    <a:pt x="349" y="10"/>
                    <a:pt x="313" y="10"/>
                  </a:cubicBezTo>
                  <a:cubicBezTo>
                    <a:pt x="226" y="10"/>
                    <a:pt x="152" y="99"/>
                    <a:pt x="240" y="188"/>
                  </a:cubicBezTo>
                  <a:cubicBezTo>
                    <a:pt x="441" y="413"/>
                    <a:pt x="641" y="639"/>
                    <a:pt x="842" y="839"/>
                  </a:cubicBezTo>
                  <a:cubicBezTo>
                    <a:pt x="591" y="1040"/>
                    <a:pt x="316" y="1190"/>
                    <a:pt x="90" y="1416"/>
                  </a:cubicBezTo>
                  <a:cubicBezTo>
                    <a:pt x="1" y="1505"/>
                    <a:pt x="91" y="1674"/>
                    <a:pt x="200" y="1674"/>
                  </a:cubicBezTo>
                  <a:cubicBezTo>
                    <a:pt x="213" y="1674"/>
                    <a:pt x="227" y="1672"/>
                    <a:pt x="240" y="1666"/>
                  </a:cubicBezTo>
                  <a:cubicBezTo>
                    <a:pt x="541" y="1541"/>
                    <a:pt x="817" y="1290"/>
                    <a:pt x="1068" y="1065"/>
                  </a:cubicBezTo>
                  <a:cubicBezTo>
                    <a:pt x="1193" y="1215"/>
                    <a:pt x="1343" y="1366"/>
                    <a:pt x="1494" y="1466"/>
                  </a:cubicBezTo>
                  <a:cubicBezTo>
                    <a:pt x="1525" y="1481"/>
                    <a:pt x="1556" y="1488"/>
                    <a:pt x="1584" y="1488"/>
                  </a:cubicBezTo>
                  <a:cubicBezTo>
                    <a:pt x="1694" y="1488"/>
                    <a:pt x="1769" y="1385"/>
                    <a:pt x="1669" y="1265"/>
                  </a:cubicBezTo>
                  <a:cubicBezTo>
                    <a:pt x="1569" y="1115"/>
                    <a:pt x="1418" y="990"/>
                    <a:pt x="1268" y="864"/>
                  </a:cubicBezTo>
                  <a:cubicBezTo>
                    <a:pt x="1469" y="639"/>
                    <a:pt x="1669" y="413"/>
                    <a:pt x="1844" y="163"/>
                  </a:cubicBezTo>
                  <a:cubicBezTo>
                    <a:pt x="1882" y="88"/>
                    <a:pt x="1823" y="0"/>
                    <a:pt x="1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6" name="Google Shape;7726;p271"/>
            <p:cNvSpPr/>
            <p:nvPr/>
          </p:nvSpPr>
          <p:spPr>
            <a:xfrm>
              <a:off x="6224725" y="1327375"/>
              <a:ext cx="46400" cy="9125"/>
            </a:xfrm>
            <a:custGeom>
              <a:avLst/>
              <a:gdLst/>
              <a:ahLst/>
              <a:cxnLst/>
              <a:rect l="l" t="t" r="r" b="b"/>
              <a:pathLst>
                <a:path w="1856" h="365" extrusionOk="0">
                  <a:moveTo>
                    <a:pt x="1282" y="1"/>
                  </a:moveTo>
                  <a:cubicBezTo>
                    <a:pt x="1160" y="1"/>
                    <a:pt x="1041" y="7"/>
                    <a:pt x="928" y="7"/>
                  </a:cubicBezTo>
                  <a:lnTo>
                    <a:pt x="151" y="7"/>
                  </a:lnTo>
                  <a:cubicBezTo>
                    <a:pt x="1" y="7"/>
                    <a:pt x="26" y="258"/>
                    <a:pt x="151" y="258"/>
                  </a:cubicBezTo>
                  <a:cubicBezTo>
                    <a:pt x="427" y="283"/>
                    <a:pt x="677" y="308"/>
                    <a:pt x="953" y="308"/>
                  </a:cubicBezTo>
                  <a:cubicBezTo>
                    <a:pt x="1135" y="328"/>
                    <a:pt x="1334" y="365"/>
                    <a:pt x="1536" y="365"/>
                  </a:cubicBezTo>
                  <a:cubicBezTo>
                    <a:pt x="1584" y="365"/>
                    <a:pt x="1632" y="363"/>
                    <a:pt x="1680" y="358"/>
                  </a:cubicBezTo>
                  <a:cubicBezTo>
                    <a:pt x="1855" y="308"/>
                    <a:pt x="1780" y="82"/>
                    <a:pt x="1655" y="32"/>
                  </a:cubicBezTo>
                  <a:cubicBezTo>
                    <a:pt x="1529" y="7"/>
                    <a:pt x="1404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7" name="Google Shape;7727;p271"/>
            <p:cNvSpPr/>
            <p:nvPr/>
          </p:nvSpPr>
          <p:spPr>
            <a:xfrm>
              <a:off x="6217875" y="1343050"/>
              <a:ext cx="49475" cy="9600"/>
            </a:xfrm>
            <a:custGeom>
              <a:avLst/>
              <a:gdLst/>
              <a:ahLst/>
              <a:cxnLst/>
              <a:rect l="l" t="t" r="r" b="b"/>
              <a:pathLst>
                <a:path w="1979" h="384" extrusionOk="0">
                  <a:moveTo>
                    <a:pt x="134" y="0"/>
                  </a:moveTo>
                  <a:cubicBezTo>
                    <a:pt x="0" y="0"/>
                    <a:pt x="13" y="236"/>
                    <a:pt x="174" y="282"/>
                  </a:cubicBezTo>
                  <a:cubicBezTo>
                    <a:pt x="475" y="357"/>
                    <a:pt x="801" y="382"/>
                    <a:pt x="1102" y="382"/>
                  </a:cubicBezTo>
                  <a:cubicBezTo>
                    <a:pt x="1157" y="382"/>
                    <a:pt x="1215" y="383"/>
                    <a:pt x="1274" y="383"/>
                  </a:cubicBezTo>
                  <a:cubicBezTo>
                    <a:pt x="1512" y="383"/>
                    <a:pt x="1768" y="367"/>
                    <a:pt x="1929" y="207"/>
                  </a:cubicBezTo>
                  <a:cubicBezTo>
                    <a:pt x="1979" y="157"/>
                    <a:pt x="1954" y="32"/>
                    <a:pt x="1854" y="32"/>
                  </a:cubicBezTo>
                  <a:cubicBezTo>
                    <a:pt x="1787" y="12"/>
                    <a:pt x="1721" y="4"/>
                    <a:pt x="1655" y="4"/>
                  </a:cubicBezTo>
                  <a:cubicBezTo>
                    <a:pt x="1471" y="4"/>
                    <a:pt x="1286" y="63"/>
                    <a:pt x="1102" y="82"/>
                  </a:cubicBezTo>
                  <a:cubicBezTo>
                    <a:pt x="801" y="82"/>
                    <a:pt x="500" y="57"/>
                    <a:pt x="174" y="7"/>
                  </a:cubicBezTo>
                  <a:cubicBezTo>
                    <a:pt x="160" y="2"/>
                    <a:pt x="147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8" name="Google Shape;7728;p271"/>
            <p:cNvSpPr/>
            <p:nvPr/>
          </p:nvSpPr>
          <p:spPr>
            <a:xfrm>
              <a:off x="6284250" y="1264050"/>
              <a:ext cx="44700" cy="50275"/>
            </a:xfrm>
            <a:custGeom>
              <a:avLst/>
              <a:gdLst/>
              <a:ahLst/>
              <a:cxnLst/>
              <a:rect l="l" t="t" r="r" b="b"/>
              <a:pathLst>
                <a:path w="1788" h="2011" extrusionOk="0">
                  <a:moveTo>
                    <a:pt x="495" y="0"/>
                  </a:moveTo>
                  <a:cubicBezTo>
                    <a:pt x="458" y="0"/>
                    <a:pt x="427" y="25"/>
                    <a:pt x="427" y="84"/>
                  </a:cubicBezTo>
                  <a:cubicBezTo>
                    <a:pt x="402" y="510"/>
                    <a:pt x="402" y="911"/>
                    <a:pt x="376" y="1337"/>
                  </a:cubicBezTo>
                  <a:cubicBezTo>
                    <a:pt x="376" y="1411"/>
                    <a:pt x="445" y="1499"/>
                    <a:pt x="522" y="1499"/>
                  </a:cubicBezTo>
                  <a:cubicBezTo>
                    <a:pt x="548" y="1499"/>
                    <a:pt x="576" y="1488"/>
                    <a:pt x="602" y="1462"/>
                  </a:cubicBezTo>
                  <a:cubicBezTo>
                    <a:pt x="727" y="1387"/>
                    <a:pt x="878" y="1262"/>
                    <a:pt x="1028" y="1212"/>
                  </a:cubicBezTo>
                  <a:cubicBezTo>
                    <a:pt x="1080" y="1186"/>
                    <a:pt x="1128" y="1173"/>
                    <a:pt x="1173" y="1173"/>
                  </a:cubicBezTo>
                  <a:cubicBezTo>
                    <a:pt x="1300" y="1173"/>
                    <a:pt x="1392" y="1276"/>
                    <a:pt x="1429" y="1462"/>
                  </a:cubicBezTo>
                  <a:cubicBezTo>
                    <a:pt x="1354" y="1537"/>
                    <a:pt x="1279" y="1588"/>
                    <a:pt x="1204" y="1613"/>
                  </a:cubicBezTo>
                  <a:cubicBezTo>
                    <a:pt x="878" y="1713"/>
                    <a:pt x="502" y="1713"/>
                    <a:pt x="176" y="1713"/>
                  </a:cubicBezTo>
                  <a:cubicBezTo>
                    <a:pt x="1" y="1713"/>
                    <a:pt x="51" y="1963"/>
                    <a:pt x="176" y="1989"/>
                  </a:cubicBezTo>
                  <a:cubicBezTo>
                    <a:pt x="271" y="2000"/>
                    <a:pt x="413" y="2011"/>
                    <a:pt x="573" y="2011"/>
                  </a:cubicBezTo>
                  <a:cubicBezTo>
                    <a:pt x="1087" y="2011"/>
                    <a:pt x="1787" y="1903"/>
                    <a:pt x="1730" y="1387"/>
                  </a:cubicBezTo>
                  <a:cubicBezTo>
                    <a:pt x="1730" y="1136"/>
                    <a:pt x="1479" y="936"/>
                    <a:pt x="1254" y="911"/>
                  </a:cubicBezTo>
                  <a:cubicBezTo>
                    <a:pt x="1213" y="902"/>
                    <a:pt x="1173" y="898"/>
                    <a:pt x="1134" y="898"/>
                  </a:cubicBezTo>
                  <a:cubicBezTo>
                    <a:pt x="957" y="898"/>
                    <a:pt x="796" y="984"/>
                    <a:pt x="652" y="1086"/>
                  </a:cubicBezTo>
                  <a:cubicBezTo>
                    <a:pt x="652" y="760"/>
                    <a:pt x="627" y="460"/>
                    <a:pt x="627" y="134"/>
                  </a:cubicBezTo>
                  <a:cubicBezTo>
                    <a:pt x="627" y="58"/>
                    <a:pt x="553" y="0"/>
                    <a:pt x="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9" name="Google Shape;7729;p271"/>
            <p:cNvSpPr/>
            <p:nvPr/>
          </p:nvSpPr>
          <p:spPr>
            <a:xfrm>
              <a:off x="6255000" y="1287300"/>
              <a:ext cx="30525" cy="9800"/>
            </a:xfrm>
            <a:custGeom>
              <a:avLst/>
              <a:gdLst/>
              <a:ahLst/>
              <a:cxnLst/>
              <a:rect l="l" t="t" r="r" b="b"/>
              <a:pathLst>
                <a:path w="1221" h="392" extrusionOk="0">
                  <a:moveTo>
                    <a:pt x="633" y="1"/>
                  </a:moveTo>
                  <a:cubicBezTo>
                    <a:pt x="472" y="1"/>
                    <a:pt x="310" y="20"/>
                    <a:pt x="193" y="31"/>
                  </a:cubicBezTo>
                  <a:cubicBezTo>
                    <a:pt x="1" y="55"/>
                    <a:pt x="62" y="333"/>
                    <a:pt x="245" y="333"/>
                  </a:cubicBezTo>
                  <a:cubicBezTo>
                    <a:pt x="252" y="333"/>
                    <a:pt x="260" y="333"/>
                    <a:pt x="268" y="332"/>
                  </a:cubicBezTo>
                  <a:cubicBezTo>
                    <a:pt x="444" y="332"/>
                    <a:pt x="619" y="332"/>
                    <a:pt x="820" y="357"/>
                  </a:cubicBezTo>
                  <a:cubicBezTo>
                    <a:pt x="888" y="371"/>
                    <a:pt x="949" y="392"/>
                    <a:pt x="1011" y="392"/>
                  </a:cubicBezTo>
                  <a:cubicBezTo>
                    <a:pt x="1062" y="392"/>
                    <a:pt x="1114" y="377"/>
                    <a:pt x="1171" y="332"/>
                  </a:cubicBezTo>
                  <a:cubicBezTo>
                    <a:pt x="1221" y="307"/>
                    <a:pt x="1196" y="231"/>
                    <a:pt x="1171" y="181"/>
                  </a:cubicBezTo>
                  <a:cubicBezTo>
                    <a:pt x="1069" y="37"/>
                    <a:pt x="852" y="1"/>
                    <a:pt x="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0" name="Google Shape;7730;p271"/>
            <p:cNvSpPr/>
            <p:nvPr/>
          </p:nvSpPr>
          <p:spPr>
            <a:xfrm>
              <a:off x="6334375" y="1284100"/>
              <a:ext cx="37000" cy="37050"/>
            </a:xfrm>
            <a:custGeom>
              <a:avLst/>
              <a:gdLst/>
              <a:ahLst/>
              <a:cxnLst/>
              <a:rect l="l" t="t" r="r" b="b"/>
              <a:pathLst>
                <a:path w="1480" h="1482" extrusionOk="0">
                  <a:moveTo>
                    <a:pt x="916" y="0"/>
                  </a:moveTo>
                  <a:cubicBezTo>
                    <a:pt x="875" y="0"/>
                    <a:pt x="838" y="25"/>
                    <a:pt x="828" y="84"/>
                  </a:cubicBezTo>
                  <a:cubicBezTo>
                    <a:pt x="803" y="334"/>
                    <a:pt x="752" y="560"/>
                    <a:pt x="677" y="786"/>
                  </a:cubicBezTo>
                  <a:cubicBezTo>
                    <a:pt x="502" y="811"/>
                    <a:pt x="326" y="836"/>
                    <a:pt x="176" y="836"/>
                  </a:cubicBezTo>
                  <a:cubicBezTo>
                    <a:pt x="1" y="861"/>
                    <a:pt x="76" y="1111"/>
                    <a:pt x="201" y="1111"/>
                  </a:cubicBezTo>
                  <a:cubicBezTo>
                    <a:pt x="326" y="1086"/>
                    <a:pt x="452" y="1061"/>
                    <a:pt x="577" y="1061"/>
                  </a:cubicBezTo>
                  <a:cubicBezTo>
                    <a:pt x="527" y="1161"/>
                    <a:pt x="502" y="1262"/>
                    <a:pt x="527" y="1362"/>
                  </a:cubicBezTo>
                  <a:cubicBezTo>
                    <a:pt x="527" y="1435"/>
                    <a:pt x="581" y="1482"/>
                    <a:pt x="639" y="1482"/>
                  </a:cubicBezTo>
                  <a:cubicBezTo>
                    <a:pt x="660" y="1482"/>
                    <a:pt x="682" y="1476"/>
                    <a:pt x="702" y="1462"/>
                  </a:cubicBezTo>
                  <a:cubicBezTo>
                    <a:pt x="828" y="1362"/>
                    <a:pt x="903" y="1187"/>
                    <a:pt x="928" y="1011"/>
                  </a:cubicBezTo>
                  <a:cubicBezTo>
                    <a:pt x="1103" y="1011"/>
                    <a:pt x="1304" y="1011"/>
                    <a:pt x="1429" y="911"/>
                  </a:cubicBezTo>
                  <a:cubicBezTo>
                    <a:pt x="1479" y="861"/>
                    <a:pt x="1479" y="786"/>
                    <a:pt x="1429" y="760"/>
                  </a:cubicBezTo>
                  <a:cubicBezTo>
                    <a:pt x="1341" y="731"/>
                    <a:pt x="1253" y="719"/>
                    <a:pt x="1165" y="719"/>
                  </a:cubicBezTo>
                  <a:cubicBezTo>
                    <a:pt x="1103" y="719"/>
                    <a:pt x="1040" y="725"/>
                    <a:pt x="978" y="735"/>
                  </a:cubicBezTo>
                  <a:cubicBezTo>
                    <a:pt x="1028" y="535"/>
                    <a:pt x="1053" y="334"/>
                    <a:pt x="1053" y="134"/>
                  </a:cubicBezTo>
                  <a:cubicBezTo>
                    <a:pt x="1053" y="58"/>
                    <a:pt x="979" y="0"/>
                    <a:pt x="9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1" name="Google Shape;7731;p271"/>
            <p:cNvSpPr/>
            <p:nvPr/>
          </p:nvSpPr>
          <p:spPr>
            <a:xfrm>
              <a:off x="6379900" y="1245050"/>
              <a:ext cx="273425" cy="77750"/>
            </a:xfrm>
            <a:custGeom>
              <a:avLst/>
              <a:gdLst/>
              <a:ahLst/>
              <a:cxnLst/>
              <a:rect l="l" t="t" r="r" b="b"/>
              <a:pathLst>
                <a:path w="10937" h="3110" extrusionOk="0">
                  <a:moveTo>
                    <a:pt x="2086" y="1"/>
                  </a:moveTo>
                  <a:cubicBezTo>
                    <a:pt x="1680" y="1"/>
                    <a:pt x="1294" y="60"/>
                    <a:pt x="1087" y="292"/>
                  </a:cubicBezTo>
                  <a:cubicBezTo>
                    <a:pt x="886" y="518"/>
                    <a:pt x="886" y="944"/>
                    <a:pt x="861" y="1195"/>
                  </a:cubicBezTo>
                  <a:cubicBezTo>
                    <a:pt x="811" y="1671"/>
                    <a:pt x="761" y="2147"/>
                    <a:pt x="711" y="2623"/>
                  </a:cubicBezTo>
                  <a:cubicBezTo>
                    <a:pt x="535" y="2348"/>
                    <a:pt x="360" y="2047"/>
                    <a:pt x="185" y="1746"/>
                  </a:cubicBezTo>
                  <a:cubicBezTo>
                    <a:pt x="168" y="1721"/>
                    <a:pt x="140" y="1710"/>
                    <a:pt x="112" y="1710"/>
                  </a:cubicBezTo>
                  <a:cubicBezTo>
                    <a:pt x="57" y="1710"/>
                    <a:pt x="1" y="1754"/>
                    <a:pt x="34" y="1821"/>
                  </a:cubicBezTo>
                  <a:cubicBezTo>
                    <a:pt x="235" y="2222"/>
                    <a:pt x="460" y="2623"/>
                    <a:pt x="686" y="3024"/>
                  </a:cubicBezTo>
                  <a:cubicBezTo>
                    <a:pt x="712" y="3077"/>
                    <a:pt x="774" y="3109"/>
                    <a:pt x="826" y="3109"/>
                  </a:cubicBezTo>
                  <a:cubicBezTo>
                    <a:pt x="872" y="3109"/>
                    <a:pt x="911" y="3083"/>
                    <a:pt x="911" y="3024"/>
                  </a:cubicBezTo>
                  <a:cubicBezTo>
                    <a:pt x="1037" y="2072"/>
                    <a:pt x="836" y="718"/>
                    <a:pt x="1889" y="317"/>
                  </a:cubicBezTo>
                  <a:cubicBezTo>
                    <a:pt x="2002" y="272"/>
                    <a:pt x="2155" y="257"/>
                    <a:pt x="2325" y="257"/>
                  </a:cubicBezTo>
                  <a:cubicBezTo>
                    <a:pt x="2723" y="257"/>
                    <a:pt x="3212" y="343"/>
                    <a:pt x="3493" y="343"/>
                  </a:cubicBezTo>
                  <a:cubicBezTo>
                    <a:pt x="3969" y="343"/>
                    <a:pt x="4445" y="343"/>
                    <a:pt x="4921" y="368"/>
                  </a:cubicBezTo>
                  <a:cubicBezTo>
                    <a:pt x="6342" y="386"/>
                    <a:pt x="7775" y="445"/>
                    <a:pt x="9213" y="445"/>
                  </a:cubicBezTo>
                  <a:cubicBezTo>
                    <a:pt x="9728" y="445"/>
                    <a:pt x="10245" y="438"/>
                    <a:pt x="10761" y="418"/>
                  </a:cubicBezTo>
                  <a:cubicBezTo>
                    <a:pt x="10937" y="418"/>
                    <a:pt x="10886" y="117"/>
                    <a:pt x="10736" y="117"/>
                  </a:cubicBezTo>
                  <a:cubicBezTo>
                    <a:pt x="9580" y="47"/>
                    <a:pt x="8412" y="26"/>
                    <a:pt x="7244" y="26"/>
                  </a:cubicBezTo>
                  <a:cubicBezTo>
                    <a:pt x="5906" y="26"/>
                    <a:pt x="4567" y="53"/>
                    <a:pt x="3242" y="67"/>
                  </a:cubicBezTo>
                  <a:cubicBezTo>
                    <a:pt x="2960" y="67"/>
                    <a:pt x="2512" y="1"/>
                    <a:pt x="20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2" name="Google Shape;7732;p271"/>
            <p:cNvSpPr/>
            <p:nvPr/>
          </p:nvSpPr>
          <p:spPr>
            <a:xfrm>
              <a:off x="6441975" y="1278000"/>
              <a:ext cx="42800" cy="51575"/>
            </a:xfrm>
            <a:custGeom>
              <a:avLst/>
              <a:gdLst/>
              <a:ahLst/>
              <a:cxnLst/>
              <a:rect l="l" t="t" r="r" b="b"/>
              <a:pathLst>
                <a:path w="1712" h="2063" extrusionOk="0">
                  <a:moveTo>
                    <a:pt x="405" y="1"/>
                  </a:moveTo>
                  <a:cubicBezTo>
                    <a:pt x="367" y="1"/>
                    <a:pt x="333" y="22"/>
                    <a:pt x="333" y="77"/>
                  </a:cubicBezTo>
                  <a:cubicBezTo>
                    <a:pt x="333" y="528"/>
                    <a:pt x="283" y="979"/>
                    <a:pt x="283" y="1456"/>
                  </a:cubicBezTo>
                  <a:cubicBezTo>
                    <a:pt x="283" y="1525"/>
                    <a:pt x="368" y="1619"/>
                    <a:pt x="445" y="1619"/>
                  </a:cubicBezTo>
                  <a:cubicBezTo>
                    <a:pt x="479" y="1619"/>
                    <a:pt x="511" y="1602"/>
                    <a:pt x="534" y="1556"/>
                  </a:cubicBezTo>
                  <a:cubicBezTo>
                    <a:pt x="634" y="1405"/>
                    <a:pt x="709" y="1255"/>
                    <a:pt x="860" y="1155"/>
                  </a:cubicBezTo>
                  <a:cubicBezTo>
                    <a:pt x="933" y="1106"/>
                    <a:pt x="1002" y="1081"/>
                    <a:pt x="1063" y="1081"/>
                  </a:cubicBezTo>
                  <a:cubicBezTo>
                    <a:pt x="1189" y="1081"/>
                    <a:pt x="1285" y="1186"/>
                    <a:pt x="1336" y="1405"/>
                  </a:cubicBezTo>
                  <a:cubicBezTo>
                    <a:pt x="1311" y="1506"/>
                    <a:pt x="1235" y="1581"/>
                    <a:pt x="1160" y="1631"/>
                  </a:cubicBezTo>
                  <a:cubicBezTo>
                    <a:pt x="1042" y="1705"/>
                    <a:pt x="802" y="1770"/>
                    <a:pt x="589" y="1770"/>
                  </a:cubicBezTo>
                  <a:cubicBezTo>
                    <a:pt x="440" y="1770"/>
                    <a:pt x="305" y="1738"/>
                    <a:pt x="233" y="1656"/>
                  </a:cubicBezTo>
                  <a:cubicBezTo>
                    <a:pt x="209" y="1638"/>
                    <a:pt x="182" y="1630"/>
                    <a:pt x="156" y="1630"/>
                  </a:cubicBezTo>
                  <a:cubicBezTo>
                    <a:pt x="74" y="1630"/>
                    <a:pt x="0" y="1711"/>
                    <a:pt x="58" y="1806"/>
                  </a:cubicBezTo>
                  <a:cubicBezTo>
                    <a:pt x="158" y="2007"/>
                    <a:pt x="347" y="2063"/>
                    <a:pt x="559" y="2063"/>
                  </a:cubicBezTo>
                  <a:cubicBezTo>
                    <a:pt x="665" y="2063"/>
                    <a:pt x="776" y="2049"/>
                    <a:pt x="885" y="2032"/>
                  </a:cubicBezTo>
                  <a:cubicBezTo>
                    <a:pt x="1235" y="2007"/>
                    <a:pt x="1586" y="1806"/>
                    <a:pt x="1662" y="1431"/>
                  </a:cubicBezTo>
                  <a:cubicBezTo>
                    <a:pt x="1712" y="1105"/>
                    <a:pt x="1511" y="854"/>
                    <a:pt x="1210" y="804"/>
                  </a:cubicBezTo>
                  <a:cubicBezTo>
                    <a:pt x="1154" y="789"/>
                    <a:pt x="1101" y="782"/>
                    <a:pt x="1049" y="782"/>
                  </a:cubicBezTo>
                  <a:cubicBezTo>
                    <a:pt x="846" y="782"/>
                    <a:pt x="679" y="890"/>
                    <a:pt x="559" y="1030"/>
                  </a:cubicBezTo>
                  <a:cubicBezTo>
                    <a:pt x="534" y="704"/>
                    <a:pt x="534" y="403"/>
                    <a:pt x="509" y="77"/>
                  </a:cubicBezTo>
                  <a:cubicBezTo>
                    <a:pt x="509" y="35"/>
                    <a:pt x="454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3" name="Google Shape;7733;p271"/>
            <p:cNvSpPr/>
            <p:nvPr/>
          </p:nvSpPr>
          <p:spPr>
            <a:xfrm>
              <a:off x="6481950" y="1268900"/>
              <a:ext cx="35400" cy="27425"/>
            </a:xfrm>
            <a:custGeom>
              <a:avLst/>
              <a:gdLst/>
              <a:ahLst/>
              <a:cxnLst/>
              <a:rect l="l" t="t" r="r" b="b"/>
              <a:pathLst>
                <a:path w="1416" h="1097" extrusionOk="0">
                  <a:moveTo>
                    <a:pt x="256" y="0"/>
                  </a:moveTo>
                  <a:cubicBezTo>
                    <a:pt x="175" y="0"/>
                    <a:pt x="97" y="47"/>
                    <a:pt x="37" y="165"/>
                  </a:cubicBezTo>
                  <a:cubicBezTo>
                    <a:pt x="1" y="221"/>
                    <a:pt x="86" y="303"/>
                    <a:pt x="153" y="303"/>
                  </a:cubicBezTo>
                  <a:cubicBezTo>
                    <a:pt x="177" y="303"/>
                    <a:pt x="200" y="292"/>
                    <a:pt x="213" y="266"/>
                  </a:cubicBezTo>
                  <a:cubicBezTo>
                    <a:pt x="228" y="250"/>
                    <a:pt x="242" y="244"/>
                    <a:pt x="253" y="244"/>
                  </a:cubicBezTo>
                  <a:cubicBezTo>
                    <a:pt x="338" y="244"/>
                    <a:pt x="338" y="592"/>
                    <a:pt x="338" y="592"/>
                  </a:cubicBezTo>
                  <a:cubicBezTo>
                    <a:pt x="338" y="667"/>
                    <a:pt x="338" y="717"/>
                    <a:pt x="363" y="792"/>
                  </a:cubicBezTo>
                  <a:cubicBezTo>
                    <a:pt x="413" y="917"/>
                    <a:pt x="489" y="1018"/>
                    <a:pt x="614" y="1068"/>
                  </a:cubicBezTo>
                  <a:cubicBezTo>
                    <a:pt x="667" y="1089"/>
                    <a:pt x="720" y="1097"/>
                    <a:pt x="773" y="1097"/>
                  </a:cubicBezTo>
                  <a:cubicBezTo>
                    <a:pt x="845" y="1097"/>
                    <a:pt x="917" y="1082"/>
                    <a:pt x="990" y="1068"/>
                  </a:cubicBezTo>
                  <a:cubicBezTo>
                    <a:pt x="1115" y="1043"/>
                    <a:pt x="1291" y="1043"/>
                    <a:pt x="1391" y="917"/>
                  </a:cubicBezTo>
                  <a:cubicBezTo>
                    <a:pt x="1416" y="892"/>
                    <a:pt x="1391" y="842"/>
                    <a:pt x="1366" y="792"/>
                  </a:cubicBezTo>
                  <a:cubicBezTo>
                    <a:pt x="1306" y="718"/>
                    <a:pt x="1230" y="696"/>
                    <a:pt x="1146" y="696"/>
                  </a:cubicBezTo>
                  <a:cubicBezTo>
                    <a:pt x="1088" y="696"/>
                    <a:pt x="1026" y="707"/>
                    <a:pt x="965" y="717"/>
                  </a:cubicBezTo>
                  <a:cubicBezTo>
                    <a:pt x="898" y="730"/>
                    <a:pt x="824" y="758"/>
                    <a:pt x="762" y="758"/>
                  </a:cubicBezTo>
                  <a:cubicBezTo>
                    <a:pt x="707" y="758"/>
                    <a:pt x="662" y="737"/>
                    <a:pt x="639" y="667"/>
                  </a:cubicBezTo>
                  <a:cubicBezTo>
                    <a:pt x="614" y="566"/>
                    <a:pt x="639" y="441"/>
                    <a:pt x="614" y="366"/>
                  </a:cubicBezTo>
                  <a:cubicBezTo>
                    <a:pt x="581" y="183"/>
                    <a:pt x="415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4" name="Google Shape;7734;p271"/>
            <p:cNvSpPr/>
            <p:nvPr/>
          </p:nvSpPr>
          <p:spPr>
            <a:xfrm>
              <a:off x="6523800" y="1310425"/>
              <a:ext cx="53075" cy="12150"/>
            </a:xfrm>
            <a:custGeom>
              <a:avLst/>
              <a:gdLst/>
              <a:ahLst/>
              <a:cxnLst/>
              <a:rect l="l" t="t" r="r" b="b"/>
              <a:pathLst>
                <a:path w="2123" h="486" extrusionOk="0">
                  <a:moveTo>
                    <a:pt x="1513" y="0"/>
                  </a:moveTo>
                  <a:cubicBezTo>
                    <a:pt x="1075" y="0"/>
                    <a:pt x="597" y="107"/>
                    <a:pt x="193" y="184"/>
                  </a:cubicBezTo>
                  <a:cubicBezTo>
                    <a:pt x="1" y="208"/>
                    <a:pt x="85" y="486"/>
                    <a:pt x="248" y="486"/>
                  </a:cubicBezTo>
                  <a:cubicBezTo>
                    <a:pt x="254" y="486"/>
                    <a:pt x="261" y="485"/>
                    <a:pt x="268" y="484"/>
                  </a:cubicBezTo>
                  <a:cubicBezTo>
                    <a:pt x="544" y="434"/>
                    <a:pt x="820" y="409"/>
                    <a:pt x="1095" y="384"/>
                  </a:cubicBezTo>
                  <a:cubicBezTo>
                    <a:pt x="1164" y="378"/>
                    <a:pt x="1235" y="376"/>
                    <a:pt x="1306" y="376"/>
                  </a:cubicBezTo>
                  <a:cubicBezTo>
                    <a:pt x="1378" y="376"/>
                    <a:pt x="1451" y="378"/>
                    <a:pt x="1525" y="378"/>
                  </a:cubicBezTo>
                  <a:cubicBezTo>
                    <a:pt x="1672" y="378"/>
                    <a:pt x="1822" y="372"/>
                    <a:pt x="1973" y="334"/>
                  </a:cubicBezTo>
                  <a:cubicBezTo>
                    <a:pt x="2123" y="284"/>
                    <a:pt x="2023" y="58"/>
                    <a:pt x="1897" y="33"/>
                  </a:cubicBezTo>
                  <a:cubicBezTo>
                    <a:pt x="1775" y="10"/>
                    <a:pt x="1646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5" name="Google Shape;7735;p271"/>
            <p:cNvSpPr/>
            <p:nvPr/>
          </p:nvSpPr>
          <p:spPr>
            <a:xfrm>
              <a:off x="6581250" y="1283075"/>
              <a:ext cx="36800" cy="48550"/>
            </a:xfrm>
            <a:custGeom>
              <a:avLst/>
              <a:gdLst/>
              <a:ahLst/>
              <a:cxnLst/>
              <a:rect l="l" t="t" r="r" b="b"/>
              <a:pathLst>
                <a:path w="1472" h="1942" extrusionOk="0">
                  <a:moveTo>
                    <a:pt x="128" y="0"/>
                  </a:moveTo>
                  <a:cubicBezTo>
                    <a:pt x="94" y="0"/>
                    <a:pt x="61" y="22"/>
                    <a:pt x="50" y="75"/>
                  </a:cubicBezTo>
                  <a:cubicBezTo>
                    <a:pt x="0" y="375"/>
                    <a:pt x="151" y="726"/>
                    <a:pt x="451" y="877"/>
                  </a:cubicBezTo>
                  <a:cubicBezTo>
                    <a:pt x="534" y="918"/>
                    <a:pt x="647" y="937"/>
                    <a:pt x="766" y="937"/>
                  </a:cubicBezTo>
                  <a:cubicBezTo>
                    <a:pt x="863" y="937"/>
                    <a:pt x="963" y="924"/>
                    <a:pt x="1053" y="902"/>
                  </a:cubicBezTo>
                  <a:lnTo>
                    <a:pt x="1053" y="902"/>
                  </a:lnTo>
                  <a:cubicBezTo>
                    <a:pt x="1028" y="952"/>
                    <a:pt x="1003" y="1002"/>
                    <a:pt x="1003" y="1052"/>
                  </a:cubicBezTo>
                  <a:cubicBezTo>
                    <a:pt x="928" y="1303"/>
                    <a:pt x="827" y="1553"/>
                    <a:pt x="827" y="1804"/>
                  </a:cubicBezTo>
                  <a:cubicBezTo>
                    <a:pt x="827" y="1859"/>
                    <a:pt x="895" y="1942"/>
                    <a:pt x="961" y="1942"/>
                  </a:cubicBezTo>
                  <a:cubicBezTo>
                    <a:pt x="984" y="1942"/>
                    <a:pt x="1008" y="1931"/>
                    <a:pt x="1028" y="1904"/>
                  </a:cubicBezTo>
                  <a:cubicBezTo>
                    <a:pt x="1153" y="1679"/>
                    <a:pt x="1178" y="1428"/>
                    <a:pt x="1253" y="1177"/>
                  </a:cubicBezTo>
                  <a:cubicBezTo>
                    <a:pt x="1304" y="902"/>
                    <a:pt x="1379" y="626"/>
                    <a:pt x="1454" y="350"/>
                  </a:cubicBezTo>
                  <a:cubicBezTo>
                    <a:pt x="1472" y="262"/>
                    <a:pt x="1377" y="173"/>
                    <a:pt x="1302" y="173"/>
                  </a:cubicBezTo>
                  <a:cubicBezTo>
                    <a:pt x="1271" y="173"/>
                    <a:pt x="1243" y="188"/>
                    <a:pt x="1228" y="225"/>
                  </a:cubicBezTo>
                  <a:cubicBezTo>
                    <a:pt x="1203" y="325"/>
                    <a:pt x="1203" y="400"/>
                    <a:pt x="1178" y="476"/>
                  </a:cubicBezTo>
                  <a:lnTo>
                    <a:pt x="1153" y="476"/>
                  </a:lnTo>
                  <a:cubicBezTo>
                    <a:pt x="991" y="499"/>
                    <a:pt x="872" y="629"/>
                    <a:pt x="697" y="629"/>
                  </a:cubicBezTo>
                  <a:cubicBezTo>
                    <a:pt x="682" y="629"/>
                    <a:pt x="667" y="628"/>
                    <a:pt x="652" y="626"/>
                  </a:cubicBezTo>
                  <a:cubicBezTo>
                    <a:pt x="376" y="576"/>
                    <a:pt x="226" y="350"/>
                    <a:pt x="226" y="100"/>
                  </a:cubicBezTo>
                  <a:cubicBezTo>
                    <a:pt x="226" y="42"/>
                    <a:pt x="175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6" name="Google Shape;7736;p271"/>
            <p:cNvSpPr/>
            <p:nvPr/>
          </p:nvSpPr>
          <p:spPr>
            <a:xfrm>
              <a:off x="6626975" y="1299300"/>
              <a:ext cx="36375" cy="29225"/>
            </a:xfrm>
            <a:custGeom>
              <a:avLst/>
              <a:gdLst/>
              <a:ahLst/>
              <a:cxnLst/>
              <a:rect l="l" t="t" r="r" b="b"/>
              <a:pathLst>
                <a:path w="1455" h="1169" extrusionOk="0">
                  <a:moveTo>
                    <a:pt x="1032" y="0"/>
                  </a:moveTo>
                  <a:cubicBezTo>
                    <a:pt x="633" y="0"/>
                    <a:pt x="264" y="199"/>
                    <a:pt x="51" y="553"/>
                  </a:cubicBezTo>
                  <a:cubicBezTo>
                    <a:pt x="1" y="604"/>
                    <a:pt x="26" y="679"/>
                    <a:pt x="51" y="729"/>
                  </a:cubicBezTo>
                  <a:cubicBezTo>
                    <a:pt x="139" y="852"/>
                    <a:pt x="276" y="913"/>
                    <a:pt x="419" y="913"/>
                  </a:cubicBezTo>
                  <a:cubicBezTo>
                    <a:pt x="480" y="913"/>
                    <a:pt x="542" y="902"/>
                    <a:pt x="602" y="879"/>
                  </a:cubicBezTo>
                  <a:cubicBezTo>
                    <a:pt x="803" y="829"/>
                    <a:pt x="928" y="704"/>
                    <a:pt x="1079" y="579"/>
                  </a:cubicBezTo>
                  <a:cubicBezTo>
                    <a:pt x="1079" y="754"/>
                    <a:pt x="1079" y="954"/>
                    <a:pt x="1154" y="1080"/>
                  </a:cubicBezTo>
                  <a:cubicBezTo>
                    <a:pt x="1182" y="1136"/>
                    <a:pt x="1234" y="1169"/>
                    <a:pt x="1283" y="1169"/>
                  </a:cubicBezTo>
                  <a:cubicBezTo>
                    <a:pt x="1321" y="1169"/>
                    <a:pt x="1357" y="1149"/>
                    <a:pt x="1379" y="1105"/>
                  </a:cubicBezTo>
                  <a:cubicBezTo>
                    <a:pt x="1455" y="879"/>
                    <a:pt x="1379" y="579"/>
                    <a:pt x="1379" y="353"/>
                  </a:cubicBezTo>
                  <a:cubicBezTo>
                    <a:pt x="1357" y="263"/>
                    <a:pt x="1294" y="174"/>
                    <a:pt x="1192" y="174"/>
                  </a:cubicBezTo>
                  <a:cubicBezTo>
                    <a:pt x="1180" y="174"/>
                    <a:pt x="1167" y="175"/>
                    <a:pt x="1154" y="178"/>
                  </a:cubicBezTo>
                  <a:cubicBezTo>
                    <a:pt x="1003" y="228"/>
                    <a:pt x="878" y="353"/>
                    <a:pt x="728" y="453"/>
                  </a:cubicBezTo>
                  <a:cubicBezTo>
                    <a:pt x="659" y="522"/>
                    <a:pt x="507" y="632"/>
                    <a:pt x="386" y="632"/>
                  </a:cubicBezTo>
                  <a:cubicBezTo>
                    <a:pt x="374" y="632"/>
                    <a:pt x="363" y="631"/>
                    <a:pt x="352" y="629"/>
                  </a:cubicBezTo>
                  <a:cubicBezTo>
                    <a:pt x="527" y="353"/>
                    <a:pt x="803" y="203"/>
                    <a:pt x="1129" y="178"/>
                  </a:cubicBezTo>
                  <a:cubicBezTo>
                    <a:pt x="1229" y="152"/>
                    <a:pt x="1179" y="2"/>
                    <a:pt x="1104" y="2"/>
                  </a:cubicBezTo>
                  <a:cubicBezTo>
                    <a:pt x="1080" y="1"/>
                    <a:pt x="1056" y="0"/>
                    <a:pt x="1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7" name="Google Shape;7737;p271"/>
            <p:cNvSpPr/>
            <p:nvPr/>
          </p:nvSpPr>
          <p:spPr>
            <a:xfrm>
              <a:off x="6673350" y="1296825"/>
              <a:ext cx="38875" cy="34700"/>
            </a:xfrm>
            <a:custGeom>
              <a:avLst/>
              <a:gdLst/>
              <a:ahLst/>
              <a:cxnLst/>
              <a:rect l="l" t="t" r="r" b="b"/>
              <a:pathLst>
                <a:path w="1555" h="1388" extrusionOk="0">
                  <a:moveTo>
                    <a:pt x="1028" y="1"/>
                  </a:moveTo>
                  <a:cubicBezTo>
                    <a:pt x="552" y="1"/>
                    <a:pt x="1" y="402"/>
                    <a:pt x="101" y="953"/>
                  </a:cubicBezTo>
                  <a:cubicBezTo>
                    <a:pt x="151" y="1229"/>
                    <a:pt x="351" y="1354"/>
                    <a:pt x="602" y="1379"/>
                  </a:cubicBezTo>
                  <a:cubicBezTo>
                    <a:pt x="655" y="1384"/>
                    <a:pt x="715" y="1387"/>
                    <a:pt x="776" y="1387"/>
                  </a:cubicBezTo>
                  <a:cubicBezTo>
                    <a:pt x="1033" y="1387"/>
                    <a:pt x="1338" y="1336"/>
                    <a:pt x="1479" y="1154"/>
                  </a:cubicBezTo>
                  <a:cubicBezTo>
                    <a:pt x="1554" y="1079"/>
                    <a:pt x="1479" y="953"/>
                    <a:pt x="1404" y="953"/>
                  </a:cubicBezTo>
                  <a:cubicBezTo>
                    <a:pt x="1396" y="952"/>
                    <a:pt x="1387" y="952"/>
                    <a:pt x="1376" y="952"/>
                  </a:cubicBezTo>
                  <a:cubicBezTo>
                    <a:pt x="1232" y="952"/>
                    <a:pt x="901" y="1049"/>
                    <a:pt x="665" y="1049"/>
                  </a:cubicBezTo>
                  <a:cubicBezTo>
                    <a:pt x="514" y="1049"/>
                    <a:pt x="402" y="1009"/>
                    <a:pt x="402" y="878"/>
                  </a:cubicBezTo>
                  <a:cubicBezTo>
                    <a:pt x="402" y="552"/>
                    <a:pt x="777" y="277"/>
                    <a:pt x="1078" y="226"/>
                  </a:cubicBezTo>
                  <a:cubicBezTo>
                    <a:pt x="1204" y="201"/>
                    <a:pt x="1153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8" name="Google Shape;7738;p271"/>
            <p:cNvSpPr/>
            <p:nvPr/>
          </p:nvSpPr>
          <p:spPr>
            <a:xfrm>
              <a:off x="6295525" y="1342575"/>
              <a:ext cx="356550" cy="21250"/>
            </a:xfrm>
            <a:custGeom>
              <a:avLst/>
              <a:gdLst/>
              <a:ahLst/>
              <a:cxnLst/>
              <a:rect l="l" t="t" r="r" b="b"/>
              <a:pathLst>
                <a:path w="14262" h="850" extrusionOk="0">
                  <a:moveTo>
                    <a:pt x="126" y="0"/>
                  </a:moveTo>
                  <a:cubicBezTo>
                    <a:pt x="1" y="0"/>
                    <a:pt x="26" y="201"/>
                    <a:pt x="126" y="201"/>
                  </a:cubicBezTo>
                  <a:cubicBezTo>
                    <a:pt x="2507" y="477"/>
                    <a:pt x="4913" y="602"/>
                    <a:pt x="7319" y="702"/>
                  </a:cubicBezTo>
                  <a:cubicBezTo>
                    <a:pt x="8744" y="750"/>
                    <a:pt x="10221" y="849"/>
                    <a:pt x="11676" y="849"/>
                  </a:cubicBezTo>
                  <a:cubicBezTo>
                    <a:pt x="12499" y="849"/>
                    <a:pt x="13315" y="818"/>
                    <a:pt x="14111" y="727"/>
                  </a:cubicBezTo>
                  <a:cubicBezTo>
                    <a:pt x="14261" y="702"/>
                    <a:pt x="14236" y="502"/>
                    <a:pt x="14111" y="477"/>
                  </a:cubicBezTo>
                  <a:cubicBezTo>
                    <a:pt x="13055" y="385"/>
                    <a:pt x="11983" y="367"/>
                    <a:pt x="10909" y="367"/>
                  </a:cubicBezTo>
                  <a:cubicBezTo>
                    <a:pt x="10204" y="367"/>
                    <a:pt x="9497" y="374"/>
                    <a:pt x="8794" y="374"/>
                  </a:cubicBezTo>
                  <a:cubicBezTo>
                    <a:pt x="8233" y="374"/>
                    <a:pt x="7673" y="369"/>
                    <a:pt x="7119" y="351"/>
                  </a:cubicBezTo>
                  <a:cubicBezTo>
                    <a:pt x="4788" y="251"/>
                    <a:pt x="2457" y="101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9" name="Google Shape;7739;p271"/>
            <p:cNvSpPr/>
            <p:nvPr/>
          </p:nvSpPr>
          <p:spPr>
            <a:xfrm>
              <a:off x="6402675" y="1373100"/>
              <a:ext cx="75050" cy="40425"/>
            </a:xfrm>
            <a:custGeom>
              <a:avLst/>
              <a:gdLst/>
              <a:ahLst/>
              <a:cxnLst/>
              <a:rect l="l" t="t" r="r" b="b"/>
              <a:pathLst>
                <a:path w="3002" h="1617" extrusionOk="0">
                  <a:moveTo>
                    <a:pt x="1148" y="1"/>
                  </a:moveTo>
                  <a:cubicBezTo>
                    <a:pt x="943" y="1"/>
                    <a:pt x="707" y="104"/>
                    <a:pt x="552" y="208"/>
                  </a:cubicBezTo>
                  <a:cubicBezTo>
                    <a:pt x="444" y="273"/>
                    <a:pt x="522" y="449"/>
                    <a:pt x="625" y="449"/>
                  </a:cubicBezTo>
                  <a:cubicBezTo>
                    <a:pt x="642" y="449"/>
                    <a:pt x="660" y="444"/>
                    <a:pt x="677" y="434"/>
                  </a:cubicBezTo>
                  <a:cubicBezTo>
                    <a:pt x="746" y="385"/>
                    <a:pt x="811" y="359"/>
                    <a:pt x="871" y="359"/>
                  </a:cubicBezTo>
                  <a:cubicBezTo>
                    <a:pt x="966" y="359"/>
                    <a:pt x="1052" y="422"/>
                    <a:pt x="1128" y="559"/>
                  </a:cubicBezTo>
                  <a:cubicBezTo>
                    <a:pt x="1028" y="634"/>
                    <a:pt x="903" y="709"/>
                    <a:pt x="777" y="784"/>
                  </a:cubicBezTo>
                  <a:cubicBezTo>
                    <a:pt x="577" y="885"/>
                    <a:pt x="376" y="960"/>
                    <a:pt x="176" y="1010"/>
                  </a:cubicBezTo>
                  <a:cubicBezTo>
                    <a:pt x="0" y="1060"/>
                    <a:pt x="126" y="1286"/>
                    <a:pt x="226" y="1311"/>
                  </a:cubicBezTo>
                  <a:cubicBezTo>
                    <a:pt x="752" y="1436"/>
                    <a:pt x="1304" y="1536"/>
                    <a:pt x="1830" y="1586"/>
                  </a:cubicBezTo>
                  <a:cubicBezTo>
                    <a:pt x="1989" y="1597"/>
                    <a:pt x="2144" y="1617"/>
                    <a:pt x="2293" y="1617"/>
                  </a:cubicBezTo>
                  <a:cubicBezTo>
                    <a:pt x="2494" y="1617"/>
                    <a:pt x="2684" y="1580"/>
                    <a:pt x="2858" y="1436"/>
                  </a:cubicBezTo>
                  <a:cubicBezTo>
                    <a:pt x="3002" y="1333"/>
                    <a:pt x="2858" y="1128"/>
                    <a:pt x="2719" y="1128"/>
                  </a:cubicBezTo>
                  <a:cubicBezTo>
                    <a:pt x="2689" y="1128"/>
                    <a:pt x="2659" y="1138"/>
                    <a:pt x="2632" y="1160"/>
                  </a:cubicBezTo>
                  <a:cubicBezTo>
                    <a:pt x="2483" y="1267"/>
                    <a:pt x="2292" y="1301"/>
                    <a:pt x="2092" y="1301"/>
                  </a:cubicBezTo>
                  <a:cubicBezTo>
                    <a:pt x="1822" y="1301"/>
                    <a:pt x="1534" y="1239"/>
                    <a:pt x="1304" y="1211"/>
                  </a:cubicBezTo>
                  <a:cubicBezTo>
                    <a:pt x="1153" y="1185"/>
                    <a:pt x="1003" y="1160"/>
                    <a:pt x="853" y="1135"/>
                  </a:cubicBezTo>
                  <a:cubicBezTo>
                    <a:pt x="1228" y="985"/>
                    <a:pt x="1655" y="709"/>
                    <a:pt x="1554" y="358"/>
                  </a:cubicBezTo>
                  <a:cubicBezTo>
                    <a:pt x="1506" y="92"/>
                    <a:pt x="1340" y="1"/>
                    <a:pt x="1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0" name="Google Shape;7740;p271"/>
            <p:cNvSpPr/>
            <p:nvPr/>
          </p:nvSpPr>
          <p:spPr>
            <a:xfrm>
              <a:off x="6485375" y="1381475"/>
              <a:ext cx="44375" cy="32650"/>
            </a:xfrm>
            <a:custGeom>
              <a:avLst/>
              <a:gdLst/>
              <a:ahLst/>
              <a:cxnLst/>
              <a:rect l="l" t="t" r="r" b="b"/>
              <a:pathLst>
                <a:path w="1775" h="1306" extrusionOk="0">
                  <a:moveTo>
                    <a:pt x="978" y="0"/>
                  </a:moveTo>
                  <a:cubicBezTo>
                    <a:pt x="822" y="0"/>
                    <a:pt x="663" y="65"/>
                    <a:pt x="527" y="174"/>
                  </a:cubicBezTo>
                  <a:cubicBezTo>
                    <a:pt x="301" y="349"/>
                    <a:pt x="1" y="650"/>
                    <a:pt x="201" y="926"/>
                  </a:cubicBezTo>
                  <a:cubicBezTo>
                    <a:pt x="288" y="1070"/>
                    <a:pt x="440" y="1123"/>
                    <a:pt x="602" y="1123"/>
                  </a:cubicBezTo>
                  <a:cubicBezTo>
                    <a:pt x="722" y="1123"/>
                    <a:pt x="846" y="1094"/>
                    <a:pt x="953" y="1051"/>
                  </a:cubicBezTo>
                  <a:cubicBezTo>
                    <a:pt x="1078" y="1001"/>
                    <a:pt x="1204" y="951"/>
                    <a:pt x="1304" y="850"/>
                  </a:cubicBezTo>
                  <a:cubicBezTo>
                    <a:pt x="1304" y="1051"/>
                    <a:pt x="1379" y="1201"/>
                    <a:pt x="1580" y="1302"/>
                  </a:cubicBezTo>
                  <a:cubicBezTo>
                    <a:pt x="1590" y="1304"/>
                    <a:pt x="1601" y="1305"/>
                    <a:pt x="1611" y="1305"/>
                  </a:cubicBezTo>
                  <a:cubicBezTo>
                    <a:pt x="1699" y="1305"/>
                    <a:pt x="1775" y="1216"/>
                    <a:pt x="1730" y="1126"/>
                  </a:cubicBezTo>
                  <a:cubicBezTo>
                    <a:pt x="1605" y="876"/>
                    <a:pt x="1580" y="675"/>
                    <a:pt x="1655" y="374"/>
                  </a:cubicBezTo>
                  <a:cubicBezTo>
                    <a:pt x="1672" y="272"/>
                    <a:pt x="1573" y="170"/>
                    <a:pt x="1493" y="170"/>
                  </a:cubicBezTo>
                  <a:cubicBezTo>
                    <a:pt x="1454" y="170"/>
                    <a:pt x="1420" y="193"/>
                    <a:pt x="1404" y="249"/>
                  </a:cubicBezTo>
                  <a:cubicBezTo>
                    <a:pt x="1304" y="575"/>
                    <a:pt x="953" y="825"/>
                    <a:pt x="602" y="825"/>
                  </a:cubicBezTo>
                  <a:cubicBezTo>
                    <a:pt x="502" y="825"/>
                    <a:pt x="402" y="825"/>
                    <a:pt x="477" y="675"/>
                  </a:cubicBezTo>
                  <a:cubicBezTo>
                    <a:pt x="502" y="600"/>
                    <a:pt x="602" y="525"/>
                    <a:pt x="652" y="475"/>
                  </a:cubicBezTo>
                  <a:cubicBezTo>
                    <a:pt x="759" y="350"/>
                    <a:pt x="905" y="237"/>
                    <a:pt x="1070" y="237"/>
                  </a:cubicBezTo>
                  <a:cubicBezTo>
                    <a:pt x="1137" y="237"/>
                    <a:pt x="1207" y="256"/>
                    <a:pt x="1279" y="299"/>
                  </a:cubicBezTo>
                  <a:cubicBezTo>
                    <a:pt x="1296" y="312"/>
                    <a:pt x="1312" y="318"/>
                    <a:pt x="1326" y="318"/>
                  </a:cubicBezTo>
                  <a:cubicBezTo>
                    <a:pt x="1393" y="318"/>
                    <a:pt x="1416" y="190"/>
                    <a:pt x="1354" y="149"/>
                  </a:cubicBezTo>
                  <a:cubicBezTo>
                    <a:pt x="1240" y="46"/>
                    <a:pt x="1110" y="0"/>
                    <a:pt x="9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41" name="Google Shape;7741;p271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Immutable</a:t>
            </a:r>
            <a:endParaRPr/>
          </a:p>
        </p:txBody>
      </p:sp>
      <p:grpSp>
        <p:nvGrpSpPr>
          <p:cNvPr id="7742" name="Google Shape;7742;p271"/>
          <p:cNvGrpSpPr/>
          <p:nvPr/>
        </p:nvGrpSpPr>
        <p:grpSpPr>
          <a:xfrm rot="1514788">
            <a:off x="5041770" y="1187651"/>
            <a:ext cx="1376274" cy="908487"/>
            <a:chOff x="5248525" y="821375"/>
            <a:chExt cx="1082824" cy="694544"/>
          </a:xfrm>
        </p:grpSpPr>
        <p:sp>
          <p:nvSpPr>
            <p:cNvPr id="7743" name="Google Shape;7743;p271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4" name="Google Shape;7744;p271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5" name="Google Shape;7745;p271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6" name="Google Shape;7746;p271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7" name="Google Shape;7747;p271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8" name="Google Shape;7748;p271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49" name="Google Shape;7749;p271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dirty="0"/>
              <a:t>Means objects CANNOT be modified or altered after they are created. This means you cannot change, add, or remove elements.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/>
          </a:p>
        </p:txBody>
      </p:sp>
      <p:grpSp>
        <p:nvGrpSpPr>
          <p:cNvPr id="7750" name="Google Shape;7750;p271"/>
          <p:cNvGrpSpPr/>
          <p:nvPr/>
        </p:nvGrpSpPr>
        <p:grpSpPr>
          <a:xfrm flipH="1">
            <a:off x="719922" y="934457"/>
            <a:ext cx="3253287" cy="176025"/>
            <a:chOff x="4345425" y="2175475"/>
            <a:chExt cx="800750" cy="176025"/>
          </a:xfrm>
        </p:grpSpPr>
        <p:sp>
          <p:nvSpPr>
            <p:cNvPr id="7751" name="Google Shape;7751;p27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2" name="Google Shape;7752;p27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3" name="Google Shape;7753;p271"/>
          <p:cNvGrpSpPr/>
          <p:nvPr/>
        </p:nvGrpSpPr>
        <p:grpSpPr>
          <a:xfrm flipH="1">
            <a:off x="719986" y="1396579"/>
            <a:ext cx="2997127" cy="176025"/>
            <a:chOff x="4345425" y="2175475"/>
            <a:chExt cx="800750" cy="176025"/>
          </a:xfrm>
        </p:grpSpPr>
        <p:sp>
          <p:nvSpPr>
            <p:cNvPr id="7754" name="Google Shape;7754;p27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5" name="Google Shape;7755;p27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0" name="Google Shape;7760;p27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What is an Ordered List?</a:t>
            </a:r>
            <a:endParaRPr/>
          </a:p>
        </p:txBody>
      </p:sp>
      <p:grpSp>
        <p:nvGrpSpPr>
          <p:cNvPr id="7761" name="Google Shape;7761;p272"/>
          <p:cNvGrpSpPr/>
          <p:nvPr/>
        </p:nvGrpSpPr>
        <p:grpSpPr>
          <a:xfrm flipH="1">
            <a:off x="704586" y="960694"/>
            <a:ext cx="5313136" cy="176025"/>
            <a:chOff x="4345425" y="2175475"/>
            <a:chExt cx="800750" cy="176025"/>
          </a:xfrm>
        </p:grpSpPr>
        <p:sp>
          <p:nvSpPr>
            <p:cNvPr id="7762" name="Google Shape;7762;p272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3" name="Google Shape;7763;p272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64" name="Google Shape;7764;p272"/>
          <p:cNvSpPr txBox="1">
            <a:spLocks noGrp="1"/>
          </p:cNvSpPr>
          <p:nvPr>
            <p:ph type="subTitle" idx="1"/>
          </p:nvPr>
        </p:nvSpPr>
        <p:spPr>
          <a:xfrm>
            <a:off x="1009800" y="1720400"/>
            <a:ext cx="7124400" cy="21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 dirty="0"/>
              <a:t>An Ordered List is a simple way to make a list of things with a specific order.</a:t>
            </a:r>
            <a:endParaRPr sz="2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sz="2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 dirty="0"/>
              <a:t>Example: List &amp; Tuple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 dirty="0"/>
              <a:t> </a:t>
            </a:r>
            <a:endParaRPr sz="2300" dirty="0"/>
          </a:p>
        </p:txBody>
      </p:sp>
      <p:grpSp>
        <p:nvGrpSpPr>
          <p:cNvPr id="7765" name="Google Shape;7765;p272"/>
          <p:cNvGrpSpPr/>
          <p:nvPr/>
        </p:nvGrpSpPr>
        <p:grpSpPr>
          <a:xfrm rot="-4355879">
            <a:off x="7370609" y="3851189"/>
            <a:ext cx="1030978" cy="397998"/>
            <a:chOff x="-623075" y="2736900"/>
            <a:chExt cx="720250" cy="273275"/>
          </a:xfrm>
        </p:grpSpPr>
        <p:sp>
          <p:nvSpPr>
            <p:cNvPr id="7766" name="Google Shape;7766;p272"/>
            <p:cNvSpPr/>
            <p:nvPr/>
          </p:nvSpPr>
          <p:spPr>
            <a:xfrm>
              <a:off x="-623075" y="2736900"/>
              <a:ext cx="634575" cy="248050"/>
            </a:xfrm>
            <a:custGeom>
              <a:avLst/>
              <a:gdLst/>
              <a:ahLst/>
              <a:cxnLst/>
              <a:rect l="l" t="t" r="r" b="b"/>
              <a:pathLst>
                <a:path w="25383" h="9922" extrusionOk="0">
                  <a:moveTo>
                    <a:pt x="15637" y="2440"/>
                  </a:moveTo>
                  <a:lnTo>
                    <a:pt x="15637" y="2440"/>
                  </a:lnTo>
                  <a:cubicBezTo>
                    <a:pt x="16104" y="2907"/>
                    <a:pt x="16346" y="3595"/>
                    <a:pt x="16197" y="4444"/>
                  </a:cubicBezTo>
                  <a:cubicBezTo>
                    <a:pt x="16180" y="4536"/>
                    <a:pt x="16162" y="4625"/>
                    <a:pt x="16137" y="4714"/>
                  </a:cubicBezTo>
                  <a:cubicBezTo>
                    <a:pt x="16282" y="4326"/>
                    <a:pt x="16333" y="3905"/>
                    <a:pt x="16279" y="3463"/>
                  </a:cubicBezTo>
                  <a:cubicBezTo>
                    <a:pt x="16218" y="2985"/>
                    <a:pt x="15976" y="2650"/>
                    <a:pt x="15637" y="2440"/>
                  </a:cubicBezTo>
                  <a:close/>
                  <a:moveTo>
                    <a:pt x="14164" y="1"/>
                  </a:moveTo>
                  <a:cubicBezTo>
                    <a:pt x="12311" y="1"/>
                    <a:pt x="10317" y="906"/>
                    <a:pt x="9315" y="2318"/>
                  </a:cubicBezTo>
                  <a:cubicBezTo>
                    <a:pt x="8299" y="3755"/>
                    <a:pt x="8163" y="5753"/>
                    <a:pt x="9130" y="7242"/>
                  </a:cubicBezTo>
                  <a:cubicBezTo>
                    <a:pt x="9197" y="7346"/>
                    <a:pt x="9265" y="7446"/>
                    <a:pt x="9340" y="7539"/>
                  </a:cubicBezTo>
                  <a:cubicBezTo>
                    <a:pt x="6662" y="7321"/>
                    <a:pt x="4006" y="6323"/>
                    <a:pt x="2169" y="4376"/>
                  </a:cubicBezTo>
                  <a:cubicBezTo>
                    <a:pt x="1984" y="4180"/>
                    <a:pt x="1748" y="4097"/>
                    <a:pt x="1510" y="4097"/>
                  </a:cubicBezTo>
                  <a:cubicBezTo>
                    <a:pt x="768" y="4097"/>
                    <a:pt x="1" y="4889"/>
                    <a:pt x="643" y="5567"/>
                  </a:cubicBezTo>
                  <a:cubicBezTo>
                    <a:pt x="679" y="5606"/>
                    <a:pt x="715" y="5646"/>
                    <a:pt x="750" y="5681"/>
                  </a:cubicBezTo>
                  <a:cubicBezTo>
                    <a:pt x="818" y="5207"/>
                    <a:pt x="1460" y="4736"/>
                    <a:pt x="1980" y="4736"/>
                  </a:cubicBezTo>
                  <a:cubicBezTo>
                    <a:pt x="2152" y="4736"/>
                    <a:pt x="2305" y="4786"/>
                    <a:pt x="2426" y="4900"/>
                  </a:cubicBezTo>
                  <a:cubicBezTo>
                    <a:pt x="4462" y="6847"/>
                    <a:pt x="7072" y="7924"/>
                    <a:pt x="9735" y="7924"/>
                  </a:cubicBezTo>
                  <a:cubicBezTo>
                    <a:pt x="10952" y="7924"/>
                    <a:pt x="12182" y="7699"/>
                    <a:pt x="13373" y="7229"/>
                  </a:cubicBezTo>
                  <a:lnTo>
                    <a:pt x="13373" y="7229"/>
                  </a:lnTo>
                  <a:cubicBezTo>
                    <a:pt x="13091" y="7314"/>
                    <a:pt x="12806" y="7382"/>
                    <a:pt x="12517" y="7432"/>
                  </a:cubicBezTo>
                  <a:cubicBezTo>
                    <a:pt x="12471" y="7439"/>
                    <a:pt x="12428" y="7446"/>
                    <a:pt x="12378" y="7453"/>
                  </a:cubicBezTo>
                  <a:cubicBezTo>
                    <a:pt x="12321" y="7464"/>
                    <a:pt x="12264" y="7471"/>
                    <a:pt x="12204" y="7478"/>
                  </a:cubicBezTo>
                  <a:cubicBezTo>
                    <a:pt x="12200" y="7478"/>
                    <a:pt x="12196" y="7474"/>
                    <a:pt x="12189" y="7471"/>
                  </a:cubicBezTo>
                  <a:cubicBezTo>
                    <a:pt x="12150" y="7474"/>
                    <a:pt x="12115" y="7474"/>
                    <a:pt x="12075" y="7474"/>
                  </a:cubicBezTo>
                  <a:cubicBezTo>
                    <a:pt x="11815" y="7474"/>
                    <a:pt x="11562" y="7428"/>
                    <a:pt x="11401" y="7321"/>
                  </a:cubicBezTo>
                  <a:cubicBezTo>
                    <a:pt x="10068" y="6437"/>
                    <a:pt x="8716" y="5068"/>
                    <a:pt x="9793" y="3427"/>
                  </a:cubicBezTo>
                  <a:cubicBezTo>
                    <a:pt x="10563" y="2251"/>
                    <a:pt x="12136" y="1138"/>
                    <a:pt x="13551" y="1006"/>
                  </a:cubicBezTo>
                  <a:cubicBezTo>
                    <a:pt x="13797" y="982"/>
                    <a:pt x="14068" y="967"/>
                    <a:pt x="14350" y="967"/>
                  </a:cubicBezTo>
                  <a:cubicBezTo>
                    <a:pt x="15676" y="967"/>
                    <a:pt x="17274" y="1278"/>
                    <a:pt x="17916" y="2397"/>
                  </a:cubicBezTo>
                  <a:cubicBezTo>
                    <a:pt x="17987" y="2525"/>
                    <a:pt x="18051" y="2654"/>
                    <a:pt x="18101" y="2786"/>
                  </a:cubicBezTo>
                  <a:cubicBezTo>
                    <a:pt x="18084" y="2715"/>
                    <a:pt x="18058" y="2643"/>
                    <a:pt x="18037" y="2568"/>
                  </a:cubicBezTo>
                  <a:cubicBezTo>
                    <a:pt x="17434" y="756"/>
                    <a:pt x="15859" y="1"/>
                    <a:pt x="14164" y="1"/>
                  </a:cubicBezTo>
                  <a:close/>
                  <a:moveTo>
                    <a:pt x="18265" y="4390"/>
                  </a:moveTo>
                  <a:cubicBezTo>
                    <a:pt x="18122" y="5257"/>
                    <a:pt x="17630" y="6077"/>
                    <a:pt x="16942" y="6658"/>
                  </a:cubicBezTo>
                  <a:cubicBezTo>
                    <a:pt x="16803" y="6776"/>
                    <a:pt x="16582" y="6826"/>
                    <a:pt x="16340" y="6826"/>
                  </a:cubicBezTo>
                  <a:cubicBezTo>
                    <a:pt x="15833" y="6826"/>
                    <a:pt x="15242" y="6605"/>
                    <a:pt x="15127" y="6309"/>
                  </a:cubicBezTo>
                  <a:cubicBezTo>
                    <a:pt x="14956" y="6459"/>
                    <a:pt x="14767" y="6590"/>
                    <a:pt x="14571" y="6708"/>
                  </a:cubicBezTo>
                  <a:cubicBezTo>
                    <a:pt x="14660" y="6686"/>
                    <a:pt x="14742" y="6676"/>
                    <a:pt x="14821" y="6676"/>
                  </a:cubicBezTo>
                  <a:cubicBezTo>
                    <a:pt x="15551" y="6676"/>
                    <a:pt x="15844" y="7550"/>
                    <a:pt x="14945" y="8009"/>
                  </a:cubicBezTo>
                  <a:cubicBezTo>
                    <a:pt x="14906" y="8027"/>
                    <a:pt x="14870" y="8049"/>
                    <a:pt x="14832" y="8067"/>
                  </a:cubicBezTo>
                  <a:cubicBezTo>
                    <a:pt x="15723" y="8345"/>
                    <a:pt x="16560" y="8523"/>
                    <a:pt x="17424" y="8523"/>
                  </a:cubicBezTo>
                  <a:cubicBezTo>
                    <a:pt x="18073" y="8523"/>
                    <a:pt x="18732" y="8423"/>
                    <a:pt x="19442" y="8184"/>
                  </a:cubicBezTo>
                  <a:cubicBezTo>
                    <a:pt x="20943" y="7678"/>
                    <a:pt x="22287" y="6765"/>
                    <a:pt x="23603" y="5902"/>
                  </a:cubicBezTo>
                  <a:cubicBezTo>
                    <a:pt x="23810" y="5766"/>
                    <a:pt x="24006" y="5710"/>
                    <a:pt x="24177" y="5710"/>
                  </a:cubicBezTo>
                  <a:cubicBezTo>
                    <a:pt x="24434" y="5710"/>
                    <a:pt x="24641" y="5835"/>
                    <a:pt x="24762" y="6020"/>
                  </a:cubicBezTo>
                  <a:cubicBezTo>
                    <a:pt x="24922" y="5688"/>
                    <a:pt x="25086" y="5356"/>
                    <a:pt x="25251" y="5025"/>
                  </a:cubicBezTo>
                  <a:cubicBezTo>
                    <a:pt x="25254" y="5007"/>
                    <a:pt x="25261" y="4993"/>
                    <a:pt x="25272" y="4979"/>
                  </a:cubicBezTo>
                  <a:cubicBezTo>
                    <a:pt x="25272" y="4975"/>
                    <a:pt x="25276" y="4975"/>
                    <a:pt x="25276" y="4971"/>
                  </a:cubicBezTo>
                  <a:cubicBezTo>
                    <a:pt x="25297" y="4932"/>
                    <a:pt x="25315" y="4893"/>
                    <a:pt x="25336" y="4854"/>
                  </a:cubicBezTo>
                  <a:cubicBezTo>
                    <a:pt x="25343" y="4836"/>
                    <a:pt x="25358" y="4821"/>
                    <a:pt x="25379" y="4811"/>
                  </a:cubicBezTo>
                  <a:cubicBezTo>
                    <a:pt x="25383" y="4808"/>
                    <a:pt x="25383" y="4808"/>
                    <a:pt x="25383" y="4803"/>
                  </a:cubicBezTo>
                  <a:cubicBezTo>
                    <a:pt x="25264" y="4747"/>
                    <a:pt x="25144" y="4690"/>
                    <a:pt x="25026" y="4632"/>
                  </a:cubicBezTo>
                  <a:cubicBezTo>
                    <a:pt x="22576" y="6879"/>
                    <a:pt x="19410" y="8216"/>
                    <a:pt x="16068" y="8216"/>
                  </a:cubicBezTo>
                  <a:cubicBezTo>
                    <a:pt x="15918" y="8216"/>
                    <a:pt x="15765" y="8216"/>
                    <a:pt x="15612" y="8210"/>
                  </a:cubicBezTo>
                  <a:cubicBezTo>
                    <a:pt x="15523" y="8205"/>
                    <a:pt x="15434" y="8202"/>
                    <a:pt x="15345" y="8198"/>
                  </a:cubicBezTo>
                  <a:cubicBezTo>
                    <a:pt x="16881" y="7364"/>
                    <a:pt x="18105" y="6070"/>
                    <a:pt x="18265" y="4390"/>
                  </a:cubicBezTo>
                  <a:close/>
                  <a:moveTo>
                    <a:pt x="24644" y="7000"/>
                  </a:moveTo>
                  <a:cubicBezTo>
                    <a:pt x="24576" y="7079"/>
                    <a:pt x="24491" y="7153"/>
                    <a:pt x="24384" y="7221"/>
                  </a:cubicBezTo>
                  <a:cubicBezTo>
                    <a:pt x="23578" y="7749"/>
                    <a:pt x="22761" y="8277"/>
                    <a:pt x="21913" y="8737"/>
                  </a:cubicBezTo>
                  <a:cubicBezTo>
                    <a:pt x="22919" y="8309"/>
                    <a:pt x="23882" y="7774"/>
                    <a:pt x="24772" y="7143"/>
                  </a:cubicBezTo>
                  <a:cubicBezTo>
                    <a:pt x="24726" y="7097"/>
                    <a:pt x="24683" y="7046"/>
                    <a:pt x="24644" y="7000"/>
                  </a:cubicBezTo>
                  <a:close/>
                  <a:moveTo>
                    <a:pt x="12696" y="8916"/>
                  </a:moveTo>
                  <a:cubicBezTo>
                    <a:pt x="12125" y="9087"/>
                    <a:pt x="11547" y="9215"/>
                    <a:pt x="10970" y="9304"/>
                  </a:cubicBezTo>
                  <a:cubicBezTo>
                    <a:pt x="11219" y="9296"/>
                    <a:pt x="11468" y="9283"/>
                    <a:pt x="11718" y="9265"/>
                  </a:cubicBezTo>
                  <a:cubicBezTo>
                    <a:pt x="11733" y="9265"/>
                    <a:pt x="11747" y="9261"/>
                    <a:pt x="11761" y="9261"/>
                  </a:cubicBezTo>
                  <a:cubicBezTo>
                    <a:pt x="12346" y="9489"/>
                    <a:pt x="12963" y="9650"/>
                    <a:pt x="13565" y="9760"/>
                  </a:cubicBezTo>
                  <a:cubicBezTo>
                    <a:pt x="13976" y="9831"/>
                    <a:pt x="14389" y="9885"/>
                    <a:pt x="14799" y="9921"/>
                  </a:cubicBezTo>
                  <a:cubicBezTo>
                    <a:pt x="14250" y="9782"/>
                    <a:pt x="13693" y="9607"/>
                    <a:pt x="13116" y="9403"/>
                  </a:cubicBezTo>
                  <a:cubicBezTo>
                    <a:pt x="12821" y="9304"/>
                    <a:pt x="12696" y="9122"/>
                    <a:pt x="12696" y="8916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67" name="Google Shape;7767;p272"/>
            <p:cNvSpPr/>
            <p:nvPr/>
          </p:nvSpPr>
          <p:spPr>
            <a:xfrm>
              <a:off x="-134200" y="2744850"/>
              <a:ext cx="231375" cy="265325"/>
            </a:xfrm>
            <a:custGeom>
              <a:avLst/>
              <a:gdLst/>
              <a:ahLst/>
              <a:cxnLst/>
              <a:rect l="l" t="t" r="r" b="b"/>
              <a:pathLst>
                <a:path w="9255" h="10613" extrusionOk="0">
                  <a:moveTo>
                    <a:pt x="1556" y="0"/>
                  </a:moveTo>
                  <a:cubicBezTo>
                    <a:pt x="800" y="0"/>
                    <a:pt x="1" y="824"/>
                    <a:pt x="732" y="1366"/>
                  </a:cubicBezTo>
                  <a:cubicBezTo>
                    <a:pt x="928" y="1073"/>
                    <a:pt x="1812" y="521"/>
                    <a:pt x="2240" y="521"/>
                  </a:cubicBezTo>
                  <a:cubicBezTo>
                    <a:pt x="2304" y="521"/>
                    <a:pt x="2358" y="535"/>
                    <a:pt x="2401" y="560"/>
                  </a:cubicBezTo>
                  <a:cubicBezTo>
                    <a:pt x="4187" y="1801"/>
                    <a:pt x="6070" y="2874"/>
                    <a:pt x="8049" y="3784"/>
                  </a:cubicBezTo>
                  <a:cubicBezTo>
                    <a:pt x="8099" y="3805"/>
                    <a:pt x="8042" y="3898"/>
                    <a:pt x="7917" y="4015"/>
                  </a:cubicBezTo>
                  <a:cubicBezTo>
                    <a:pt x="7985" y="4097"/>
                    <a:pt x="8028" y="4207"/>
                    <a:pt x="7967" y="4304"/>
                  </a:cubicBezTo>
                  <a:cubicBezTo>
                    <a:pt x="7864" y="4464"/>
                    <a:pt x="7760" y="4622"/>
                    <a:pt x="7660" y="4782"/>
                  </a:cubicBezTo>
                  <a:cubicBezTo>
                    <a:pt x="7557" y="4939"/>
                    <a:pt x="7414" y="5025"/>
                    <a:pt x="7250" y="5092"/>
                  </a:cubicBezTo>
                  <a:cubicBezTo>
                    <a:pt x="7218" y="5135"/>
                    <a:pt x="7179" y="5178"/>
                    <a:pt x="7140" y="5221"/>
                  </a:cubicBezTo>
                  <a:cubicBezTo>
                    <a:pt x="7322" y="5420"/>
                    <a:pt x="7429" y="5624"/>
                    <a:pt x="7357" y="5766"/>
                  </a:cubicBezTo>
                  <a:cubicBezTo>
                    <a:pt x="7079" y="6330"/>
                    <a:pt x="6801" y="6893"/>
                    <a:pt x="6522" y="7456"/>
                  </a:cubicBezTo>
                  <a:cubicBezTo>
                    <a:pt x="6505" y="7495"/>
                    <a:pt x="6462" y="7513"/>
                    <a:pt x="6402" y="7513"/>
                  </a:cubicBezTo>
                  <a:cubicBezTo>
                    <a:pt x="6184" y="7513"/>
                    <a:pt x="5739" y="7274"/>
                    <a:pt x="5396" y="6985"/>
                  </a:cubicBezTo>
                  <a:cubicBezTo>
                    <a:pt x="5097" y="7902"/>
                    <a:pt x="4886" y="8850"/>
                    <a:pt x="4768" y="9831"/>
                  </a:cubicBezTo>
                  <a:cubicBezTo>
                    <a:pt x="4707" y="10362"/>
                    <a:pt x="5164" y="10612"/>
                    <a:pt x="5653" y="10612"/>
                  </a:cubicBezTo>
                  <a:cubicBezTo>
                    <a:pt x="6152" y="10612"/>
                    <a:pt x="6683" y="10355"/>
                    <a:pt x="6740" y="9874"/>
                  </a:cubicBezTo>
                  <a:cubicBezTo>
                    <a:pt x="7001" y="7678"/>
                    <a:pt x="7742" y="5691"/>
                    <a:pt x="8973" y="3855"/>
                  </a:cubicBezTo>
                  <a:cubicBezTo>
                    <a:pt x="9254" y="3430"/>
                    <a:pt x="8805" y="3006"/>
                    <a:pt x="8430" y="2907"/>
                  </a:cubicBezTo>
                  <a:cubicBezTo>
                    <a:pt x="6155" y="2282"/>
                    <a:pt x="4034" y="1348"/>
                    <a:pt x="2019" y="125"/>
                  </a:cubicBezTo>
                  <a:cubicBezTo>
                    <a:pt x="1876" y="35"/>
                    <a:pt x="1720" y="0"/>
                    <a:pt x="155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68" name="Google Shape;7768;p272"/>
            <p:cNvSpPr/>
            <p:nvPr/>
          </p:nvSpPr>
          <p:spPr>
            <a:xfrm>
              <a:off x="42575" y="2872150"/>
              <a:ext cx="4475" cy="3225"/>
            </a:xfrm>
            <a:custGeom>
              <a:avLst/>
              <a:gdLst/>
              <a:ahLst/>
              <a:cxnLst/>
              <a:rect l="l" t="t" r="r" b="b"/>
              <a:pathLst>
                <a:path w="179" h="129" extrusionOk="0">
                  <a:moveTo>
                    <a:pt x="179" y="0"/>
                  </a:moveTo>
                  <a:lnTo>
                    <a:pt x="179" y="0"/>
                  </a:lnTo>
                  <a:cubicBezTo>
                    <a:pt x="169" y="4"/>
                    <a:pt x="158" y="7"/>
                    <a:pt x="151" y="11"/>
                  </a:cubicBezTo>
                  <a:cubicBezTo>
                    <a:pt x="101" y="32"/>
                    <a:pt x="51" y="46"/>
                    <a:pt x="1" y="61"/>
                  </a:cubicBezTo>
                  <a:lnTo>
                    <a:pt x="69" y="129"/>
                  </a:lnTo>
                  <a:cubicBezTo>
                    <a:pt x="108" y="86"/>
                    <a:pt x="147" y="43"/>
                    <a:pt x="1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69" name="Google Shape;7769;p272"/>
            <p:cNvSpPr/>
            <p:nvPr/>
          </p:nvSpPr>
          <p:spPr>
            <a:xfrm>
              <a:off x="-604975" y="2878900"/>
              <a:ext cx="346175" cy="94175"/>
            </a:xfrm>
            <a:custGeom>
              <a:avLst/>
              <a:gdLst/>
              <a:ahLst/>
              <a:cxnLst/>
              <a:rect l="l" t="t" r="r" b="b"/>
              <a:pathLst>
                <a:path w="13847" h="3767" extrusionOk="0">
                  <a:moveTo>
                    <a:pt x="13847" y="1028"/>
                  </a:moveTo>
                  <a:lnTo>
                    <a:pt x="13847" y="1028"/>
                  </a:lnTo>
                  <a:cubicBezTo>
                    <a:pt x="13751" y="1049"/>
                    <a:pt x="13651" y="1088"/>
                    <a:pt x="13544" y="1142"/>
                  </a:cubicBezTo>
                  <a:cubicBezTo>
                    <a:pt x="13248" y="1295"/>
                    <a:pt x="12948" y="1427"/>
                    <a:pt x="12649" y="1549"/>
                  </a:cubicBezTo>
                  <a:cubicBezTo>
                    <a:pt x="13070" y="1420"/>
                    <a:pt x="13480" y="1249"/>
                    <a:pt x="13847" y="1028"/>
                  </a:cubicBezTo>
                  <a:close/>
                  <a:moveTo>
                    <a:pt x="26" y="1"/>
                  </a:moveTo>
                  <a:lnTo>
                    <a:pt x="26" y="1"/>
                  </a:lnTo>
                  <a:cubicBezTo>
                    <a:pt x="1" y="172"/>
                    <a:pt x="51" y="340"/>
                    <a:pt x="208" y="489"/>
                  </a:cubicBezTo>
                  <a:cubicBezTo>
                    <a:pt x="2504" y="2686"/>
                    <a:pt x="5407" y="3766"/>
                    <a:pt x="8370" y="3766"/>
                  </a:cubicBezTo>
                  <a:cubicBezTo>
                    <a:pt x="8994" y="3766"/>
                    <a:pt x="9622" y="3720"/>
                    <a:pt x="10246" y="3624"/>
                  </a:cubicBezTo>
                  <a:lnTo>
                    <a:pt x="10246" y="3624"/>
                  </a:lnTo>
                  <a:cubicBezTo>
                    <a:pt x="10068" y="3627"/>
                    <a:pt x="9889" y="3631"/>
                    <a:pt x="9711" y="3631"/>
                  </a:cubicBezTo>
                  <a:cubicBezTo>
                    <a:pt x="6177" y="3631"/>
                    <a:pt x="2519" y="2561"/>
                    <a:pt x="2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70" name="Google Shape;7770;p272"/>
            <p:cNvSpPr/>
            <p:nvPr/>
          </p:nvSpPr>
          <p:spPr>
            <a:xfrm>
              <a:off x="-604350" y="2855275"/>
              <a:ext cx="377400" cy="114400"/>
            </a:xfrm>
            <a:custGeom>
              <a:avLst/>
              <a:gdLst/>
              <a:ahLst/>
              <a:cxnLst/>
              <a:rect l="l" t="t" r="r" b="b"/>
              <a:pathLst>
                <a:path w="15096" h="4576" extrusionOk="0">
                  <a:moveTo>
                    <a:pt x="1231" y="1"/>
                  </a:moveTo>
                  <a:cubicBezTo>
                    <a:pt x="711" y="1"/>
                    <a:pt x="69" y="472"/>
                    <a:pt x="1" y="946"/>
                  </a:cubicBezTo>
                  <a:cubicBezTo>
                    <a:pt x="2494" y="3506"/>
                    <a:pt x="6152" y="4576"/>
                    <a:pt x="9686" y="4576"/>
                  </a:cubicBezTo>
                  <a:cubicBezTo>
                    <a:pt x="9864" y="4576"/>
                    <a:pt x="10043" y="4572"/>
                    <a:pt x="10221" y="4569"/>
                  </a:cubicBezTo>
                  <a:cubicBezTo>
                    <a:pt x="10798" y="4480"/>
                    <a:pt x="11376" y="4352"/>
                    <a:pt x="11947" y="4181"/>
                  </a:cubicBezTo>
                  <a:cubicBezTo>
                    <a:pt x="11935" y="3695"/>
                    <a:pt x="12588" y="3082"/>
                    <a:pt x="13194" y="3082"/>
                  </a:cubicBezTo>
                  <a:cubicBezTo>
                    <a:pt x="13283" y="3082"/>
                    <a:pt x="13372" y="3096"/>
                    <a:pt x="13458" y="3124"/>
                  </a:cubicBezTo>
                  <a:cubicBezTo>
                    <a:pt x="13668" y="3196"/>
                    <a:pt x="13879" y="3267"/>
                    <a:pt x="14083" y="3332"/>
                  </a:cubicBezTo>
                  <a:cubicBezTo>
                    <a:pt x="14121" y="3314"/>
                    <a:pt x="14157" y="3292"/>
                    <a:pt x="14196" y="3274"/>
                  </a:cubicBezTo>
                  <a:cubicBezTo>
                    <a:pt x="15095" y="2815"/>
                    <a:pt x="14802" y="1941"/>
                    <a:pt x="14072" y="1941"/>
                  </a:cubicBezTo>
                  <a:cubicBezTo>
                    <a:pt x="13993" y="1941"/>
                    <a:pt x="13911" y="1951"/>
                    <a:pt x="13822" y="1973"/>
                  </a:cubicBezTo>
                  <a:cubicBezTo>
                    <a:pt x="13455" y="2194"/>
                    <a:pt x="13045" y="2365"/>
                    <a:pt x="12624" y="2494"/>
                  </a:cubicBezTo>
                  <a:cubicBezTo>
                    <a:pt x="11433" y="2964"/>
                    <a:pt x="10203" y="3189"/>
                    <a:pt x="8986" y="3189"/>
                  </a:cubicBezTo>
                  <a:cubicBezTo>
                    <a:pt x="6323" y="3189"/>
                    <a:pt x="3713" y="2112"/>
                    <a:pt x="1677" y="165"/>
                  </a:cubicBezTo>
                  <a:cubicBezTo>
                    <a:pt x="1556" y="51"/>
                    <a:pt x="1403" y="1"/>
                    <a:pt x="123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71" name="Google Shape;7771;p272"/>
            <p:cNvSpPr/>
            <p:nvPr/>
          </p:nvSpPr>
          <p:spPr>
            <a:xfrm>
              <a:off x="-382175" y="2780400"/>
              <a:ext cx="217875" cy="143275"/>
            </a:xfrm>
            <a:custGeom>
              <a:avLst/>
              <a:gdLst/>
              <a:ahLst/>
              <a:cxnLst/>
              <a:rect l="l" t="t" r="r" b="b"/>
              <a:pathLst>
                <a:path w="8715" h="5731" extrusionOk="0">
                  <a:moveTo>
                    <a:pt x="8465" y="1046"/>
                  </a:moveTo>
                  <a:lnTo>
                    <a:pt x="8465" y="1046"/>
                  </a:lnTo>
                  <a:cubicBezTo>
                    <a:pt x="8629" y="1613"/>
                    <a:pt x="8675" y="2148"/>
                    <a:pt x="8629" y="2650"/>
                  </a:cubicBezTo>
                  <a:cubicBezTo>
                    <a:pt x="8715" y="2119"/>
                    <a:pt x="8672" y="1570"/>
                    <a:pt x="8465" y="1046"/>
                  </a:cubicBezTo>
                  <a:close/>
                  <a:moveTo>
                    <a:pt x="6501" y="2974"/>
                  </a:moveTo>
                  <a:cubicBezTo>
                    <a:pt x="6333" y="3424"/>
                    <a:pt x="6040" y="3827"/>
                    <a:pt x="5648" y="4155"/>
                  </a:cubicBezTo>
                  <a:cubicBezTo>
                    <a:pt x="5477" y="4301"/>
                    <a:pt x="5441" y="4440"/>
                    <a:pt x="5491" y="4569"/>
                  </a:cubicBezTo>
                  <a:cubicBezTo>
                    <a:pt x="5966" y="4162"/>
                    <a:pt x="6325" y="3638"/>
                    <a:pt x="6501" y="2974"/>
                  </a:cubicBezTo>
                  <a:close/>
                  <a:moveTo>
                    <a:pt x="4172" y="1"/>
                  </a:moveTo>
                  <a:cubicBezTo>
                    <a:pt x="3908" y="1"/>
                    <a:pt x="3634" y="33"/>
                    <a:pt x="3359" y="104"/>
                  </a:cubicBezTo>
                  <a:cubicBezTo>
                    <a:pt x="1391" y="607"/>
                    <a:pt x="0" y="2932"/>
                    <a:pt x="1348" y="4732"/>
                  </a:cubicBezTo>
                  <a:cubicBezTo>
                    <a:pt x="1672" y="5160"/>
                    <a:pt x="2086" y="5485"/>
                    <a:pt x="2553" y="5731"/>
                  </a:cubicBezTo>
                  <a:cubicBezTo>
                    <a:pt x="2617" y="5728"/>
                    <a:pt x="2681" y="5724"/>
                    <a:pt x="2742" y="5713"/>
                  </a:cubicBezTo>
                  <a:cubicBezTo>
                    <a:pt x="2788" y="5706"/>
                    <a:pt x="2835" y="5699"/>
                    <a:pt x="2881" y="5692"/>
                  </a:cubicBezTo>
                  <a:cubicBezTo>
                    <a:pt x="3427" y="5581"/>
                    <a:pt x="3815" y="5282"/>
                    <a:pt x="3256" y="4908"/>
                  </a:cubicBezTo>
                  <a:cubicBezTo>
                    <a:pt x="2449" y="4373"/>
                    <a:pt x="1391" y="3616"/>
                    <a:pt x="1862" y="2497"/>
                  </a:cubicBezTo>
                  <a:cubicBezTo>
                    <a:pt x="2153" y="1798"/>
                    <a:pt x="3163" y="1003"/>
                    <a:pt x="3822" y="675"/>
                  </a:cubicBezTo>
                  <a:cubicBezTo>
                    <a:pt x="4161" y="511"/>
                    <a:pt x="4554" y="422"/>
                    <a:pt x="4939" y="422"/>
                  </a:cubicBezTo>
                  <a:cubicBezTo>
                    <a:pt x="5324" y="422"/>
                    <a:pt x="5698" y="511"/>
                    <a:pt x="6001" y="700"/>
                  </a:cubicBezTo>
                  <a:cubicBezTo>
                    <a:pt x="5552" y="247"/>
                    <a:pt x="4892" y="1"/>
                    <a:pt x="4172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72" name="Google Shape;7772;p272"/>
            <p:cNvSpPr/>
            <p:nvPr/>
          </p:nvSpPr>
          <p:spPr>
            <a:xfrm>
              <a:off x="-405175" y="2761075"/>
              <a:ext cx="239900" cy="162700"/>
            </a:xfrm>
            <a:custGeom>
              <a:avLst/>
              <a:gdLst/>
              <a:ahLst/>
              <a:cxnLst/>
              <a:rect l="l" t="t" r="r" b="b"/>
              <a:pathLst>
                <a:path w="9596" h="6508" extrusionOk="0">
                  <a:moveTo>
                    <a:pt x="3801" y="6465"/>
                  </a:moveTo>
                  <a:cubicBezTo>
                    <a:pt x="3754" y="6472"/>
                    <a:pt x="3708" y="6479"/>
                    <a:pt x="3662" y="6486"/>
                  </a:cubicBezTo>
                  <a:cubicBezTo>
                    <a:pt x="3712" y="6479"/>
                    <a:pt x="3754" y="6472"/>
                    <a:pt x="3801" y="6465"/>
                  </a:cubicBezTo>
                  <a:close/>
                  <a:moveTo>
                    <a:pt x="5634" y="0"/>
                  </a:moveTo>
                  <a:cubicBezTo>
                    <a:pt x="5352" y="0"/>
                    <a:pt x="5081" y="15"/>
                    <a:pt x="4835" y="39"/>
                  </a:cubicBezTo>
                  <a:cubicBezTo>
                    <a:pt x="3420" y="171"/>
                    <a:pt x="1847" y="1284"/>
                    <a:pt x="1077" y="2460"/>
                  </a:cubicBezTo>
                  <a:cubicBezTo>
                    <a:pt x="0" y="4101"/>
                    <a:pt x="1352" y="5470"/>
                    <a:pt x="2685" y="6354"/>
                  </a:cubicBezTo>
                  <a:cubicBezTo>
                    <a:pt x="2846" y="6461"/>
                    <a:pt x="3099" y="6507"/>
                    <a:pt x="3359" y="6507"/>
                  </a:cubicBezTo>
                  <a:cubicBezTo>
                    <a:pt x="3399" y="6507"/>
                    <a:pt x="3434" y="6507"/>
                    <a:pt x="3473" y="6504"/>
                  </a:cubicBezTo>
                  <a:cubicBezTo>
                    <a:pt x="3006" y="6258"/>
                    <a:pt x="2592" y="5933"/>
                    <a:pt x="2268" y="5505"/>
                  </a:cubicBezTo>
                  <a:cubicBezTo>
                    <a:pt x="920" y="3705"/>
                    <a:pt x="2311" y="1380"/>
                    <a:pt x="4279" y="877"/>
                  </a:cubicBezTo>
                  <a:cubicBezTo>
                    <a:pt x="4554" y="806"/>
                    <a:pt x="4828" y="774"/>
                    <a:pt x="5092" y="774"/>
                  </a:cubicBezTo>
                  <a:cubicBezTo>
                    <a:pt x="5812" y="774"/>
                    <a:pt x="6472" y="1020"/>
                    <a:pt x="6921" y="1473"/>
                  </a:cubicBezTo>
                  <a:cubicBezTo>
                    <a:pt x="7260" y="1683"/>
                    <a:pt x="7502" y="2018"/>
                    <a:pt x="7563" y="2496"/>
                  </a:cubicBezTo>
                  <a:cubicBezTo>
                    <a:pt x="7617" y="2938"/>
                    <a:pt x="7566" y="3359"/>
                    <a:pt x="7421" y="3747"/>
                  </a:cubicBezTo>
                  <a:cubicBezTo>
                    <a:pt x="7245" y="4411"/>
                    <a:pt x="6886" y="4935"/>
                    <a:pt x="6411" y="5342"/>
                  </a:cubicBezTo>
                  <a:cubicBezTo>
                    <a:pt x="6526" y="5638"/>
                    <a:pt x="7117" y="5859"/>
                    <a:pt x="7624" y="5859"/>
                  </a:cubicBezTo>
                  <a:cubicBezTo>
                    <a:pt x="7866" y="5859"/>
                    <a:pt x="8087" y="5809"/>
                    <a:pt x="8226" y="5691"/>
                  </a:cubicBezTo>
                  <a:cubicBezTo>
                    <a:pt x="8914" y="5110"/>
                    <a:pt x="9406" y="4290"/>
                    <a:pt x="9549" y="3423"/>
                  </a:cubicBezTo>
                  <a:cubicBezTo>
                    <a:pt x="9595" y="2921"/>
                    <a:pt x="9549" y="2386"/>
                    <a:pt x="9385" y="1819"/>
                  </a:cubicBezTo>
                  <a:cubicBezTo>
                    <a:pt x="9335" y="1687"/>
                    <a:pt x="9271" y="1558"/>
                    <a:pt x="9200" y="1430"/>
                  </a:cubicBezTo>
                  <a:cubicBezTo>
                    <a:pt x="8558" y="311"/>
                    <a:pt x="6960" y="0"/>
                    <a:pt x="5634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73" name="Google Shape;7773;p272"/>
            <p:cNvSpPr/>
            <p:nvPr/>
          </p:nvSpPr>
          <p:spPr>
            <a:xfrm>
              <a:off x="-253100" y="2955300"/>
              <a:ext cx="177875" cy="36925"/>
            </a:xfrm>
            <a:custGeom>
              <a:avLst/>
              <a:gdLst/>
              <a:ahLst/>
              <a:cxnLst/>
              <a:rect l="l" t="t" r="r" b="b"/>
              <a:pathLst>
                <a:path w="7115" h="1477" extrusionOk="0">
                  <a:moveTo>
                    <a:pt x="7114" y="1"/>
                  </a:moveTo>
                  <a:lnTo>
                    <a:pt x="7114" y="1"/>
                  </a:lnTo>
                  <a:cubicBezTo>
                    <a:pt x="5245" y="800"/>
                    <a:pt x="3224" y="1235"/>
                    <a:pt x="1191" y="1235"/>
                  </a:cubicBezTo>
                  <a:cubicBezTo>
                    <a:pt x="795" y="1235"/>
                    <a:pt x="400" y="1217"/>
                    <a:pt x="0" y="1185"/>
                  </a:cubicBezTo>
                  <a:lnTo>
                    <a:pt x="0" y="1185"/>
                  </a:lnTo>
                  <a:cubicBezTo>
                    <a:pt x="731" y="1367"/>
                    <a:pt x="1452" y="1477"/>
                    <a:pt x="2200" y="1477"/>
                  </a:cubicBezTo>
                  <a:cubicBezTo>
                    <a:pt x="2767" y="1477"/>
                    <a:pt x="3352" y="1413"/>
                    <a:pt x="3965" y="1266"/>
                  </a:cubicBezTo>
                  <a:cubicBezTo>
                    <a:pt x="5082" y="1003"/>
                    <a:pt x="6119" y="547"/>
                    <a:pt x="711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74" name="Google Shape;7774;p272"/>
            <p:cNvSpPr/>
            <p:nvPr/>
          </p:nvSpPr>
          <p:spPr>
            <a:xfrm>
              <a:off x="-305700" y="2879625"/>
              <a:ext cx="301700" cy="106550"/>
            </a:xfrm>
            <a:custGeom>
              <a:avLst/>
              <a:gdLst/>
              <a:ahLst/>
              <a:cxnLst/>
              <a:rect l="l" t="t" r="r" b="b"/>
              <a:pathLst>
                <a:path w="12068" h="4262" extrusionOk="0">
                  <a:moveTo>
                    <a:pt x="11482" y="1"/>
                  </a:moveTo>
                  <a:cubicBezTo>
                    <a:pt x="11311" y="1"/>
                    <a:pt x="11115" y="57"/>
                    <a:pt x="10908" y="193"/>
                  </a:cubicBezTo>
                  <a:cubicBezTo>
                    <a:pt x="9592" y="1056"/>
                    <a:pt x="8248" y="1969"/>
                    <a:pt x="6747" y="2475"/>
                  </a:cubicBezTo>
                  <a:cubicBezTo>
                    <a:pt x="6037" y="2714"/>
                    <a:pt x="5378" y="2814"/>
                    <a:pt x="4729" y="2814"/>
                  </a:cubicBezTo>
                  <a:cubicBezTo>
                    <a:pt x="3865" y="2814"/>
                    <a:pt x="3028" y="2636"/>
                    <a:pt x="2137" y="2358"/>
                  </a:cubicBezTo>
                  <a:cubicBezTo>
                    <a:pt x="1441" y="2707"/>
                    <a:pt x="725" y="2988"/>
                    <a:pt x="1" y="3207"/>
                  </a:cubicBezTo>
                  <a:cubicBezTo>
                    <a:pt x="1" y="3413"/>
                    <a:pt x="126" y="3595"/>
                    <a:pt x="421" y="3694"/>
                  </a:cubicBezTo>
                  <a:cubicBezTo>
                    <a:pt x="998" y="3898"/>
                    <a:pt x="1555" y="4073"/>
                    <a:pt x="2104" y="4212"/>
                  </a:cubicBezTo>
                  <a:cubicBezTo>
                    <a:pt x="2504" y="4244"/>
                    <a:pt x="2899" y="4262"/>
                    <a:pt x="3295" y="4262"/>
                  </a:cubicBezTo>
                  <a:cubicBezTo>
                    <a:pt x="5328" y="4262"/>
                    <a:pt x="7349" y="3827"/>
                    <a:pt x="9218" y="3028"/>
                  </a:cubicBezTo>
                  <a:cubicBezTo>
                    <a:pt x="10066" y="2568"/>
                    <a:pt x="10883" y="2040"/>
                    <a:pt x="11689" y="1512"/>
                  </a:cubicBezTo>
                  <a:cubicBezTo>
                    <a:pt x="11796" y="1444"/>
                    <a:pt x="11881" y="1370"/>
                    <a:pt x="11949" y="1291"/>
                  </a:cubicBezTo>
                  <a:cubicBezTo>
                    <a:pt x="11814" y="1120"/>
                    <a:pt x="11746" y="956"/>
                    <a:pt x="11807" y="835"/>
                  </a:cubicBezTo>
                  <a:cubicBezTo>
                    <a:pt x="11893" y="661"/>
                    <a:pt x="11982" y="485"/>
                    <a:pt x="12067" y="311"/>
                  </a:cubicBezTo>
                  <a:cubicBezTo>
                    <a:pt x="11946" y="126"/>
                    <a:pt x="11739" y="1"/>
                    <a:pt x="11482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75" name="Google Shape;7775;p272"/>
            <p:cNvSpPr/>
            <p:nvPr/>
          </p:nvSpPr>
          <p:spPr>
            <a:xfrm>
              <a:off x="-305975" y="2932300"/>
              <a:ext cx="53700" cy="27500"/>
            </a:xfrm>
            <a:custGeom>
              <a:avLst/>
              <a:gdLst/>
              <a:ahLst/>
              <a:cxnLst/>
              <a:rect l="l" t="t" r="r" b="b"/>
              <a:pathLst>
                <a:path w="2148" h="1100" extrusionOk="0">
                  <a:moveTo>
                    <a:pt x="1259" y="1"/>
                  </a:moveTo>
                  <a:cubicBezTo>
                    <a:pt x="653" y="1"/>
                    <a:pt x="0" y="614"/>
                    <a:pt x="12" y="1100"/>
                  </a:cubicBezTo>
                  <a:cubicBezTo>
                    <a:pt x="736" y="881"/>
                    <a:pt x="1452" y="600"/>
                    <a:pt x="2148" y="251"/>
                  </a:cubicBezTo>
                  <a:cubicBezTo>
                    <a:pt x="1944" y="186"/>
                    <a:pt x="1733" y="115"/>
                    <a:pt x="1523" y="43"/>
                  </a:cubicBezTo>
                  <a:cubicBezTo>
                    <a:pt x="1437" y="15"/>
                    <a:pt x="1348" y="1"/>
                    <a:pt x="1259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76" name="Google Shape;7776;p272"/>
            <p:cNvSpPr/>
            <p:nvPr/>
          </p:nvSpPr>
          <p:spPr>
            <a:xfrm>
              <a:off x="-117250" y="2779000"/>
              <a:ext cx="132575" cy="73725"/>
            </a:xfrm>
            <a:custGeom>
              <a:avLst/>
              <a:gdLst/>
              <a:ahLst/>
              <a:cxnLst/>
              <a:rect l="l" t="t" r="r" b="b"/>
              <a:pathLst>
                <a:path w="5303" h="2949" extrusionOk="0">
                  <a:moveTo>
                    <a:pt x="54" y="0"/>
                  </a:moveTo>
                  <a:cubicBezTo>
                    <a:pt x="7" y="71"/>
                    <a:pt x="0" y="124"/>
                    <a:pt x="43" y="153"/>
                  </a:cubicBezTo>
                  <a:cubicBezTo>
                    <a:pt x="1559" y="1205"/>
                    <a:pt x="3142" y="2135"/>
                    <a:pt x="4793" y="2948"/>
                  </a:cubicBezTo>
                  <a:cubicBezTo>
                    <a:pt x="4918" y="2831"/>
                    <a:pt x="5043" y="2713"/>
                    <a:pt x="5168" y="2592"/>
                  </a:cubicBezTo>
                  <a:cubicBezTo>
                    <a:pt x="5210" y="2550"/>
                    <a:pt x="5257" y="2510"/>
                    <a:pt x="5303" y="2478"/>
                  </a:cubicBezTo>
                  <a:cubicBezTo>
                    <a:pt x="3502" y="1861"/>
                    <a:pt x="1787" y="1062"/>
                    <a:pt x="147" y="64"/>
                  </a:cubicBezTo>
                  <a:cubicBezTo>
                    <a:pt x="114" y="43"/>
                    <a:pt x="83" y="22"/>
                    <a:pt x="54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77" name="Google Shape;7777;p272"/>
            <p:cNvSpPr/>
            <p:nvPr/>
          </p:nvSpPr>
          <p:spPr>
            <a:xfrm>
              <a:off x="2550" y="2840925"/>
              <a:ext cx="20275" cy="16075"/>
            </a:xfrm>
            <a:custGeom>
              <a:avLst/>
              <a:gdLst/>
              <a:ahLst/>
              <a:cxnLst/>
              <a:rect l="l" t="t" r="r" b="b"/>
              <a:pathLst>
                <a:path w="811" h="643" extrusionOk="0">
                  <a:moveTo>
                    <a:pt x="511" y="1"/>
                  </a:moveTo>
                  <a:cubicBezTo>
                    <a:pt x="465" y="33"/>
                    <a:pt x="418" y="73"/>
                    <a:pt x="376" y="115"/>
                  </a:cubicBezTo>
                  <a:cubicBezTo>
                    <a:pt x="251" y="236"/>
                    <a:pt x="126" y="354"/>
                    <a:pt x="1" y="471"/>
                  </a:cubicBezTo>
                  <a:cubicBezTo>
                    <a:pt x="119" y="529"/>
                    <a:pt x="239" y="586"/>
                    <a:pt x="358" y="642"/>
                  </a:cubicBezTo>
                  <a:cubicBezTo>
                    <a:pt x="425" y="543"/>
                    <a:pt x="489" y="440"/>
                    <a:pt x="554" y="340"/>
                  </a:cubicBezTo>
                  <a:cubicBezTo>
                    <a:pt x="621" y="233"/>
                    <a:pt x="710" y="162"/>
                    <a:pt x="810" y="104"/>
                  </a:cubicBezTo>
                  <a:cubicBezTo>
                    <a:pt x="710" y="69"/>
                    <a:pt x="611" y="37"/>
                    <a:pt x="51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78" name="Google Shape;7778;p272"/>
            <p:cNvSpPr/>
            <p:nvPr/>
          </p:nvSpPr>
          <p:spPr>
            <a:xfrm>
              <a:off x="-115900" y="2757850"/>
              <a:ext cx="184175" cy="87375"/>
            </a:xfrm>
            <a:custGeom>
              <a:avLst/>
              <a:gdLst/>
              <a:ahLst/>
              <a:cxnLst/>
              <a:rect l="l" t="t" r="r" b="b"/>
              <a:pathLst>
                <a:path w="7367" h="3495" extrusionOk="0">
                  <a:moveTo>
                    <a:pt x="1508" y="1"/>
                  </a:moveTo>
                  <a:cubicBezTo>
                    <a:pt x="1080" y="1"/>
                    <a:pt x="196" y="553"/>
                    <a:pt x="0" y="846"/>
                  </a:cubicBezTo>
                  <a:cubicBezTo>
                    <a:pt x="29" y="868"/>
                    <a:pt x="60" y="889"/>
                    <a:pt x="93" y="910"/>
                  </a:cubicBezTo>
                  <a:cubicBezTo>
                    <a:pt x="1733" y="1908"/>
                    <a:pt x="3448" y="2707"/>
                    <a:pt x="5249" y="3324"/>
                  </a:cubicBezTo>
                  <a:cubicBezTo>
                    <a:pt x="5409" y="3213"/>
                    <a:pt x="5580" y="3164"/>
                    <a:pt x="5751" y="3164"/>
                  </a:cubicBezTo>
                  <a:cubicBezTo>
                    <a:pt x="5884" y="3164"/>
                    <a:pt x="6012" y="3192"/>
                    <a:pt x="6129" y="3246"/>
                  </a:cubicBezTo>
                  <a:cubicBezTo>
                    <a:pt x="6208" y="3238"/>
                    <a:pt x="6290" y="3235"/>
                    <a:pt x="6368" y="3235"/>
                  </a:cubicBezTo>
                  <a:cubicBezTo>
                    <a:pt x="6411" y="3235"/>
                    <a:pt x="6454" y="3235"/>
                    <a:pt x="6497" y="3238"/>
                  </a:cubicBezTo>
                  <a:cubicBezTo>
                    <a:pt x="6686" y="3246"/>
                    <a:pt x="6949" y="3299"/>
                    <a:pt x="7107" y="3417"/>
                  </a:cubicBezTo>
                  <a:cubicBezTo>
                    <a:pt x="7135" y="3438"/>
                    <a:pt x="7163" y="3463"/>
                    <a:pt x="7185" y="3495"/>
                  </a:cubicBezTo>
                  <a:cubicBezTo>
                    <a:pt x="7310" y="3378"/>
                    <a:pt x="7367" y="3285"/>
                    <a:pt x="7317" y="3264"/>
                  </a:cubicBezTo>
                  <a:cubicBezTo>
                    <a:pt x="5338" y="2354"/>
                    <a:pt x="3455" y="1281"/>
                    <a:pt x="1669" y="40"/>
                  </a:cubicBezTo>
                  <a:cubicBezTo>
                    <a:pt x="1626" y="15"/>
                    <a:pt x="1572" y="1"/>
                    <a:pt x="150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79" name="Google Shape;7779;p272"/>
            <p:cNvSpPr/>
            <p:nvPr/>
          </p:nvSpPr>
          <p:spPr>
            <a:xfrm>
              <a:off x="15300" y="2836925"/>
              <a:ext cx="22050" cy="6625"/>
            </a:xfrm>
            <a:custGeom>
              <a:avLst/>
              <a:gdLst/>
              <a:ahLst/>
              <a:cxnLst/>
              <a:rect l="l" t="t" r="r" b="b"/>
              <a:pathLst>
                <a:path w="882" h="265" extrusionOk="0">
                  <a:moveTo>
                    <a:pt x="503" y="1"/>
                  </a:moveTo>
                  <a:cubicBezTo>
                    <a:pt x="332" y="1"/>
                    <a:pt x="161" y="50"/>
                    <a:pt x="1" y="161"/>
                  </a:cubicBezTo>
                  <a:cubicBezTo>
                    <a:pt x="101" y="197"/>
                    <a:pt x="200" y="229"/>
                    <a:pt x="300" y="264"/>
                  </a:cubicBezTo>
                  <a:cubicBezTo>
                    <a:pt x="358" y="229"/>
                    <a:pt x="418" y="203"/>
                    <a:pt x="482" y="175"/>
                  </a:cubicBezTo>
                  <a:cubicBezTo>
                    <a:pt x="607" y="126"/>
                    <a:pt x="743" y="96"/>
                    <a:pt x="881" y="83"/>
                  </a:cubicBezTo>
                  <a:cubicBezTo>
                    <a:pt x="764" y="29"/>
                    <a:pt x="636" y="1"/>
                    <a:pt x="50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80" name="Google Shape;7780;p272"/>
            <p:cNvSpPr/>
            <p:nvPr/>
          </p:nvSpPr>
          <p:spPr>
            <a:xfrm>
              <a:off x="8175" y="2856975"/>
              <a:ext cx="3500" cy="5575"/>
            </a:xfrm>
            <a:custGeom>
              <a:avLst/>
              <a:gdLst/>
              <a:ahLst/>
              <a:cxnLst/>
              <a:rect l="l" t="t" r="r" b="b"/>
              <a:pathLst>
                <a:path w="140" h="223" extrusionOk="0">
                  <a:moveTo>
                    <a:pt x="133" y="0"/>
                  </a:moveTo>
                  <a:cubicBezTo>
                    <a:pt x="133" y="5"/>
                    <a:pt x="133" y="5"/>
                    <a:pt x="129" y="8"/>
                  </a:cubicBezTo>
                  <a:cubicBezTo>
                    <a:pt x="133" y="8"/>
                    <a:pt x="136" y="5"/>
                    <a:pt x="139" y="5"/>
                  </a:cubicBezTo>
                  <a:cubicBezTo>
                    <a:pt x="136" y="5"/>
                    <a:pt x="136" y="0"/>
                    <a:pt x="133" y="0"/>
                  </a:cubicBezTo>
                  <a:close/>
                  <a:moveTo>
                    <a:pt x="26" y="168"/>
                  </a:moveTo>
                  <a:lnTo>
                    <a:pt x="26" y="168"/>
                  </a:lnTo>
                  <a:cubicBezTo>
                    <a:pt x="25" y="169"/>
                    <a:pt x="25" y="170"/>
                    <a:pt x="24" y="171"/>
                  </a:cubicBezTo>
                  <a:lnTo>
                    <a:pt x="24" y="171"/>
                  </a:lnTo>
                  <a:cubicBezTo>
                    <a:pt x="25" y="171"/>
                    <a:pt x="26" y="170"/>
                    <a:pt x="26" y="168"/>
                  </a:cubicBezTo>
                  <a:close/>
                  <a:moveTo>
                    <a:pt x="24" y="171"/>
                  </a:moveTo>
                  <a:cubicBezTo>
                    <a:pt x="23" y="172"/>
                    <a:pt x="22" y="173"/>
                    <a:pt x="22" y="176"/>
                  </a:cubicBezTo>
                  <a:lnTo>
                    <a:pt x="22" y="176"/>
                  </a:lnTo>
                  <a:cubicBezTo>
                    <a:pt x="23" y="174"/>
                    <a:pt x="24" y="173"/>
                    <a:pt x="24" y="171"/>
                  </a:cubicBezTo>
                  <a:close/>
                  <a:moveTo>
                    <a:pt x="22" y="176"/>
                  </a:moveTo>
                  <a:lnTo>
                    <a:pt x="22" y="176"/>
                  </a:lnTo>
                  <a:cubicBezTo>
                    <a:pt x="22" y="176"/>
                    <a:pt x="22" y="176"/>
                    <a:pt x="22" y="176"/>
                  </a:cubicBezTo>
                  <a:lnTo>
                    <a:pt x="22" y="176"/>
                  </a:lnTo>
                  <a:cubicBezTo>
                    <a:pt x="22" y="176"/>
                    <a:pt x="22" y="176"/>
                    <a:pt x="22" y="176"/>
                  </a:cubicBezTo>
                  <a:cubicBezTo>
                    <a:pt x="22" y="176"/>
                    <a:pt x="22" y="176"/>
                    <a:pt x="22" y="176"/>
                  </a:cubicBezTo>
                  <a:close/>
                  <a:moveTo>
                    <a:pt x="22" y="176"/>
                  </a:moveTo>
                  <a:cubicBezTo>
                    <a:pt x="11" y="190"/>
                    <a:pt x="4" y="204"/>
                    <a:pt x="1" y="222"/>
                  </a:cubicBezTo>
                  <a:cubicBezTo>
                    <a:pt x="7" y="207"/>
                    <a:pt x="15" y="191"/>
                    <a:pt x="22" y="176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81" name="Google Shape;7781;p272"/>
            <p:cNvSpPr/>
            <p:nvPr/>
          </p:nvSpPr>
          <p:spPr>
            <a:xfrm>
              <a:off x="47025" y="2845200"/>
              <a:ext cx="19475" cy="26975"/>
            </a:xfrm>
            <a:custGeom>
              <a:avLst/>
              <a:gdLst/>
              <a:ahLst/>
              <a:cxnLst/>
              <a:rect l="l" t="t" r="r" b="b"/>
              <a:pathLst>
                <a:path w="779" h="1079" extrusionOk="0">
                  <a:moveTo>
                    <a:pt x="668" y="1"/>
                  </a:moveTo>
                  <a:cubicBezTo>
                    <a:pt x="547" y="119"/>
                    <a:pt x="361" y="262"/>
                    <a:pt x="158" y="390"/>
                  </a:cubicBezTo>
                  <a:cubicBezTo>
                    <a:pt x="208" y="608"/>
                    <a:pt x="169" y="846"/>
                    <a:pt x="1" y="1078"/>
                  </a:cubicBezTo>
                  <a:cubicBezTo>
                    <a:pt x="165" y="1011"/>
                    <a:pt x="308" y="925"/>
                    <a:pt x="411" y="768"/>
                  </a:cubicBezTo>
                  <a:cubicBezTo>
                    <a:pt x="511" y="608"/>
                    <a:pt x="615" y="450"/>
                    <a:pt x="718" y="290"/>
                  </a:cubicBezTo>
                  <a:cubicBezTo>
                    <a:pt x="779" y="193"/>
                    <a:pt x="736" y="83"/>
                    <a:pt x="66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82" name="Google Shape;7782;p272"/>
            <p:cNvSpPr/>
            <p:nvPr/>
          </p:nvSpPr>
          <p:spPr>
            <a:xfrm>
              <a:off x="30200" y="2854950"/>
              <a:ext cx="22025" cy="18725"/>
            </a:xfrm>
            <a:custGeom>
              <a:avLst/>
              <a:gdLst/>
              <a:ahLst/>
              <a:cxnLst/>
              <a:rect l="l" t="t" r="r" b="b"/>
              <a:pathLst>
                <a:path w="881" h="749" extrusionOk="0">
                  <a:moveTo>
                    <a:pt x="831" y="0"/>
                  </a:moveTo>
                  <a:lnTo>
                    <a:pt x="831" y="0"/>
                  </a:lnTo>
                  <a:cubicBezTo>
                    <a:pt x="549" y="178"/>
                    <a:pt x="236" y="331"/>
                    <a:pt x="0" y="360"/>
                  </a:cubicBezTo>
                  <a:cubicBezTo>
                    <a:pt x="178" y="471"/>
                    <a:pt x="353" y="610"/>
                    <a:pt x="496" y="749"/>
                  </a:cubicBezTo>
                  <a:cubicBezTo>
                    <a:pt x="546" y="734"/>
                    <a:pt x="596" y="720"/>
                    <a:pt x="646" y="699"/>
                  </a:cubicBezTo>
                  <a:cubicBezTo>
                    <a:pt x="653" y="695"/>
                    <a:pt x="664" y="692"/>
                    <a:pt x="674" y="688"/>
                  </a:cubicBezTo>
                  <a:cubicBezTo>
                    <a:pt x="842" y="456"/>
                    <a:pt x="881" y="218"/>
                    <a:pt x="83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83" name="Google Shape;7783;p272"/>
            <p:cNvSpPr/>
            <p:nvPr/>
          </p:nvSpPr>
          <p:spPr>
            <a:xfrm>
              <a:off x="11475" y="2843525"/>
              <a:ext cx="22225" cy="17675"/>
            </a:xfrm>
            <a:custGeom>
              <a:avLst/>
              <a:gdLst/>
              <a:ahLst/>
              <a:cxnLst/>
              <a:rect l="l" t="t" r="r" b="b"/>
              <a:pathLst>
                <a:path w="889" h="707" extrusionOk="0">
                  <a:moveTo>
                    <a:pt x="453" y="0"/>
                  </a:moveTo>
                  <a:cubicBezTo>
                    <a:pt x="353" y="58"/>
                    <a:pt x="264" y="129"/>
                    <a:pt x="197" y="236"/>
                  </a:cubicBezTo>
                  <a:cubicBezTo>
                    <a:pt x="132" y="336"/>
                    <a:pt x="68" y="439"/>
                    <a:pt x="1" y="538"/>
                  </a:cubicBezTo>
                  <a:cubicBezTo>
                    <a:pt x="4" y="538"/>
                    <a:pt x="4" y="543"/>
                    <a:pt x="7" y="543"/>
                  </a:cubicBezTo>
                  <a:cubicBezTo>
                    <a:pt x="25" y="535"/>
                    <a:pt x="47" y="532"/>
                    <a:pt x="75" y="532"/>
                  </a:cubicBezTo>
                  <a:cubicBezTo>
                    <a:pt x="190" y="532"/>
                    <a:pt x="371" y="599"/>
                    <a:pt x="567" y="706"/>
                  </a:cubicBezTo>
                  <a:cubicBezTo>
                    <a:pt x="671" y="514"/>
                    <a:pt x="778" y="325"/>
                    <a:pt x="888" y="140"/>
                  </a:cubicBezTo>
                  <a:cubicBezTo>
                    <a:pt x="742" y="93"/>
                    <a:pt x="596" y="46"/>
                    <a:pt x="453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84" name="Google Shape;7784;p272"/>
            <p:cNvSpPr/>
            <p:nvPr/>
          </p:nvSpPr>
          <p:spPr>
            <a:xfrm>
              <a:off x="37325" y="2838700"/>
              <a:ext cx="26400" cy="16275"/>
            </a:xfrm>
            <a:custGeom>
              <a:avLst/>
              <a:gdLst/>
              <a:ahLst/>
              <a:cxnLst/>
              <a:rect l="l" t="t" r="r" b="b"/>
              <a:pathLst>
                <a:path w="1056" h="651" extrusionOk="0">
                  <a:moveTo>
                    <a:pt x="239" y="1"/>
                  </a:moveTo>
                  <a:cubicBezTo>
                    <a:pt x="161" y="1"/>
                    <a:pt x="79" y="4"/>
                    <a:pt x="0" y="12"/>
                  </a:cubicBezTo>
                  <a:cubicBezTo>
                    <a:pt x="268" y="132"/>
                    <a:pt x="482" y="372"/>
                    <a:pt x="546" y="650"/>
                  </a:cubicBezTo>
                  <a:cubicBezTo>
                    <a:pt x="749" y="522"/>
                    <a:pt x="935" y="379"/>
                    <a:pt x="1056" y="261"/>
                  </a:cubicBezTo>
                  <a:cubicBezTo>
                    <a:pt x="1034" y="229"/>
                    <a:pt x="1006" y="204"/>
                    <a:pt x="978" y="183"/>
                  </a:cubicBezTo>
                  <a:cubicBezTo>
                    <a:pt x="820" y="65"/>
                    <a:pt x="557" y="12"/>
                    <a:pt x="368" y="4"/>
                  </a:cubicBezTo>
                  <a:cubicBezTo>
                    <a:pt x="325" y="1"/>
                    <a:pt x="282" y="1"/>
                    <a:pt x="239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85" name="Google Shape;7785;p272"/>
            <p:cNvSpPr/>
            <p:nvPr/>
          </p:nvSpPr>
          <p:spPr>
            <a:xfrm>
              <a:off x="22800" y="2838975"/>
              <a:ext cx="28200" cy="24975"/>
            </a:xfrm>
            <a:custGeom>
              <a:avLst/>
              <a:gdLst/>
              <a:ahLst/>
              <a:cxnLst/>
              <a:rect l="l" t="t" r="r" b="b"/>
              <a:pathLst>
                <a:path w="1128" h="999" extrusionOk="0">
                  <a:moveTo>
                    <a:pt x="581" y="1"/>
                  </a:moveTo>
                  <a:cubicBezTo>
                    <a:pt x="443" y="14"/>
                    <a:pt x="307" y="44"/>
                    <a:pt x="182" y="93"/>
                  </a:cubicBezTo>
                  <a:cubicBezTo>
                    <a:pt x="118" y="121"/>
                    <a:pt x="58" y="147"/>
                    <a:pt x="0" y="182"/>
                  </a:cubicBezTo>
                  <a:cubicBezTo>
                    <a:pt x="143" y="228"/>
                    <a:pt x="289" y="275"/>
                    <a:pt x="435" y="322"/>
                  </a:cubicBezTo>
                  <a:cubicBezTo>
                    <a:pt x="325" y="507"/>
                    <a:pt x="218" y="696"/>
                    <a:pt x="114" y="888"/>
                  </a:cubicBezTo>
                  <a:cubicBezTo>
                    <a:pt x="175" y="921"/>
                    <a:pt x="236" y="956"/>
                    <a:pt x="296" y="999"/>
                  </a:cubicBezTo>
                  <a:cubicBezTo>
                    <a:pt x="532" y="970"/>
                    <a:pt x="845" y="817"/>
                    <a:pt x="1127" y="639"/>
                  </a:cubicBezTo>
                  <a:cubicBezTo>
                    <a:pt x="1063" y="361"/>
                    <a:pt x="849" y="121"/>
                    <a:pt x="5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86" name="Google Shape;7786;p272"/>
            <p:cNvSpPr/>
            <p:nvPr/>
          </p:nvSpPr>
          <p:spPr>
            <a:xfrm>
              <a:off x="-3775" y="2909925"/>
              <a:ext cx="7700" cy="9575"/>
            </a:xfrm>
            <a:custGeom>
              <a:avLst/>
              <a:gdLst/>
              <a:ahLst/>
              <a:cxnLst/>
              <a:rect l="l" t="t" r="r" b="b"/>
              <a:pathLst>
                <a:path w="308" h="383" extrusionOk="0">
                  <a:moveTo>
                    <a:pt x="308" y="1"/>
                  </a:moveTo>
                  <a:cubicBezTo>
                    <a:pt x="208" y="76"/>
                    <a:pt x="104" y="150"/>
                    <a:pt x="0" y="222"/>
                  </a:cubicBezTo>
                  <a:cubicBezTo>
                    <a:pt x="58" y="279"/>
                    <a:pt x="115" y="333"/>
                    <a:pt x="179" y="382"/>
                  </a:cubicBezTo>
                  <a:cubicBezTo>
                    <a:pt x="218" y="254"/>
                    <a:pt x="265" y="129"/>
                    <a:pt x="30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87" name="Google Shape;7787;p272"/>
            <p:cNvSpPr/>
            <p:nvPr/>
          </p:nvSpPr>
          <p:spPr>
            <a:xfrm>
              <a:off x="-6975" y="2857175"/>
              <a:ext cx="26125" cy="58325"/>
            </a:xfrm>
            <a:custGeom>
              <a:avLst/>
              <a:gdLst/>
              <a:ahLst/>
              <a:cxnLst/>
              <a:rect l="l" t="t" r="r" b="b"/>
              <a:pathLst>
                <a:path w="1045" h="2333" extrusionOk="0">
                  <a:moveTo>
                    <a:pt x="735" y="0"/>
                  </a:moveTo>
                  <a:cubicBezTo>
                    <a:pt x="714" y="10"/>
                    <a:pt x="699" y="25"/>
                    <a:pt x="692" y="43"/>
                  </a:cubicBezTo>
                  <a:cubicBezTo>
                    <a:pt x="671" y="82"/>
                    <a:pt x="653" y="121"/>
                    <a:pt x="632" y="160"/>
                  </a:cubicBezTo>
                  <a:cubicBezTo>
                    <a:pt x="667" y="107"/>
                    <a:pt x="703" y="53"/>
                    <a:pt x="735" y="0"/>
                  </a:cubicBezTo>
                  <a:close/>
                  <a:moveTo>
                    <a:pt x="607" y="214"/>
                  </a:moveTo>
                  <a:lnTo>
                    <a:pt x="607" y="214"/>
                  </a:lnTo>
                  <a:cubicBezTo>
                    <a:pt x="442" y="545"/>
                    <a:pt x="278" y="877"/>
                    <a:pt x="118" y="1209"/>
                  </a:cubicBezTo>
                  <a:cubicBezTo>
                    <a:pt x="289" y="1476"/>
                    <a:pt x="286" y="1865"/>
                    <a:pt x="0" y="2189"/>
                  </a:cubicBezTo>
                  <a:cubicBezTo>
                    <a:pt x="39" y="2235"/>
                    <a:pt x="82" y="2286"/>
                    <a:pt x="128" y="2332"/>
                  </a:cubicBezTo>
                  <a:cubicBezTo>
                    <a:pt x="232" y="2260"/>
                    <a:pt x="336" y="2186"/>
                    <a:pt x="436" y="2111"/>
                  </a:cubicBezTo>
                  <a:cubicBezTo>
                    <a:pt x="614" y="1618"/>
                    <a:pt x="816" y="1138"/>
                    <a:pt x="1045" y="663"/>
                  </a:cubicBezTo>
                  <a:cubicBezTo>
                    <a:pt x="938" y="634"/>
                    <a:pt x="834" y="592"/>
                    <a:pt x="757" y="532"/>
                  </a:cubicBezTo>
                  <a:cubicBezTo>
                    <a:pt x="667" y="467"/>
                    <a:pt x="571" y="335"/>
                    <a:pt x="607" y="214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88" name="Google Shape;7788;p272"/>
            <p:cNvSpPr/>
            <p:nvPr/>
          </p:nvSpPr>
          <p:spPr>
            <a:xfrm>
              <a:off x="700" y="2875350"/>
              <a:ext cx="50825" cy="57350"/>
            </a:xfrm>
            <a:custGeom>
              <a:avLst/>
              <a:gdLst/>
              <a:ahLst/>
              <a:cxnLst/>
              <a:rect l="l" t="t" r="r" b="b"/>
              <a:pathLst>
                <a:path w="2033" h="2294" extrusionOk="0">
                  <a:moveTo>
                    <a:pt x="1744" y="1"/>
                  </a:moveTo>
                  <a:cubicBezTo>
                    <a:pt x="1737" y="7"/>
                    <a:pt x="1729" y="14"/>
                    <a:pt x="1726" y="19"/>
                  </a:cubicBezTo>
                  <a:cubicBezTo>
                    <a:pt x="1227" y="511"/>
                    <a:pt x="692" y="967"/>
                    <a:pt x="129" y="1384"/>
                  </a:cubicBezTo>
                  <a:cubicBezTo>
                    <a:pt x="86" y="1512"/>
                    <a:pt x="39" y="1637"/>
                    <a:pt x="0" y="1765"/>
                  </a:cubicBezTo>
                  <a:cubicBezTo>
                    <a:pt x="343" y="2054"/>
                    <a:pt x="788" y="2293"/>
                    <a:pt x="1006" y="2293"/>
                  </a:cubicBezTo>
                  <a:cubicBezTo>
                    <a:pt x="1066" y="2293"/>
                    <a:pt x="1109" y="2275"/>
                    <a:pt x="1126" y="2236"/>
                  </a:cubicBezTo>
                  <a:cubicBezTo>
                    <a:pt x="1405" y="1673"/>
                    <a:pt x="1683" y="1110"/>
                    <a:pt x="1961" y="546"/>
                  </a:cubicBezTo>
                  <a:cubicBezTo>
                    <a:pt x="2033" y="404"/>
                    <a:pt x="1926" y="200"/>
                    <a:pt x="174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89" name="Google Shape;7789;p272"/>
            <p:cNvSpPr/>
            <p:nvPr/>
          </p:nvSpPr>
          <p:spPr>
            <a:xfrm>
              <a:off x="3900" y="2873650"/>
              <a:ext cx="40400" cy="36300"/>
            </a:xfrm>
            <a:custGeom>
              <a:avLst/>
              <a:gdLst/>
              <a:ahLst/>
              <a:cxnLst/>
              <a:rect l="l" t="t" r="r" b="b"/>
              <a:pathLst>
                <a:path w="1616" h="1452" extrusionOk="0">
                  <a:moveTo>
                    <a:pt x="1548" y="1"/>
                  </a:moveTo>
                  <a:cubicBezTo>
                    <a:pt x="1391" y="44"/>
                    <a:pt x="1224" y="57"/>
                    <a:pt x="1059" y="57"/>
                  </a:cubicBezTo>
                  <a:cubicBezTo>
                    <a:pt x="1016" y="57"/>
                    <a:pt x="974" y="57"/>
                    <a:pt x="931" y="54"/>
                  </a:cubicBezTo>
                  <a:cubicBezTo>
                    <a:pt x="835" y="51"/>
                    <a:pt x="720" y="36"/>
                    <a:pt x="610" y="4"/>
                  </a:cubicBezTo>
                  <a:cubicBezTo>
                    <a:pt x="381" y="479"/>
                    <a:pt x="179" y="959"/>
                    <a:pt x="1" y="1452"/>
                  </a:cubicBezTo>
                  <a:cubicBezTo>
                    <a:pt x="564" y="1035"/>
                    <a:pt x="1099" y="579"/>
                    <a:pt x="1598" y="87"/>
                  </a:cubicBezTo>
                  <a:cubicBezTo>
                    <a:pt x="1601" y="82"/>
                    <a:pt x="1609" y="75"/>
                    <a:pt x="1616" y="69"/>
                  </a:cubicBezTo>
                  <a:lnTo>
                    <a:pt x="1548" y="1"/>
                  </a:ln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90" name="Google Shape;7790;p272"/>
            <p:cNvSpPr/>
            <p:nvPr/>
          </p:nvSpPr>
          <p:spPr>
            <a:xfrm>
              <a:off x="-12050" y="2887375"/>
              <a:ext cx="12325" cy="24550"/>
            </a:xfrm>
            <a:custGeom>
              <a:avLst/>
              <a:gdLst/>
              <a:ahLst/>
              <a:cxnLst/>
              <a:rect l="l" t="t" r="r" b="b"/>
              <a:pathLst>
                <a:path w="493" h="982" extrusionOk="0">
                  <a:moveTo>
                    <a:pt x="321" y="1"/>
                  </a:moveTo>
                  <a:lnTo>
                    <a:pt x="321" y="1"/>
                  </a:lnTo>
                  <a:cubicBezTo>
                    <a:pt x="236" y="175"/>
                    <a:pt x="147" y="351"/>
                    <a:pt x="61" y="525"/>
                  </a:cubicBezTo>
                  <a:cubicBezTo>
                    <a:pt x="0" y="646"/>
                    <a:pt x="68" y="810"/>
                    <a:pt x="203" y="981"/>
                  </a:cubicBezTo>
                  <a:cubicBezTo>
                    <a:pt x="489" y="657"/>
                    <a:pt x="492" y="268"/>
                    <a:pt x="32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91" name="Google Shape;7791;p272"/>
            <p:cNvSpPr/>
            <p:nvPr/>
          </p:nvSpPr>
          <p:spPr>
            <a:xfrm>
              <a:off x="7275" y="2857075"/>
              <a:ext cx="17325" cy="16700"/>
            </a:xfrm>
            <a:custGeom>
              <a:avLst/>
              <a:gdLst/>
              <a:ahLst/>
              <a:cxnLst/>
              <a:rect l="l" t="t" r="r" b="b"/>
              <a:pathLst>
                <a:path w="693" h="668" extrusionOk="0">
                  <a:moveTo>
                    <a:pt x="175" y="1"/>
                  </a:moveTo>
                  <a:cubicBezTo>
                    <a:pt x="172" y="1"/>
                    <a:pt x="169" y="4"/>
                    <a:pt x="165" y="4"/>
                  </a:cubicBezTo>
                  <a:cubicBezTo>
                    <a:pt x="133" y="57"/>
                    <a:pt x="97" y="111"/>
                    <a:pt x="62" y="164"/>
                  </a:cubicBezTo>
                  <a:cubicBezTo>
                    <a:pt x="54" y="182"/>
                    <a:pt x="44" y="200"/>
                    <a:pt x="37" y="218"/>
                  </a:cubicBezTo>
                  <a:cubicBezTo>
                    <a:pt x="1" y="339"/>
                    <a:pt x="97" y="471"/>
                    <a:pt x="187" y="536"/>
                  </a:cubicBezTo>
                  <a:cubicBezTo>
                    <a:pt x="264" y="596"/>
                    <a:pt x="368" y="638"/>
                    <a:pt x="475" y="667"/>
                  </a:cubicBezTo>
                  <a:cubicBezTo>
                    <a:pt x="546" y="525"/>
                    <a:pt x="618" y="386"/>
                    <a:pt x="692" y="243"/>
                  </a:cubicBezTo>
                  <a:cubicBezTo>
                    <a:pt x="518" y="164"/>
                    <a:pt x="347" y="82"/>
                    <a:pt x="175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92" name="Google Shape;7792;p272"/>
            <p:cNvSpPr/>
            <p:nvPr/>
          </p:nvSpPr>
          <p:spPr>
            <a:xfrm>
              <a:off x="19125" y="2863125"/>
              <a:ext cx="23475" cy="11975"/>
            </a:xfrm>
            <a:custGeom>
              <a:avLst/>
              <a:gdLst/>
              <a:ahLst/>
              <a:cxnLst/>
              <a:rect l="l" t="t" r="r" b="b"/>
              <a:pathLst>
                <a:path w="939" h="479" extrusionOk="0">
                  <a:moveTo>
                    <a:pt x="218" y="1"/>
                  </a:moveTo>
                  <a:cubicBezTo>
                    <a:pt x="144" y="144"/>
                    <a:pt x="72" y="283"/>
                    <a:pt x="1" y="425"/>
                  </a:cubicBezTo>
                  <a:cubicBezTo>
                    <a:pt x="111" y="457"/>
                    <a:pt x="226" y="472"/>
                    <a:pt x="322" y="475"/>
                  </a:cubicBezTo>
                  <a:cubicBezTo>
                    <a:pt x="365" y="478"/>
                    <a:pt x="407" y="478"/>
                    <a:pt x="450" y="478"/>
                  </a:cubicBezTo>
                  <a:cubicBezTo>
                    <a:pt x="615" y="478"/>
                    <a:pt x="782" y="465"/>
                    <a:pt x="939" y="422"/>
                  </a:cubicBezTo>
                  <a:cubicBezTo>
                    <a:pt x="796" y="283"/>
                    <a:pt x="621" y="144"/>
                    <a:pt x="443" y="33"/>
                  </a:cubicBezTo>
                  <a:cubicBezTo>
                    <a:pt x="422" y="33"/>
                    <a:pt x="397" y="37"/>
                    <a:pt x="376" y="37"/>
                  </a:cubicBezTo>
                  <a:cubicBezTo>
                    <a:pt x="322" y="37"/>
                    <a:pt x="276" y="26"/>
                    <a:pt x="236" y="8"/>
                  </a:cubicBezTo>
                  <a:cubicBezTo>
                    <a:pt x="229" y="4"/>
                    <a:pt x="226" y="4"/>
                    <a:pt x="21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93" name="Google Shape;7793;p272"/>
            <p:cNvSpPr/>
            <p:nvPr/>
          </p:nvSpPr>
          <p:spPr>
            <a:xfrm>
              <a:off x="11650" y="2856800"/>
              <a:ext cx="14025" cy="6350"/>
            </a:xfrm>
            <a:custGeom>
              <a:avLst/>
              <a:gdLst/>
              <a:ahLst/>
              <a:cxnLst/>
              <a:rect l="l" t="t" r="r" b="b"/>
              <a:pathLst>
                <a:path w="561" h="254" extrusionOk="0">
                  <a:moveTo>
                    <a:pt x="68" y="1"/>
                  </a:moveTo>
                  <a:cubicBezTo>
                    <a:pt x="40" y="1"/>
                    <a:pt x="18" y="4"/>
                    <a:pt x="0" y="12"/>
                  </a:cubicBezTo>
                  <a:cubicBezTo>
                    <a:pt x="172" y="93"/>
                    <a:pt x="343" y="175"/>
                    <a:pt x="517" y="254"/>
                  </a:cubicBezTo>
                  <a:cubicBezTo>
                    <a:pt x="532" y="229"/>
                    <a:pt x="546" y="200"/>
                    <a:pt x="560" y="175"/>
                  </a:cubicBezTo>
                  <a:cubicBezTo>
                    <a:pt x="364" y="68"/>
                    <a:pt x="183" y="1"/>
                    <a:pt x="6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794" name="Google Shape;7794;p272"/>
            <p:cNvSpPr/>
            <p:nvPr/>
          </p:nvSpPr>
          <p:spPr>
            <a:xfrm>
              <a:off x="24575" y="2861175"/>
              <a:ext cx="5650" cy="2875"/>
            </a:xfrm>
            <a:custGeom>
              <a:avLst/>
              <a:gdLst/>
              <a:ahLst/>
              <a:cxnLst/>
              <a:rect l="l" t="t" r="r" b="b"/>
              <a:pathLst>
                <a:path w="226" h="115" extrusionOk="0">
                  <a:moveTo>
                    <a:pt x="43" y="0"/>
                  </a:moveTo>
                  <a:cubicBezTo>
                    <a:pt x="29" y="25"/>
                    <a:pt x="15" y="54"/>
                    <a:pt x="0" y="79"/>
                  </a:cubicBezTo>
                  <a:cubicBezTo>
                    <a:pt x="8" y="82"/>
                    <a:pt x="11" y="82"/>
                    <a:pt x="18" y="86"/>
                  </a:cubicBezTo>
                  <a:cubicBezTo>
                    <a:pt x="58" y="104"/>
                    <a:pt x="104" y="115"/>
                    <a:pt x="158" y="115"/>
                  </a:cubicBezTo>
                  <a:cubicBezTo>
                    <a:pt x="179" y="115"/>
                    <a:pt x="204" y="111"/>
                    <a:pt x="225" y="111"/>
                  </a:cubicBezTo>
                  <a:cubicBezTo>
                    <a:pt x="165" y="68"/>
                    <a:pt x="104" y="33"/>
                    <a:pt x="43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</p:grpSp>
      <p:grpSp>
        <p:nvGrpSpPr>
          <p:cNvPr id="7795" name="Google Shape;7795;p272"/>
          <p:cNvGrpSpPr/>
          <p:nvPr/>
        </p:nvGrpSpPr>
        <p:grpSpPr>
          <a:xfrm rot="2976190">
            <a:off x="165824" y="3842705"/>
            <a:ext cx="2306068" cy="512929"/>
            <a:chOff x="7051300" y="3461525"/>
            <a:chExt cx="2305989" cy="512912"/>
          </a:xfrm>
        </p:grpSpPr>
        <p:sp>
          <p:nvSpPr>
            <p:cNvPr id="7796" name="Google Shape;7796;p272"/>
            <p:cNvSpPr/>
            <p:nvPr/>
          </p:nvSpPr>
          <p:spPr>
            <a:xfrm>
              <a:off x="7075817" y="3564700"/>
              <a:ext cx="2271819" cy="396457"/>
            </a:xfrm>
            <a:custGeom>
              <a:avLst/>
              <a:gdLst/>
              <a:ahLst/>
              <a:cxnLst/>
              <a:rect l="l" t="t" r="r" b="b"/>
              <a:pathLst>
                <a:path w="46702" h="8150" extrusionOk="0">
                  <a:moveTo>
                    <a:pt x="46666" y="1"/>
                  </a:moveTo>
                  <a:lnTo>
                    <a:pt x="41068" y="704"/>
                  </a:lnTo>
                  <a:lnTo>
                    <a:pt x="39932" y="848"/>
                  </a:lnTo>
                  <a:lnTo>
                    <a:pt x="40221" y="3156"/>
                  </a:lnTo>
                  <a:lnTo>
                    <a:pt x="41357" y="3011"/>
                  </a:lnTo>
                  <a:lnTo>
                    <a:pt x="41303" y="2606"/>
                  </a:lnTo>
                  <a:lnTo>
                    <a:pt x="46702" y="271"/>
                  </a:lnTo>
                  <a:lnTo>
                    <a:pt x="46666" y="1"/>
                  </a:lnTo>
                  <a:close/>
                  <a:moveTo>
                    <a:pt x="1560" y="5644"/>
                  </a:moveTo>
                  <a:lnTo>
                    <a:pt x="1" y="5842"/>
                  </a:lnTo>
                  <a:lnTo>
                    <a:pt x="298" y="8149"/>
                  </a:lnTo>
                  <a:lnTo>
                    <a:pt x="1858" y="7960"/>
                  </a:lnTo>
                  <a:lnTo>
                    <a:pt x="1560" y="5644"/>
                  </a:lnTo>
                  <a:close/>
                </a:path>
              </a:pathLst>
            </a:custGeom>
            <a:solidFill>
              <a:srgbClr val="EE8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7" name="Google Shape;7797;p272"/>
            <p:cNvSpPr/>
            <p:nvPr/>
          </p:nvSpPr>
          <p:spPr>
            <a:xfrm>
              <a:off x="7056554" y="3473929"/>
              <a:ext cx="2293709" cy="379334"/>
            </a:xfrm>
            <a:custGeom>
              <a:avLst/>
              <a:gdLst/>
              <a:ahLst/>
              <a:cxnLst/>
              <a:rect l="l" t="t" r="r" b="b"/>
              <a:pathLst>
                <a:path w="47152" h="7798" extrusionOk="0">
                  <a:moveTo>
                    <a:pt x="43312" y="1515"/>
                  </a:moveTo>
                  <a:cubicBezTo>
                    <a:pt x="43664" y="1533"/>
                    <a:pt x="43682" y="1687"/>
                    <a:pt x="43691" y="1741"/>
                  </a:cubicBezTo>
                  <a:cubicBezTo>
                    <a:pt x="43700" y="1858"/>
                    <a:pt x="43682" y="1993"/>
                    <a:pt x="43393" y="2029"/>
                  </a:cubicBezTo>
                  <a:cubicBezTo>
                    <a:pt x="43361" y="2033"/>
                    <a:pt x="43331" y="2035"/>
                    <a:pt x="43305" y="2035"/>
                  </a:cubicBezTo>
                  <a:cubicBezTo>
                    <a:pt x="43091" y="2035"/>
                    <a:pt x="43041" y="1916"/>
                    <a:pt x="43033" y="1804"/>
                  </a:cubicBezTo>
                  <a:cubicBezTo>
                    <a:pt x="43006" y="1623"/>
                    <a:pt x="43069" y="1542"/>
                    <a:pt x="43231" y="1515"/>
                  </a:cubicBezTo>
                  <a:close/>
                  <a:moveTo>
                    <a:pt x="42113" y="1308"/>
                  </a:moveTo>
                  <a:cubicBezTo>
                    <a:pt x="42366" y="1335"/>
                    <a:pt x="42501" y="1479"/>
                    <a:pt x="42537" y="1750"/>
                  </a:cubicBezTo>
                  <a:cubicBezTo>
                    <a:pt x="42546" y="1858"/>
                    <a:pt x="42528" y="1966"/>
                    <a:pt x="42474" y="2065"/>
                  </a:cubicBezTo>
                  <a:cubicBezTo>
                    <a:pt x="42420" y="2164"/>
                    <a:pt x="42348" y="2218"/>
                    <a:pt x="42239" y="2236"/>
                  </a:cubicBezTo>
                  <a:cubicBezTo>
                    <a:pt x="42209" y="2239"/>
                    <a:pt x="42181" y="2241"/>
                    <a:pt x="42154" y="2241"/>
                  </a:cubicBezTo>
                  <a:cubicBezTo>
                    <a:pt x="42019" y="2241"/>
                    <a:pt x="41924" y="2203"/>
                    <a:pt x="41879" y="2128"/>
                  </a:cubicBezTo>
                  <a:cubicBezTo>
                    <a:pt x="41861" y="2092"/>
                    <a:pt x="41843" y="2029"/>
                    <a:pt x="41825" y="1858"/>
                  </a:cubicBezTo>
                  <a:cubicBezTo>
                    <a:pt x="41762" y="1353"/>
                    <a:pt x="41969" y="1326"/>
                    <a:pt x="42041" y="1317"/>
                  </a:cubicBezTo>
                  <a:cubicBezTo>
                    <a:pt x="42059" y="1308"/>
                    <a:pt x="42086" y="1308"/>
                    <a:pt x="42113" y="1308"/>
                  </a:cubicBezTo>
                  <a:close/>
                  <a:moveTo>
                    <a:pt x="41221" y="1"/>
                  </a:moveTo>
                  <a:lnTo>
                    <a:pt x="39932" y="163"/>
                  </a:lnTo>
                  <a:lnTo>
                    <a:pt x="40256" y="2795"/>
                  </a:lnTo>
                  <a:lnTo>
                    <a:pt x="47152" y="1930"/>
                  </a:lnTo>
                  <a:lnTo>
                    <a:pt x="47080" y="1335"/>
                  </a:lnTo>
                  <a:lnTo>
                    <a:pt x="41275" y="425"/>
                  </a:lnTo>
                  <a:lnTo>
                    <a:pt x="41221" y="1"/>
                  </a:lnTo>
                  <a:close/>
                  <a:moveTo>
                    <a:pt x="1713" y="4941"/>
                  </a:moveTo>
                  <a:lnTo>
                    <a:pt x="0" y="5157"/>
                  </a:lnTo>
                  <a:lnTo>
                    <a:pt x="334" y="7798"/>
                  </a:lnTo>
                  <a:lnTo>
                    <a:pt x="2046" y="7582"/>
                  </a:lnTo>
                  <a:lnTo>
                    <a:pt x="1713" y="4941"/>
                  </a:lnTo>
                  <a:close/>
                </a:path>
              </a:pathLst>
            </a:custGeom>
            <a:solidFill>
              <a:srgbClr val="EEA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8" name="Google Shape;7798;p272"/>
            <p:cNvSpPr/>
            <p:nvPr/>
          </p:nvSpPr>
          <p:spPr>
            <a:xfrm>
              <a:off x="9084585" y="3533956"/>
              <a:ext cx="102106" cy="52683"/>
            </a:xfrm>
            <a:custGeom>
              <a:avLst/>
              <a:gdLst/>
              <a:ahLst/>
              <a:cxnLst/>
              <a:rect l="l" t="t" r="r" b="b"/>
              <a:pathLst>
                <a:path w="2099" h="1083" extrusionOk="0">
                  <a:moveTo>
                    <a:pt x="1621" y="200"/>
                  </a:moveTo>
                  <a:cubicBezTo>
                    <a:pt x="1351" y="200"/>
                    <a:pt x="1233" y="326"/>
                    <a:pt x="1261" y="579"/>
                  </a:cubicBezTo>
                  <a:cubicBezTo>
                    <a:pt x="1284" y="782"/>
                    <a:pt x="1402" y="883"/>
                    <a:pt x="1609" y="883"/>
                  </a:cubicBezTo>
                  <a:cubicBezTo>
                    <a:pt x="1641" y="883"/>
                    <a:pt x="1675" y="881"/>
                    <a:pt x="1711" y="876"/>
                  </a:cubicBezTo>
                  <a:cubicBezTo>
                    <a:pt x="1982" y="840"/>
                    <a:pt x="2099" y="714"/>
                    <a:pt x="2072" y="498"/>
                  </a:cubicBezTo>
                  <a:cubicBezTo>
                    <a:pt x="2054" y="317"/>
                    <a:pt x="1900" y="218"/>
                    <a:pt x="1621" y="200"/>
                  </a:cubicBezTo>
                  <a:close/>
                  <a:moveTo>
                    <a:pt x="397" y="1"/>
                  </a:moveTo>
                  <a:cubicBezTo>
                    <a:pt x="115" y="1"/>
                    <a:pt x="1" y="217"/>
                    <a:pt x="53" y="633"/>
                  </a:cubicBezTo>
                  <a:cubicBezTo>
                    <a:pt x="71" y="777"/>
                    <a:pt x="89" y="867"/>
                    <a:pt x="116" y="921"/>
                  </a:cubicBezTo>
                  <a:cubicBezTo>
                    <a:pt x="182" y="1032"/>
                    <a:pt x="290" y="1082"/>
                    <a:pt x="446" y="1082"/>
                  </a:cubicBezTo>
                  <a:cubicBezTo>
                    <a:pt x="481" y="1082"/>
                    <a:pt x="518" y="1079"/>
                    <a:pt x="557" y="1075"/>
                  </a:cubicBezTo>
                  <a:cubicBezTo>
                    <a:pt x="693" y="1066"/>
                    <a:pt x="783" y="993"/>
                    <a:pt x="846" y="867"/>
                  </a:cubicBezTo>
                  <a:cubicBezTo>
                    <a:pt x="909" y="750"/>
                    <a:pt x="936" y="633"/>
                    <a:pt x="918" y="507"/>
                  </a:cubicBezTo>
                  <a:cubicBezTo>
                    <a:pt x="882" y="200"/>
                    <a:pt x="720" y="29"/>
                    <a:pt x="431" y="2"/>
                  </a:cubicBezTo>
                  <a:cubicBezTo>
                    <a:pt x="419" y="1"/>
                    <a:pt x="408" y="1"/>
                    <a:pt x="397" y="1"/>
                  </a:cubicBezTo>
                  <a:close/>
                </a:path>
              </a:pathLst>
            </a:custGeom>
            <a:solidFill>
              <a:srgbClr val="EECA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9" name="Google Shape;7799;p272"/>
            <p:cNvSpPr/>
            <p:nvPr/>
          </p:nvSpPr>
          <p:spPr>
            <a:xfrm>
              <a:off x="7151702" y="3605512"/>
              <a:ext cx="1882416" cy="359584"/>
            </a:xfrm>
            <a:custGeom>
              <a:avLst/>
              <a:gdLst/>
              <a:ahLst/>
              <a:cxnLst/>
              <a:rect l="l" t="t" r="r" b="b"/>
              <a:pathLst>
                <a:path w="38697" h="7392" extrusionOk="0">
                  <a:moveTo>
                    <a:pt x="38372" y="0"/>
                  </a:moveTo>
                  <a:lnTo>
                    <a:pt x="25555" y="1614"/>
                  </a:lnTo>
                  <a:cubicBezTo>
                    <a:pt x="25645" y="2506"/>
                    <a:pt x="25104" y="3353"/>
                    <a:pt x="23932" y="4156"/>
                  </a:cubicBezTo>
                  <a:cubicBezTo>
                    <a:pt x="23752" y="4282"/>
                    <a:pt x="23563" y="4399"/>
                    <a:pt x="23373" y="4507"/>
                  </a:cubicBezTo>
                  <a:lnTo>
                    <a:pt x="38697" y="2587"/>
                  </a:lnTo>
                  <a:lnTo>
                    <a:pt x="38661" y="2317"/>
                  </a:lnTo>
                  <a:lnTo>
                    <a:pt x="38372" y="0"/>
                  </a:lnTo>
                  <a:close/>
                  <a:moveTo>
                    <a:pt x="12593" y="3236"/>
                  </a:moveTo>
                  <a:lnTo>
                    <a:pt x="0" y="4805"/>
                  </a:lnTo>
                  <a:lnTo>
                    <a:pt x="298" y="7121"/>
                  </a:lnTo>
                  <a:lnTo>
                    <a:pt x="325" y="7392"/>
                  </a:lnTo>
                  <a:lnTo>
                    <a:pt x="15423" y="5499"/>
                  </a:lnTo>
                  <a:cubicBezTo>
                    <a:pt x="15207" y="5445"/>
                    <a:pt x="14999" y="5381"/>
                    <a:pt x="14792" y="5300"/>
                  </a:cubicBezTo>
                  <a:cubicBezTo>
                    <a:pt x="13458" y="4814"/>
                    <a:pt x="12728" y="4129"/>
                    <a:pt x="12593" y="3236"/>
                  </a:cubicBezTo>
                  <a:close/>
                </a:path>
              </a:pathLst>
            </a:custGeom>
            <a:solidFill>
              <a:srgbClr val="D76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0" name="Google Shape;7800;p272"/>
            <p:cNvSpPr/>
            <p:nvPr/>
          </p:nvSpPr>
          <p:spPr>
            <a:xfrm>
              <a:off x="7764232" y="3683976"/>
              <a:ext cx="634963" cy="189034"/>
            </a:xfrm>
            <a:custGeom>
              <a:avLst/>
              <a:gdLst/>
              <a:ahLst/>
              <a:cxnLst/>
              <a:rect l="l" t="t" r="r" b="b"/>
              <a:pathLst>
                <a:path w="13053" h="3886" extrusionOk="0">
                  <a:moveTo>
                    <a:pt x="12963" y="1"/>
                  </a:moveTo>
                  <a:lnTo>
                    <a:pt x="1" y="1623"/>
                  </a:lnTo>
                  <a:cubicBezTo>
                    <a:pt x="136" y="2516"/>
                    <a:pt x="866" y="3201"/>
                    <a:pt x="2200" y="3687"/>
                  </a:cubicBezTo>
                  <a:cubicBezTo>
                    <a:pt x="2407" y="3768"/>
                    <a:pt x="2615" y="3832"/>
                    <a:pt x="2831" y="3886"/>
                  </a:cubicBezTo>
                  <a:lnTo>
                    <a:pt x="10781" y="2894"/>
                  </a:lnTo>
                  <a:cubicBezTo>
                    <a:pt x="10971" y="2786"/>
                    <a:pt x="11160" y="2669"/>
                    <a:pt x="11340" y="2543"/>
                  </a:cubicBezTo>
                  <a:cubicBezTo>
                    <a:pt x="12512" y="1740"/>
                    <a:pt x="13053" y="893"/>
                    <a:pt x="12963" y="1"/>
                  </a:cubicBezTo>
                  <a:close/>
                </a:path>
              </a:pathLst>
            </a:custGeom>
            <a:solidFill>
              <a:srgbClr val="C2BC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1" name="Google Shape;7801;p272"/>
            <p:cNvSpPr/>
            <p:nvPr/>
          </p:nvSpPr>
          <p:spPr>
            <a:xfrm>
              <a:off x="7758540" y="3565575"/>
              <a:ext cx="636277" cy="197401"/>
            </a:xfrm>
            <a:custGeom>
              <a:avLst/>
              <a:gdLst/>
              <a:ahLst/>
              <a:cxnLst/>
              <a:rect l="l" t="t" r="r" b="b"/>
              <a:pathLst>
                <a:path w="13080" h="4058" extrusionOk="0">
                  <a:moveTo>
                    <a:pt x="9997" y="1"/>
                  </a:moveTo>
                  <a:lnTo>
                    <a:pt x="2506" y="938"/>
                  </a:lnTo>
                  <a:cubicBezTo>
                    <a:pt x="2227" y="1092"/>
                    <a:pt x="1966" y="1245"/>
                    <a:pt x="1722" y="1407"/>
                  </a:cubicBezTo>
                  <a:cubicBezTo>
                    <a:pt x="532" y="2218"/>
                    <a:pt x="0" y="3093"/>
                    <a:pt x="118" y="4012"/>
                  </a:cubicBezTo>
                  <a:cubicBezTo>
                    <a:pt x="118" y="4030"/>
                    <a:pt x="118" y="4039"/>
                    <a:pt x="118" y="4057"/>
                  </a:cubicBezTo>
                  <a:lnTo>
                    <a:pt x="13080" y="2435"/>
                  </a:lnTo>
                  <a:cubicBezTo>
                    <a:pt x="13071" y="2417"/>
                    <a:pt x="13071" y="2408"/>
                    <a:pt x="13071" y="2390"/>
                  </a:cubicBezTo>
                  <a:cubicBezTo>
                    <a:pt x="12953" y="1470"/>
                    <a:pt x="12223" y="758"/>
                    <a:pt x="10871" y="262"/>
                  </a:cubicBezTo>
                  <a:cubicBezTo>
                    <a:pt x="10583" y="172"/>
                    <a:pt x="10294" y="82"/>
                    <a:pt x="9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2" name="Google Shape;7802;p272"/>
            <p:cNvSpPr/>
            <p:nvPr/>
          </p:nvSpPr>
          <p:spPr>
            <a:xfrm>
              <a:off x="7130639" y="3466487"/>
              <a:ext cx="1892096" cy="377145"/>
            </a:xfrm>
            <a:custGeom>
              <a:avLst/>
              <a:gdLst/>
              <a:ahLst/>
              <a:cxnLst/>
              <a:rect l="l" t="t" r="r" b="b"/>
              <a:pathLst>
                <a:path w="38896" h="7753" extrusionOk="0">
                  <a:moveTo>
                    <a:pt x="38526" y="1"/>
                  </a:moveTo>
                  <a:lnTo>
                    <a:pt x="22896" y="1957"/>
                  </a:lnTo>
                  <a:lnTo>
                    <a:pt x="22878" y="2110"/>
                  </a:lnTo>
                  <a:cubicBezTo>
                    <a:pt x="23175" y="2191"/>
                    <a:pt x="23464" y="2281"/>
                    <a:pt x="23752" y="2371"/>
                  </a:cubicBezTo>
                  <a:cubicBezTo>
                    <a:pt x="25068" y="2858"/>
                    <a:pt x="25789" y="3552"/>
                    <a:pt x="25907" y="4481"/>
                  </a:cubicBezTo>
                  <a:lnTo>
                    <a:pt x="25916" y="4553"/>
                  </a:lnTo>
                  <a:lnTo>
                    <a:pt x="38896" y="2930"/>
                  </a:lnTo>
                  <a:lnTo>
                    <a:pt x="38526" y="1"/>
                  </a:lnTo>
                  <a:close/>
                  <a:moveTo>
                    <a:pt x="15405" y="2903"/>
                  </a:moveTo>
                  <a:lnTo>
                    <a:pt x="1" y="4823"/>
                  </a:lnTo>
                  <a:lnTo>
                    <a:pt x="370" y="7753"/>
                  </a:lnTo>
                  <a:lnTo>
                    <a:pt x="13035" y="6166"/>
                  </a:lnTo>
                  <a:lnTo>
                    <a:pt x="13107" y="6121"/>
                  </a:lnTo>
                  <a:lnTo>
                    <a:pt x="13098" y="6040"/>
                  </a:lnTo>
                  <a:cubicBezTo>
                    <a:pt x="12990" y="5157"/>
                    <a:pt x="13521" y="4300"/>
                    <a:pt x="14675" y="3507"/>
                  </a:cubicBezTo>
                  <a:cubicBezTo>
                    <a:pt x="14910" y="3354"/>
                    <a:pt x="15171" y="3192"/>
                    <a:pt x="15450" y="3047"/>
                  </a:cubicBezTo>
                  <a:lnTo>
                    <a:pt x="15405" y="2903"/>
                  </a:lnTo>
                  <a:close/>
                </a:path>
              </a:pathLst>
            </a:custGeom>
            <a:solidFill>
              <a:srgbClr val="EE87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3" name="Google Shape;7803;p272"/>
            <p:cNvSpPr/>
            <p:nvPr/>
          </p:nvSpPr>
          <p:spPr>
            <a:xfrm>
              <a:off x="8992842" y="3474999"/>
              <a:ext cx="35997" cy="141362"/>
            </a:xfrm>
            <a:custGeom>
              <a:avLst/>
              <a:gdLst/>
              <a:ahLst/>
              <a:cxnLst/>
              <a:rect l="l" t="t" r="r" b="b"/>
              <a:pathLst>
                <a:path w="740" h="2906" extrusionOk="0">
                  <a:moveTo>
                    <a:pt x="218" y="0"/>
                  </a:moveTo>
                  <a:cubicBezTo>
                    <a:pt x="203" y="0"/>
                    <a:pt x="187" y="2"/>
                    <a:pt x="172" y="6"/>
                  </a:cubicBezTo>
                  <a:cubicBezTo>
                    <a:pt x="73" y="24"/>
                    <a:pt x="1" y="123"/>
                    <a:pt x="19" y="231"/>
                  </a:cubicBezTo>
                  <a:cubicBezTo>
                    <a:pt x="91" y="637"/>
                    <a:pt x="163" y="1052"/>
                    <a:pt x="217" y="1466"/>
                  </a:cubicBezTo>
                  <a:cubicBezTo>
                    <a:pt x="271" y="1881"/>
                    <a:pt x="334" y="2296"/>
                    <a:pt x="334" y="2710"/>
                  </a:cubicBezTo>
                  <a:cubicBezTo>
                    <a:pt x="334" y="2728"/>
                    <a:pt x="334" y="2746"/>
                    <a:pt x="334" y="2764"/>
                  </a:cubicBezTo>
                  <a:cubicBezTo>
                    <a:pt x="357" y="2848"/>
                    <a:pt x="437" y="2906"/>
                    <a:pt x="527" y="2906"/>
                  </a:cubicBezTo>
                  <a:cubicBezTo>
                    <a:pt x="543" y="2906"/>
                    <a:pt x="561" y="2904"/>
                    <a:pt x="578" y="2899"/>
                  </a:cubicBezTo>
                  <a:cubicBezTo>
                    <a:pt x="677" y="2872"/>
                    <a:pt x="740" y="2764"/>
                    <a:pt x="713" y="2665"/>
                  </a:cubicBezTo>
                  <a:cubicBezTo>
                    <a:pt x="614" y="2259"/>
                    <a:pt x="569" y="1845"/>
                    <a:pt x="523" y="1430"/>
                  </a:cubicBezTo>
                  <a:cubicBezTo>
                    <a:pt x="469" y="1016"/>
                    <a:pt x="433" y="601"/>
                    <a:pt x="406" y="177"/>
                  </a:cubicBezTo>
                  <a:cubicBezTo>
                    <a:pt x="406" y="168"/>
                    <a:pt x="406" y="168"/>
                    <a:pt x="397" y="159"/>
                  </a:cubicBezTo>
                  <a:cubicBezTo>
                    <a:pt x="382" y="67"/>
                    <a:pt x="307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4" name="Google Shape;7804;p272"/>
            <p:cNvSpPr/>
            <p:nvPr/>
          </p:nvSpPr>
          <p:spPr>
            <a:xfrm>
              <a:off x="8234282" y="3461525"/>
              <a:ext cx="850704" cy="234469"/>
            </a:xfrm>
            <a:custGeom>
              <a:avLst/>
              <a:gdLst/>
              <a:ahLst/>
              <a:cxnLst/>
              <a:rect l="l" t="t" r="r" b="b"/>
              <a:pathLst>
                <a:path w="17488" h="4820" extrusionOk="0">
                  <a:moveTo>
                    <a:pt x="15781" y="1"/>
                  </a:moveTo>
                  <a:cubicBezTo>
                    <a:pt x="15770" y="1"/>
                    <a:pt x="15759" y="2"/>
                    <a:pt x="15748" y="4"/>
                  </a:cubicBezTo>
                  <a:lnTo>
                    <a:pt x="190" y="1951"/>
                  </a:lnTo>
                  <a:cubicBezTo>
                    <a:pt x="118" y="1960"/>
                    <a:pt x="55" y="2005"/>
                    <a:pt x="28" y="2086"/>
                  </a:cubicBezTo>
                  <a:cubicBezTo>
                    <a:pt x="1" y="2185"/>
                    <a:pt x="55" y="2293"/>
                    <a:pt x="163" y="2329"/>
                  </a:cubicBezTo>
                  <a:cubicBezTo>
                    <a:pt x="334" y="2356"/>
                    <a:pt x="505" y="2401"/>
                    <a:pt x="668" y="2437"/>
                  </a:cubicBezTo>
                  <a:cubicBezTo>
                    <a:pt x="839" y="2473"/>
                    <a:pt x="1010" y="2509"/>
                    <a:pt x="1172" y="2564"/>
                  </a:cubicBezTo>
                  <a:cubicBezTo>
                    <a:pt x="1488" y="2672"/>
                    <a:pt x="1812" y="2807"/>
                    <a:pt x="2101" y="2987"/>
                  </a:cubicBezTo>
                  <a:cubicBezTo>
                    <a:pt x="2245" y="3077"/>
                    <a:pt x="2380" y="3176"/>
                    <a:pt x="2506" y="3294"/>
                  </a:cubicBezTo>
                  <a:cubicBezTo>
                    <a:pt x="2642" y="3393"/>
                    <a:pt x="2750" y="3528"/>
                    <a:pt x="2849" y="3663"/>
                  </a:cubicBezTo>
                  <a:cubicBezTo>
                    <a:pt x="3038" y="3934"/>
                    <a:pt x="3137" y="4267"/>
                    <a:pt x="3101" y="4592"/>
                  </a:cubicBezTo>
                  <a:cubicBezTo>
                    <a:pt x="3101" y="4628"/>
                    <a:pt x="3101" y="4655"/>
                    <a:pt x="3110" y="4682"/>
                  </a:cubicBezTo>
                  <a:cubicBezTo>
                    <a:pt x="3139" y="4767"/>
                    <a:pt x="3218" y="4819"/>
                    <a:pt x="3304" y="4819"/>
                  </a:cubicBezTo>
                  <a:cubicBezTo>
                    <a:pt x="3326" y="4819"/>
                    <a:pt x="3349" y="4816"/>
                    <a:pt x="3372" y="4808"/>
                  </a:cubicBezTo>
                  <a:cubicBezTo>
                    <a:pt x="3471" y="4772"/>
                    <a:pt x="3525" y="4655"/>
                    <a:pt x="3489" y="4547"/>
                  </a:cubicBezTo>
                  <a:cubicBezTo>
                    <a:pt x="3426" y="4366"/>
                    <a:pt x="3372" y="4186"/>
                    <a:pt x="3282" y="4024"/>
                  </a:cubicBezTo>
                  <a:cubicBezTo>
                    <a:pt x="3201" y="3853"/>
                    <a:pt x="3101" y="3699"/>
                    <a:pt x="2984" y="3555"/>
                  </a:cubicBezTo>
                  <a:cubicBezTo>
                    <a:pt x="2768" y="3276"/>
                    <a:pt x="2497" y="3032"/>
                    <a:pt x="2200" y="2834"/>
                  </a:cubicBezTo>
                  <a:cubicBezTo>
                    <a:pt x="1903" y="2645"/>
                    <a:pt x="1578" y="2482"/>
                    <a:pt x="1254" y="2338"/>
                  </a:cubicBezTo>
                  <a:cubicBezTo>
                    <a:pt x="1170" y="2301"/>
                    <a:pt x="1086" y="2267"/>
                    <a:pt x="1002" y="2233"/>
                  </a:cubicBezTo>
                  <a:lnTo>
                    <a:pt x="1002" y="2233"/>
                  </a:lnTo>
                  <a:lnTo>
                    <a:pt x="15600" y="406"/>
                  </a:lnTo>
                  <a:lnTo>
                    <a:pt x="15600" y="406"/>
                  </a:lnTo>
                  <a:lnTo>
                    <a:pt x="15613" y="508"/>
                  </a:lnTo>
                  <a:lnTo>
                    <a:pt x="15667" y="617"/>
                  </a:lnTo>
                  <a:cubicBezTo>
                    <a:pt x="15686" y="660"/>
                    <a:pt x="15726" y="687"/>
                    <a:pt x="15770" y="687"/>
                  </a:cubicBezTo>
                  <a:cubicBezTo>
                    <a:pt x="15790" y="687"/>
                    <a:pt x="15810" y="682"/>
                    <a:pt x="15829" y="671"/>
                  </a:cubicBezTo>
                  <a:cubicBezTo>
                    <a:pt x="16009" y="589"/>
                    <a:pt x="16199" y="553"/>
                    <a:pt x="16388" y="526"/>
                  </a:cubicBezTo>
                  <a:cubicBezTo>
                    <a:pt x="16483" y="517"/>
                    <a:pt x="16577" y="511"/>
                    <a:pt x="16673" y="511"/>
                  </a:cubicBezTo>
                  <a:cubicBezTo>
                    <a:pt x="16710" y="511"/>
                    <a:pt x="16747" y="512"/>
                    <a:pt x="16784" y="514"/>
                  </a:cubicBezTo>
                  <a:lnTo>
                    <a:pt x="16784" y="514"/>
                  </a:lnTo>
                  <a:cubicBezTo>
                    <a:pt x="16865" y="872"/>
                    <a:pt x="16927" y="1235"/>
                    <a:pt x="16983" y="1599"/>
                  </a:cubicBezTo>
                  <a:cubicBezTo>
                    <a:pt x="17037" y="2005"/>
                    <a:pt x="17109" y="2419"/>
                    <a:pt x="17064" y="2843"/>
                  </a:cubicBezTo>
                  <a:cubicBezTo>
                    <a:pt x="17055" y="2879"/>
                    <a:pt x="17064" y="2906"/>
                    <a:pt x="17073" y="2933"/>
                  </a:cubicBezTo>
                  <a:cubicBezTo>
                    <a:pt x="17100" y="3015"/>
                    <a:pt x="17175" y="3066"/>
                    <a:pt x="17252" y="3066"/>
                  </a:cubicBezTo>
                  <a:cubicBezTo>
                    <a:pt x="17277" y="3066"/>
                    <a:pt x="17301" y="3061"/>
                    <a:pt x="17325" y="3050"/>
                  </a:cubicBezTo>
                  <a:cubicBezTo>
                    <a:pt x="17433" y="3014"/>
                    <a:pt x="17488" y="2897"/>
                    <a:pt x="17442" y="2798"/>
                  </a:cubicBezTo>
                  <a:cubicBezTo>
                    <a:pt x="17298" y="2392"/>
                    <a:pt x="17262" y="1978"/>
                    <a:pt x="17217" y="1563"/>
                  </a:cubicBezTo>
                  <a:cubicBezTo>
                    <a:pt x="17172" y="1148"/>
                    <a:pt x="17145" y="734"/>
                    <a:pt x="17136" y="319"/>
                  </a:cubicBezTo>
                  <a:cubicBezTo>
                    <a:pt x="17136" y="220"/>
                    <a:pt x="17055" y="148"/>
                    <a:pt x="16965" y="148"/>
                  </a:cubicBezTo>
                  <a:lnTo>
                    <a:pt x="16920" y="148"/>
                  </a:lnTo>
                  <a:cubicBezTo>
                    <a:pt x="16739" y="229"/>
                    <a:pt x="16550" y="265"/>
                    <a:pt x="16361" y="292"/>
                  </a:cubicBezTo>
                  <a:cubicBezTo>
                    <a:pt x="16260" y="307"/>
                    <a:pt x="16158" y="316"/>
                    <a:pt x="16056" y="316"/>
                  </a:cubicBezTo>
                  <a:cubicBezTo>
                    <a:pt x="16031" y="316"/>
                    <a:pt x="16007" y="315"/>
                    <a:pt x="15983" y="314"/>
                  </a:cubicBezTo>
                  <a:lnTo>
                    <a:pt x="15983" y="314"/>
                  </a:lnTo>
                  <a:lnTo>
                    <a:pt x="15964" y="166"/>
                  </a:lnTo>
                  <a:cubicBezTo>
                    <a:pt x="15948" y="69"/>
                    <a:pt x="15874" y="1"/>
                    <a:pt x="1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5" name="Google Shape;7805;p272"/>
            <p:cNvSpPr/>
            <p:nvPr/>
          </p:nvSpPr>
          <p:spPr>
            <a:xfrm>
              <a:off x="9007776" y="3586979"/>
              <a:ext cx="90772" cy="141168"/>
            </a:xfrm>
            <a:custGeom>
              <a:avLst/>
              <a:gdLst/>
              <a:ahLst/>
              <a:cxnLst/>
              <a:rect l="l" t="t" r="r" b="b"/>
              <a:pathLst>
                <a:path w="1866" h="2902" extrusionOk="0">
                  <a:moveTo>
                    <a:pt x="1344" y="0"/>
                  </a:moveTo>
                  <a:cubicBezTo>
                    <a:pt x="1323" y="0"/>
                    <a:pt x="1301" y="4"/>
                    <a:pt x="1280" y="12"/>
                  </a:cubicBezTo>
                  <a:cubicBezTo>
                    <a:pt x="1172" y="48"/>
                    <a:pt x="1118" y="165"/>
                    <a:pt x="1163" y="264"/>
                  </a:cubicBezTo>
                  <a:cubicBezTo>
                    <a:pt x="1298" y="643"/>
                    <a:pt x="1334" y="1030"/>
                    <a:pt x="1379" y="1409"/>
                  </a:cubicBezTo>
                  <a:cubicBezTo>
                    <a:pt x="1397" y="1607"/>
                    <a:pt x="1415" y="1796"/>
                    <a:pt x="1424" y="1995"/>
                  </a:cubicBezTo>
                  <a:cubicBezTo>
                    <a:pt x="1438" y="2136"/>
                    <a:pt x="1446" y="2283"/>
                    <a:pt x="1450" y="2430"/>
                  </a:cubicBezTo>
                  <a:lnTo>
                    <a:pt x="1450" y="2430"/>
                  </a:lnTo>
                  <a:cubicBezTo>
                    <a:pt x="1414" y="2442"/>
                    <a:pt x="1379" y="2453"/>
                    <a:pt x="1343" y="2463"/>
                  </a:cubicBezTo>
                  <a:cubicBezTo>
                    <a:pt x="1244" y="2481"/>
                    <a:pt x="1154" y="2499"/>
                    <a:pt x="1055" y="2508"/>
                  </a:cubicBezTo>
                  <a:cubicBezTo>
                    <a:pt x="960" y="2517"/>
                    <a:pt x="865" y="2524"/>
                    <a:pt x="770" y="2524"/>
                  </a:cubicBezTo>
                  <a:cubicBezTo>
                    <a:pt x="738" y="2524"/>
                    <a:pt x="705" y="2523"/>
                    <a:pt x="673" y="2522"/>
                  </a:cubicBezTo>
                  <a:lnTo>
                    <a:pt x="673" y="2522"/>
                  </a:lnTo>
                  <a:cubicBezTo>
                    <a:pt x="626" y="2191"/>
                    <a:pt x="579" y="1854"/>
                    <a:pt x="532" y="1517"/>
                  </a:cubicBezTo>
                  <a:cubicBezTo>
                    <a:pt x="478" y="1138"/>
                    <a:pt x="433" y="751"/>
                    <a:pt x="406" y="363"/>
                  </a:cubicBezTo>
                  <a:cubicBezTo>
                    <a:pt x="406" y="354"/>
                    <a:pt x="406" y="345"/>
                    <a:pt x="406" y="345"/>
                  </a:cubicBezTo>
                  <a:cubicBezTo>
                    <a:pt x="390" y="248"/>
                    <a:pt x="308" y="180"/>
                    <a:pt x="214" y="180"/>
                  </a:cubicBezTo>
                  <a:cubicBezTo>
                    <a:pt x="203" y="180"/>
                    <a:pt x="192" y="181"/>
                    <a:pt x="180" y="183"/>
                  </a:cubicBezTo>
                  <a:cubicBezTo>
                    <a:pt x="72" y="201"/>
                    <a:pt x="0" y="300"/>
                    <a:pt x="27" y="408"/>
                  </a:cubicBezTo>
                  <a:cubicBezTo>
                    <a:pt x="90" y="796"/>
                    <a:pt x="144" y="1174"/>
                    <a:pt x="189" y="1562"/>
                  </a:cubicBezTo>
                  <a:cubicBezTo>
                    <a:pt x="234" y="1950"/>
                    <a:pt x="280" y="2337"/>
                    <a:pt x="316" y="2716"/>
                  </a:cubicBezTo>
                  <a:lnTo>
                    <a:pt x="316" y="2770"/>
                  </a:lnTo>
                  <a:cubicBezTo>
                    <a:pt x="316" y="2779"/>
                    <a:pt x="325" y="2797"/>
                    <a:pt x="334" y="2815"/>
                  </a:cubicBezTo>
                  <a:cubicBezTo>
                    <a:pt x="353" y="2868"/>
                    <a:pt x="407" y="2901"/>
                    <a:pt x="466" y="2901"/>
                  </a:cubicBezTo>
                  <a:cubicBezTo>
                    <a:pt x="488" y="2901"/>
                    <a:pt x="510" y="2897"/>
                    <a:pt x="532" y="2887"/>
                  </a:cubicBezTo>
                  <a:cubicBezTo>
                    <a:pt x="712" y="2806"/>
                    <a:pt x="902" y="2770"/>
                    <a:pt x="1091" y="2734"/>
                  </a:cubicBezTo>
                  <a:cubicBezTo>
                    <a:pt x="1181" y="2725"/>
                    <a:pt x="1280" y="2716"/>
                    <a:pt x="1370" y="2716"/>
                  </a:cubicBezTo>
                  <a:cubicBezTo>
                    <a:pt x="1469" y="2716"/>
                    <a:pt x="1569" y="2725"/>
                    <a:pt x="1668" y="2743"/>
                  </a:cubicBezTo>
                  <a:cubicBezTo>
                    <a:pt x="1677" y="2747"/>
                    <a:pt x="1688" y="2750"/>
                    <a:pt x="1700" y="2750"/>
                  </a:cubicBezTo>
                  <a:cubicBezTo>
                    <a:pt x="1713" y="2750"/>
                    <a:pt x="1726" y="2747"/>
                    <a:pt x="1740" y="2743"/>
                  </a:cubicBezTo>
                  <a:cubicBezTo>
                    <a:pt x="1812" y="2725"/>
                    <a:pt x="1866" y="2644"/>
                    <a:pt x="1839" y="2563"/>
                  </a:cubicBezTo>
                  <a:lnTo>
                    <a:pt x="1830" y="2526"/>
                  </a:lnTo>
                  <a:cubicBezTo>
                    <a:pt x="1785" y="2337"/>
                    <a:pt x="1749" y="2148"/>
                    <a:pt x="1713" y="1959"/>
                  </a:cubicBezTo>
                  <a:cubicBezTo>
                    <a:pt x="1677" y="1769"/>
                    <a:pt x="1641" y="1580"/>
                    <a:pt x="1614" y="1382"/>
                  </a:cubicBezTo>
                  <a:cubicBezTo>
                    <a:pt x="1560" y="1003"/>
                    <a:pt x="1505" y="616"/>
                    <a:pt x="1541" y="219"/>
                  </a:cubicBezTo>
                  <a:cubicBezTo>
                    <a:pt x="1551" y="192"/>
                    <a:pt x="1541" y="156"/>
                    <a:pt x="1532" y="129"/>
                  </a:cubicBezTo>
                  <a:cubicBezTo>
                    <a:pt x="1504" y="51"/>
                    <a:pt x="1425" y="0"/>
                    <a:pt x="1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6" name="Google Shape;7806;p272"/>
            <p:cNvSpPr/>
            <p:nvPr/>
          </p:nvSpPr>
          <p:spPr>
            <a:xfrm>
              <a:off x="9050291" y="3487988"/>
              <a:ext cx="305685" cy="86102"/>
            </a:xfrm>
            <a:custGeom>
              <a:avLst/>
              <a:gdLst/>
              <a:ahLst/>
              <a:cxnLst/>
              <a:rect l="l" t="t" r="r" b="b"/>
              <a:pathLst>
                <a:path w="6284" h="1770" extrusionOk="0">
                  <a:moveTo>
                    <a:pt x="208" y="0"/>
                  </a:moveTo>
                  <a:cubicBezTo>
                    <a:pt x="100" y="0"/>
                    <a:pt x="9" y="82"/>
                    <a:pt x="0" y="190"/>
                  </a:cubicBezTo>
                  <a:cubicBezTo>
                    <a:pt x="0" y="298"/>
                    <a:pt x="82" y="388"/>
                    <a:pt x="190" y="388"/>
                  </a:cubicBezTo>
                  <a:cubicBezTo>
                    <a:pt x="1172" y="442"/>
                    <a:pt x="2137" y="613"/>
                    <a:pt x="3101" y="767"/>
                  </a:cubicBezTo>
                  <a:cubicBezTo>
                    <a:pt x="3588" y="848"/>
                    <a:pt x="4066" y="938"/>
                    <a:pt x="4552" y="1019"/>
                  </a:cubicBezTo>
                  <a:cubicBezTo>
                    <a:pt x="4982" y="1100"/>
                    <a:pt x="5412" y="1189"/>
                    <a:pt x="5849" y="1278"/>
                  </a:cubicBezTo>
                  <a:lnTo>
                    <a:pt x="5849" y="1278"/>
                  </a:lnTo>
                  <a:lnTo>
                    <a:pt x="5887" y="1605"/>
                  </a:lnTo>
                  <a:cubicBezTo>
                    <a:pt x="5903" y="1695"/>
                    <a:pt x="5978" y="1770"/>
                    <a:pt x="6073" y="1770"/>
                  </a:cubicBezTo>
                  <a:cubicBezTo>
                    <a:pt x="6083" y="1770"/>
                    <a:pt x="6093" y="1769"/>
                    <a:pt x="6103" y="1767"/>
                  </a:cubicBezTo>
                  <a:cubicBezTo>
                    <a:pt x="6211" y="1758"/>
                    <a:pt x="6283" y="1659"/>
                    <a:pt x="6274" y="1551"/>
                  </a:cubicBezTo>
                  <a:lnTo>
                    <a:pt x="6211" y="1091"/>
                  </a:lnTo>
                  <a:lnTo>
                    <a:pt x="6211" y="1082"/>
                  </a:lnTo>
                  <a:cubicBezTo>
                    <a:pt x="6202" y="1001"/>
                    <a:pt x="6139" y="929"/>
                    <a:pt x="6049" y="920"/>
                  </a:cubicBezTo>
                  <a:cubicBezTo>
                    <a:pt x="5562" y="875"/>
                    <a:pt x="5075" y="812"/>
                    <a:pt x="4589" y="749"/>
                  </a:cubicBezTo>
                  <a:cubicBezTo>
                    <a:pt x="4111" y="685"/>
                    <a:pt x="3624" y="622"/>
                    <a:pt x="3137" y="550"/>
                  </a:cubicBezTo>
                  <a:cubicBezTo>
                    <a:pt x="2173" y="397"/>
                    <a:pt x="1199" y="262"/>
                    <a:pt x="244" y="9"/>
                  </a:cubicBezTo>
                  <a:cubicBezTo>
                    <a:pt x="235" y="0"/>
                    <a:pt x="217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7" name="Google Shape;7807;p272"/>
            <p:cNvSpPr/>
            <p:nvPr/>
          </p:nvSpPr>
          <p:spPr>
            <a:xfrm>
              <a:off x="9073980" y="3552587"/>
              <a:ext cx="283308" cy="148610"/>
            </a:xfrm>
            <a:custGeom>
              <a:avLst/>
              <a:gdLst/>
              <a:ahLst/>
              <a:cxnLst/>
              <a:rect l="l" t="t" r="r" b="b"/>
              <a:pathLst>
                <a:path w="5824" h="3055" extrusionOk="0">
                  <a:moveTo>
                    <a:pt x="5588" y="1"/>
                  </a:moveTo>
                  <a:cubicBezTo>
                    <a:pt x="5570" y="1"/>
                    <a:pt x="5553" y="3"/>
                    <a:pt x="5535" y="6"/>
                  </a:cubicBezTo>
                  <a:cubicBezTo>
                    <a:pt x="5418" y="34"/>
                    <a:pt x="5336" y="160"/>
                    <a:pt x="5373" y="277"/>
                  </a:cubicBezTo>
                  <a:lnTo>
                    <a:pt x="5406" y="415"/>
                  </a:lnTo>
                  <a:lnTo>
                    <a:pt x="5406" y="415"/>
                  </a:lnTo>
                  <a:cubicBezTo>
                    <a:pt x="5013" y="613"/>
                    <a:pt x="4620" y="805"/>
                    <a:pt x="4228" y="989"/>
                  </a:cubicBezTo>
                  <a:cubicBezTo>
                    <a:pt x="3786" y="1196"/>
                    <a:pt x="3335" y="1395"/>
                    <a:pt x="2885" y="1584"/>
                  </a:cubicBezTo>
                  <a:cubicBezTo>
                    <a:pt x="2434" y="1773"/>
                    <a:pt x="1983" y="1972"/>
                    <a:pt x="1524" y="2152"/>
                  </a:cubicBezTo>
                  <a:cubicBezTo>
                    <a:pt x="1073" y="2332"/>
                    <a:pt x="613" y="2512"/>
                    <a:pt x="153" y="2675"/>
                  </a:cubicBezTo>
                  <a:cubicBezTo>
                    <a:pt x="144" y="2684"/>
                    <a:pt x="135" y="2684"/>
                    <a:pt x="126" y="2684"/>
                  </a:cubicBezTo>
                  <a:cubicBezTo>
                    <a:pt x="36" y="2738"/>
                    <a:pt x="0" y="2855"/>
                    <a:pt x="45" y="2945"/>
                  </a:cubicBezTo>
                  <a:cubicBezTo>
                    <a:pt x="77" y="3016"/>
                    <a:pt x="146" y="3054"/>
                    <a:pt x="219" y="3054"/>
                  </a:cubicBezTo>
                  <a:cubicBezTo>
                    <a:pt x="248" y="3054"/>
                    <a:pt x="278" y="3048"/>
                    <a:pt x="307" y="3035"/>
                  </a:cubicBezTo>
                  <a:cubicBezTo>
                    <a:pt x="748" y="2810"/>
                    <a:pt x="1190" y="2602"/>
                    <a:pt x="1632" y="2395"/>
                  </a:cubicBezTo>
                  <a:cubicBezTo>
                    <a:pt x="2073" y="2188"/>
                    <a:pt x="2524" y="1990"/>
                    <a:pt x="2975" y="1791"/>
                  </a:cubicBezTo>
                  <a:cubicBezTo>
                    <a:pt x="3416" y="1593"/>
                    <a:pt x="3876" y="1404"/>
                    <a:pt x="4327" y="1214"/>
                  </a:cubicBezTo>
                  <a:cubicBezTo>
                    <a:pt x="4778" y="1034"/>
                    <a:pt x="5237" y="854"/>
                    <a:pt x="5706" y="701"/>
                  </a:cubicBezTo>
                  <a:cubicBezTo>
                    <a:pt x="5769" y="674"/>
                    <a:pt x="5823" y="610"/>
                    <a:pt x="5823" y="529"/>
                  </a:cubicBezTo>
                  <a:lnTo>
                    <a:pt x="5823" y="493"/>
                  </a:lnTo>
                  <a:lnTo>
                    <a:pt x="5814" y="223"/>
                  </a:lnTo>
                  <a:cubicBezTo>
                    <a:pt x="5814" y="205"/>
                    <a:pt x="5814" y="187"/>
                    <a:pt x="5805" y="169"/>
                  </a:cubicBezTo>
                  <a:cubicBezTo>
                    <a:pt x="5782" y="68"/>
                    <a:pt x="5692" y="1"/>
                    <a:pt x="5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8" name="Google Shape;7808;p272"/>
            <p:cNvSpPr/>
            <p:nvPr/>
          </p:nvSpPr>
          <p:spPr>
            <a:xfrm>
              <a:off x="7051300" y="3556236"/>
              <a:ext cx="1992937" cy="418201"/>
            </a:xfrm>
            <a:custGeom>
              <a:avLst/>
              <a:gdLst/>
              <a:ahLst/>
              <a:cxnLst/>
              <a:rect l="l" t="t" r="r" b="b"/>
              <a:pathLst>
                <a:path w="40969" h="8597" extrusionOk="0">
                  <a:moveTo>
                    <a:pt x="24542" y="1"/>
                  </a:moveTo>
                  <a:cubicBezTo>
                    <a:pt x="24531" y="1"/>
                    <a:pt x="24520" y="2"/>
                    <a:pt x="24509" y="4"/>
                  </a:cubicBezTo>
                  <a:lnTo>
                    <a:pt x="18812" y="761"/>
                  </a:lnTo>
                  <a:lnTo>
                    <a:pt x="15964" y="1130"/>
                  </a:lnTo>
                  <a:lnTo>
                    <a:pt x="13115" y="1491"/>
                  </a:lnTo>
                  <a:cubicBezTo>
                    <a:pt x="11213" y="1734"/>
                    <a:pt x="9311" y="1978"/>
                    <a:pt x="7409" y="2203"/>
                  </a:cubicBezTo>
                  <a:cubicBezTo>
                    <a:pt x="5508" y="2437"/>
                    <a:pt x="3606" y="2654"/>
                    <a:pt x="1695" y="2861"/>
                  </a:cubicBezTo>
                  <a:cubicBezTo>
                    <a:pt x="1586" y="2870"/>
                    <a:pt x="1514" y="2969"/>
                    <a:pt x="1532" y="3068"/>
                  </a:cubicBezTo>
                  <a:lnTo>
                    <a:pt x="1532" y="3077"/>
                  </a:lnTo>
                  <a:lnTo>
                    <a:pt x="1544" y="3172"/>
                  </a:lnTo>
                  <a:lnTo>
                    <a:pt x="1544" y="3172"/>
                  </a:lnTo>
                  <a:lnTo>
                    <a:pt x="171" y="3339"/>
                  </a:lnTo>
                  <a:cubicBezTo>
                    <a:pt x="72" y="3357"/>
                    <a:pt x="0" y="3438"/>
                    <a:pt x="9" y="3537"/>
                  </a:cubicBezTo>
                  <a:lnTo>
                    <a:pt x="9" y="3555"/>
                  </a:lnTo>
                  <a:cubicBezTo>
                    <a:pt x="36" y="4366"/>
                    <a:pt x="117" y="5169"/>
                    <a:pt x="216" y="5962"/>
                  </a:cubicBezTo>
                  <a:cubicBezTo>
                    <a:pt x="316" y="6764"/>
                    <a:pt x="433" y="7557"/>
                    <a:pt x="604" y="8350"/>
                  </a:cubicBezTo>
                  <a:lnTo>
                    <a:pt x="613" y="8368"/>
                  </a:lnTo>
                  <a:cubicBezTo>
                    <a:pt x="630" y="8461"/>
                    <a:pt x="710" y="8523"/>
                    <a:pt x="802" y="8523"/>
                  </a:cubicBezTo>
                  <a:cubicBezTo>
                    <a:pt x="808" y="8523"/>
                    <a:pt x="814" y="8522"/>
                    <a:pt x="820" y="8522"/>
                  </a:cubicBezTo>
                  <a:lnTo>
                    <a:pt x="2189" y="8348"/>
                  </a:lnTo>
                  <a:lnTo>
                    <a:pt x="2189" y="8348"/>
                  </a:lnTo>
                  <a:lnTo>
                    <a:pt x="2199" y="8423"/>
                  </a:lnTo>
                  <a:lnTo>
                    <a:pt x="2199" y="8432"/>
                  </a:lnTo>
                  <a:lnTo>
                    <a:pt x="2199" y="8441"/>
                  </a:lnTo>
                  <a:cubicBezTo>
                    <a:pt x="2216" y="8529"/>
                    <a:pt x="2297" y="8597"/>
                    <a:pt x="2385" y="8597"/>
                  </a:cubicBezTo>
                  <a:cubicBezTo>
                    <a:pt x="2395" y="8597"/>
                    <a:pt x="2405" y="8596"/>
                    <a:pt x="2416" y="8594"/>
                  </a:cubicBezTo>
                  <a:cubicBezTo>
                    <a:pt x="5598" y="8089"/>
                    <a:pt x="8798" y="7701"/>
                    <a:pt x="11998" y="7305"/>
                  </a:cubicBezTo>
                  <a:lnTo>
                    <a:pt x="21588" y="6124"/>
                  </a:lnTo>
                  <a:lnTo>
                    <a:pt x="31188" y="4943"/>
                  </a:lnTo>
                  <a:lnTo>
                    <a:pt x="40779" y="3789"/>
                  </a:lnTo>
                  <a:lnTo>
                    <a:pt x="40788" y="3789"/>
                  </a:lnTo>
                  <a:cubicBezTo>
                    <a:pt x="40887" y="3780"/>
                    <a:pt x="40968" y="3681"/>
                    <a:pt x="40950" y="3573"/>
                  </a:cubicBezTo>
                  <a:lnTo>
                    <a:pt x="40914" y="3303"/>
                  </a:lnTo>
                  <a:cubicBezTo>
                    <a:pt x="40906" y="3201"/>
                    <a:pt x="40817" y="3131"/>
                    <a:pt x="40716" y="3131"/>
                  </a:cubicBezTo>
                  <a:cubicBezTo>
                    <a:pt x="40710" y="3131"/>
                    <a:pt x="40704" y="3131"/>
                    <a:pt x="40698" y="3131"/>
                  </a:cubicBezTo>
                  <a:cubicBezTo>
                    <a:pt x="40599" y="3149"/>
                    <a:pt x="40518" y="3249"/>
                    <a:pt x="40536" y="3348"/>
                  </a:cubicBezTo>
                  <a:lnTo>
                    <a:pt x="40544" y="3427"/>
                  </a:lnTo>
                  <a:lnTo>
                    <a:pt x="40544" y="3427"/>
                  </a:lnTo>
                  <a:lnTo>
                    <a:pt x="31152" y="4655"/>
                  </a:lnTo>
                  <a:lnTo>
                    <a:pt x="21561" y="5872"/>
                  </a:lnTo>
                  <a:lnTo>
                    <a:pt x="11971" y="7098"/>
                  </a:lnTo>
                  <a:cubicBezTo>
                    <a:pt x="8834" y="7495"/>
                    <a:pt x="5706" y="7893"/>
                    <a:pt x="2562" y="8188"/>
                  </a:cubicBezTo>
                  <a:lnTo>
                    <a:pt x="2562" y="8188"/>
                  </a:lnTo>
                  <a:lnTo>
                    <a:pt x="2551" y="8107"/>
                  </a:lnTo>
                  <a:cubicBezTo>
                    <a:pt x="2534" y="8005"/>
                    <a:pt x="2453" y="7935"/>
                    <a:pt x="2353" y="7935"/>
                  </a:cubicBezTo>
                  <a:cubicBezTo>
                    <a:pt x="2347" y="7935"/>
                    <a:pt x="2341" y="7935"/>
                    <a:pt x="2335" y="7936"/>
                  </a:cubicBezTo>
                  <a:lnTo>
                    <a:pt x="984" y="8108"/>
                  </a:lnTo>
                  <a:lnTo>
                    <a:pt x="984" y="8108"/>
                  </a:lnTo>
                  <a:cubicBezTo>
                    <a:pt x="950" y="7364"/>
                    <a:pt x="866" y="6627"/>
                    <a:pt x="775" y="5899"/>
                  </a:cubicBezTo>
                  <a:cubicBezTo>
                    <a:pt x="684" y="5161"/>
                    <a:pt x="578" y="4430"/>
                    <a:pt x="428" y="3701"/>
                  </a:cubicBezTo>
                  <a:lnTo>
                    <a:pt x="428" y="3701"/>
                  </a:lnTo>
                  <a:lnTo>
                    <a:pt x="1785" y="3528"/>
                  </a:lnTo>
                  <a:cubicBezTo>
                    <a:pt x="1884" y="3519"/>
                    <a:pt x="1965" y="3420"/>
                    <a:pt x="1947" y="3312"/>
                  </a:cubicBezTo>
                  <a:lnTo>
                    <a:pt x="1935" y="3213"/>
                  </a:lnTo>
                  <a:lnTo>
                    <a:pt x="1935" y="3213"/>
                  </a:lnTo>
                  <a:cubicBezTo>
                    <a:pt x="3766" y="2952"/>
                    <a:pt x="5606" y="2700"/>
                    <a:pt x="7437" y="2464"/>
                  </a:cubicBezTo>
                  <a:cubicBezTo>
                    <a:pt x="9338" y="2221"/>
                    <a:pt x="11240" y="1987"/>
                    <a:pt x="13142" y="1752"/>
                  </a:cubicBezTo>
                  <a:lnTo>
                    <a:pt x="16000" y="1401"/>
                  </a:lnTo>
                  <a:lnTo>
                    <a:pt x="18848" y="1058"/>
                  </a:lnTo>
                  <a:lnTo>
                    <a:pt x="24554" y="382"/>
                  </a:lnTo>
                  <a:lnTo>
                    <a:pt x="24563" y="382"/>
                  </a:lnTo>
                  <a:cubicBezTo>
                    <a:pt x="24671" y="373"/>
                    <a:pt x="24743" y="274"/>
                    <a:pt x="24725" y="166"/>
                  </a:cubicBezTo>
                  <a:cubicBezTo>
                    <a:pt x="24717" y="69"/>
                    <a:pt x="24637" y="1"/>
                    <a:pt x="2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9" name="Google Shape;7809;p272"/>
            <p:cNvSpPr/>
            <p:nvPr/>
          </p:nvSpPr>
          <p:spPr>
            <a:xfrm>
              <a:off x="7753724" y="3601377"/>
              <a:ext cx="138152" cy="171960"/>
            </a:xfrm>
            <a:custGeom>
              <a:avLst/>
              <a:gdLst/>
              <a:ahLst/>
              <a:cxnLst/>
              <a:rect l="l" t="t" r="r" b="b"/>
              <a:pathLst>
                <a:path w="2840" h="3535" extrusionOk="0">
                  <a:moveTo>
                    <a:pt x="2624" y="1"/>
                  </a:moveTo>
                  <a:cubicBezTo>
                    <a:pt x="2587" y="1"/>
                    <a:pt x="2549" y="11"/>
                    <a:pt x="2515" y="31"/>
                  </a:cubicBezTo>
                  <a:lnTo>
                    <a:pt x="2065" y="329"/>
                  </a:lnTo>
                  <a:cubicBezTo>
                    <a:pt x="1920" y="428"/>
                    <a:pt x="1767" y="509"/>
                    <a:pt x="1623" y="626"/>
                  </a:cubicBezTo>
                  <a:cubicBezTo>
                    <a:pt x="1343" y="842"/>
                    <a:pt x="1064" y="1068"/>
                    <a:pt x="821" y="1338"/>
                  </a:cubicBezTo>
                  <a:cubicBezTo>
                    <a:pt x="577" y="1599"/>
                    <a:pt x="370" y="1897"/>
                    <a:pt x="217" y="2239"/>
                  </a:cubicBezTo>
                  <a:cubicBezTo>
                    <a:pt x="63" y="2582"/>
                    <a:pt x="0" y="2961"/>
                    <a:pt x="27" y="3339"/>
                  </a:cubicBezTo>
                  <a:lnTo>
                    <a:pt x="27" y="3348"/>
                  </a:lnTo>
                  <a:cubicBezTo>
                    <a:pt x="27" y="3357"/>
                    <a:pt x="27" y="3375"/>
                    <a:pt x="27" y="3384"/>
                  </a:cubicBezTo>
                  <a:cubicBezTo>
                    <a:pt x="51" y="3469"/>
                    <a:pt x="133" y="3534"/>
                    <a:pt x="224" y="3534"/>
                  </a:cubicBezTo>
                  <a:cubicBezTo>
                    <a:pt x="240" y="3534"/>
                    <a:pt x="255" y="3532"/>
                    <a:pt x="271" y="3528"/>
                  </a:cubicBezTo>
                  <a:cubicBezTo>
                    <a:pt x="370" y="3501"/>
                    <a:pt x="433" y="3393"/>
                    <a:pt x="415" y="3294"/>
                  </a:cubicBezTo>
                  <a:cubicBezTo>
                    <a:pt x="334" y="2979"/>
                    <a:pt x="361" y="2654"/>
                    <a:pt x="478" y="2348"/>
                  </a:cubicBezTo>
                  <a:cubicBezTo>
                    <a:pt x="595" y="2041"/>
                    <a:pt x="794" y="1762"/>
                    <a:pt x="1019" y="1518"/>
                  </a:cubicBezTo>
                  <a:cubicBezTo>
                    <a:pt x="1253" y="1275"/>
                    <a:pt x="1524" y="1059"/>
                    <a:pt x="1803" y="878"/>
                  </a:cubicBezTo>
                  <a:lnTo>
                    <a:pt x="1911" y="806"/>
                  </a:lnTo>
                  <a:lnTo>
                    <a:pt x="2019" y="743"/>
                  </a:lnTo>
                  <a:cubicBezTo>
                    <a:pt x="2092" y="698"/>
                    <a:pt x="2173" y="653"/>
                    <a:pt x="2245" y="617"/>
                  </a:cubicBezTo>
                  <a:cubicBezTo>
                    <a:pt x="2398" y="536"/>
                    <a:pt x="2542" y="455"/>
                    <a:pt x="2695" y="374"/>
                  </a:cubicBezTo>
                  <a:lnTo>
                    <a:pt x="2714" y="365"/>
                  </a:lnTo>
                  <a:cubicBezTo>
                    <a:pt x="2714" y="365"/>
                    <a:pt x="2723" y="365"/>
                    <a:pt x="2732" y="356"/>
                  </a:cubicBezTo>
                  <a:cubicBezTo>
                    <a:pt x="2822" y="301"/>
                    <a:pt x="2840" y="175"/>
                    <a:pt x="2786" y="85"/>
                  </a:cubicBezTo>
                  <a:cubicBezTo>
                    <a:pt x="2746" y="29"/>
                    <a:pt x="2686" y="1"/>
                    <a:pt x="2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0" name="Google Shape;7810;p272"/>
            <p:cNvSpPr/>
            <p:nvPr/>
          </p:nvSpPr>
          <p:spPr>
            <a:xfrm>
              <a:off x="8276797" y="3673322"/>
              <a:ext cx="127207" cy="161161"/>
            </a:xfrm>
            <a:custGeom>
              <a:avLst/>
              <a:gdLst/>
              <a:ahLst/>
              <a:cxnLst/>
              <a:rect l="l" t="t" r="r" b="b"/>
              <a:pathLst>
                <a:path w="2615" h="3313" extrusionOk="0">
                  <a:moveTo>
                    <a:pt x="2417" y="0"/>
                  </a:moveTo>
                  <a:cubicBezTo>
                    <a:pt x="2405" y="0"/>
                    <a:pt x="2393" y="1"/>
                    <a:pt x="2381" y="3"/>
                  </a:cubicBezTo>
                  <a:cubicBezTo>
                    <a:pt x="2272" y="30"/>
                    <a:pt x="2209" y="129"/>
                    <a:pt x="2227" y="238"/>
                  </a:cubicBezTo>
                  <a:cubicBezTo>
                    <a:pt x="2254" y="382"/>
                    <a:pt x="2272" y="526"/>
                    <a:pt x="2254" y="670"/>
                  </a:cubicBezTo>
                  <a:cubicBezTo>
                    <a:pt x="2245" y="815"/>
                    <a:pt x="2218" y="968"/>
                    <a:pt x="2155" y="1103"/>
                  </a:cubicBezTo>
                  <a:cubicBezTo>
                    <a:pt x="2056" y="1382"/>
                    <a:pt x="1876" y="1644"/>
                    <a:pt x="1668" y="1869"/>
                  </a:cubicBezTo>
                  <a:cubicBezTo>
                    <a:pt x="1461" y="2104"/>
                    <a:pt x="1218" y="2302"/>
                    <a:pt x="965" y="2473"/>
                  </a:cubicBezTo>
                  <a:cubicBezTo>
                    <a:pt x="830" y="2563"/>
                    <a:pt x="704" y="2653"/>
                    <a:pt x="569" y="2735"/>
                  </a:cubicBezTo>
                  <a:cubicBezTo>
                    <a:pt x="434" y="2807"/>
                    <a:pt x="298" y="2879"/>
                    <a:pt x="154" y="2942"/>
                  </a:cubicBezTo>
                  <a:cubicBezTo>
                    <a:pt x="145" y="2942"/>
                    <a:pt x="136" y="2951"/>
                    <a:pt x="127" y="2951"/>
                  </a:cubicBezTo>
                  <a:cubicBezTo>
                    <a:pt x="28" y="3005"/>
                    <a:pt x="1" y="3131"/>
                    <a:pt x="64" y="3221"/>
                  </a:cubicBezTo>
                  <a:cubicBezTo>
                    <a:pt x="99" y="3280"/>
                    <a:pt x="162" y="3312"/>
                    <a:pt x="226" y="3312"/>
                  </a:cubicBezTo>
                  <a:cubicBezTo>
                    <a:pt x="260" y="3312"/>
                    <a:pt x="294" y="3303"/>
                    <a:pt x="325" y="3284"/>
                  </a:cubicBezTo>
                  <a:lnTo>
                    <a:pt x="334" y="3284"/>
                  </a:lnTo>
                  <a:cubicBezTo>
                    <a:pt x="614" y="3104"/>
                    <a:pt x="875" y="2906"/>
                    <a:pt x="1128" y="2707"/>
                  </a:cubicBezTo>
                  <a:cubicBezTo>
                    <a:pt x="1389" y="2500"/>
                    <a:pt x="1632" y="2284"/>
                    <a:pt x="1849" y="2031"/>
                  </a:cubicBezTo>
                  <a:cubicBezTo>
                    <a:pt x="2065" y="1788"/>
                    <a:pt x="2263" y="1518"/>
                    <a:pt x="2399" y="1202"/>
                  </a:cubicBezTo>
                  <a:cubicBezTo>
                    <a:pt x="2543" y="896"/>
                    <a:pt x="2615" y="553"/>
                    <a:pt x="2615" y="193"/>
                  </a:cubicBezTo>
                  <a:cubicBezTo>
                    <a:pt x="2615" y="184"/>
                    <a:pt x="2615" y="166"/>
                    <a:pt x="2615" y="157"/>
                  </a:cubicBezTo>
                  <a:cubicBezTo>
                    <a:pt x="2591" y="61"/>
                    <a:pt x="2510" y="0"/>
                    <a:pt x="2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1" name="Google Shape;7811;p272"/>
            <p:cNvSpPr/>
            <p:nvPr/>
          </p:nvSpPr>
          <p:spPr>
            <a:xfrm>
              <a:off x="7126261" y="3708687"/>
              <a:ext cx="37311" cy="143746"/>
            </a:xfrm>
            <a:custGeom>
              <a:avLst/>
              <a:gdLst/>
              <a:ahLst/>
              <a:cxnLst/>
              <a:rect l="l" t="t" r="r" b="b"/>
              <a:pathLst>
                <a:path w="767" h="2955" extrusionOk="0">
                  <a:moveTo>
                    <a:pt x="226" y="1"/>
                  </a:moveTo>
                  <a:cubicBezTo>
                    <a:pt x="211" y="1"/>
                    <a:pt x="196" y="3"/>
                    <a:pt x="181" y="6"/>
                  </a:cubicBezTo>
                  <a:cubicBezTo>
                    <a:pt x="73" y="24"/>
                    <a:pt x="0" y="124"/>
                    <a:pt x="27" y="232"/>
                  </a:cubicBezTo>
                  <a:cubicBezTo>
                    <a:pt x="100" y="637"/>
                    <a:pt x="163" y="1052"/>
                    <a:pt x="217" y="1467"/>
                  </a:cubicBezTo>
                  <a:lnTo>
                    <a:pt x="307" y="2089"/>
                  </a:lnTo>
                  <a:cubicBezTo>
                    <a:pt x="325" y="2296"/>
                    <a:pt x="379" y="2494"/>
                    <a:pt x="334" y="2711"/>
                  </a:cubicBezTo>
                  <a:cubicBezTo>
                    <a:pt x="325" y="2756"/>
                    <a:pt x="334" y="2801"/>
                    <a:pt x="352" y="2837"/>
                  </a:cubicBezTo>
                  <a:cubicBezTo>
                    <a:pt x="384" y="2914"/>
                    <a:pt x="458" y="2955"/>
                    <a:pt x="534" y="2955"/>
                  </a:cubicBezTo>
                  <a:cubicBezTo>
                    <a:pt x="564" y="2955"/>
                    <a:pt x="594" y="2949"/>
                    <a:pt x="622" y="2936"/>
                  </a:cubicBezTo>
                  <a:cubicBezTo>
                    <a:pt x="722" y="2891"/>
                    <a:pt x="767" y="2765"/>
                    <a:pt x="722" y="2666"/>
                  </a:cubicBezTo>
                  <a:cubicBezTo>
                    <a:pt x="622" y="2467"/>
                    <a:pt x="622" y="2251"/>
                    <a:pt x="595" y="2053"/>
                  </a:cubicBezTo>
                  <a:lnTo>
                    <a:pt x="523" y="1431"/>
                  </a:lnTo>
                  <a:cubicBezTo>
                    <a:pt x="478" y="1016"/>
                    <a:pt x="433" y="601"/>
                    <a:pt x="406" y="178"/>
                  </a:cubicBezTo>
                  <a:cubicBezTo>
                    <a:pt x="406" y="178"/>
                    <a:pt x="406" y="169"/>
                    <a:pt x="406" y="160"/>
                  </a:cubicBezTo>
                  <a:cubicBezTo>
                    <a:pt x="391" y="67"/>
                    <a:pt x="316" y="1"/>
                    <a:pt x="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2" name="Google Shape;7812;p272"/>
            <p:cNvSpPr/>
            <p:nvPr/>
          </p:nvSpPr>
          <p:spPr>
            <a:xfrm>
              <a:off x="7753724" y="3752661"/>
              <a:ext cx="159215" cy="130125"/>
            </a:xfrm>
            <a:custGeom>
              <a:avLst/>
              <a:gdLst/>
              <a:ahLst/>
              <a:cxnLst/>
              <a:rect l="l" t="t" r="r" b="b"/>
              <a:pathLst>
                <a:path w="3273" h="2675" extrusionOk="0">
                  <a:moveTo>
                    <a:pt x="215" y="1"/>
                  </a:moveTo>
                  <a:cubicBezTo>
                    <a:pt x="203" y="1"/>
                    <a:pt x="192" y="2"/>
                    <a:pt x="181" y="4"/>
                  </a:cubicBezTo>
                  <a:cubicBezTo>
                    <a:pt x="72" y="31"/>
                    <a:pt x="0" y="130"/>
                    <a:pt x="27" y="238"/>
                  </a:cubicBezTo>
                  <a:cubicBezTo>
                    <a:pt x="99" y="581"/>
                    <a:pt x="253" y="905"/>
                    <a:pt x="460" y="1176"/>
                  </a:cubicBezTo>
                  <a:cubicBezTo>
                    <a:pt x="676" y="1446"/>
                    <a:pt x="938" y="1662"/>
                    <a:pt x="1208" y="1843"/>
                  </a:cubicBezTo>
                  <a:cubicBezTo>
                    <a:pt x="1488" y="2023"/>
                    <a:pt x="1776" y="2176"/>
                    <a:pt x="2083" y="2302"/>
                  </a:cubicBezTo>
                  <a:cubicBezTo>
                    <a:pt x="2371" y="2438"/>
                    <a:pt x="2677" y="2564"/>
                    <a:pt x="3002" y="2663"/>
                  </a:cubicBezTo>
                  <a:cubicBezTo>
                    <a:pt x="3011" y="2663"/>
                    <a:pt x="3020" y="2672"/>
                    <a:pt x="3029" y="2672"/>
                  </a:cubicBezTo>
                  <a:cubicBezTo>
                    <a:pt x="3039" y="2674"/>
                    <a:pt x="3049" y="2674"/>
                    <a:pt x="3059" y="2674"/>
                  </a:cubicBezTo>
                  <a:cubicBezTo>
                    <a:pt x="3155" y="2674"/>
                    <a:pt x="3238" y="2599"/>
                    <a:pt x="3254" y="2510"/>
                  </a:cubicBezTo>
                  <a:cubicBezTo>
                    <a:pt x="3272" y="2402"/>
                    <a:pt x="3191" y="2302"/>
                    <a:pt x="3092" y="2284"/>
                  </a:cubicBezTo>
                  <a:cubicBezTo>
                    <a:pt x="2939" y="2266"/>
                    <a:pt x="2786" y="2230"/>
                    <a:pt x="2641" y="2185"/>
                  </a:cubicBezTo>
                  <a:cubicBezTo>
                    <a:pt x="2488" y="2140"/>
                    <a:pt x="2335" y="2086"/>
                    <a:pt x="2191" y="2032"/>
                  </a:cubicBezTo>
                  <a:cubicBezTo>
                    <a:pt x="1902" y="1915"/>
                    <a:pt x="1623" y="1789"/>
                    <a:pt x="1361" y="1608"/>
                  </a:cubicBezTo>
                  <a:cubicBezTo>
                    <a:pt x="1118" y="1437"/>
                    <a:pt x="875" y="1239"/>
                    <a:pt x="712" y="986"/>
                  </a:cubicBezTo>
                  <a:cubicBezTo>
                    <a:pt x="622" y="869"/>
                    <a:pt x="559" y="734"/>
                    <a:pt x="505" y="599"/>
                  </a:cubicBezTo>
                  <a:cubicBezTo>
                    <a:pt x="451" y="464"/>
                    <a:pt x="424" y="319"/>
                    <a:pt x="415" y="175"/>
                  </a:cubicBezTo>
                  <a:lnTo>
                    <a:pt x="406" y="175"/>
                  </a:lnTo>
                  <a:cubicBezTo>
                    <a:pt x="406" y="166"/>
                    <a:pt x="406" y="166"/>
                    <a:pt x="406" y="157"/>
                  </a:cubicBezTo>
                  <a:cubicBezTo>
                    <a:pt x="390" y="61"/>
                    <a:pt x="303" y="1"/>
                    <a:pt x="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3" name="Google Shape;7813;p272"/>
            <p:cNvSpPr/>
            <p:nvPr/>
          </p:nvSpPr>
          <p:spPr>
            <a:xfrm>
              <a:off x="7140708" y="3828157"/>
              <a:ext cx="36046" cy="134163"/>
            </a:xfrm>
            <a:custGeom>
              <a:avLst/>
              <a:gdLst/>
              <a:ahLst/>
              <a:cxnLst/>
              <a:rect l="l" t="t" r="r" b="b"/>
              <a:pathLst>
                <a:path w="741" h="2758" extrusionOk="0">
                  <a:moveTo>
                    <a:pt x="230" y="0"/>
                  </a:moveTo>
                  <a:cubicBezTo>
                    <a:pt x="208" y="0"/>
                    <a:pt x="186" y="4"/>
                    <a:pt x="163" y="11"/>
                  </a:cubicBezTo>
                  <a:cubicBezTo>
                    <a:pt x="64" y="38"/>
                    <a:pt x="1" y="155"/>
                    <a:pt x="37" y="255"/>
                  </a:cubicBezTo>
                  <a:cubicBezTo>
                    <a:pt x="163" y="633"/>
                    <a:pt x="208" y="1021"/>
                    <a:pt x="253" y="1399"/>
                  </a:cubicBezTo>
                  <a:cubicBezTo>
                    <a:pt x="289" y="1787"/>
                    <a:pt x="325" y="2175"/>
                    <a:pt x="325" y="2562"/>
                  </a:cubicBezTo>
                  <a:cubicBezTo>
                    <a:pt x="325" y="2580"/>
                    <a:pt x="325" y="2598"/>
                    <a:pt x="334" y="2607"/>
                  </a:cubicBezTo>
                  <a:cubicBezTo>
                    <a:pt x="357" y="2698"/>
                    <a:pt x="431" y="2758"/>
                    <a:pt x="519" y="2758"/>
                  </a:cubicBezTo>
                  <a:cubicBezTo>
                    <a:pt x="535" y="2758"/>
                    <a:pt x="552" y="2756"/>
                    <a:pt x="569" y="2751"/>
                  </a:cubicBezTo>
                  <a:cubicBezTo>
                    <a:pt x="677" y="2724"/>
                    <a:pt x="740" y="2625"/>
                    <a:pt x="713" y="2517"/>
                  </a:cubicBezTo>
                  <a:cubicBezTo>
                    <a:pt x="623" y="2138"/>
                    <a:pt x="551" y="1760"/>
                    <a:pt x="497" y="1372"/>
                  </a:cubicBezTo>
                  <a:cubicBezTo>
                    <a:pt x="443" y="985"/>
                    <a:pt x="397" y="606"/>
                    <a:pt x="425" y="210"/>
                  </a:cubicBezTo>
                  <a:cubicBezTo>
                    <a:pt x="425" y="182"/>
                    <a:pt x="425" y="155"/>
                    <a:pt x="416" y="137"/>
                  </a:cubicBezTo>
                  <a:cubicBezTo>
                    <a:pt x="387" y="52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8" name="Google Shape;7818;p273"/>
          <p:cNvSpPr txBox="1">
            <a:spLocks noGrp="1"/>
          </p:cNvSpPr>
          <p:nvPr>
            <p:ph type="subTitle" idx="1"/>
          </p:nvPr>
        </p:nvSpPr>
        <p:spPr>
          <a:xfrm>
            <a:off x="3231450" y="3229038"/>
            <a:ext cx="2681100" cy="14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my Grocery Tuple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Eggs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Milk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Bread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Chicken</a:t>
            </a:r>
            <a:endParaRPr/>
          </a:p>
        </p:txBody>
      </p:sp>
      <p:sp>
        <p:nvSpPr>
          <p:cNvPr id="7819" name="Google Shape;7819;p273"/>
          <p:cNvSpPr txBox="1">
            <a:spLocks noGrp="1"/>
          </p:cNvSpPr>
          <p:nvPr>
            <p:ph type="subTitle" idx="1"/>
          </p:nvPr>
        </p:nvSpPr>
        <p:spPr>
          <a:xfrm>
            <a:off x="588482" y="904675"/>
            <a:ext cx="6549900" cy="22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 </a:t>
            </a:r>
            <a:r>
              <a:rPr lang="en" sz="2000" b="1" dirty="0"/>
              <a:t>Tuple</a:t>
            </a:r>
            <a:r>
              <a:rPr lang="en" sz="2000" dirty="0"/>
              <a:t> &amp; list are both an </a:t>
            </a:r>
            <a:r>
              <a:rPr lang="en" sz="2000" dirty="0">
                <a:highlight>
                  <a:schemeClr val="lt2"/>
                </a:highlight>
              </a:rPr>
              <a:t>Ordered List </a:t>
            </a:r>
            <a:r>
              <a:rPr lang="en" sz="2000" dirty="0"/>
              <a:t>but there is one key difference: tuples are </a:t>
            </a:r>
            <a:r>
              <a:rPr lang="en" sz="2000" dirty="0">
                <a:highlight>
                  <a:schemeClr val="accent1"/>
                </a:highlight>
              </a:rPr>
              <a:t>immutable</a:t>
            </a:r>
            <a:r>
              <a:rPr lang="en" sz="2000" dirty="0"/>
              <a:t>, which means once you create a tuple, you cannot change its elements.</a:t>
            </a:r>
            <a:endParaRPr sz="2000" dirty="0"/>
          </a:p>
        </p:txBody>
      </p:sp>
      <p:sp>
        <p:nvSpPr>
          <p:cNvPr id="7820" name="Google Shape;7820;p273"/>
          <p:cNvSpPr txBox="1">
            <a:spLocks noGrp="1"/>
          </p:cNvSpPr>
          <p:nvPr>
            <p:ph type="title"/>
          </p:nvPr>
        </p:nvSpPr>
        <p:spPr>
          <a:xfrm>
            <a:off x="443225" y="298100"/>
            <a:ext cx="4416000" cy="5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Tuple?</a:t>
            </a:r>
            <a:endParaRPr/>
          </a:p>
        </p:txBody>
      </p:sp>
      <p:grpSp>
        <p:nvGrpSpPr>
          <p:cNvPr id="7821" name="Google Shape;7821;p273"/>
          <p:cNvGrpSpPr/>
          <p:nvPr/>
        </p:nvGrpSpPr>
        <p:grpSpPr>
          <a:xfrm>
            <a:off x="588483" y="727950"/>
            <a:ext cx="4195530" cy="176025"/>
            <a:chOff x="4345425" y="2175475"/>
            <a:chExt cx="800750" cy="176025"/>
          </a:xfrm>
        </p:grpSpPr>
        <p:sp>
          <p:nvSpPr>
            <p:cNvPr id="7822" name="Google Shape;7822;p27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3" name="Google Shape;7823;p27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824" name="Google Shape;7824;p273"/>
          <p:cNvPicPr preferRelativeResize="0"/>
          <p:nvPr/>
        </p:nvPicPr>
        <p:blipFill rotWithShape="1">
          <a:blip r:embed="rId3">
            <a:alphaModFix/>
          </a:blip>
          <a:srcRect l="6050"/>
          <a:stretch/>
        </p:blipFill>
        <p:spPr>
          <a:xfrm>
            <a:off x="306264" y="2316025"/>
            <a:ext cx="8531471" cy="8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9" name="Google Shape;7829;p274"/>
          <p:cNvSpPr txBox="1">
            <a:spLocks noGrp="1"/>
          </p:cNvSpPr>
          <p:nvPr>
            <p:ph type="title"/>
          </p:nvPr>
        </p:nvSpPr>
        <p:spPr>
          <a:xfrm>
            <a:off x="443225" y="298100"/>
            <a:ext cx="4416000" cy="5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Tuple Format</a:t>
            </a:r>
            <a:endParaRPr/>
          </a:p>
        </p:txBody>
      </p:sp>
      <p:grpSp>
        <p:nvGrpSpPr>
          <p:cNvPr id="7830" name="Google Shape;7830;p274"/>
          <p:cNvGrpSpPr/>
          <p:nvPr/>
        </p:nvGrpSpPr>
        <p:grpSpPr>
          <a:xfrm>
            <a:off x="588483" y="727950"/>
            <a:ext cx="4195530" cy="176025"/>
            <a:chOff x="4345425" y="2175475"/>
            <a:chExt cx="800750" cy="176025"/>
          </a:xfrm>
        </p:grpSpPr>
        <p:sp>
          <p:nvSpPr>
            <p:cNvPr id="7831" name="Google Shape;7831;p27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2" name="Google Shape;7832;p27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33" name="Google Shape;7833;p274"/>
          <p:cNvSpPr txBox="1">
            <a:spLocks noGrp="1"/>
          </p:cNvSpPr>
          <p:nvPr>
            <p:ph type="subTitle" idx="1"/>
          </p:nvPr>
        </p:nvSpPr>
        <p:spPr>
          <a:xfrm>
            <a:off x="1526850" y="1262662"/>
            <a:ext cx="6090300" cy="14270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5000"/>
              </a:lnSpc>
              <a:buSzPts val="1100"/>
            </a:pPr>
            <a:r>
              <a:rPr lang="en" dirty="0"/>
              <a:t>A tuple is created by using parenthese ( ).</a:t>
            </a:r>
          </a:p>
          <a:p>
            <a:pPr marL="285750" indent="-285750">
              <a:lnSpc>
                <a:spcPct val="115000"/>
              </a:lnSpc>
              <a:buSzPts val="1100"/>
            </a:pPr>
            <a:r>
              <a:rPr lang="en" dirty="0"/>
              <a:t>Each item is know as an element.</a:t>
            </a:r>
          </a:p>
          <a:p>
            <a:pPr marL="285750" indent="-285750">
              <a:lnSpc>
                <a:spcPct val="115000"/>
              </a:lnSpc>
              <a:buSzPts val="1100"/>
            </a:pPr>
            <a:r>
              <a:rPr lang="en" dirty="0"/>
              <a:t>Each element is separated by a comma. </a:t>
            </a:r>
          </a:p>
          <a:p>
            <a:pPr marL="285750" indent="-285750">
              <a:lnSpc>
                <a:spcPct val="115000"/>
              </a:lnSpc>
              <a:buSzPts val="1100"/>
            </a:pPr>
            <a:r>
              <a:rPr lang="en" dirty="0"/>
              <a:t>An element can be any Python type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834" name="Google Shape;7834;p2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286" y="2768550"/>
            <a:ext cx="8839200" cy="967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9" name="Google Shape;7829;p274"/>
          <p:cNvSpPr txBox="1">
            <a:spLocks noGrp="1"/>
          </p:cNvSpPr>
          <p:nvPr>
            <p:ph type="title"/>
          </p:nvPr>
        </p:nvSpPr>
        <p:spPr>
          <a:xfrm>
            <a:off x="443225" y="298100"/>
            <a:ext cx="4416000" cy="5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List vs. Tuple</a:t>
            </a:r>
            <a:endParaRPr dirty="0"/>
          </a:p>
        </p:txBody>
      </p:sp>
      <p:grpSp>
        <p:nvGrpSpPr>
          <p:cNvPr id="7830" name="Google Shape;7830;p274"/>
          <p:cNvGrpSpPr/>
          <p:nvPr/>
        </p:nvGrpSpPr>
        <p:grpSpPr>
          <a:xfrm>
            <a:off x="588483" y="727950"/>
            <a:ext cx="4195530" cy="176025"/>
            <a:chOff x="4345425" y="2175475"/>
            <a:chExt cx="800750" cy="176025"/>
          </a:xfrm>
        </p:grpSpPr>
        <p:sp>
          <p:nvSpPr>
            <p:cNvPr id="7831" name="Google Shape;7831;p27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2" name="Google Shape;7832;p27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33" name="Google Shape;7833;p274"/>
          <p:cNvSpPr txBox="1">
            <a:spLocks noGrp="1"/>
          </p:cNvSpPr>
          <p:nvPr>
            <p:ph type="subTitle" idx="1"/>
          </p:nvPr>
        </p:nvSpPr>
        <p:spPr>
          <a:xfrm>
            <a:off x="588483" y="924425"/>
            <a:ext cx="3830324" cy="14152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dirty="0"/>
              <a:t>List</a:t>
            </a:r>
          </a:p>
          <a:p>
            <a:pPr marL="285750" indent="-285750">
              <a:lnSpc>
                <a:spcPct val="115000"/>
              </a:lnSpc>
              <a:buSzPts val="1100"/>
            </a:pPr>
            <a:r>
              <a:rPr lang="en-US" dirty="0"/>
              <a:t>Can contain 0-many items</a:t>
            </a:r>
          </a:p>
          <a:p>
            <a:pPr marL="285750" indent="-285750">
              <a:lnSpc>
                <a:spcPct val="115000"/>
              </a:lnSpc>
              <a:buSzPts val="1100"/>
            </a:pPr>
            <a:r>
              <a:rPr lang="en-US" dirty="0">
                <a:highlight>
                  <a:srgbClr val="FFFF00"/>
                </a:highlight>
              </a:rPr>
              <a:t>Mutable</a:t>
            </a:r>
            <a:r>
              <a:rPr lang="en-US" dirty="0"/>
              <a:t> (can add / remove items)</a:t>
            </a:r>
          </a:p>
          <a:p>
            <a:pPr marL="285750" indent="-285750">
              <a:lnSpc>
                <a:spcPct val="115000"/>
              </a:lnSpc>
              <a:buSzPts val="1100"/>
            </a:pPr>
            <a:r>
              <a:rPr lang="en-US" dirty="0">
                <a:highlight>
                  <a:srgbClr val="00FF00"/>
                </a:highlight>
              </a:rPr>
              <a:t>Ordered</a:t>
            </a:r>
            <a:r>
              <a:rPr lang="en-US" dirty="0"/>
              <a:t> (can be accessed with index)</a:t>
            </a:r>
          </a:p>
          <a:p>
            <a:pPr marL="285750" indent="-285750">
              <a:lnSpc>
                <a:spcPct val="115000"/>
              </a:lnSpc>
              <a:buSzPts val="1100"/>
            </a:pPr>
            <a:r>
              <a:rPr lang="en-US" dirty="0"/>
              <a:t>Created using </a:t>
            </a:r>
            <a:r>
              <a:rPr lang="en-US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endParaRPr dirty="0">
              <a:highlight>
                <a:srgbClr val="FF00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834" name="Google Shape;7834;p2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22" y="2571750"/>
            <a:ext cx="8839200" cy="96720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833;p274">
            <a:extLst>
              <a:ext uri="{FF2B5EF4-FFF2-40B4-BE49-F238E27FC236}">
                <a16:creationId xmlns:a16="http://schemas.microsoft.com/office/drawing/2014/main" id="{F22705D7-1045-C142-0F3C-D7766576846B}"/>
              </a:ext>
            </a:extLst>
          </p:cNvPr>
          <p:cNvSpPr txBox="1">
            <a:spLocks/>
          </p:cNvSpPr>
          <p:nvPr/>
        </p:nvSpPr>
        <p:spPr>
          <a:xfrm>
            <a:off x="4488404" y="917647"/>
            <a:ext cx="3830324" cy="1415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"/>
              <a:buChar char="●"/>
              <a:defRPr sz="16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Char char="○"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Char char="■"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Char char="●"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Char char="○"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Char char="■"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Char char="●"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Char char="○"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Char char="■"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0" indent="0">
              <a:lnSpc>
                <a:spcPct val="115000"/>
              </a:lnSpc>
              <a:buSzPts val="1100"/>
              <a:buFont typeface="Arial"/>
              <a:buNone/>
            </a:pPr>
            <a:r>
              <a:rPr lang="en-US" dirty="0"/>
              <a:t>Tuple</a:t>
            </a:r>
          </a:p>
          <a:p>
            <a:pPr marL="285750" indent="-285750">
              <a:lnSpc>
                <a:spcPct val="115000"/>
              </a:lnSpc>
              <a:buSzPts val="1100"/>
            </a:pPr>
            <a:r>
              <a:rPr lang="en-US" dirty="0"/>
              <a:t>Can contain 0-many items</a:t>
            </a:r>
          </a:p>
          <a:p>
            <a:pPr marL="285750" indent="-285750">
              <a:lnSpc>
                <a:spcPct val="115000"/>
              </a:lnSpc>
              <a:buSzPts val="1100"/>
            </a:pPr>
            <a:r>
              <a:rPr lang="en-US" dirty="0">
                <a:highlight>
                  <a:srgbClr val="FFFF00"/>
                </a:highlight>
              </a:rPr>
              <a:t>Immutable</a:t>
            </a:r>
            <a:r>
              <a:rPr lang="en-US" dirty="0"/>
              <a:t> (cannot add / remove items)</a:t>
            </a:r>
          </a:p>
          <a:p>
            <a:pPr marL="285750" indent="-285750">
              <a:lnSpc>
                <a:spcPct val="115000"/>
              </a:lnSpc>
              <a:buSzPts val="1100"/>
            </a:pPr>
            <a:r>
              <a:rPr lang="en-US" dirty="0">
                <a:highlight>
                  <a:srgbClr val="00FF00"/>
                </a:highlight>
              </a:rPr>
              <a:t>Ordered</a:t>
            </a:r>
            <a:r>
              <a:rPr lang="en-US" dirty="0"/>
              <a:t> (can be accessed with index)</a:t>
            </a:r>
          </a:p>
          <a:p>
            <a:pPr marL="285750" indent="-285750">
              <a:lnSpc>
                <a:spcPct val="115000"/>
              </a:lnSpc>
              <a:buSzPts val="1100"/>
            </a:pPr>
            <a:r>
              <a:rPr lang="en-US" dirty="0"/>
              <a:t>Created using </a:t>
            </a:r>
            <a:r>
              <a:rPr lang="en-US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15000"/>
              </a:lnSpc>
              <a:buSzPts val="1100"/>
              <a:buFont typeface="Arial"/>
              <a:buNone/>
            </a:pPr>
            <a:endParaRPr lang="en-US" dirty="0"/>
          </a:p>
          <a:p>
            <a:pPr marL="0" indent="0">
              <a:buFont typeface="Muli"/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375B2-1F01-20BE-3FA4-A97AB9C76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2" y="3711634"/>
            <a:ext cx="766762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17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49" name="Google Shape;7849;p276"/>
          <p:cNvGrpSpPr/>
          <p:nvPr/>
        </p:nvGrpSpPr>
        <p:grpSpPr>
          <a:xfrm>
            <a:off x="446299" y="380183"/>
            <a:ext cx="2798301" cy="176025"/>
            <a:chOff x="4345425" y="2175475"/>
            <a:chExt cx="800750" cy="176025"/>
          </a:xfrm>
        </p:grpSpPr>
        <p:sp>
          <p:nvSpPr>
            <p:cNvPr id="7850" name="Google Shape;7850;p27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1" name="Google Shape;7851;p27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52" name="Google Shape;7852;p276"/>
          <p:cNvSpPr txBox="1">
            <a:spLocks noGrp="1"/>
          </p:cNvSpPr>
          <p:nvPr>
            <p:ph type="title"/>
          </p:nvPr>
        </p:nvSpPr>
        <p:spPr>
          <a:xfrm>
            <a:off x="689550" y="0"/>
            <a:ext cx="3918000" cy="55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Tuple Answer</a:t>
            </a:r>
            <a:endParaRPr/>
          </a:p>
        </p:txBody>
      </p:sp>
      <p:sp>
        <p:nvSpPr>
          <p:cNvPr id="7853" name="Google Shape;7853;p276"/>
          <p:cNvSpPr txBox="1">
            <a:spLocks noGrp="1"/>
          </p:cNvSpPr>
          <p:nvPr>
            <p:ph type="subTitle" idx="1"/>
          </p:nvPr>
        </p:nvSpPr>
        <p:spPr>
          <a:xfrm>
            <a:off x="2730300" y="1984950"/>
            <a:ext cx="3683400" cy="1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Create a Tuple in python which contains the numbers: 7, 15, 43, 72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Then print out the Tuple</a:t>
            </a:r>
            <a:endParaRPr/>
          </a:p>
        </p:txBody>
      </p:sp>
      <p:grpSp>
        <p:nvGrpSpPr>
          <p:cNvPr id="7854" name="Google Shape;7854;p276"/>
          <p:cNvGrpSpPr/>
          <p:nvPr/>
        </p:nvGrpSpPr>
        <p:grpSpPr>
          <a:xfrm>
            <a:off x="3636890" y="3099836"/>
            <a:ext cx="1745583" cy="230173"/>
            <a:chOff x="1394800" y="3522000"/>
            <a:chExt cx="1048650" cy="138275"/>
          </a:xfrm>
        </p:grpSpPr>
        <p:sp>
          <p:nvSpPr>
            <p:cNvPr id="7855" name="Google Shape;7855;p276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6" name="Google Shape;7856;p276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7" name="Google Shape;7857;p276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8" name="Google Shape;7858;p276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9" name="Google Shape;7859;p276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0" name="Google Shape;7860;p276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1" name="Google Shape;7861;p276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2" name="Google Shape;7862;p276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3" name="Google Shape;7863;p276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68" name="Google Shape;7868;p277"/>
          <p:cNvGrpSpPr/>
          <p:nvPr/>
        </p:nvGrpSpPr>
        <p:grpSpPr>
          <a:xfrm>
            <a:off x="446299" y="380183"/>
            <a:ext cx="2798301" cy="176025"/>
            <a:chOff x="4345425" y="2175475"/>
            <a:chExt cx="800750" cy="176025"/>
          </a:xfrm>
        </p:grpSpPr>
        <p:sp>
          <p:nvSpPr>
            <p:cNvPr id="7869" name="Google Shape;7869;p277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0" name="Google Shape;7870;p277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71" name="Google Shape;7871;p277"/>
          <p:cNvSpPr txBox="1">
            <a:spLocks noGrp="1"/>
          </p:cNvSpPr>
          <p:nvPr>
            <p:ph type="title"/>
          </p:nvPr>
        </p:nvSpPr>
        <p:spPr>
          <a:xfrm>
            <a:off x="689550" y="0"/>
            <a:ext cx="4421400" cy="55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Tuple: Answer</a:t>
            </a:r>
            <a:endParaRPr/>
          </a:p>
        </p:txBody>
      </p:sp>
      <p:grpSp>
        <p:nvGrpSpPr>
          <p:cNvPr id="7872" name="Google Shape;7872;p277"/>
          <p:cNvGrpSpPr/>
          <p:nvPr/>
        </p:nvGrpSpPr>
        <p:grpSpPr>
          <a:xfrm rot="2165694">
            <a:off x="3691225" y="1565248"/>
            <a:ext cx="843229" cy="402226"/>
            <a:chOff x="-583650" y="3109250"/>
            <a:chExt cx="570275" cy="272025"/>
          </a:xfrm>
        </p:grpSpPr>
        <p:sp>
          <p:nvSpPr>
            <p:cNvPr id="7873" name="Google Shape;7873;p277"/>
            <p:cNvSpPr/>
            <p:nvPr/>
          </p:nvSpPr>
          <p:spPr>
            <a:xfrm>
              <a:off x="-583650" y="3186975"/>
              <a:ext cx="570275" cy="194300"/>
            </a:xfrm>
            <a:custGeom>
              <a:avLst/>
              <a:gdLst/>
              <a:ahLst/>
              <a:cxnLst/>
              <a:rect l="l" t="t" r="r" b="b"/>
              <a:pathLst>
                <a:path w="22811" h="7772" extrusionOk="0">
                  <a:moveTo>
                    <a:pt x="22543" y="6377"/>
                  </a:moveTo>
                  <a:lnTo>
                    <a:pt x="22543" y="6377"/>
                  </a:lnTo>
                  <a:cubicBezTo>
                    <a:pt x="22536" y="6381"/>
                    <a:pt x="22532" y="6384"/>
                    <a:pt x="22525" y="6384"/>
                  </a:cubicBezTo>
                  <a:cubicBezTo>
                    <a:pt x="22190" y="6488"/>
                    <a:pt x="21851" y="6580"/>
                    <a:pt x="21513" y="6669"/>
                  </a:cubicBezTo>
                  <a:cubicBezTo>
                    <a:pt x="21762" y="6905"/>
                    <a:pt x="22083" y="7030"/>
                    <a:pt x="22322" y="7030"/>
                  </a:cubicBezTo>
                  <a:cubicBezTo>
                    <a:pt x="22632" y="7030"/>
                    <a:pt x="22810" y="6822"/>
                    <a:pt x="22543" y="6377"/>
                  </a:cubicBezTo>
                  <a:close/>
                  <a:moveTo>
                    <a:pt x="12021" y="1"/>
                  </a:moveTo>
                  <a:cubicBezTo>
                    <a:pt x="9332" y="1"/>
                    <a:pt x="6501" y="875"/>
                    <a:pt x="4639" y="2230"/>
                  </a:cubicBezTo>
                  <a:cubicBezTo>
                    <a:pt x="4539" y="2301"/>
                    <a:pt x="4393" y="2333"/>
                    <a:pt x="4222" y="2333"/>
                  </a:cubicBezTo>
                  <a:cubicBezTo>
                    <a:pt x="3909" y="2333"/>
                    <a:pt x="3520" y="2226"/>
                    <a:pt x="3221" y="2087"/>
                  </a:cubicBezTo>
                  <a:cubicBezTo>
                    <a:pt x="1672" y="3100"/>
                    <a:pt x="860" y="4609"/>
                    <a:pt x="175" y="6448"/>
                  </a:cubicBezTo>
                  <a:cubicBezTo>
                    <a:pt x="0" y="6923"/>
                    <a:pt x="924" y="7771"/>
                    <a:pt x="1455" y="7771"/>
                  </a:cubicBezTo>
                  <a:cubicBezTo>
                    <a:pt x="1605" y="7771"/>
                    <a:pt x="1719" y="7707"/>
                    <a:pt x="1776" y="7553"/>
                  </a:cubicBezTo>
                  <a:cubicBezTo>
                    <a:pt x="2507" y="5593"/>
                    <a:pt x="3345" y="4002"/>
                    <a:pt x="5328" y="3100"/>
                  </a:cubicBezTo>
                  <a:cubicBezTo>
                    <a:pt x="6989" y="2348"/>
                    <a:pt x="8897" y="1905"/>
                    <a:pt x="10687" y="1599"/>
                  </a:cubicBezTo>
                  <a:cubicBezTo>
                    <a:pt x="11486" y="1463"/>
                    <a:pt x="12313" y="1374"/>
                    <a:pt x="13137" y="1374"/>
                  </a:cubicBezTo>
                  <a:cubicBezTo>
                    <a:pt x="14481" y="1374"/>
                    <a:pt x="15814" y="1610"/>
                    <a:pt x="17012" y="2255"/>
                  </a:cubicBezTo>
                  <a:cubicBezTo>
                    <a:pt x="17700" y="2626"/>
                    <a:pt x="18321" y="3100"/>
                    <a:pt x="18888" y="3638"/>
                  </a:cubicBezTo>
                  <a:cubicBezTo>
                    <a:pt x="17733" y="1042"/>
                    <a:pt x="14962" y="1"/>
                    <a:pt x="1202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4" name="Google Shape;7874;p277"/>
            <p:cNvSpPr/>
            <p:nvPr/>
          </p:nvSpPr>
          <p:spPr>
            <a:xfrm>
              <a:off x="-198800" y="3109250"/>
              <a:ext cx="181150" cy="265500"/>
            </a:xfrm>
            <a:custGeom>
              <a:avLst/>
              <a:gdLst/>
              <a:ahLst/>
              <a:cxnLst/>
              <a:rect l="l" t="t" r="r" b="b"/>
              <a:pathLst>
                <a:path w="7246" h="10620" extrusionOk="0">
                  <a:moveTo>
                    <a:pt x="3302" y="1"/>
                  </a:moveTo>
                  <a:cubicBezTo>
                    <a:pt x="3137" y="1"/>
                    <a:pt x="3098" y="190"/>
                    <a:pt x="3359" y="697"/>
                  </a:cubicBezTo>
                  <a:cubicBezTo>
                    <a:pt x="3552" y="1067"/>
                    <a:pt x="3733" y="1441"/>
                    <a:pt x="3908" y="1816"/>
                  </a:cubicBezTo>
                  <a:cubicBezTo>
                    <a:pt x="4129" y="1694"/>
                    <a:pt x="4375" y="1588"/>
                    <a:pt x="4585" y="1523"/>
                  </a:cubicBezTo>
                  <a:cubicBezTo>
                    <a:pt x="4467" y="1285"/>
                    <a:pt x="4347" y="1042"/>
                    <a:pt x="4225" y="804"/>
                  </a:cubicBezTo>
                  <a:cubicBezTo>
                    <a:pt x="4008" y="383"/>
                    <a:pt x="3530" y="1"/>
                    <a:pt x="3302" y="1"/>
                  </a:cubicBezTo>
                  <a:close/>
                  <a:moveTo>
                    <a:pt x="6906" y="7874"/>
                  </a:moveTo>
                  <a:cubicBezTo>
                    <a:pt x="6860" y="8145"/>
                    <a:pt x="6743" y="8406"/>
                    <a:pt x="6504" y="8648"/>
                  </a:cubicBezTo>
                  <a:cubicBezTo>
                    <a:pt x="6675" y="8858"/>
                    <a:pt x="6842" y="9069"/>
                    <a:pt x="7006" y="9283"/>
                  </a:cubicBezTo>
                  <a:cubicBezTo>
                    <a:pt x="7064" y="9357"/>
                    <a:pt x="7110" y="9421"/>
                    <a:pt x="7149" y="9486"/>
                  </a:cubicBezTo>
                  <a:cubicBezTo>
                    <a:pt x="7245" y="9429"/>
                    <a:pt x="7214" y="9169"/>
                    <a:pt x="7199" y="9112"/>
                  </a:cubicBezTo>
                  <a:cubicBezTo>
                    <a:pt x="7110" y="8698"/>
                    <a:pt x="7010" y="8284"/>
                    <a:pt x="6906" y="7874"/>
                  </a:cubicBezTo>
                  <a:close/>
                  <a:moveTo>
                    <a:pt x="3979" y="8327"/>
                  </a:moveTo>
                  <a:cubicBezTo>
                    <a:pt x="2742" y="8595"/>
                    <a:pt x="1490" y="8773"/>
                    <a:pt x="217" y="8862"/>
                  </a:cubicBezTo>
                  <a:cubicBezTo>
                    <a:pt x="0" y="8876"/>
                    <a:pt x="14" y="9194"/>
                    <a:pt x="142" y="9550"/>
                  </a:cubicBezTo>
                  <a:cubicBezTo>
                    <a:pt x="324" y="9490"/>
                    <a:pt x="509" y="9447"/>
                    <a:pt x="677" y="9433"/>
                  </a:cubicBezTo>
                  <a:cubicBezTo>
                    <a:pt x="1761" y="9336"/>
                    <a:pt x="2834" y="9194"/>
                    <a:pt x="3904" y="8983"/>
                  </a:cubicBezTo>
                  <a:cubicBezTo>
                    <a:pt x="4044" y="8958"/>
                    <a:pt x="4724" y="8904"/>
                    <a:pt x="5042" y="8798"/>
                  </a:cubicBezTo>
                  <a:cubicBezTo>
                    <a:pt x="4603" y="8748"/>
                    <a:pt x="4129" y="8570"/>
                    <a:pt x="3979" y="8327"/>
                  </a:cubicBezTo>
                  <a:close/>
                  <a:moveTo>
                    <a:pt x="5665" y="9222"/>
                  </a:moveTo>
                  <a:cubicBezTo>
                    <a:pt x="5017" y="9533"/>
                    <a:pt x="4261" y="9678"/>
                    <a:pt x="3605" y="9824"/>
                  </a:cubicBezTo>
                  <a:cubicBezTo>
                    <a:pt x="2606" y="10046"/>
                    <a:pt x="1600" y="10213"/>
                    <a:pt x="588" y="10334"/>
                  </a:cubicBezTo>
                  <a:cubicBezTo>
                    <a:pt x="731" y="10506"/>
                    <a:pt x="884" y="10619"/>
                    <a:pt x="1023" y="10619"/>
                  </a:cubicBezTo>
                  <a:cubicBezTo>
                    <a:pt x="1027" y="10619"/>
                    <a:pt x="1034" y="10619"/>
                    <a:pt x="1037" y="10616"/>
                  </a:cubicBezTo>
                  <a:cubicBezTo>
                    <a:pt x="2767" y="10495"/>
                    <a:pt x="4454" y="10217"/>
                    <a:pt x="6119" y="9778"/>
                  </a:cubicBezTo>
                  <a:cubicBezTo>
                    <a:pt x="6068" y="9732"/>
                    <a:pt x="6022" y="9682"/>
                    <a:pt x="5979" y="9625"/>
                  </a:cubicBezTo>
                  <a:cubicBezTo>
                    <a:pt x="5876" y="9493"/>
                    <a:pt x="5769" y="9357"/>
                    <a:pt x="5665" y="922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5" name="Google Shape;7875;p277"/>
            <p:cNvSpPr/>
            <p:nvPr/>
          </p:nvSpPr>
          <p:spPr>
            <a:xfrm>
              <a:off x="-227425" y="3145900"/>
              <a:ext cx="203250" cy="225300"/>
            </a:xfrm>
            <a:custGeom>
              <a:avLst/>
              <a:gdLst/>
              <a:ahLst/>
              <a:cxnLst/>
              <a:rect l="l" t="t" r="r" b="b"/>
              <a:pathLst>
                <a:path w="8130" h="9012" extrusionOk="0">
                  <a:moveTo>
                    <a:pt x="5053" y="350"/>
                  </a:moveTo>
                  <a:cubicBezTo>
                    <a:pt x="4689" y="557"/>
                    <a:pt x="4397" y="814"/>
                    <a:pt x="4472" y="992"/>
                  </a:cubicBezTo>
                  <a:cubicBezTo>
                    <a:pt x="4850" y="1897"/>
                    <a:pt x="5199" y="2825"/>
                    <a:pt x="5502" y="3762"/>
                  </a:cubicBezTo>
                  <a:cubicBezTo>
                    <a:pt x="6101" y="4443"/>
                    <a:pt x="6568" y="5264"/>
                    <a:pt x="6846" y="6237"/>
                  </a:cubicBezTo>
                  <a:cubicBezTo>
                    <a:pt x="6889" y="6287"/>
                    <a:pt x="6935" y="6341"/>
                    <a:pt x="6978" y="6390"/>
                  </a:cubicBezTo>
                  <a:cubicBezTo>
                    <a:pt x="7024" y="6376"/>
                    <a:pt x="7067" y="6362"/>
                    <a:pt x="7110" y="6351"/>
                  </a:cubicBezTo>
                  <a:cubicBezTo>
                    <a:pt x="6632" y="4276"/>
                    <a:pt x="5951" y="2276"/>
                    <a:pt x="5053" y="350"/>
                  </a:cubicBezTo>
                  <a:close/>
                  <a:moveTo>
                    <a:pt x="6069" y="1"/>
                  </a:moveTo>
                  <a:cubicBezTo>
                    <a:pt x="5976" y="1"/>
                    <a:pt x="5859" y="22"/>
                    <a:pt x="5730" y="57"/>
                  </a:cubicBezTo>
                  <a:cubicBezTo>
                    <a:pt x="6718" y="2093"/>
                    <a:pt x="7488" y="4219"/>
                    <a:pt x="8051" y="6408"/>
                  </a:cubicBezTo>
                  <a:cubicBezTo>
                    <a:pt x="8130" y="5909"/>
                    <a:pt x="7966" y="5371"/>
                    <a:pt x="7830" y="4810"/>
                  </a:cubicBezTo>
                  <a:cubicBezTo>
                    <a:pt x="7431" y="3192"/>
                    <a:pt x="6893" y="1619"/>
                    <a:pt x="6251" y="79"/>
                  </a:cubicBezTo>
                  <a:cubicBezTo>
                    <a:pt x="6229" y="22"/>
                    <a:pt x="6162" y="1"/>
                    <a:pt x="6069" y="1"/>
                  </a:cubicBezTo>
                  <a:close/>
                  <a:moveTo>
                    <a:pt x="1287" y="8084"/>
                  </a:moveTo>
                  <a:cubicBezTo>
                    <a:pt x="1012" y="8180"/>
                    <a:pt x="745" y="8323"/>
                    <a:pt x="556" y="8501"/>
                  </a:cubicBezTo>
                  <a:cubicBezTo>
                    <a:pt x="467" y="8584"/>
                    <a:pt x="0" y="9011"/>
                    <a:pt x="364" y="9011"/>
                  </a:cubicBezTo>
                  <a:cubicBezTo>
                    <a:pt x="378" y="9011"/>
                    <a:pt x="396" y="9011"/>
                    <a:pt x="413" y="9008"/>
                  </a:cubicBezTo>
                  <a:cubicBezTo>
                    <a:pt x="856" y="8969"/>
                    <a:pt x="1295" y="8922"/>
                    <a:pt x="1733" y="8868"/>
                  </a:cubicBezTo>
                  <a:cubicBezTo>
                    <a:pt x="1555" y="8658"/>
                    <a:pt x="1387" y="8358"/>
                    <a:pt x="1287" y="808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6" name="Google Shape;7876;p277"/>
            <p:cNvSpPr/>
            <p:nvPr/>
          </p:nvSpPr>
          <p:spPr>
            <a:xfrm>
              <a:off x="-56275" y="3301800"/>
              <a:ext cx="3325" cy="4475"/>
            </a:xfrm>
            <a:custGeom>
              <a:avLst/>
              <a:gdLst/>
              <a:ahLst/>
              <a:cxnLst/>
              <a:rect l="l" t="t" r="r" b="b"/>
              <a:pathLst>
                <a:path w="133" h="179" extrusionOk="0">
                  <a:moveTo>
                    <a:pt x="0" y="1"/>
                  </a:moveTo>
                  <a:lnTo>
                    <a:pt x="0" y="1"/>
                  </a:lnTo>
                  <a:cubicBezTo>
                    <a:pt x="18" y="62"/>
                    <a:pt x="33" y="119"/>
                    <a:pt x="47" y="179"/>
                  </a:cubicBezTo>
                  <a:cubicBezTo>
                    <a:pt x="76" y="169"/>
                    <a:pt x="104" y="162"/>
                    <a:pt x="132" y="154"/>
                  </a:cubicBezTo>
                  <a:cubicBezTo>
                    <a:pt x="89" y="105"/>
                    <a:pt x="43" y="5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7" name="Google Shape;7877;p277"/>
            <p:cNvSpPr/>
            <p:nvPr/>
          </p:nvSpPr>
          <p:spPr>
            <a:xfrm>
              <a:off x="-195250" y="3147325"/>
              <a:ext cx="169125" cy="220300"/>
            </a:xfrm>
            <a:custGeom>
              <a:avLst/>
              <a:gdLst/>
              <a:ahLst/>
              <a:cxnLst/>
              <a:rect l="l" t="t" r="r" b="b"/>
              <a:pathLst>
                <a:path w="6765" h="8812" extrusionOk="0">
                  <a:moveTo>
                    <a:pt x="4443" y="0"/>
                  </a:moveTo>
                  <a:cubicBezTo>
                    <a:pt x="4233" y="65"/>
                    <a:pt x="3987" y="171"/>
                    <a:pt x="3766" y="293"/>
                  </a:cubicBezTo>
                  <a:cubicBezTo>
                    <a:pt x="4664" y="2219"/>
                    <a:pt x="5345" y="4219"/>
                    <a:pt x="5823" y="6294"/>
                  </a:cubicBezTo>
                  <a:cubicBezTo>
                    <a:pt x="5780" y="6305"/>
                    <a:pt x="5737" y="6319"/>
                    <a:pt x="5691" y="6333"/>
                  </a:cubicBezTo>
                  <a:cubicBezTo>
                    <a:pt x="5920" y="6590"/>
                    <a:pt x="6140" y="6858"/>
                    <a:pt x="6362" y="7125"/>
                  </a:cubicBezTo>
                  <a:cubicBezTo>
                    <a:pt x="6601" y="6883"/>
                    <a:pt x="6718" y="6622"/>
                    <a:pt x="6764" y="6351"/>
                  </a:cubicBezTo>
                  <a:cubicBezTo>
                    <a:pt x="6201" y="4162"/>
                    <a:pt x="5431" y="2036"/>
                    <a:pt x="4443" y="0"/>
                  </a:cubicBezTo>
                  <a:close/>
                  <a:moveTo>
                    <a:pt x="4900" y="7275"/>
                  </a:moveTo>
                  <a:cubicBezTo>
                    <a:pt x="4582" y="7381"/>
                    <a:pt x="3902" y="7435"/>
                    <a:pt x="3762" y="7460"/>
                  </a:cubicBezTo>
                  <a:cubicBezTo>
                    <a:pt x="2692" y="7671"/>
                    <a:pt x="1619" y="7813"/>
                    <a:pt x="535" y="7910"/>
                  </a:cubicBezTo>
                  <a:cubicBezTo>
                    <a:pt x="367" y="7924"/>
                    <a:pt x="182" y="7967"/>
                    <a:pt x="0" y="8027"/>
                  </a:cubicBezTo>
                  <a:cubicBezTo>
                    <a:pt x="100" y="8301"/>
                    <a:pt x="268" y="8601"/>
                    <a:pt x="446" y="8811"/>
                  </a:cubicBezTo>
                  <a:cubicBezTo>
                    <a:pt x="1458" y="8690"/>
                    <a:pt x="2464" y="8523"/>
                    <a:pt x="3463" y="8301"/>
                  </a:cubicBezTo>
                  <a:cubicBezTo>
                    <a:pt x="4119" y="8155"/>
                    <a:pt x="4875" y="8010"/>
                    <a:pt x="5523" y="7699"/>
                  </a:cubicBezTo>
                  <a:cubicBezTo>
                    <a:pt x="5416" y="7564"/>
                    <a:pt x="5306" y="7424"/>
                    <a:pt x="5196" y="7286"/>
                  </a:cubicBezTo>
                  <a:lnTo>
                    <a:pt x="5128" y="7286"/>
                  </a:lnTo>
                  <a:cubicBezTo>
                    <a:pt x="5053" y="7286"/>
                    <a:pt x="4978" y="7282"/>
                    <a:pt x="4900" y="7275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8" name="Google Shape;7878;p277"/>
            <p:cNvSpPr/>
            <p:nvPr/>
          </p:nvSpPr>
          <p:spPr>
            <a:xfrm>
              <a:off x="-65375" y="3305650"/>
              <a:ext cx="29200" cy="34150"/>
            </a:xfrm>
            <a:custGeom>
              <a:avLst/>
              <a:gdLst/>
              <a:ahLst/>
              <a:cxnLst/>
              <a:rect l="l" t="t" r="r" b="b"/>
              <a:pathLst>
                <a:path w="1168" h="1366" extrusionOk="0">
                  <a:moveTo>
                    <a:pt x="496" y="0"/>
                  </a:moveTo>
                  <a:cubicBezTo>
                    <a:pt x="468" y="8"/>
                    <a:pt x="440" y="15"/>
                    <a:pt x="411" y="25"/>
                  </a:cubicBezTo>
                  <a:cubicBezTo>
                    <a:pt x="457" y="204"/>
                    <a:pt x="500" y="389"/>
                    <a:pt x="532" y="578"/>
                  </a:cubicBezTo>
                  <a:cubicBezTo>
                    <a:pt x="578" y="828"/>
                    <a:pt x="333" y="938"/>
                    <a:pt x="1" y="953"/>
                  </a:cubicBezTo>
                  <a:cubicBezTo>
                    <a:pt x="111" y="1091"/>
                    <a:pt x="221" y="1231"/>
                    <a:pt x="328" y="1366"/>
                  </a:cubicBezTo>
                  <a:cubicBezTo>
                    <a:pt x="624" y="1227"/>
                    <a:pt x="899" y="1052"/>
                    <a:pt x="1131" y="828"/>
                  </a:cubicBezTo>
                  <a:cubicBezTo>
                    <a:pt x="1146" y="817"/>
                    <a:pt x="1156" y="806"/>
                    <a:pt x="1167" y="792"/>
                  </a:cubicBezTo>
                  <a:cubicBezTo>
                    <a:pt x="945" y="525"/>
                    <a:pt x="725" y="257"/>
                    <a:pt x="49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9" name="Google Shape;7879;p277"/>
            <p:cNvSpPr/>
            <p:nvPr/>
          </p:nvSpPr>
          <p:spPr>
            <a:xfrm>
              <a:off x="-517950" y="3165500"/>
              <a:ext cx="439050" cy="151925"/>
            </a:xfrm>
            <a:custGeom>
              <a:avLst/>
              <a:gdLst/>
              <a:ahLst/>
              <a:cxnLst/>
              <a:rect l="l" t="t" r="r" b="b"/>
              <a:pathLst>
                <a:path w="17562" h="6077" extrusionOk="0">
                  <a:moveTo>
                    <a:pt x="8412" y="1"/>
                  </a:moveTo>
                  <a:cubicBezTo>
                    <a:pt x="5492" y="1"/>
                    <a:pt x="2599" y="667"/>
                    <a:pt x="186" y="2422"/>
                  </a:cubicBezTo>
                  <a:cubicBezTo>
                    <a:pt x="0" y="2561"/>
                    <a:pt x="232" y="2775"/>
                    <a:pt x="593" y="2946"/>
                  </a:cubicBezTo>
                  <a:cubicBezTo>
                    <a:pt x="909" y="2732"/>
                    <a:pt x="1263" y="2543"/>
                    <a:pt x="1651" y="2379"/>
                  </a:cubicBezTo>
                  <a:cubicBezTo>
                    <a:pt x="3759" y="1474"/>
                    <a:pt x="6223" y="932"/>
                    <a:pt x="8497" y="750"/>
                  </a:cubicBezTo>
                  <a:cubicBezTo>
                    <a:pt x="8808" y="725"/>
                    <a:pt x="9108" y="714"/>
                    <a:pt x="9403" y="714"/>
                  </a:cubicBezTo>
                  <a:cubicBezTo>
                    <a:pt x="12752" y="714"/>
                    <a:pt x="15340" y="2265"/>
                    <a:pt x="17562" y="4494"/>
                  </a:cubicBezTo>
                  <a:cubicBezTo>
                    <a:pt x="17430" y="3984"/>
                    <a:pt x="17284" y="3478"/>
                    <a:pt x="17123" y="2978"/>
                  </a:cubicBezTo>
                  <a:cubicBezTo>
                    <a:pt x="15668" y="1327"/>
                    <a:pt x="13418" y="471"/>
                    <a:pt x="11065" y="172"/>
                  </a:cubicBezTo>
                  <a:cubicBezTo>
                    <a:pt x="10188" y="62"/>
                    <a:pt x="9300" y="1"/>
                    <a:pt x="8412" y="1"/>
                  </a:cubicBezTo>
                  <a:close/>
                  <a:moveTo>
                    <a:pt x="16260" y="4497"/>
                  </a:moveTo>
                  <a:lnTo>
                    <a:pt x="16260" y="4497"/>
                  </a:lnTo>
                  <a:cubicBezTo>
                    <a:pt x="16460" y="4939"/>
                    <a:pt x="16609" y="5432"/>
                    <a:pt x="16706" y="5966"/>
                  </a:cubicBezTo>
                  <a:cubicBezTo>
                    <a:pt x="16713" y="6006"/>
                    <a:pt x="16728" y="6042"/>
                    <a:pt x="16745" y="6077"/>
                  </a:cubicBezTo>
                  <a:cubicBezTo>
                    <a:pt x="17016" y="6016"/>
                    <a:pt x="17287" y="5952"/>
                    <a:pt x="17558" y="5888"/>
                  </a:cubicBezTo>
                  <a:cubicBezTo>
                    <a:pt x="17148" y="5400"/>
                    <a:pt x="16720" y="4929"/>
                    <a:pt x="16260" y="4497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0" name="Google Shape;7880;p277"/>
            <p:cNvSpPr/>
            <p:nvPr/>
          </p:nvSpPr>
          <p:spPr>
            <a:xfrm>
              <a:off x="-503150" y="3183350"/>
              <a:ext cx="432275" cy="129350"/>
            </a:xfrm>
            <a:custGeom>
              <a:avLst/>
              <a:gdLst/>
              <a:ahLst/>
              <a:cxnLst/>
              <a:rect l="l" t="t" r="r" b="b"/>
              <a:pathLst>
                <a:path w="17291" h="5174" extrusionOk="0">
                  <a:moveTo>
                    <a:pt x="8811" y="0"/>
                  </a:moveTo>
                  <a:cubicBezTo>
                    <a:pt x="8516" y="0"/>
                    <a:pt x="8216" y="11"/>
                    <a:pt x="7905" y="36"/>
                  </a:cubicBezTo>
                  <a:cubicBezTo>
                    <a:pt x="5631" y="218"/>
                    <a:pt x="3167" y="760"/>
                    <a:pt x="1059" y="1665"/>
                  </a:cubicBezTo>
                  <a:cubicBezTo>
                    <a:pt x="671" y="1829"/>
                    <a:pt x="317" y="2018"/>
                    <a:pt x="1" y="2232"/>
                  </a:cubicBezTo>
                  <a:cubicBezTo>
                    <a:pt x="300" y="2371"/>
                    <a:pt x="689" y="2478"/>
                    <a:pt x="1002" y="2478"/>
                  </a:cubicBezTo>
                  <a:cubicBezTo>
                    <a:pt x="1173" y="2478"/>
                    <a:pt x="1319" y="2446"/>
                    <a:pt x="1419" y="2375"/>
                  </a:cubicBezTo>
                  <a:cubicBezTo>
                    <a:pt x="3281" y="1020"/>
                    <a:pt x="6112" y="146"/>
                    <a:pt x="8801" y="146"/>
                  </a:cubicBezTo>
                  <a:cubicBezTo>
                    <a:pt x="11742" y="146"/>
                    <a:pt x="14513" y="1187"/>
                    <a:pt x="15668" y="3783"/>
                  </a:cubicBezTo>
                  <a:cubicBezTo>
                    <a:pt x="16128" y="4215"/>
                    <a:pt x="16556" y="4686"/>
                    <a:pt x="16966" y="5174"/>
                  </a:cubicBezTo>
                  <a:cubicBezTo>
                    <a:pt x="17073" y="5145"/>
                    <a:pt x="17184" y="5117"/>
                    <a:pt x="17291" y="5088"/>
                  </a:cubicBezTo>
                  <a:cubicBezTo>
                    <a:pt x="17251" y="4943"/>
                    <a:pt x="17216" y="4807"/>
                    <a:pt x="17202" y="4739"/>
                  </a:cubicBezTo>
                  <a:cubicBezTo>
                    <a:pt x="17130" y="4418"/>
                    <a:pt x="17055" y="4097"/>
                    <a:pt x="16970" y="3780"/>
                  </a:cubicBezTo>
                  <a:cubicBezTo>
                    <a:pt x="14748" y="1551"/>
                    <a:pt x="12160" y="0"/>
                    <a:pt x="881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1" name="Google Shape;7881;p277"/>
            <p:cNvSpPr/>
            <p:nvPr/>
          </p:nvSpPr>
          <p:spPr>
            <a:xfrm>
              <a:off x="-99325" y="3312675"/>
              <a:ext cx="30775" cy="16525"/>
            </a:xfrm>
            <a:custGeom>
              <a:avLst/>
              <a:gdLst/>
              <a:ahLst/>
              <a:cxnLst/>
              <a:rect l="l" t="t" r="r" b="b"/>
              <a:pathLst>
                <a:path w="1231" h="661" extrusionOk="0">
                  <a:moveTo>
                    <a:pt x="813" y="1"/>
                  </a:moveTo>
                  <a:cubicBezTo>
                    <a:pt x="542" y="65"/>
                    <a:pt x="271" y="129"/>
                    <a:pt x="0" y="190"/>
                  </a:cubicBezTo>
                  <a:cubicBezTo>
                    <a:pt x="150" y="433"/>
                    <a:pt x="624" y="611"/>
                    <a:pt x="1063" y="661"/>
                  </a:cubicBezTo>
                  <a:cubicBezTo>
                    <a:pt x="1141" y="632"/>
                    <a:pt x="1199" y="600"/>
                    <a:pt x="1216" y="568"/>
                  </a:cubicBezTo>
                  <a:cubicBezTo>
                    <a:pt x="1223" y="554"/>
                    <a:pt x="1227" y="532"/>
                    <a:pt x="1230" y="511"/>
                  </a:cubicBezTo>
                  <a:cubicBezTo>
                    <a:pt x="1092" y="340"/>
                    <a:pt x="952" y="168"/>
                    <a:pt x="81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2" name="Google Shape;7882;p277"/>
            <p:cNvSpPr/>
            <p:nvPr/>
          </p:nvSpPr>
          <p:spPr>
            <a:xfrm>
              <a:off x="-79000" y="3310550"/>
              <a:ext cx="10800" cy="14900"/>
            </a:xfrm>
            <a:custGeom>
              <a:avLst/>
              <a:gdLst/>
              <a:ahLst/>
              <a:cxnLst/>
              <a:rect l="l" t="t" r="r" b="b"/>
              <a:pathLst>
                <a:path w="432" h="596" extrusionOk="0">
                  <a:moveTo>
                    <a:pt x="325" y="0"/>
                  </a:moveTo>
                  <a:cubicBezTo>
                    <a:pt x="218" y="29"/>
                    <a:pt x="107" y="57"/>
                    <a:pt x="0" y="86"/>
                  </a:cubicBezTo>
                  <a:cubicBezTo>
                    <a:pt x="139" y="253"/>
                    <a:pt x="279" y="425"/>
                    <a:pt x="417" y="596"/>
                  </a:cubicBezTo>
                  <a:cubicBezTo>
                    <a:pt x="432" y="464"/>
                    <a:pt x="378" y="218"/>
                    <a:pt x="32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3" name="Google Shape;7883;p277"/>
            <p:cNvSpPr/>
            <p:nvPr/>
          </p:nvSpPr>
          <p:spPr>
            <a:xfrm>
              <a:off x="-89900" y="3239950"/>
              <a:ext cx="33650" cy="61875"/>
            </a:xfrm>
            <a:custGeom>
              <a:avLst/>
              <a:gdLst/>
              <a:ahLst/>
              <a:cxnLst/>
              <a:rect l="l" t="t" r="r" b="b"/>
              <a:pathLst>
                <a:path w="1346" h="2475" extrusionOk="0">
                  <a:moveTo>
                    <a:pt x="1" y="0"/>
                  </a:moveTo>
                  <a:lnTo>
                    <a:pt x="1" y="0"/>
                  </a:lnTo>
                  <a:cubicBezTo>
                    <a:pt x="162" y="500"/>
                    <a:pt x="308" y="1006"/>
                    <a:pt x="440" y="1516"/>
                  </a:cubicBezTo>
                  <a:cubicBezTo>
                    <a:pt x="750" y="1823"/>
                    <a:pt x="1049" y="2144"/>
                    <a:pt x="1345" y="2475"/>
                  </a:cubicBezTo>
                  <a:cubicBezTo>
                    <a:pt x="1067" y="1502"/>
                    <a:pt x="600" y="68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4" name="Google Shape;7884;p277"/>
            <p:cNvSpPr/>
            <p:nvPr/>
          </p:nvSpPr>
          <p:spPr>
            <a:xfrm>
              <a:off x="-78925" y="3277825"/>
              <a:ext cx="23825" cy="32750"/>
            </a:xfrm>
            <a:custGeom>
              <a:avLst/>
              <a:gdLst/>
              <a:ahLst/>
              <a:cxnLst/>
              <a:rect l="l" t="t" r="r" b="b"/>
              <a:pathLst>
                <a:path w="953" h="1310" extrusionOk="0">
                  <a:moveTo>
                    <a:pt x="1" y="1"/>
                  </a:moveTo>
                  <a:lnTo>
                    <a:pt x="1" y="1"/>
                  </a:lnTo>
                  <a:cubicBezTo>
                    <a:pt x="86" y="318"/>
                    <a:pt x="161" y="639"/>
                    <a:pt x="233" y="960"/>
                  </a:cubicBezTo>
                  <a:cubicBezTo>
                    <a:pt x="247" y="1028"/>
                    <a:pt x="282" y="1164"/>
                    <a:pt x="322" y="1309"/>
                  </a:cubicBezTo>
                  <a:cubicBezTo>
                    <a:pt x="532" y="1256"/>
                    <a:pt x="742" y="1199"/>
                    <a:pt x="953" y="1138"/>
                  </a:cubicBezTo>
                  <a:cubicBezTo>
                    <a:pt x="939" y="1078"/>
                    <a:pt x="924" y="1021"/>
                    <a:pt x="906" y="960"/>
                  </a:cubicBezTo>
                  <a:cubicBezTo>
                    <a:pt x="610" y="629"/>
                    <a:pt x="311" y="308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5" name="Google Shape;7885;p277"/>
            <p:cNvSpPr/>
            <p:nvPr/>
          </p:nvSpPr>
          <p:spPr>
            <a:xfrm>
              <a:off x="-70900" y="3306250"/>
              <a:ext cx="20000" cy="23225"/>
            </a:xfrm>
            <a:custGeom>
              <a:avLst/>
              <a:gdLst/>
              <a:ahLst/>
              <a:cxnLst/>
              <a:rect l="l" t="t" r="r" b="b"/>
              <a:pathLst>
                <a:path w="800" h="929" extrusionOk="0">
                  <a:moveTo>
                    <a:pt x="632" y="1"/>
                  </a:moveTo>
                  <a:cubicBezTo>
                    <a:pt x="421" y="62"/>
                    <a:pt x="211" y="119"/>
                    <a:pt x="1" y="172"/>
                  </a:cubicBezTo>
                  <a:cubicBezTo>
                    <a:pt x="54" y="390"/>
                    <a:pt x="108" y="636"/>
                    <a:pt x="93" y="768"/>
                  </a:cubicBezTo>
                  <a:lnTo>
                    <a:pt x="222" y="929"/>
                  </a:lnTo>
                  <a:cubicBezTo>
                    <a:pt x="554" y="914"/>
                    <a:pt x="799" y="804"/>
                    <a:pt x="753" y="554"/>
                  </a:cubicBezTo>
                  <a:cubicBezTo>
                    <a:pt x="721" y="365"/>
                    <a:pt x="678" y="180"/>
                    <a:pt x="63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86" name="Google Shape;7886;p277"/>
          <p:cNvGrpSpPr/>
          <p:nvPr/>
        </p:nvGrpSpPr>
        <p:grpSpPr>
          <a:xfrm>
            <a:off x="3699209" y="3439611"/>
            <a:ext cx="1745583" cy="230173"/>
            <a:chOff x="1394800" y="3522000"/>
            <a:chExt cx="1048650" cy="138275"/>
          </a:xfrm>
        </p:grpSpPr>
        <p:sp>
          <p:nvSpPr>
            <p:cNvPr id="7887" name="Google Shape;7887;p277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8" name="Google Shape;7888;p277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9" name="Google Shape;7889;p277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0" name="Google Shape;7890;p277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1" name="Google Shape;7891;p277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2" name="Google Shape;7892;p277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3" name="Google Shape;7893;p277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4" name="Google Shape;7894;p277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5" name="Google Shape;7895;p277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96" name="Google Shape;7896;p277"/>
          <p:cNvSpPr txBox="1">
            <a:spLocks noGrp="1"/>
          </p:cNvSpPr>
          <p:nvPr>
            <p:ph type="subTitle" idx="1"/>
          </p:nvPr>
        </p:nvSpPr>
        <p:spPr>
          <a:xfrm>
            <a:off x="1071800" y="1217528"/>
            <a:ext cx="2717100" cy="6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Here is One solution to the prompt</a:t>
            </a:r>
            <a:endParaRPr/>
          </a:p>
        </p:txBody>
      </p:sp>
      <p:pic>
        <p:nvPicPr>
          <p:cNvPr id="7897" name="Google Shape;7897;p2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38" y="2238275"/>
            <a:ext cx="9088325" cy="11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2" name="Google Shape;7902;p278"/>
          <p:cNvSpPr txBox="1">
            <a:spLocks noGrp="1"/>
          </p:cNvSpPr>
          <p:nvPr>
            <p:ph type="title"/>
          </p:nvPr>
        </p:nvSpPr>
        <p:spPr>
          <a:xfrm>
            <a:off x="1378050" y="2344774"/>
            <a:ext cx="6387900" cy="9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Tuple Indices</a:t>
            </a:r>
            <a:endParaRPr/>
          </a:p>
        </p:txBody>
      </p:sp>
      <p:sp>
        <p:nvSpPr>
          <p:cNvPr id="7903" name="Google Shape;7903;p278"/>
          <p:cNvSpPr txBox="1">
            <a:spLocks noGrp="1"/>
          </p:cNvSpPr>
          <p:nvPr>
            <p:ph type="title" idx="2"/>
          </p:nvPr>
        </p:nvSpPr>
        <p:spPr>
          <a:xfrm>
            <a:off x="3843750" y="1322001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7904" name="Google Shape;7904;p278"/>
          <p:cNvGrpSpPr/>
          <p:nvPr/>
        </p:nvGrpSpPr>
        <p:grpSpPr>
          <a:xfrm>
            <a:off x="3928443" y="2086030"/>
            <a:ext cx="1287126" cy="176025"/>
            <a:chOff x="4345425" y="2175475"/>
            <a:chExt cx="800750" cy="176025"/>
          </a:xfrm>
        </p:grpSpPr>
        <p:sp>
          <p:nvSpPr>
            <p:cNvPr id="7905" name="Google Shape;7905;p27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6" name="Google Shape;7906;p27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7" name="Google Shape;7907;p278"/>
          <p:cNvGrpSpPr/>
          <p:nvPr/>
        </p:nvGrpSpPr>
        <p:grpSpPr>
          <a:xfrm>
            <a:off x="1541738" y="3108974"/>
            <a:ext cx="6053350" cy="176025"/>
            <a:chOff x="4345425" y="2175475"/>
            <a:chExt cx="800750" cy="176025"/>
          </a:xfrm>
        </p:grpSpPr>
        <p:sp>
          <p:nvSpPr>
            <p:cNvPr id="7908" name="Google Shape;7908;p27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9" name="Google Shape;7909;p27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10" name="Google Shape;7910;p278"/>
          <p:cNvGrpSpPr/>
          <p:nvPr/>
        </p:nvGrpSpPr>
        <p:grpSpPr>
          <a:xfrm rot="372491" flipH="1">
            <a:off x="1097518" y="3478413"/>
            <a:ext cx="595061" cy="675849"/>
            <a:chOff x="5464100" y="4208075"/>
            <a:chExt cx="494625" cy="579650"/>
          </a:xfrm>
        </p:grpSpPr>
        <p:sp>
          <p:nvSpPr>
            <p:cNvPr id="7911" name="Google Shape;7911;p278"/>
            <p:cNvSpPr/>
            <p:nvPr/>
          </p:nvSpPr>
          <p:spPr>
            <a:xfrm>
              <a:off x="5594650" y="4504850"/>
              <a:ext cx="341250" cy="255800"/>
            </a:xfrm>
            <a:custGeom>
              <a:avLst/>
              <a:gdLst/>
              <a:ahLst/>
              <a:cxnLst/>
              <a:rect l="l" t="t" r="r" b="b"/>
              <a:pathLst>
                <a:path w="13650" h="10232" extrusionOk="0">
                  <a:moveTo>
                    <a:pt x="11619" y="0"/>
                  </a:moveTo>
                  <a:cubicBezTo>
                    <a:pt x="11538" y="0"/>
                    <a:pt x="11454" y="19"/>
                    <a:pt x="11367" y="60"/>
                  </a:cubicBezTo>
                  <a:cubicBezTo>
                    <a:pt x="10774" y="356"/>
                    <a:pt x="10157" y="653"/>
                    <a:pt x="9587" y="973"/>
                  </a:cubicBezTo>
                  <a:cubicBezTo>
                    <a:pt x="8423" y="1657"/>
                    <a:pt x="7327" y="2388"/>
                    <a:pt x="6254" y="3209"/>
                  </a:cubicBezTo>
                  <a:cubicBezTo>
                    <a:pt x="4177" y="4784"/>
                    <a:pt x="2100" y="6359"/>
                    <a:pt x="0" y="7934"/>
                  </a:cubicBezTo>
                  <a:cubicBezTo>
                    <a:pt x="584" y="8864"/>
                    <a:pt x="1080" y="10231"/>
                    <a:pt x="2001" y="10231"/>
                  </a:cubicBezTo>
                  <a:cubicBezTo>
                    <a:pt x="2232" y="10231"/>
                    <a:pt x="2491" y="10145"/>
                    <a:pt x="2785" y="9943"/>
                  </a:cubicBezTo>
                  <a:cubicBezTo>
                    <a:pt x="3972" y="9121"/>
                    <a:pt x="5159" y="8300"/>
                    <a:pt x="6323" y="7478"/>
                  </a:cubicBezTo>
                  <a:cubicBezTo>
                    <a:pt x="7281" y="6816"/>
                    <a:pt x="13650" y="2867"/>
                    <a:pt x="13011" y="1726"/>
                  </a:cubicBezTo>
                  <a:cubicBezTo>
                    <a:pt x="12806" y="1338"/>
                    <a:pt x="12310" y="0"/>
                    <a:pt x="11619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2" name="Google Shape;7912;p278"/>
            <p:cNvSpPr/>
            <p:nvPr/>
          </p:nvSpPr>
          <p:spPr>
            <a:xfrm>
              <a:off x="5518750" y="4363750"/>
              <a:ext cx="340700" cy="255675"/>
            </a:xfrm>
            <a:custGeom>
              <a:avLst/>
              <a:gdLst/>
              <a:ahLst/>
              <a:cxnLst/>
              <a:rect l="l" t="t" r="r" b="b"/>
              <a:pathLst>
                <a:path w="13628" h="10227" extrusionOk="0">
                  <a:moveTo>
                    <a:pt x="11606" y="0"/>
                  </a:moveTo>
                  <a:cubicBezTo>
                    <a:pt x="11522" y="0"/>
                    <a:pt x="11435" y="21"/>
                    <a:pt x="11345" y="66"/>
                  </a:cubicBezTo>
                  <a:cubicBezTo>
                    <a:pt x="10751" y="362"/>
                    <a:pt x="10158" y="659"/>
                    <a:pt x="9587" y="979"/>
                  </a:cubicBezTo>
                  <a:cubicBezTo>
                    <a:pt x="8423" y="1664"/>
                    <a:pt x="7304" y="2394"/>
                    <a:pt x="6232" y="3216"/>
                  </a:cubicBezTo>
                  <a:cubicBezTo>
                    <a:pt x="4155" y="4791"/>
                    <a:pt x="2077" y="6343"/>
                    <a:pt x="0" y="7940"/>
                  </a:cubicBezTo>
                  <a:cubicBezTo>
                    <a:pt x="563" y="8867"/>
                    <a:pt x="1054" y="10226"/>
                    <a:pt x="1967" y="10226"/>
                  </a:cubicBezTo>
                  <a:cubicBezTo>
                    <a:pt x="2201" y="10226"/>
                    <a:pt x="2464" y="10136"/>
                    <a:pt x="2762" y="9926"/>
                  </a:cubicBezTo>
                  <a:cubicBezTo>
                    <a:pt x="3949" y="9127"/>
                    <a:pt x="5136" y="8306"/>
                    <a:pt x="6323" y="7484"/>
                  </a:cubicBezTo>
                  <a:cubicBezTo>
                    <a:pt x="7282" y="6822"/>
                    <a:pt x="13627" y="2873"/>
                    <a:pt x="13011" y="1732"/>
                  </a:cubicBezTo>
                  <a:cubicBezTo>
                    <a:pt x="12787" y="1346"/>
                    <a:pt x="12292" y="0"/>
                    <a:pt x="11606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3" name="Google Shape;7913;p278"/>
            <p:cNvSpPr/>
            <p:nvPr/>
          </p:nvSpPr>
          <p:spPr>
            <a:xfrm>
              <a:off x="5475950" y="4235275"/>
              <a:ext cx="281925" cy="269375"/>
            </a:xfrm>
            <a:custGeom>
              <a:avLst/>
              <a:gdLst/>
              <a:ahLst/>
              <a:cxnLst/>
              <a:rect l="l" t="t" r="r" b="b"/>
              <a:pathLst>
                <a:path w="11277" h="10775" extrusionOk="0">
                  <a:moveTo>
                    <a:pt x="1210" y="1"/>
                  </a:moveTo>
                  <a:cubicBezTo>
                    <a:pt x="1233" y="23"/>
                    <a:pt x="1233" y="46"/>
                    <a:pt x="1233" y="92"/>
                  </a:cubicBezTo>
                  <a:cubicBezTo>
                    <a:pt x="1005" y="3653"/>
                    <a:pt x="503" y="7213"/>
                    <a:pt x="0" y="10774"/>
                  </a:cubicBezTo>
                  <a:cubicBezTo>
                    <a:pt x="3607" y="7989"/>
                    <a:pt x="7396" y="5456"/>
                    <a:pt x="11276" y="3082"/>
                  </a:cubicBezTo>
                  <a:cubicBezTo>
                    <a:pt x="7967" y="1918"/>
                    <a:pt x="4634" y="868"/>
                    <a:pt x="1210" y="1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4" name="Google Shape;7914;p278"/>
            <p:cNvSpPr/>
            <p:nvPr/>
          </p:nvSpPr>
          <p:spPr>
            <a:xfrm>
              <a:off x="5717000" y="4421125"/>
              <a:ext cx="42000" cy="94525"/>
            </a:xfrm>
            <a:custGeom>
              <a:avLst/>
              <a:gdLst/>
              <a:ahLst/>
              <a:cxnLst/>
              <a:rect l="l" t="t" r="r" b="b"/>
              <a:pathLst>
                <a:path w="1680" h="3781" extrusionOk="0">
                  <a:moveTo>
                    <a:pt x="1497" y="0"/>
                  </a:moveTo>
                  <a:cubicBezTo>
                    <a:pt x="1449" y="0"/>
                    <a:pt x="1398" y="23"/>
                    <a:pt x="1360" y="76"/>
                  </a:cubicBezTo>
                  <a:cubicBezTo>
                    <a:pt x="676" y="1103"/>
                    <a:pt x="265" y="2404"/>
                    <a:pt x="14" y="3614"/>
                  </a:cubicBezTo>
                  <a:cubicBezTo>
                    <a:pt x="0" y="3720"/>
                    <a:pt x="80" y="3780"/>
                    <a:pt x="162" y="3780"/>
                  </a:cubicBezTo>
                  <a:cubicBezTo>
                    <a:pt x="221" y="3780"/>
                    <a:pt x="282" y="3749"/>
                    <a:pt x="310" y="3683"/>
                  </a:cubicBezTo>
                  <a:cubicBezTo>
                    <a:pt x="698" y="2496"/>
                    <a:pt x="1201" y="1377"/>
                    <a:pt x="1634" y="213"/>
                  </a:cubicBezTo>
                  <a:cubicBezTo>
                    <a:pt x="1680" y="91"/>
                    <a:pt x="1594" y="0"/>
                    <a:pt x="1497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5" name="Google Shape;7915;p278"/>
            <p:cNvSpPr/>
            <p:nvPr/>
          </p:nvSpPr>
          <p:spPr>
            <a:xfrm>
              <a:off x="5750000" y="4392700"/>
              <a:ext cx="46925" cy="98950"/>
            </a:xfrm>
            <a:custGeom>
              <a:avLst/>
              <a:gdLst/>
              <a:ahLst/>
              <a:cxnLst/>
              <a:rect l="l" t="t" r="r" b="b"/>
              <a:pathLst>
                <a:path w="1877" h="3958" extrusionOk="0">
                  <a:moveTo>
                    <a:pt x="1669" y="1"/>
                  </a:moveTo>
                  <a:cubicBezTo>
                    <a:pt x="1627" y="1"/>
                    <a:pt x="1584" y="22"/>
                    <a:pt x="1547" y="72"/>
                  </a:cubicBezTo>
                  <a:cubicBezTo>
                    <a:pt x="771" y="1122"/>
                    <a:pt x="360" y="2446"/>
                    <a:pt x="40" y="3701"/>
                  </a:cubicBezTo>
                  <a:cubicBezTo>
                    <a:pt x="0" y="3860"/>
                    <a:pt x="130" y="3958"/>
                    <a:pt x="259" y="3958"/>
                  </a:cubicBezTo>
                  <a:cubicBezTo>
                    <a:pt x="353" y="3958"/>
                    <a:pt x="445" y="3907"/>
                    <a:pt x="474" y="3792"/>
                  </a:cubicBezTo>
                  <a:cubicBezTo>
                    <a:pt x="816" y="2560"/>
                    <a:pt x="1410" y="1464"/>
                    <a:pt x="1843" y="277"/>
                  </a:cubicBezTo>
                  <a:cubicBezTo>
                    <a:pt x="1877" y="145"/>
                    <a:pt x="1778" y="1"/>
                    <a:pt x="1669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6" name="Google Shape;7916;p278"/>
            <p:cNvSpPr/>
            <p:nvPr/>
          </p:nvSpPr>
          <p:spPr>
            <a:xfrm>
              <a:off x="5795175" y="4403700"/>
              <a:ext cx="30450" cy="52625"/>
            </a:xfrm>
            <a:custGeom>
              <a:avLst/>
              <a:gdLst/>
              <a:ahLst/>
              <a:cxnLst/>
              <a:rect l="l" t="t" r="r" b="b"/>
              <a:pathLst>
                <a:path w="1218" h="2105" extrusionOk="0">
                  <a:moveTo>
                    <a:pt x="977" y="1"/>
                  </a:moveTo>
                  <a:cubicBezTo>
                    <a:pt x="935" y="1"/>
                    <a:pt x="893" y="14"/>
                    <a:pt x="858" y="43"/>
                  </a:cubicBezTo>
                  <a:cubicBezTo>
                    <a:pt x="356" y="522"/>
                    <a:pt x="105" y="1138"/>
                    <a:pt x="14" y="1800"/>
                  </a:cubicBezTo>
                  <a:cubicBezTo>
                    <a:pt x="0" y="1988"/>
                    <a:pt x="160" y="2104"/>
                    <a:pt x="303" y="2104"/>
                  </a:cubicBezTo>
                  <a:cubicBezTo>
                    <a:pt x="404" y="2104"/>
                    <a:pt x="497" y="2046"/>
                    <a:pt x="516" y="1914"/>
                  </a:cubicBezTo>
                  <a:cubicBezTo>
                    <a:pt x="607" y="1321"/>
                    <a:pt x="835" y="773"/>
                    <a:pt x="1132" y="248"/>
                  </a:cubicBezTo>
                  <a:cubicBezTo>
                    <a:pt x="1217" y="112"/>
                    <a:pt x="1099" y="1"/>
                    <a:pt x="97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7" name="Google Shape;7917;p278"/>
            <p:cNvSpPr/>
            <p:nvPr/>
          </p:nvSpPr>
          <p:spPr>
            <a:xfrm>
              <a:off x="5783525" y="4580275"/>
              <a:ext cx="38225" cy="81675"/>
            </a:xfrm>
            <a:custGeom>
              <a:avLst/>
              <a:gdLst/>
              <a:ahLst/>
              <a:cxnLst/>
              <a:rect l="l" t="t" r="r" b="b"/>
              <a:pathLst>
                <a:path w="1529" h="3267" extrusionOk="0">
                  <a:moveTo>
                    <a:pt x="1258" y="1"/>
                  </a:moveTo>
                  <a:cubicBezTo>
                    <a:pt x="1191" y="1"/>
                    <a:pt x="1127" y="31"/>
                    <a:pt x="1096" y="101"/>
                  </a:cubicBezTo>
                  <a:cubicBezTo>
                    <a:pt x="845" y="649"/>
                    <a:pt x="617" y="1197"/>
                    <a:pt x="411" y="1745"/>
                  </a:cubicBezTo>
                  <a:cubicBezTo>
                    <a:pt x="251" y="2201"/>
                    <a:pt x="0" y="2680"/>
                    <a:pt x="23" y="3160"/>
                  </a:cubicBezTo>
                  <a:cubicBezTo>
                    <a:pt x="23" y="3231"/>
                    <a:pt x="77" y="3267"/>
                    <a:pt x="133" y="3267"/>
                  </a:cubicBezTo>
                  <a:cubicBezTo>
                    <a:pt x="168" y="3267"/>
                    <a:pt x="203" y="3254"/>
                    <a:pt x="229" y="3228"/>
                  </a:cubicBezTo>
                  <a:cubicBezTo>
                    <a:pt x="594" y="2863"/>
                    <a:pt x="754" y="2270"/>
                    <a:pt x="936" y="1790"/>
                  </a:cubicBezTo>
                  <a:cubicBezTo>
                    <a:pt x="1142" y="1288"/>
                    <a:pt x="1324" y="763"/>
                    <a:pt x="1484" y="261"/>
                  </a:cubicBezTo>
                  <a:cubicBezTo>
                    <a:pt x="1529" y="111"/>
                    <a:pt x="1387" y="1"/>
                    <a:pt x="125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8" name="Google Shape;7918;p278"/>
            <p:cNvSpPr/>
            <p:nvPr/>
          </p:nvSpPr>
          <p:spPr>
            <a:xfrm>
              <a:off x="5824600" y="4544075"/>
              <a:ext cx="49675" cy="96575"/>
            </a:xfrm>
            <a:custGeom>
              <a:avLst/>
              <a:gdLst/>
              <a:ahLst/>
              <a:cxnLst/>
              <a:rect l="l" t="t" r="r" b="b"/>
              <a:pathLst>
                <a:path w="1987" h="3863" extrusionOk="0">
                  <a:moveTo>
                    <a:pt x="1601" y="1"/>
                  </a:moveTo>
                  <a:cubicBezTo>
                    <a:pt x="1166" y="1"/>
                    <a:pt x="939" y="623"/>
                    <a:pt x="800" y="1001"/>
                  </a:cubicBezTo>
                  <a:cubicBezTo>
                    <a:pt x="457" y="1846"/>
                    <a:pt x="115" y="2759"/>
                    <a:pt x="1" y="3672"/>
                  </a:cubicBezTo>
                  <a:cubicBezTo>
                    <a:pt x="1" y="3777"/>
                    <a:pt x="100" y="3863"/>
                    <a:pt x="188" y="3863"/>
                  </a:cubicBezTo>
                  <a:cubicBezTo>
                    <a:pt x="233" y="3863"/>
                    <a:pt x="274" y="3840"/>
                    <a:pt x="297" y="3786"/>
                  </a:cubicBezTo>
                  <a:cubicBezTo>
                    <a:pt x="526" y="3215"/>
                    <a:pt x="708" y="2645"/>
                    <a:pt x="914" y="2074"/>
                  </a:cubicBezTo>
                  <a:cubicBezTo>
                    <a:pt x="1028" y="1823"/>
                    <a:pt x="1439" y="385"/>
                    <a:pt x="1735" y="362"/>
                  </a:cubicBezTo>
                  <a:cubicBezTo>
                    <a:pt x="1918" y="362"/>
                    <a:pt x="1987" y="111"/>
                    <a:pt x="1804" y="43"/>
                  </a:cubicBezTo>
                  <a:cubicBezTo>
                    <a:pt x="1731" y="14"/>
                    <a:pt x="1664" y="1"/>
                    <a:pt x="1601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9" name="Google Shape;7919;p278"/>
            <p:cNvSpPr/>
            <p:nvPr/>
          </p:nvSpPr>
          <p:spPr>
            <a:xfrm>
              <a:off x="5876375" y="4540750"/>
              <a:ext cx="23725" cy="54675"/>
            </a:xfrm>
            <a:custGeom>
              <a:avLst/>
              <a:gdLst/>
              <a:ahLst/>
              <a:cxnLst/>
              <a:rect l="l" t="t" r="r" b="b"/>
              <a:pathLst>
                <a:path w="949" h="2187" extrusionOk="0">
                  <a:moveTo>
                    <a:pt x="772" y="1"/>
                  </a:moveTo>
                  <a:cubicBezTo>
                    <a:pt x="721" y="1"/>
                    <a:pt x="671" y="26"/>
                    <a:pt x="646" y="84"/>
                  </a:cubicBezTo>
                  <a:cubicBezTo>
                    <a:pt x="372" y="701"/>
                    <a:pt x="167" y="1317"/>
                    <a:pt x="30" y="2002"/>
                  </a:cubicBezTo>
                  <a:cubicBezTo>
                    <a:pt x="1" y="2103"/>
                    <a:pt x="101" y="2187"/>
                    <a:pt x="195" y="2187"/>
                  </a:cubicBezTo>
                  <a:cubicBezTo>
                    <a:pt x="249" y="2187"/>
                    <a:pt x="302" y="2159"/>
                    <a:pt x="326" y="2093"/>
                  </a:cubicBezTo>
                  <a:cubicBezTo>
                    <a:pt x="577" y="1477"/>
                    <a:pt x="783" y="838"/>
                    <a:pt x="920" y="176"/>
                  </a:cubicBezTo>
                  <a:cubicBezTo>
                    <a:pt x="949" y="75"/>
                    <a:pt x="859" y="1"/>
                    <a:pt x="772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0" name="Google Shape;7920;p278"/>
            <p:cNvSpPr/>
            <p:nvPr/>
          </p:nvSpPr>
          <p:spPr>
            <a:xfrm>
              <a:off x="5464100" y="4208075"/>
              <a:ext cx="334850" cy="317675"/>
            </a:xfrm>
            <a:custGeom>
              <a:avLst/>
              <a:gdLst/>
              <a:ahLst/>
              <a:cxnLst/>
              <a:rect l="l" t="t" r="r" b="b"/>
              <a:pathLst>
                <a:path w="13394" h="12707" extrusionOk="0">
                  <a:moveTo>
                    <a:pt x="2027" y="792"/>
                  </a:moveTo>
                  <a:cubicBezTo>
                    <a:pt x="5450" y="1682"/>
                    <a:pt x="8783" y="2732"/>
                    <a:pt x="12115" y="3896"/>
                  </a:cubicBezTo>
                  <a:cubicBezTo>
                    <a:pt x="8212" y="6270"/>
                    <a:pt x="4423" y="8804"/>
                    <a:pt x="817" y="11588"/>
                  </a:cubicBezTo>
                  <a:cubicBezTo>
                    <a:pt x="1319" y="8027"/>
                    <a:pt x="1821" y="4467"/>
                    <a:pt x="2049" y="906"/>
                  </a:cubicBezTo>
                  <a:cubicBezTo>
                    <a:pt x="2049" y="860"/>
                    <a:pt x="2049" y="838"/>
                    <a:pt x="2027" y="792"/>
                  </a:cubicBezTo>
                  <a:close/>
                  <a:moveTo>
                    <a:pt x="1919" y="0"/>
                  </a:moveTo>
                  <a:cubicBezTo>
                    <a:pt x="1586" y="0"/>
                    <a:pt x="1459" y="471"/>
                    <a:pt x="1707" y="678"/>
                  </a:cubicBezTo>
                  <a:cubicBezTo>
                    <a:pt x="1616" y="701"/>
                    <a:pt x="1547" y="769"/>
                    <a:pt x="1547" y="860"/>
                  </a:cubicBezTo>
                  <a:cubicBezTo>
                    <a:pt x="954" y="4649"/>
                    <a:pt x="566" y="8484"/>
                    <a:pt x="18" y="12273"/>
                  </a:cubicBezTo>
                  <a:cubicBezTo>
                    <a:pt x="0" y="12483"/>
                    <a:pt x="158" y="12707"/>
                    <a:pt x="355" y="12707"/>
                  </a:cubicBezTo>
                  <a:cubicBezTo>
                    <a:pt x="415" y="12707"/>
                    <a:pt x="479" y="12686"/>
                    <a:pt x="543" y="12638"/>
                  </a:cubicBezTo>
                  <a:cubicBezTo>
                    <a:pt x="4560" y="9534"/>
                    <a:pt x="8760" y="6658"/>
                    <a:pt x="13165" y="4124"/>
                  </a:cubicBezTo>
                  <a:cubicBezTo>
                    <a:pt x="13371" y="3987"/>
                    <a:pt x="13394" y="3577"/>
                    <a:pt x="13120" y="3485"/>
                  </a:cubicBezTo>
                  <a:cubicBezTo>
                    <a:pt x="9490" y="2139"/>
                    <a:pt x="5770" y="997"/>
                    <a:pt x="2027" y="16"/>
                  </a:cubicBezTo>
                  <a:cubicBezTo>
                    <a:pt x="1989" y="5"/>
                    <a:pt x="1953" y="0"/>
                    <a:pt x="1919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1" name="Google Shape;7921;p278"/>
            <p:cNvSpPr/>
            <p:nvPr/>
          </p:nvSpPr>
          <p:spPr>
            <a:xfrm>
              <a:off x="5495775" y="4342975"/>
              <a:ext cx="376800" cy="309500"/>
            </a:xfrm>
            <a:custGeom>
              <a:avLst/>
              <a:gdLst/>
              <a:ahLst/>
              <a:cxnLst/>
              <a:rect l="l" t="t" r="r" b="b"/>
              <a:pathLst>
                <a:path w="15072" h="12380" extrusionOk="0">
                  <a:moveTo>
                    <a:pt x="12525" y="1060"/>
                  </a:moveTo>
                  <a:cubicBezTo>
                    <a:pt x="13211" y="1060"/>
                    <a:pt x="13706" y="2403"/>
                    <a:pt x="13930" y="2768"/>
                  </a:cubicBezTo>
                  <a:cubicBezTo>
                    <a:pt x="14546" y="3933"/>
                    <a:pt x="8201" y="7858"/>
                    <a:pt x="7242" y="8520"/>
                  </a:cubicBezTo>
                  <a:cubicBezTo>
                    <a:pt x="6055" y="9342"/>
                    <a:pt x="4868" y="10164"/>
                    <a:pt x="3681" y="10986"/>
                  </a:cubicBezTo>
                  <a:cubicBezTo>
                    <a:pt x="3388" y="11187"/>
                    <a:pt x="3129" y="11274"/>
                    <a:pt x="2897" y="11274"/>
                  </a:cubicBezTo>
                  <a:cubicBezTo>
                    <a:pt x="1977" y="11274"/>
                    <a:pt x="1485" y="9907"/>
                    <a:pt x="919" y="8977"/>
                  </a:cubicBezTo>
                  <a:cubicBezTo>
                    <a:pt x="2996" y="7402"/>
                    <a:pt x="5074" y="5827"/>
                    <a:pt x="7151" y="4252"/>
                  </a:cubicBezTo>
                  <a:cubicBezTo>
                    <a:pt x="8223" y="3453"/>
                    <a:pt x="9342" y="2700"/>
                    <a:pt x="10483" y="2038"/>
                  </a:cubicBezTo>
                  <a:cubicBezTo>
                    <a:pt x="11077" y="1696"/>
                    <a:pt x="11670" y="1399"/>
                    <a:pt x="12264" y="1125"/>
                  </a:cubicBezTo>
                  <a:cubicBezTo>
                    <a:pt x="12354" y="1080"/>
                    <a:pt x="12441" y="1060"/>
                    <a:pt x="12525" y="1060"/>
                  </a:cubicBezTo>
                  <a:close/>
                  <a:moveTo>
                    <a:pt x="12828" y="1"/>
                  </a:moveTo>
                  <a:cubicBezTo>
                    <a:pt x="11774" y="1"/>
                    <a:pt x="10261" y="1278"/>
                    <a:pt x="9525" y="1741"/>
                  </a:cubicBezTo>
                  <a:cubicBezTo>
                    <a:pt x="6215" y="3818"/>
                    <a:pt x="3248" y="6512"/>
                    <a:pt x="189" y="8908"/>
                  </a:cubicBezTo>
                  <a:cubicBezTo>
                    <a:pt x="1" y="9059"/>
                    <a:pt x="139" y="9365"/>
                    <a:pt x="334" y="9365"/>
                  </a:cubicBezTo>
                  <a:cubicBezTo>
                    <a:pt x="375" y="9365"/>
                    <a:pt x="419" y="9351"/>
                    <a:pt x="463" y="9319"/>
                  </a:cubicBezTo>
                  <a:cubicBezTo>
                    <a:pt x="486" y="9296"/>
                    <a:pt x="509" y="9274"/>
                    <a:pt x="531" y="9251"/>
                  </a:cubicBezTo>
                  <a:cubicBezTo>
                    <a:pt x="1125" y="10278"/>
                    <a:pt x="1741" y="11282"/>
                    <a:pt x="2426" y="12241"/>
                  </a:cubicBezTo>
                  <a:cubicBezTo>
                    <a:pt x="2485" y="12329"/>
                    <a:pt x="2582" y="12380"/>
                    <a:pt x="2680" y="12380"/>
                  </a:cubicBezTo>
                  <a:cubicBezTo>
                    <a:pt x="2734" y="12380"/>
                    <a:pt x="2788" y="12365"/>
                    <a:pt x="2837" y="12332"/>
                  </a:cubicBezTo>
                  <a:cubicBezTo>
                    <a:pt x="6991" y="9662"/>
                    <a:pt x="11396" y="6968"/>
                    <a:pt x="14934" y="3453"/>
                  </a:cubicBezTo>
                  <a:cubicBezTo>
                    <a:pt x="15071" y="3316"/>
                    <a:pt x="15048" y="3111"/>
                    <a:pt x="14957" y="2951"/>
                  </a:cubicBezTo>
                  <a:cubicBezTo>
                    <a:pt x="14592" y="2266"/>
                    <a:pt x="13930" y="212"/>
                    <a:pt x="13085" y="29"/>
                  </a:cubicBezTo>
                  <a:cubicBezTo>
                    <a:pt x="13003" y="10"/>
                    <a:pt x="12917" y="1"/>
                    <a:pt x="1282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2" name="Google Shape;7922;p278"/>
            <p:cNvSpPr/>
            <p:nvPr/>
          </p:nvSpPr>
          <p:spPr>
            <a:xfrm>
              <a:off x="5582050" y="4477650"/>
              <a:ext cx="376675" cy="310075"/>
            </a:xfrm>
            <a:custGeom>
              <a:avLst/>
              <a:gdLst/>
              <a:ahLst/>
              <a:cxnLst/>
              <a:rect l="l" t="t" r="r" b="b"/>
              <a:pathLst>
                <a:path w="15067" h="12403" extrusionOk="0">
                  <a:moveTo>
                    <a:pt x="12512" y="1065"/>
                  </a:moveTo>
                  <a:cubicBezTo>
                    <a:pt x="13207" y="1065"/>
                    <a:pt x="13721" y="2403"/>
                    <a:pt x="13925" y="2791"/>
                  </a:cubicBezTo>
                  <a:cubicBezTo>
                    <a:pt x="14542" y="3932"/>
                    <a:pt x="8196" y="7881"/>
                    <a:pt x="7238" y="8543"/>
                  </a:cubicBezTo>
                  <a:cubicBezTo>
                    <a:pt x="6051" y="9365"/>
                    <a:pt x="4864" y="10186"/>
                    <a:pt x="3677" y="11008"/>
                  </a:cubicBezTo>
                  <a:cubicBezTo>
                    <a:pt x="3383" y="11210"/>
                    <a:pt x="3124" y="11297"/>
                    <a:pt x="2893" y="11297"/>
                  </a:cubicBezTo>
                  <a:cubicBezTo>
                    <a:pt x="1973" y="11297"/>
                    <a:pt x="1480" y="9930"/>
                    <a:pt x="915" y="8999"/>
                  </a:cubicBezTo>
                  <a:cubicBezTo>
                    <a:pt x="2992" y="7425"/>
                    <a:pt x="5069" y="5850"/>
                    <a:pt x="7169" y="4275"/>
                  </a:cubicBezTo>
                  <a:cubicBezTo>
                    <a:pt x="8219" y="3453"/>
                    <a:pt x="9338" y="2723"/>
                    <a:pt x="10502" y="2038"/>
                  </a:cubicBezTo>
                  <a:cubicBezTo>
                    <a:pt x="11072" y="1718"/>
                    <a:pt x="11666" y="1422"/>
                    <a:pt x="12259" y="1125"/>
                  </a:cubicBezTo>
                  <a:cubicBezTo>
                    <a:pt x="12346" y="1084"/>
                    <a:pt x="12430" y="1065"/>
                    <a:pt x="12512" y="1065"/>
                  </a:cubicBezTo>
                  <a:close/>
                  <a:moveTo>
                    <a:pt x="12827" y="1"/>
                  </a:moveTo>
                  <a:cubicBezTo>
                    <a:pt x="11773" y="1"/>
                    <a:pt x="10258" y="1300"/>
                    <a:pt x="9520" y="1764"/>
                  </a:cubicBezTo>
                  <a:cubicBezTo>
                    <a:pt x="6233" y="3841"/>
                    <a:pt x="3266" y="6512"/>
                    <a:pt x="207" y="8931"/>
                  </a:cubicBezTo>
                  <a:cubicBezTo>
                    <a:pt x="0" y="9082"/>
                    <a:pt x="135" y="9388"/>
                    <a:pt x="329" y="9388"/>
                  </a:cubicBezTo>
                  <a:cubicBezTo>
                    <a:pt x="371" y="9388"/>
                    <a:pt x="415" y="9374"/>
                    <a:pt x="459" y="9342"/>
                  </a:cubicBezTo>
                  <a:cubicBezTo>
                    <a:pt x="481" y="9319"/>
                    <a:pt x="504" y="9296"/>
                    <a:pt x="550" y="9273"/>
                  </a:cubicBezTo>
                  <a:cubicBezTo>
                    <a:pt x="1120" y="10301"/>
                    <a:pt x="1737" y="11282"/>
                    <a:pt x="2421" y="12263"/>
                  </a:cubicBezTo>
                  <a:cubicBezTo>
                    <a:pt x="2480" y="12352"/>
                    <a:pt x="2577" y="12402"/>
                    <a:pt x="2676" y="12402"/>
                  </a:cubicBezTo>
                  <a:cubicBezTo>
                    <a:pt x="2730" y="12402"/>
                    <a:pt x="2784" y="12387"/>
                    <a:pt x="2832" y="12355"/>
                  </a:cubicBezTo>
                  <a:cubicBezTo>
                    <a:pt x="7009" y="9661"/>
                    <a:pt x="11392" y="6968"/>
                    <a:pt x="14930" y="3476"/>
                  </a:cubicBezTo>
                  <a:cubicBezTo>
                    <a:pt x="15067" y="3339"/>
                    <a:pt x="15067" y="3111"/>
                    <a:pt x="14975" y="2951"/>
                  </a:cubicBezTo>
                  <a:cubicBezTo>
                    <a:pt x="14587" y="2289"/>
                    <a:pt x="13925" y="235"/>
                    <a:pt x="13081" y="29"/>
                  </a:cubicBezTo>
                  <a:cubicBezTo>
                    <a:pt x="13000" y="10"/>
                    <a:pt x="12915" y="1"/>
                    <a:pt x="1282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3" name="Google Shape;7923;p278"/>
          <p:cNvGrpSpPr/>
          <p:nvPr/>
        </p:nvGrpSpPr>
        <p:grpSpPr>
          <a:xfrm rot="9456294">
            <a:off x="6849678" y="3273665"/>
            <a:ext cx="2306042" cy="512923"/>
            <a:chOff x="7051300" y="3461525"/>
            <a:chExt cx="2305989" cy="512912"/>
          </a:xfrm>
        </p:grpSpPr>
        <p:sp>
          <p:nvSpPr>
            <p:cNvPr id="7924" name="Google Shape;7924;p278"/>
            <p:cNvSpPr/>
            <p:nvPr/>
          </p:nvSpPr>
          <p:spPr>
            <a:xfrm>
              <a:off x="7075817" y="3564700"/>
              <a:ext cx="2271819" cy="396457"/>
            </a:xfrm>
            <a:custGeom>
              <a:avLst/>
              <a:gdLst/>
              <a:ahLst/>
              <a:cxnLst/>
              <a:rect l="l" t="t" r="r" b="b"/>
              <a:pathLst>
                <a:path w="46702" h="8150" extrusionOk="0">
                  <a:moveTo>
                    <a:pt x="46666" y="1"/>
                  </a:moveTo>
                  <a:lnTo>
                    <a:pt x="41068" y="704"/>
                  </a:lnTo>
                  <a:lnTo>
                    <a:pt x="39932" y="848"/>
                  </a:lnTo>
                  <a:lnTo>
                    <a:pt x="40221" y="3156"/>
                  </a:lnTo>
                  <a:lnTo>
                    <a:pt x="41357" y="3011"/>
                  </a:lnTo>
                  <a:lnTo>
                    <a:pt x="41303" y="2606"/>
                  </a:lnTo>
                  <a:lnTo>
                    <a:pt x="46702" y="271"/>
                  </a:lnTo>
                  <a:lnTo>
                    <a:pt x="46666" y="1"/>
                  </a:lnTo>
                  <a:close/>
                  <a:moveTo>
                    <a:pt x="1560" y="5644"/>
                  </a:moveTo>
                  <a:lnTo>
                    <a:pt x="1" y="5842"/>
                  </a:lnTo>
                  <a:lnTo>
                    <a:pt x="298" y="8149"/>
                  </a:lnTo>
                  <a:lnTo>
                    <a:pt x="1858" y="7960"/>
                  </a:lnTo>
                  <a:lnTo>
                    <a:pt x="1560" y="5644"/>
                  </a:lnTo>
                  <a:close/>
                </a:path>
              </a:pathLst>
            </a:custGeom>
            <a:solidFill>
              <a:srgbClr val="EE8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5" name="Google Shape;7925;p278"/>
            <p:cNvSpPr/>
            <p:nvPr/>
          </p:nvSpPr>
          <p:spPr>
            <a:xfrm>
              <a:off x="7056554" y="3473929"/>
              <a:ext cx="2293709" cy="379334"/>
            </a:xfrm>
            <a:custGeom>
              <a:avLst/>
              <a:gdLst/>
              <a:ahLst/>
              <a:cxnLst/>
              <a:rect l="l" t="t" r="r" b="b"/>
              <a:pathLst>
                <a:path w="47152" h="7798" extrusionOk="0">
                  <a:moveTo>
                    <a:pt x="43312" y="1515"/>
                  </a:moveTo>
                  <a:cubicBezTo>
                    <a:pt x="43664" y="1533"/>
                    <a:pt x="43682" y="1687"/>
                    <a:pt x="43691" y="1741"/>
                  </a:cubicBezTo>
                  <a:cubicBezTo>
                    <a:pt x="43700" y="1858"/>
                    <a:pt x="43682" y="1993"/>
                    <a:pt x="43393" y="2029"/>
                  </a:cubicBezTo>
                  <a:cubicBezTo>
                    <a:pt x="43361" y="2033"/>
                    <a:pt x="43331" y="2035"/>
                    <a:pt x="43305" y="2035"/>
                  </a:cubicBezTo>
                  <a:cubicBezTo>
                    <a:pt x="43091" y="2035"/>
                    <a:pt x="43041" y="1916"/>
                    <a:pt x="43033" y="1804"/>
                  </a:cubicBezTo>
                  <a:cubicBezTo>
                    <a:pt x="43006" y="1623"/>
                    <a:pt x="43069" y="1542"/>
                    <a:pt x="43231" y="1515"/>
                  </a:cubicBezTo>
                  <a:close/>
                  <a:moveTo>
                    <a:pt x="42113" y="1308"/>
                  </a:moveTo>
                  <a:cubicBezTo>
                    <a:pt x="42366" y="1335"/>
                    <a:pt x="42501" y="1479"/>
                    <a:pt x="42537" y="1750"/>
                  </a:cubicBezTo>
                  <a:cubicBezTo>
                    <a:pt x="42546" y="1858"/>
                    <a:pt x="42528" y="1966"/>
                    <a:pt x="42474" y="2065"/>
                  </a:cubicBezTo>
                  <a:cubicBezTo>
                    <a:pt x="42420" y="2164"/>
                    <a:pt x="42348" y="2218"/>
                    <a:pt x="42239" y="2236"/>
                  </a:cubicBezTo>
                  <a:cubicBezTo>
                    <a:pt x="42209" y="2239"/>
                    <a:pt x="42181" y="2241"/>
                    <a:pt x="42154" y="2241"/>
                  </a:cubicBezTo>
                  <a:cubicBezTo>
                    <a:pt x="42019" y="2241"/>
                    <a:pt x="41924" y="2203"/>
                    <a:pt x="41879" y="2128"/>
                  </a:cubicBezTo>
                  <a:cubicBezTo>
                    <a:pt x="41861" y="2092"/>
                    <a:pt x="41843" y="2029"/>
                    <a:pt x="41825" y="1858"/>
                  </a:cubicBezTo>
                  <a:cubicBezTo>
                    <a:pt x="41762" y="1353"/>
                    <a:pt x="41969" y="1326"/>
                    <a:pt x="42041" y="1317"/>
                  </a:cubicBezTo>
                  <a:cubicBezTo>
                    <a:pt x="42059" y="1308"/>
                    <a:pt x="42086" y="1308"/>
                    <a:pt x="42113" y="1308"/>
                  </a:cubicBezTo>
                  <a:close/>
                  <a:moveTo>
                    <a:pt x="41221" y="1"/>
                  </a:moveTo>
                  <a:lnTo>
                    <a:pt x="39932" y="163"/>
                  </a:lnTo>
                  <a:lnTo>
                    <a:pt x="40256" y="2795"/>
                  </a:lnTo>
                  <a:lnTo>
                    <a:pt x="47152" y="1930"/>
                  </a:lnTo>
                  <a:lnTo>
                    <a:pt x="47080" y="1335"/>
                  </a:lnTo>
                  <a:lnTo>
                    <a:pt x="41275" y="425"/>
                  </a:lnTo>
                  <a:lnTo>
                    <a:pt x="41221" y="1"/>
                  </a:lnTo>
                  <a:close/>
                  <a:moveTo>
                    <a:pt x="1713" y="4941"/>
                  </a:moveTo>
                  <a:lnTo>
                    <a:pt x="0" y="5157"/>
                  </a:lnTo>
                  <a:lnTo>
                    <a:pt x="334" y="7798"/>
                  </a:lnTo>
                  <a:lnTo>
                    <a:pt x="2046" y="7582"/>
                  </a:lnTo>
                  <a:lnTo>
                    <a:pt x="1713" y="4941"/>
                  </a:lnTo>
                  <a:close/>
                </a:path>
              </a:pathLst>
            </a:custGeom>
            <a:solidFill>
              <a:srgbClr val="EEA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6" name="Google Shape;7926;p278"/>
            <p:cNvSpPr/>
            <p:nvPr/>
          </p:nvSpPr>
          <p:spPr>
            <a:xfrm>
              <a:off x="9084585" y="3533956"/>
              <a:ext cx="102106" cy="52683"/>
            </a:xfrm>
            <a:custGeom>
              <a:avLst/>
              <a:gdLst/>
              <a:ahLst/>
              <a:cxnLst/>
              <a:rect l="l" t="t" r="r" b="b"/>
              <a:pathLst>
                <a:path w="2099" h="1083" extrusionOk="0">
                  <a:moveTo>
                    <a:pt x="1621" y="200"/>
                  </a:moveTo>
                  <a:cubicBezTo>
                    <a:pt x="1351" y="200"/>
                    <a:pt x="1233" y="326"/>
                    <a:pt x="1261" y="579"/>
                  </a:cubicBezTo>
                  <a:cubicBezTo>
                    <a:pt x="1284" y="782"/>
                    <a:pt x="1402" y="883"/>
                    <a:pt x="1609" y="883"/>
                  </a:cubicBezTo>
                  <a:cubicBezTo>
                    <a:pt x="1641" y="883"/>
                    <a:pt x="1675" y="881"/>
                    <a:pt x="1711" y="876"/>
                  </a:cubicBezTo>
                  <a:cubicBezTo>
                    <a:pt x="1982" y="840"/>
                    <a:pt x="2099" y="714"/>
                    <a:pt x="2072" y="498"/>
                  </a:cubicBezTo>
                  <a:cubicBezTo>
                    <a:pt x="2054" y="317"/>
                    <a:pt x="1900" y="218"/>
                    <a:pt x="1621" y="200"/>
                  </a:cubicBezTo>
                  <a:close/>
                  <a:moveTo>
                    <a:pt x="397" y="1"/>
                  </a:moveTo>
                  <a:cubicBezTo>
                    <a:pt x="115" y="1"/>
                    <a:pt x="1" y="217"/>
                    <a:pt x="53" y="633"/>
                  </a:cubicBezTo>
                  <a:cubicBezTo>
                    <a:pt x="71" y="777"/>
                    <a:pt x="89" y="867"/>
                    <a:pt x="116" y="921"/>
                  </a:cubicBezTo>
                  <a:cubicBezTo>
                    <a:pt x="182" y="1032"/>
                    <a:pt x="290" y="1082"/>
                    <a:pt x="446" y="1082"/>
                  </a:cubicBezTo>
                  <a:cubicBezTo>
                    <a:pt x="481" y="1082"/>
                    <a:pt x="518" y="1079"/>
                    <a:pt x="557" y="1075"/>
                  </a:cubicBezTo>
                  <a:cubicBezTo>
                    <a:pt x="693" y="1066"/>
                    <a:pt x="783" y="993"/>
                    <a:pt x="846" y="867"/>
                  </a:cubicBezTo>
                  <a:cubicBezTo>
                    <a:pt x="909" y="750"/>
                    <a:pt x="936" y="633"/>
                    <a:pt x="918" y="507"/>
                  </a:cubicBezTo>
                  <a:cubicBezTo>
                    <a:pt x="882" y="200"/>
                    <a:pt x="720" y="29"/>
                    <a:pt x="431" y="2"/>
                  </a:cubicBezTo>
                  <a:cubicBezTo>
                    <a:pt x="419" y="1"/>
                    <a:pt x="408" y="1"/>
                    <a:pt x="397" y="1"/>
                  </a:cubicBezTo>
                  <a:close/>
                </a:path>
              </a:pathLst>
            </a:custGeom>
            <a:solidFill>
              <a:srgbClr val="EECA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7" name="Google Shape;7927;p278"/>
            <p:cNvSpPr/>
            <p:nvPr/>
          </p:nvSpPr>
          <p:spPr>
            <a:xfrm>
              <a:off x="7151702" y="3605512"/>
              <a:ext cx="1882416" cy="359584"/>
            </a:xfrm>
            <a:custGeom>
              <a:avLst/>
              <a:gdLst/>
              <a:ahLst/>
              <a:cxnLst/>
              <a:rect l="l" t="t" r="r" b="b"/>
              <a:pathLst>
                <a:path w="38697" h="7392" extrusionOk="0">
                  <a:moveTo>
                    <a:pt x="38372" y="0"/>
                  </a:moveTo>
                  <a:lnTo>
                    <a:pt x="25555" y="1614"/>
                  </a:lnTo>
                  <a:cubicBezTo>
                    <a:pt x="25645" y="2506"/>
                    <a:pt x="25104" y="3353"/>
                    <a:pt x="23932" y="4156"/>
                  </a:cubicBezTo>
                  <a:cubicBezTo>
                    <a:pt x="23752" y="4282"/>
                    <a:pt x="23563" y="4399"/>
                    <a:pt x="23373" y="4507"/>
                  </a:cubicBezTo>
                  <a:lnTo>
                    <a:pt x="38697" y="2587"/>
                  </a:lnTo>
                  <a:lnTo>
                    <a:pt x="38661" y="2317"/>
                  </a:lnTo>
                  <a:lnTo>
                    <a:pt x="38372" y="0"/>
                  </a:lnTo>
                  <a:close/>
                  <a:moveTo>
                    <a:pt x="12593" y="3236"/>
                  </a:moveTo>
                  <a:lnTo>
                    <a:pt x="0" y="4805"/>
                  </a:lnTo>
                  <a:lnTo>
                    <a:pt x="298" y="7121"/>
                  </a:lnTo>
                  <a:lnTo>
                    <a:pt x="325" y="7392"/>
                  </a:lnTo>
                  <a:lnTo>
                    <a:pt x="15423" y="5499"/>
                  </a:lnTo>
                  <a:cubicBezTo>
                    <a:pt x="15207" y="5445"/>
                    <a:pt x="14999" y="5381"/>
                    <a:pt x="14792" y="5300"/>
                  </a:cubicBezTo>
                  <a:cubicBezTo>
                    <a:pt x="13458" y="4814"/>
                    <a:pt x="12728" y="4129"/>
                    <a:pt x="12593" y="3236"/>
                  </a:cubicBezTo>
                  <a:close/>
                </a:path>
              </a:pathLst>
            </a:custGeom>
            <a:solidFill>
              <a:srgbClr val="D76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8" name="Google Shape;7928;p278"/>
            <p:cNvSpPr/>
            <p:nvPr/>
          </p:nvSpPr>
          <p:spPr>
            <a:xfrm>
              <a:off x="7764232" y="3683976"/>
              <a:ext cx="634963" cy="189034"/>
            </a:xfrm>
            <a:custGeom>
              <a:avLst/>
              <a:gdLst/>
              <a:ahLst/>
              <a:cxnLst/>
              <a:rect l="l" t="t" r="r" b="b"/>
              <a:pathLst>
                <a:path w="13053" h="3886" extrusionOk="0">
                  <a:moveTo>
                    <a:pt x="12963" y="1"/>
                  </a:moveTo>
                  <a:lnTo>
                    <a:pt x="1" y="1623"/>
                  </a:lnTo>
                  <a:cubicBezTo>
                    <a:pt x="136" y="2516"/>
                    <a:pt x="866" y="3201"/>
                    <a:pt x="2200" y="3687"/>
                  </a:cubicBezTo>
                  <a:cubicBezTo>
                    <a:pt x="2407" y="3768"/>
                    <a:pt x="2615" y="3832"/>
                    <a:pt x="2831" y="3886"/>
                  </a:cubicBezTo>
                  <a:lnTo>
                    <a:pt x="10781" y="2894"/>
                  </a:lnTo>
                  <a:cubicBezTo>
                    <a:pt x="10971" y="2786"/>
                    <a:pt x="11160" y="2669"/>
                    <a:pt x="11340" y="2543"/>
                  </a:cubicBezTo>
                  <a:cubicBezTo>
                    <a:pt x="12512" y="1740"/>
                    <a:pt x="13053" y="893"/>
                    <a:pt x="12963" y="1"/>
                  </a:cubicBezTo>
                  <a:close/>
                </a:path>
              </a:pathLst>
            </a:custGeom>
            <a:solidFill>
              <a:srgbClr val="C2BC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9" name="Google Shape;7929;p278"/>
            <p:cNvSpPr/>
            <p:nvPr/>
          </p:nvSpPr>
          <p:spPr>
            <a:xfrm>
              <a:off x="7758540" y="3565575"/>
              <a:ext cx="636277" cy="197401"/>
            </a:xfrm>
            <a:custGeom>
              <a:avLst/>
              <a:gdLst/>
              <a:ahLst/>
              <a:cxnLst/>
              <a:rect l="l" t="t" r="r" b="b"/>
              <a:pathLst>
                <a:path w="13080" h="4058" extrusionOk="0">
                  <a:moveTo>
                    <a:pt x="9997" y="1"/>
                  </a:moveTo>
                  <a:lnTo>
                    <a:pt x="2506" y="938"/>
                  </a:lnTo>
                  <a:cubicBezTo>
                    <a:pt x="2227" y="1092"/>
                    <a:pt x="1966" y="1245"/>
                    <a:pt x="1722" y="1407"/>
                  </a:cubicBezTo>
                  <a:cubicBezTo>
                    <a:pt x="532" y="2218"/>
                    <a:pt x="0" y="3093"/>
                    <a:pt x="118" y="4012"/>
                  </a:cubicBezTo>
                  <a:cubicBezTo>
                    <a:pt x="118" y="4030"/>
                    <a:pt x="118" y="4039"/>
                    <a:pt x="118" y="4057"/>
                  </a:cubicBezTo>
                  <a:lnTo>
                    <a:pt x="13080" y="2435"/>
                  </a:lnTo>
                  <a:cubicBezTo>
                    <a:pt x="13071" y="2417"/>
                    <a:pt x="13071" y="2408"/>
                    <a:pt x="13071" y="2390"/>
                  </a:cubicBezTo>
                  <a:cubicBezTo>
                    <a:pt x="12953" y="1470"/>
                    <a:pt x="12223" y="758"/>
                    <a:pt x="10871" y="262"/>
                  </a:cubicBezTo>
                  <a:cubicBezTo>
                    <a:pt x="10583" y="172"/>
                    <a:pt x="10294" y="82"/>
                    <a:pt x="9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0" name="Google Shape;7930;p278"/>
            <p:cNvSpPr/>
            <p:nvPr/>
          </p:nvSpPr>
          <p:spPr>
            <a:xfrm>
              <a:off x="7130639" y="3466487"/>
              <a:ext cx="1892096" cy="377145"/>
            </a:xfrm>
            <a:custGeom>
              <a:avLst/>
              <a:gdLst/>
              <a:ahLst/>
              <a:cxnLst/>
              <a:rect l="l" t="t" r="r" b="b"/>
              <a:pathLst>
                <a:path w="38896" h="7753" extrusionOk="0">
                  <a:moveTo>
                    <a:pt x="38526" y="1"/>
                  </a:moveTo>
                  <a:lnTo>
                    <a:pt x="22896" y="1957"/>
                  </a:lnTo>
                  <a:lnTo>
                    <a:pt x="22878" y="2110"/>
                  </a:lnTo>
                  <a:cubicBezTo>
                    <a:pt x="23175" y="2191"/>
                    <a:pt x="23464" y="2281"/>
                    <a:pt x="23752" y="2371"/>
                  </a:cubicBezTo>
                  <a:cubicBezTo>
                    <a:pt x="25068" y="2858"/>
                    <a:pt x="25789" y="3552"/>
                    <a:pt x="25907" y="4481"/>
                  </a:cubicBezTo>
                  <a:lnTo>
                    <a:pt x="25916" y="4553"/>
                  </a:lnTo>
                  <a:lnTo>
                    <a:pt x="38896" y="2930"/>
                  </a:lnTo>
                  <a:lnTo>
                    <a:pt x="38526" y="1"/>
                  </a:lnTo>
                  <a:close/>
                  <a:moveTo>
                    <a:pt x="15405" y="2903"/>
                  </a:moveTo>
                  <a:lnTo>
                    <a:pt x="1" y="4823"/>
                  </a:lnTo>
                  <a:lnTo>
                    <a:pt x="370" y="7753"/>
                  </a:lnTo>
                  <a:lnTo>
                    <a:pt x="13035" y="6166"/>
                  </a:lnTo>
                  <a:lnTo>
                    <a:pt x="13107" y="6121"/>
                  </a:lnTo>
                  <a:lnTo>
                    <a:pt x="13098" y="6040"/>
                  </a:lnTo>
                  <a:cubicBezTo>
                    <a:pt x="12990" y="5157"/>
                    <a:pt x="13521" y="4300"/>
                    <a:pt x="14675" y="3507"/>
                  </a:cubicBezTo>
                  <a:cubicBezTo>
                    <a:pt x="14910" y="3354"/>
                    <a:pt x="15171" y="3192"/>
                    <a:pt x="15450" y="3047"/>
                  </a:cubicBezTo>
                  <a:lnTo>
                    <a:pt x="15405" y="2903"/>
                  </a:lnTo>
                  <a:close/>
                </a:path>
              </a:pathLst>
            </a:custGeom>
            <a:solidFill>
              <a:srgbClr val="EE87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1" name="Google Shape;7931;p278"/>
            <p:cNvSpPr/>
            <p:nvPr/>
          </p:nvSpPr>
          <p:spPr>
            <a:xfrm>
              <a:off x="8992842" y="3474999"/>
              <a:ext cx="35997" cy="141362"/>
            </a:xfrm>
            <a:custGeom>
              <a:avLst/>
              <a:gdLst/>
              <a:ahLst/>
              <a:cxnLst/>
              <a:rect l="l" t="t" r="r" b="b"/>
              <a:pathLst>
                <a:path w="740" h="2906" extrusionOk="0">
                  <a:moveTo>
                    <a:pt x="218" y="0"/>
                  </a:moveTo>
                  <a:cubicBezTo>
                    <a:pt x="203" y="0"/>
                    <a:pt x="187" y="2"/>
                    <a:pt x="172" y="6"/>
                  </a:cubicBezTo>
                  <a:cubicBezTo>
                    <a:pt x="73" y="24"/>
                    <a:pt x="1" y="123"/>
                    <a:pt x="19" y="231"/>
                  </a:cubicBezTo>
                  <a:cubicBezTo>
                    <a:pt x="91" y="637"/>
                    <a:pt x="163" y="1052"/>
                    <a:pt x="217" y="1466"/>
                  </a:cubicBezTo>
                  <a:cubicBezTo>
                    <a:pt x="271" y="1881"/>
                    <a:pt x="334" y="2296"/>
                    <a:pt x="334" y="2710"/>
                  </a:cubicBezTo>
                  <a:cubicBezTo>
                    <a:pt x="334" y="2728"/>
                    <a:pt x="334" y="2746"/>
                    <a:pt x="334" y="2764"/>
                  </a:cubicBezTo>
                  <a:cubicBezTo>
                    <a:pt x="357" y="2848"/>
                    <a:pt x="437" y="2906"/>
                    <a:pt x="527" y="2906"/>
                  </a:cubicBezTo>
                  <a:cubicBezTo>
                    <a:pt x="543" y="2906"/>
                    <a:pt x="561" y="2904"/>
                    <a:pt x="578" y="2899"/>
                  </a:cubicBezTo>
                  <a:cubicBezTo>
                    <a:pt x="677" y="2872"/>
                    <a:pt x="740" y="2764"/>
                    <a:pt x="713" y="2665"/>
                  </a:cubicBezTo>
                  <a:cubicBezTo>
                    <a:pt x="614" y="2259"/>
                    <a:pt x="569" y="1845"/>
                    <a:pt x="523" y="1430"/>
                  </a:cubicBezTo>
                  <a:cubicBezTo>
                    <a:pt x="469" y="1016"/>
                    <a:pt x="433" y="601"/>
                    <a:pt x="406" y="177"/>
                  </a:cubicBezTo>
                  <a:cubicBezTo>
                    <a:pt x="406" y="168"/>
                    <a:pt x="406" y="168"/>
                    <a:pt x="397" y="159"/>
                  </a:cubicBezTo>
                  <a:cubicBezTo>
                    <a:pt x="382" y="67"/>
                    <a:pt x="307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2" name="Google Shape;7932;p278"/>
            <p:cNvSpPr/>
            <p:nvPr/>
          </p:nvSpPr>
          <p:spPr>
            <a:xfrm>
              <a:off x="8234282" y="3461525"/>
              <a:ext cx="850704" cy="234469"/>
            </a:xfrm>
            <a:custGeom>
              <a:avLst/>
              <a:gdLst/>
              <a:ahLst/>
              <a:cxnLst/>
              <a:rect l="l" t="t" r="r" b="b"/>
              <a:pathLst>
                <a:path w="17488" h="4820" extrusionOk="0">
                  <a:moveTo>
                    <a:pt x="15781" y="1"/>
                  </a:moveTo>
                  <a:cubicBezTo>
                    <a:pt x="15770" y="1"/>
                    <a:pt x="15759" y="2"/>
                    <a:pt x="15748" y="4"/>
                  </a:cubicBezTo>
                  <a:lnTo>
                    <a:pt x="190" y="1951"/>
                  </a:lnTo>
                  <a:cubicBezTo>
                    <a:pt x="118" y="1960"/>
                    <a:pt x="55" y="2005"/>
                    <a:pt x="28" y="2086"/>
                  </a:cubicBezTo>
                  <a:cubicBezTo>
                    <a:pt x="1" y="2185"/>
                    <a:pt x="55" y="2293"/>
                    <a:pt x="163" y="2329"/>
                  </a:cubicBezTo>
                  <a:cubicBezTo>
                    <a:pt x="334" y="2356"/>
                    <a:pt x="505" y="2401"/>
                    <a:pt x="668" y="2437"/>
                  </a:cubicBezTo>
                  <a:cubicBezTo>
                    <a:pt x="839" y="2473"/>
                    <a:pt x="1010" y="2509"/>
                    <a:pt x="1172" y="2564"/>
                  </a:cubicBezTo>
                  <a:cubicBezTo>
                    <a:pt x="1488" y="2672"/>
                    <a:pt x="1812" y="2807"/>
                    <a:pt x="2101" y="2987"/>
                  </a:cubicBezTo>
                  <a:cubicBezTo>
                    <a:pt x="2245" y="3077"/>
                    <a:pt x="2380" y="3176"/>
                    <a:pt x="2506" y="3294"/>
                  </a:cubicBezTo>
                  <a:cubicBezTo>
                    <a:pt x="2642" y="3393"/>
                    <a:pt x="2750" y="3528"/>
                    <a:pt x="2849" y="3663"/>
                  </a:cubicBezTo>
                  <a:cubicBezTo>
                    <a:pt x="3038" y="3934"/>
                    <a:pt x="3137" y="4267"/>
                    <a:pt x="3101" y="4592"/>
                  </a:cubicBezTo>
                  <a:cubicBezTo>
                    <a:pt x="3101" y="4628"/>
                    <a:pt x="3101" y="4655"/>
                    <a:pt x="3110" y="4682"/>
                  </a:cubicBezTo>
                  <a:cubicBezTo>
                    <a:pt x="3139" y="4767"/>
                    <a:pt x="3218" y="4819"/>
                    <a:pt x="3304" y="4819"/>
                  </a:cubicBezTo>
                  <a:cubicBezTo>
                    <a:pt x="3326" y="4819"/>
                    <a:pt x="3349" y="4816"/>
                    <a:pt x="3372" y="4808"/>
                  </a:cubicBezTo>
                  <a:cubicBezTo>
                    <a:pt x="3471" y="4772"/>
                    <a:pt x="3525" y="4655"/>
                    <a:pt x="3489" y="4547"/>
                  </a:cubicBezTo>
                  <a:cubicBezTo>
                    <a:pt x="3426" y="4366"/>
                    <a:pt x="3372" y="4186"/>
                    <a:pt x="3282" y="4024"/>
                  </a:cubicBezTo>
                  <a:cubicBezTo>
                    <a:pt x="3201" y="3853"/>
                    <a:pt x="3101" y="3699"/>
                    <a:pt x="2984" y="3555"/>
                  </a:cubicBezTo>
                  <a:cubicBezTo>
                    <a:pt x="2768" y="3276"/>
                    <a:pt x="2497" y="3032"/>
                    <a:pt x="2200" y="2834"/>
                  </a:cubicBezTo>
                  <a:cubicBezTo>
                    <a:pt x="1903" y="2645"/>
                    <a:pt x="1578" y="2482"/>
                    <a:pt x="1254" y="2338"/>
                  </a:cubicBezTo>
                  <a:cubicBezTo>
                    <a:pt x="1170" y="2301"/>
                    <a:pt x="1086" y="2267"/>
                    <a:pt x="1002" y="2233"/>
                  </a:cubicBezTo>
                  <a:lnTo>
                    <a:pt x="1002" y="2233"/>
                  </a:lnTo>
                  <a:lnTo>
                    <a:pt x="15600" y="406"/>
                  </a:lnTo>
                  <a:lnTo>
                    <a:pt x="15600" y="406"/>
                  </a:lnTo>
                  <a:lnTo>
                    <a:pt x="15613" y="508"/>
                  </a:lnTo>
                  <a:lnTo>
                    <a:pt x="15667" y="617"/>
                  </a:lnTo>
                  <a:cubicBezTo>
                    <a:pt x="15686" y="660"/>
                    <a:pt x="15726" y="687"/>
                    <a:pt x="15770" y="687"/>
                  </a:cubicBezTo>
                  <a:cubicBezTo>
                    <a:pt x="15790" y="687"/>
                    <a:pt x="15810" y="682"/>
                    <a:pt x="15829" y="671"/>
                  </a:cubicBezTo>
                  <a:cubicBezTo>
                    <a:pt x="16009" y="589"/>
                    <a:pt x="16199" y="553"/>
                    <a:pt x="16388" y="526"/>
                  </a:cubicBezTo>
                  <a:cubicBezTo>
                    <a:pt x="16483" y="517"/>
                    <a:pt x="16577" y="511"/>
                    <a:pt x="16673" y="511"/>
                  </a:cubicBezTo>
                  <a:cubicBezTo>
                    <a:pt x="16710" y="511"/>
                    <a:pt x="16747" y="512"/>
                    <a:pt x="16784" y="514"/>
                  </a:cubicBezTo>
                  <a:lnTo>
                    <a:pt x="16784" y="514"/>
                  </a:lnTo>
                  <a:cubicBezTo>
                    <a:pt x="16865" y="872"/>
                    <a:pt x="16927" y="1235"/>
                    <a:pt x="16983" y="1599"/>
                  </a:cubicBezTo>
                  <a:cubicBezTo>
                    <a:pt x="17037" y="2005"/>
                    <a:pt x="17109" y="2419"/>
                    <a:pt x="17064" y="2843"/>
                  </a:cubicBezTo>
                  <a:cubicBezTo>
                    <a:pt x="17055" y="2879"/>
                    <a:pt x="17064" y="2906"/>
                    <a:pt x="17073" y="2933"/>
                  </a:cubicBezTo>
                  <a:cubicBezTo>
                    <a:pt x="17100" y="3015"/>
                    <a:pt x="17175" y="3066"/>
                    <a:pt x="17252" y="3066"/>
                  </a:cubicBezTo>
                  <a:cubicBezTo>
                    <a:pt x="17277" y="3066"/>
                    <a:pt x="17301" y="3061"/>
                    <a:pt x="17325" y="3050"/>
                  </a:cubicBezTo>
                  <a:cubicBezTo>
                    <a:pt x="17433" y="3014"/>
                    <a:pt x="17488" y="2897"/>
                    <a:pt x="17442" y="2798"/>
                  </a:cubicBezTo>
                  <a:cubicBezTo>
                    <a:pt x="17298" y="2392"/>
                    <a:pt x="17262" y="1978"/>
                    <a:pt x="17217" y="1563"/>
                  </a:cubicBezTo>
                  <a:cubicBezTo>
                    <a:pt x="17172" y="1148"/>
                    <a:pt x="17145" y="734"/>
                    <a:pt x="17136" y="319"/>
                  </a:cubicBezTo>
                  <a:cubicBezTo>
                    <a:pt x="17136" y="220"/>
                    <a:pt x="17055" y="148"/>
                    <a:pt x="16965" y="148"/>
                  </a:cubicBezTo>
                  <a:lnTo>
                    <a:pt x="16920" y="148"/>
                  </a:lnTo>
                  <a:cubicBezTo>
                    <a:pt x="16739" y="229"/>
                    <a:pt x="16550" y="265"/>
                    <a:pt x="16361" y="292"/>
                  </a:cubicBezTo>
                  <a:cubicBezTo>
                    <a:pt x="16260" y="307"/>
                    <a:pt x="16158" y="316"/>
                    <a:pt x="16056" y="316"/>
                  </a:cubicBezTo>
                  <a:cubicBezTo>
                    <a:pt x="16031" y="316"/>
                    <a:pt x="16007" y="315"/>
                    <a:pt x="15983" y="314"/>
                  </a:cubicBezTo>
                  <a:lnTo>
                    <a:pt x="15983" y="314"/>
                  </a:lnTo>
                  <a:lnTo>
                    <a:pt x="15964" y="166"/>
                  </a:lnTo>
                  <a:cubicBezTo>
                    <a:pt x="15948" y="69"/>
                    <a:pt x="15874" y="1"/>
                    <a:pt x="1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3" name="Google Shape;7933;p278"/>
            <p:cNvSpPr/>
            <p:nvPr/>
          </p:nvSpPr>
          <p:spPr>
            <a:xfrm>
              <a:off x="9007776" y="3586979"/>
              <a:ext cx="90772" cy="141168"/>
            </a:xfrm>
            <a:custGeom>
              <a:avLst/>
              <a:gdLst/>
              <a:ahLst/>
              <a:cxnLst/>
              <a:rect l="l" t="t" r="r" b="b"/>
              <a:pathLst>
                <a:path w="1866" h="2902" extrusionOk="0">
                  <a:moveTo>
                    <a:pt x="1344" y="0"/>
                  </a:moveTo>
                  <a:cubicBezTo>
                    <a:pt x="1323" y="0"/>
                    <a:pt x="1301" y="4"/>
                    <a:pt x="1280" y="12"/>
                  </a:cubicBezTo>
                  <a:cubicBezTo>
                    <a:pt x="1172" y="48"/>
                    <a:pt x="1118" y="165"/>
                    <a:pt x="1163" y="264"/>
                  </a:cubicBezTo>
                  <a:cubicBezTo>
                    <a:pt x="1298" y="643"/>
                    <a:pt x="1334" y="1030"/>
                    <a:pt x="1379" y="1409"/>
                  </a:cubicBezTo>
                  <a:cubicBezTo>
                    <a:pt x="1397" y="1607"/>
                    <a:pt x="1415" y="1796"/>
                    <a:pt x="1424" y="1995"/>
                  </a:cubicBezTo>
                  <a:cubicBezTo>
                    <a:pt x="1438" y="2136"/>
                    <a:pt x="1446" y="2283"/>
                    <a:pt x="1450" y="2430"/>
                  </a:cubicBezTo>
                  <a:lnTo>
                    <a:pt x="1450" y="2430"/>
                  </a:lnTo>
                  <a:cubicBezTo>
                    <a:pt x="1414" y="2442"/>
                    <a:pt x="1379" y="2453"/>
                    <a:pt x="1343" y="2463"/>
                  </a:cubicBezTo>
                  <a:cubicBezTo>
                    <a:pt x="1244" y="2481"/>
                    <a:pt x="1154" y="2499"/>
                    <a:pt x="1055" y="2508"/>
                  </a:cubicBezTo>
                  <a:cubicBezTo>
                    <a:pt x="960" y="2517"/>
                    <a:pt x="865" y="2524"/>
                    <a:pt x="770" y="2524"/>
                  </a:cubicBezTo>
                  <a:cubicBezTo>
                    <a:pt x="738" y="2524"/>
                    <a:pt x="705" y="2523"/>
                    <a:pt x="673" y="2522"/>
                  </a:cubicBezTo>
                  <a:lnTo>
                    <a:pt x="673" y="2522"/>
                  </a:lnTo>
                  <a:cubicBezTo>
                    <a:pt x="626" y="2191"/>
                    <a:pt x="579" y="1854"/>
                    <a:pt x="532" y="1517"/>
                  </a:cubicBezTo>
                  <a:cubicBezTo>
                    <a:pt x="478" y="1138"/>
                    <a:pt x="433" y="751"/>
                    <a:pt x="406" y="363"/>
                  </a:cubicBezTo>
                  <a:cubicBezTo>
                    <a:pt x="406" y="354"/>
                    <a:pt x="406" y="345"/>
                    <a:pt x="406" y="345"/>
                  </a:cubicBezTo>
                  <a:cubicBezTo>
                    <a:pt x="390" y="248"/>
                    <a:pt x="308" y="180"/>
                    <a:pt x="214" y="180"/>
                  </a:cubicBezTo>
                  <a:cubicBezTo>
                    <a:pt x="203" y="180"/>
                    <a:pt x="192" y="181"/>
                    <a:pt x="180" y="183"/>
                  </a:cubicBezTo>
                  <a:cubicBezTo>
                    <a:pt x="72" y="201"/>
                    <a:pt x="0" y="300"/>
                    <a:pt x="27" y="408"/>
                  </a:cubicBezTo>
                  <a:cubicBezTo>
                    <a:pt x="90" y="796"/>
                    <a:pt x="144" y="1174"/>
                    <a:pt x="189" y="1562"/>
                  </a:cubicBezTo>
                  <a:cubicBezTo>
                    <a:pt x="234" y="1950"/>
                    <a:pt x="280" y="2337"/>
                    <a:pt x="316" y="2716"/>
                  </a:cubicBezTo>
                  <a:lnTo>
                    <a:pt x="316" y="2770"/>
                  </a:lnTo>
                  <a:cubicBezTo>
                    <a:pt x="316" y="2779"/>
                    <a:pt x="325" y="2797"/>
                    <a:pt x="334" y="2815"/>
                  </a:cubicBezTo>
                  <a:cubicBezTo>
                    <a:pt x="353" y="2868"/>
                    <a:pt x="407" y="2901"/>
                    <a:pt x="466" y="2901"/>
                  </a:cubicBezTo>
                  <a:cubicBezTo>
                    <a:pt x="488" y="2901"/>
                    <a:pt x="510" y="2897"/>
                    <a:pt x="532" y="2887"/>
                  </a:cubicBezTo>
                  <a:cubicBezTo>
                    <a:pt x="712" y="2806"/>
                    <a:pt x="902" y="2770"/>
                    <a:pt x="1091" y="2734"/>
                  </a:cubicBezTo>
                  <a:cubicBezTo>
                    <a:pt x="1181" y="2725"/>
                    <a:pt x="1280" y="2716"/>
                    <a:pt x="1370" y="2716"/>
                  </a:cubicBezTo>
                  <a:cubicBezTo>
                    <a:pt x="1469" y="2716"/>
                    <a:pt x="1569" y="2725"/>
                    <a:pt x="1668" y="2743"/>
                  </a:cubicBezTo>
                  <a:cubicBezTo>
                    <a:pt x="1677" y="2747"/>
                    <a:pt x="1688" y="2750"/>
                    <a:pt x="1700" y="2750"/>
                  </a:cubicBezTo>
                  <a:cubicBezTo>
                    <a:pt x="1713" y="2750"/>
                    <a:pt x="1726" y="2747"/>
                    <a:pt x="1740" y="2743"/>
                  </a:cubicBezTo>
                  <a:cubicBezTo>
                    <a:pt x="1812" y="2725"/>
                    <a:pt x="1866" y="2644"/>
                    <a:pt x="1839" y="2563"/>
                  </a:cubicBezTo>
                  <a:lnTo>
                    <a:pt x="1830" y="2526"/>
                  </a:lnTo>
                  <a:cubicBezTo>
                    <a:pt x="1785" y="2337"/>
                    <a:pt x="1749" y="2148"/>
                    <a:pt x="1713" y="1959"/>
                  </a:cubicBezTo>
                  <a:cubicBezTo>
                    <a:pt x="1677" y="1769"/>
                    <a:pt x="1641" y="1580"/>
                    <a:pt x="1614" y="1382"/>
                  </a:cubicBezTo>
                  <a:cubicBezTo>
                    <a:pt x="1560" y="1003"/>
                    <a:pt x="1505" y="616"/>
                    <a:pt x="1541" y="219"/>
                  </a:cubicBezTo>
                  <a:cubicBezTo>
                    <a:pt x="1551" y="192"/>
                    <a:pt x="1541" y="156"/>
                    <a:pt x="1532" y="129"/>
                  </a:cubicBezTo>
                  <a:cubicBezTo>
                    <a:pt x="1504" y="51"/>
                    <a:pt x="1425" y="0"/>
                    <a:pt x="1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4" name="Google Shape;7934;p278"/>
            <p:cNvSpPr/>
            <p:nvPr/>
          </p:nvSpPr>
          <p:spPr>
            <a:xfrm>
              <a:off x="9050291" y="3487988"/>
              <a:ext cx="305685" cy="86102"/>
            </a:xfrm>
            <a:custGeom>
              <a:avLst/>
              <a:gdLst/>
              <a:ahLst/>
              <a:cxnLst/>
              <a:rect l="l" t="t" r="r" b="b"/>
              <a:pathLst>
                <a:path w="6284" h="1770" extrusionOk="0">
                  <a:moveTo>
                    <a:pt x="208" y="0"/>
                  </a:moveTo>
                  <a:cubicBezTo>
                    <a:pt x="100" y="0"/>
                    <a:pt x="9" y="82"/>
                    <a:pt x="0" y="190"/>
                  </a:cubicBezTo>
                  <a:cubicBezTo>
                    <a:pt x="0" y="298"/>
                    <a:pt x="82" y="388"/>
                    <a:pt x="190" y="388"/>
                  </a:cubicBezTo>
                  <a:cubicBezTo>
                    <a:pt x="1172" y="442"/>
                    <a:pt x="2137" y="613"/>
                    <a:pt x="3101" y="767"/>
                  </a:cubicBezTo>
                  <a:cubicBezTo>
                    <a:pt x="3588" y="848"/>
                    <a:pt x="4066" y="938"/>
                    <a:pt x="4552" y="1019"/>
                  </a:cubicBezTo>
                  <a:cubicBezTo>
                    <a:pt x="4982" y="1100"/>
                    <a:pt x="5412" y="1189"/>
                    <a:pt x="5849" y="1278"/>
                  </a:cubicBezTo>
                  <a:lnTo>
                    <a:pt x="5849" y="1278"/>
                  </a:lnTo>
                  <a:lnTo>
                    <a:pt x="5887" y="1605"/>
                  </a:lnTo>
                  <a:cubicBezTo>
                    <a:pt x="5903" y="1695"/>
                    <a:pt x="5978" y="1770"/>
                    <a:pt x="6073" y="1770"/>
                  </a:cubicBezTo>
                  <a:cubicBezTo>
                    <a:pt x="6083" y="1770"/>
                    <a:pt x="6093" y="1769"/>
                    <a:pt x="6103" y="1767"/>
                  </a:cubicBezTo>
                  <a:cubicBezTo>
                    <a:pt x="6211" y="1758"/>
                    <a:pt x="6283" y="1659"/>
                    <a:pt x="6274" y="1551"/>
                  </a:cubicBezTo>
                  <a:lnTo>
                    <a:pt x="6211" y="1091"/>
                  </a:lnTo>
                  <a:lnTo>
                    <a:pt x="6211" y="1082"/>
                  </a:lnTo>
                  <a:cubicBezTo>
                    <a:pt x="6202" y="1001"/>
                    <a:pt x="6139" y="929"/>
                    <a:pt x="6049" y="920"/>
                  </a:cubicBezTo>
                  <a:cubicBezTo>
                    <a:pt x="5562" y="875"/>
                    <a:pt x="5075" y="812"/>
                    <a:pt x="4589" y="749"/>
                  </a:cubicBezTo>
                  <a:cubicBezTo>
                    <a:pt x="4111" y="685"/>
                    <a:pt x="3624" y="622"/>
                    <a:pt x="3137" y="550"/>
                  </a:cubicBezTo>
                  <a:cubicBezTo>
                    <a:pt x="2173" y="397"/>
                    <a:pt x="1199" y="262"/>
                    <a:pt x="244" y="9"/>
                  </a:cubicBezTo>
                  <a:cubicBezTo>
                    <a:pt x="235" y="0"/>
                    <a:pt x="217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5" name="Google Shape;7935;p278"/>
            <p:cNvSpPr/>
            <p:nvPr/>
          </p:nvSpPr>
          <p:spPr>
            <a:xfrm>
              <a:off x="9073980" y="3552587"/>
              <a:ext cx="283308" cy="148610"/>
            </a:xfrm>
            <a:custGeom>
              <a:avLst/>
              <a:gdLst/>
              <a:ahLst/>
              <a:cxnLst/>
              <a:rect l="l" t="t" r="r" b="b"/>
              <a:pathLst>
                <a:path w="5824" h="3055" extrusionOk="0">
                  <a:moveTo>
                    <a:pt x="5588" y="1"/>
                  </a:moveTo>
                  <a:cubicBezTo>
                    <a:pt x="5570" y="1"/>
                    <a:pt x="5553" y="3"/>
                    <a:pt x="5535" y="6"/>
                  </a:cubicBezTo>
                  <a:cubicBezTo>
                    <a:pt x="5418" y="34"/>
                    <a:pt x="5336" y="160"/>
                    <a:pt x="5373" y="277"/>
                  </a:cubicBezTo>
                  <a:lnTo>
                    <a:pt x="5406" y="415"/>
                  </a:lnTo>
                  <a:lnTo>
                    <a:pt x="5406" y="415"/>
                  </a:lnTo>
                  <a:cubicBezTo>
                    <a:pt x="5013" y="613"/>
                    <a:pt x="4620" y="805"/>
                    <a:pt x="4228" y="989"/>
                  </a:cubicBezTo>
                  <a:cubicBezTo>
                    <a:pt x="3786" y="1196"/>
                    <a:pt x="3335" y="1395"/>
                    <a:pt x="2885" y="1584"/>
                  </a:cubicBezTo>
                  <a:cubicBezTo>
                    <a:pt x="2434" y="1773"/>
                    <a:pt x="1983" y="1972"/>
                    <a:pt x="1524" y="2152"/>
                  </a:cubicBezTo>
                  <a:cubicBezTo>
                    <a:pt x="1073" y="2332"/>
                    <a:pt x="613" y="2512"/>
                    <a:pt x="153" y="2675"/>
                  </a:cubicBezTo>
                  <a:cubicBezTo>
                    <a:pt x="144" y="2684"/>
                    <a:pt x="135" y="2684"/>
                    <a:pt x="126" y="2684"/>
                  </a:cubicBezTo>
                  <a:cubicBezTo>
                    <a:pt x="36" y="2738"/>
                    <a:pt x="0" y="2855"/>
                    <a:pt x="45" y="2945"/>
                  </a:cubicBezTo>
                  <a:cubicBezTo>
                    <a:pt x="77" y="3016"/>
                    <a:pt x="146" y="3054"/>
                    <a:pt x="219" y="3054"/>
                  </a:cubicBezTo>
                  <a:cubicBezTo>
                    <a:pt x="248" y="3054"/>
                    <a:pt x="278" y="3048"/>
                    <a:pt x="307" y="3035"/>
                  </a:cubicBezTo>
                  <a:cubicBezTo>
                    <a:pt x="748" y="2810"/>
                    <a:pt x="1190" y="2602"/>
                    <a:pt x="1632" y="2395"/>
                  </a:cubicBezTo>
                  <a:cubicBezTo>
                    <a:pt x="2073" y="2188"/>
                    <a:pt x="2524" y="1990"/>
                    <a:pt x="2975" y="1791"/>
                  </a:cubicBezTo>
                  <a:cubicBezTo>
                    <a:pt x="3416" y="1593"/>
                    <a:pt x="3876" y="1404"/>
                    <a:pt x="4327" y="1214"/>
                  </a:cubicBezTo>
                  <a:cubicBezTo>
                    <a:pt x="4778" y="1034"/>
                    <a:pt x="5237" y="854"/>
                    <a:pt x="5706" y="701"/>
                  </a:cubicBezTo>
                  <a:cubicBezTo>
                    <a:pt x="5769" y="674"/>
                    <a:pt x="5823" y="610"/>
                    <a:pt x="5823" y="529"/>
                  </a:cubicBezTo>
                  <a:lnTo>
                    <a:pt x="5823" y="493"/>
                  </a:lnTo>
                  <a:lnTo>
                    <a:pt x="5814" y="223"/>
                  </a:lnTo>
                  <a:cubicBezTo>
                    <a:pt x="5814" y="205"/>
                    <a:pt x="5814" y="187"/>
                    <a:pt x="5805" y="169"/>
                  </a:cubicBezTo>
                  <a:cubicBezTo>
                    <a:pt x="5782" y="68"/>
                    <a:pt x="5692" y="1"/>
                    <a:pt x="5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6" name="Google Shape;7936;p278"/>
            <p:cNvSpPr/>
            <p:nvPr/>
          </p:nvSpPr>
          <p:spPr>
            <a:xfrm>
              <a:off x="7051300" y="3556236"/>
              <a:ext cx="1992937" cy="418201"/>
            </a:xfrm>
            <a:custGeom>
              <a:avLst/>
              <a:gdLst/>
              <a:ahLst/>
              <a:cxnLst/>
              <a:rect l="l" t="t" r="r" b="b"/>
              <a:pathLst>
                <a:path w="40969" h="8597" extrusionOk="0">
                  <a:moveTo>
                    <a:pt x="24542" y="1"/>
                  </a:moveTo>
                  <a:cubicBezTo>
                    <a:pt x="24531" y="1"/>
                    <a:pt x="24520" y="2"/>
                    <a:pt x="24509" y="4"/>
                  </a:cubicBezTo>
                  <a:lnTo>
                    <a:pt x="18812" y="761"/>
                  </a:lnTo>
                  <a:lnTo>
                    <a:pt x="15964" y="1130"/>
                  </a:lnTo>
                  <a:lnTo>
                    <a:pt x="13115" y="1491"/>
                  </a:lnTo>
                  <a:cubicBezTo>
                    <a:pt x="11213" y="1734"/>
                    <a:pt x="9311" y="1978"/>
                    <a:pt x="7409" y="2203"/>
                  </a:cubicBezTo>
                  <a:cubicBezTo>
                    <a:pt x="5508" y="2437"/>
                    <a:pt x="3606" y="2654"/>
                    <a:pt x="1695" y="2861"/>
                  </a:cubicBezTo>
                  <a:cubicBezTo>
                    <a:pt x="1586" y="2870"/>
                    <a:pt x="1514" y="2969"/>
                    <a:pt x="1532" y="3068"/>
                  </a:cubicBezTo>
                  <a:lnTo>
                    <a:pt x="1532" y="3077"/>
                  </a:lnTo>
                  <a:lnTo>
                    <a:pt x="1544" y="3172"/>
                  </a:lnTo>
                  <a:lnTo>
                    <a:pt x="1544" y="3172"/>
                  </a:lnTo>
                  <a:lnTo>
                    <a:pt x="171" y="3339"/>
                  </a:lnTo>
                  <a:cubicBezTo>
                    <a:pt x="72" y="3357"/>
                    <a:pt x="0" y="3438"/>
                    <a:pt x="9" y="3537"/>
                  </a:cubicBezTo>
                  <a:lnTo>
                    <a:pt x="9" y="3555"/>
                  </a:lnTo>
                  <a:cubicBezTo>
                    <a:pt x="36" y="4366"/>
                    <a:pt x="117" y="5169"/>
                    <a:pt x="216" y="5962"/>
                  </a:cubicBezTo>
                  <a:cubicBezTo>
                    <a:pt x="316" y="6764"/>
                    <a:pt x="433" y="7557"/>
                    <a:pt x="604" y="8350"/>
                  </a:cubicBezTo>
                  <a:lnTo>
                    <a:pt x="613" y="8368"/>
                  </a:lnTo>
                  <a:cubicBezTo>
                    <a:pt x="630" y="8461"/>
                    <a:pt x="710" y="8523"/>
                    <a:pt x="802" y="8523"/>
                  </a:cubicBezTo>
                  <a:cubicBezTo>
                    <a:pt x="808" y="8523"/>
                    <a:pt x="814" y="8522"/>
                    <a:pt x="820" y="8522"/>
                  </a:cubicBezTo>
                  <a:lnTo>
                    <a:pt x="2189" y="8348"/>
                  </a:lnTo>
                  <a:lnTo>
                    <a:pt x="2189" y="8348"/>
                  </a:lnTo>
                  <a:lnTo>
                    <a:pt x="2199" y="8423"/>
                  </a:lnTo>
                  <a:lnTo>
                    <a:pt x="2199" y="8432"/>
                  </a:lnTo>
                  <a:lnTo>
                    <a:pt x="2199" y="8441"/>
                  </a:lnTo>
                  <a:cubicBezTo>
                    <a:pt x="2216" y="8529"/>
                    <a:pt x="2297" y="8597"/>
                    <a:pt x="2385" y="8597"/>
                  </a:cubicBezTo>
                  <a:cubicBezTo>
                    <a:pt x="2395" y="8597"/>
                    <a:pt x="2405" y="8596"/>
                    <a:pt x="2416" y="8594"/>
                  </a:cubicBezTo>
                  <a:cubicBezTo>
                    <a:pt x="5598" y="8089"/>
                    <a:pt x="8798" y="7701"/>
                    <a:pt x="11998" y="7305"/>
                  </a:cubicBezTo>
                  <a:lnTo>
                    <a:pt x="21588" y="6124"/>
                  </a:lnTo>
                  <a:lnTo>
                    <a:pt x="31188" y="4943"/>
                  </a:lnTo>
                  <a:lnTo>
                    <a:pt x="40779" y="3789"/>
                  </a:lnTo>
                  <a:lnTo>
                    <a:pt x="40788" y="3789"/>
                  </a:lnTo>
                  <a:cubicBezTo>
                    <a:pt x="40887" y="3780"/>
                    <a:pt x="40968" y="3681"/>
                    <a:pt x="40950" y="3573"/>
                  </a:cubicBezTo>
                  <a:lnTo>
                    <a:pt x="40914" y="3303"/>
                  </a:lnTo>
                  <a:cubicBezTo>
                    <a:pt x="40906" y="3201"/>
                    <a:pt x="40817" y="3131"/>
                    <a:pt x="40716" y="3131"/>
                  </a:cubicBezTo>
                  <a:cubicBezTo>
                    <a:pt x="40710" y="3131"/>
                    <a:pt x="40704" y="3131"/>
                    <a:pt x="40698" y="3131"/>
                  </a:cubicBezTo>
                  <a:cubicBezTo>
                    <a:pt x="40599" y="3149"/>
                    <a:pt x="40518" y="3249"/>
                    <a:pt x="40536" y="3348"/>
                  </a:cubicBezTo>
                  <a:lnTo>
                    <a:pt x="40544" y="3427"/>
                  </a:lnTo>
                  <a:lnTo>
                    <a:pt x="40544" y="3427"/>
                  </a:lnTo>
                  <a:lnTo>
                    <a:pt x="31152" y="4655"/>
                  </a:lnTo>
                  <a:lnTo>
                    <a:pt x="21561" y="5872"/>
                  </a:lnTo>
                  <a:lnTo>
                    <a:pt x="11971" y="7098"/>
                  </a:lnTo>
                  <a:cubicBezTo>
                    <a:pt x="8834" y="7495"/>
                    <a:pt x="5706" y="7893"/>
                    <a:pt x="2562" y="8188"/>
                  </a:cubicBezTo>
                  <a:lnTo>
                    <a:pt x="2562" y="8188"/>
                  </a:lnTo>
                  <a:lnTo>
                    <a:pt x="2551" y="8107"/>
                  </a:lnTo>
                  <a:cubicBezTo>
                    <a:pt x="2534" y="8005"/>
                    <a:pt x="2453" y="7935"/>
                    <a:pt x="2353" y="7935"/>
                  </a:cubicBezTo>
                  <a:cubicBezTo>
                    <a:pt x="2347" y="7935"/>
                    <a:pt x="2341" y="7935"/>
                    <a:pt x="2335" y="7936"/>
                  </a:cubicBezTo>
                  <a:lnTo>
                    <a:pt x="984" y="8108"/>
                  </a:lnTo>
                  <a:lnTo>
                    <a:pt x="984" y="8108"/>
                  </a:lnTo>
                  <a:cubicBezTo>
                    <a:pt x="950" y="7364"/>
                    <a:pt x="866" y="6627"/>
                    <a:pt x="775" y="5899"/>
                  </a:cubicBezTo>
                  <a:cubicBezTo>
                    <a:pt x="684" y="5161"/>
                    <a:pt x="578" y="4430"/>
                    <a:pt x="428" y="3701"/>
                  </a:cubicBezTo>
                  <a:lnTo>
                    <a:pt x="428" y="3701"/>
                  </a:lnTo>
                  <a:lnTo>
                    <a:pt x="1785" y="3528"/>
                  </a:lnTo>
                  <a:cubicBezTo>
                    <a:pt x="1884" y="3519"/>
                    <a:pt x="1965" y="3420"/>
                    <a:pt x="1947" y="3312"/>
                  </a:cubicBezTo>
                  <a:lnTo>
                    <a:pt x="1935" y="3213"/>
                  </a:lnTo>
                  <a:lnTo>
                    <a:pt x="1935" y="3213"/>
                  </a:lnTo>
                  <a:cubicBezTo>
                    <a:pt x="3766" y="2952"/>
                    <a:pt x="5606" y="2700"/>
                    <a:pt x="7437" y="2464"/>
                  </a:cubicBezTo>
                  <a:cubicBezTo>
                    <a:pt x="9338" y="2221"/>
                    <a:pt x="11240" y="1987"/>
                    <a:pt x="13142" y="1752"/>
                  </a:cubicBezTo>
                  <a:lnTo>
                    <a:pt x="16000" y="1401"/>
                  </a:lnTo>
                  <a:lnTo>
                    <a:pt x="18848" y="1058"/>
                  </a:lnTo>
                  <a:lnTo>
                    <a:pt x="24554" y="382"/>
                  </a:lnTo>
                  <a:lnTo>
                    <a:pt x="24563" y="382"/>
                  </a:lnTo>
                  <a:cubicBezTo>
                    <a:pt x="24671" y="373"/>
                    <a:pt x="24743" y="274"/>
                    <a:pt x="24725" y="166"/>
                  </a:cubicBezTo>
                  <a:cubicBezTo>
                    <a:pt x="24717" y="69"/>
                    <a:pt x="24637" y="1"/>
                    <a:pt x="2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7" name="Google Shape;7937;p278"/>
            <p:cNvSpPr/>
            <p:nvPr/>
          </p:nvSpPr>
          <p:spPr>
            <a:xfrm>
              <a:off x="7753724" y="3601377"/>
              <a:ext cx="138152" cy="171960"/>
            </a:xfrm>
            <a:custGeom>
              <a:avLst/>
              <a:gdLst/>
              <a:ahLst/>
              <a:cxnLst/>
              <a:rect l="l" t="t" r="r" b="b"/>
              <a:pathLst>
                <a:path w="2840" h="3535" extrusionOk="0">
                  <a:moveTo>
                    <a:pt x="2624" y="1"/>
                  </a:moveTo>
                  <a:cubicBezTo>
                    <a:pt x="2587" y="1"/>
                    <a:pt x="2549" y="11"/>
                    <a:pt x="2515" y="31"/>
                  </a:cubicBezTo>
                  <a:lnTo>
                    <a:pt x="2065" y="329"/>
                  </a:lnTo>
                  <a:cubicBezTo>
                    <a:pt x="1920" y="428"/>
                    <a:pt x="1767" y="509"/>
                    <a:pt x="1623" y="626"/>
                  </a:cubicBezTo>
                  <a:cubicBezTo>
                    <a:pt x="1343" y="842"/>
                    <a:pt x="1064" y="1068"/>
                    <a:pt x="821" y="1338"/>
                  </a:cubicBezTo>
                  <a:cubicBezTo>
                    <a:pt x="577" y="1599"/>
                    <a:pt x="370" y="1897"/>
                    <a:pt x="217" y="2239"/>
                  </a:cubicBezTo>
                  <a:cubicBezTo>
                    <a:pt x="63" y="2582"/>
                    <a:pt x="0" y="2961"/>
                    <a:pt x="27" y="3339"/>
                  </a:cubicBezTo>
                  <a:lnTo>
                    <a:pt x="27" y="3348"/>
                  </a:lnTo>
                  <a:cubicBezTo>
                    <a:pt x="27" y="3357"/>
                    <a:pt x="27" y="3375"/>
                    <a:pt x="27" y="3384"/>
                  </a:cubicBezTo>
                  <a:cubicBezTo>
                    <a:pt x="51" y="3469"/>
                    <a:pt x="133" y="3534"/>
                    <a:pt x="224" y="3534"/>
                  </a:cubicBezTo>
                  <a:cubicBezTo>
                    <a:pt x="240" y="3534"/>
                    <a:pt x="255" y="3532"/>
                    <a:pt x="271" y="3528"/>
                  </a:cubicBezTo>
                  <a:cubicBezTo>
                    <a:pt x="370" y="3501"/>
                    <a:pt x="433" y="3393"/>
                    <a:pt x="415" y="3294"/>
                  </a:cubicBezTo>
                  <a:cubicBezTo>
                    <a:pt x="334" y="2979"/>
                    <a:pt x="361" y="2654"/>
                    <a:pt x="478" y="2348"/>
                  </a:cubicBezTo>
                  <a:cubicBezTo>
                    <a:pt x="595" y="2041"/>
                    <a:pt x="794" y="1762"/>
                    <a:pt x="1019" y="1518"/>
                  </a:cubicBezTo>
                  <a:cubicBezTo>
                    <a:pt x="1253" y="1275"/>
                    <a:pt x="1524" y="1059"/>
                    <a:pt x="1803" y="878"/>
                  </a:cubicBezTo>
                  <a:lnTo>
                    <a:pt x="1911" y="806"/>
                  </a:lnTo>
                  <a:lnTo>
                    <a:pt x="2019" y="743"/>
                  </a:lnTo>
                  <a:cubicBezTo>
                    <a:pt x="2092" y="698"/>
                    <a:pt x="2173" y="653"/>
                    <a:pt x="2245" y="617"/>
                  </a:cubicBezTo>
                  <a:cubicBezTo>
                    <a:pt x="2398" y="536"/>
                    <a:pt x="2542" y="455"/>
                    <a:pt x="2695" y="374"/>
                  </a:cubicBezTo>
                  <a:lnTo>
                    <a:pt x="2714" y="365"/>
                  </a:lnTo>
                  <a:cubicBezTo>
                    <a:pt x="2714" y="365"/>
                    <a:pt x="2723" y="365"/>
                    <a:pt x="2732" y="356"/>
                  </a:cubicBezTo>
                  <a:cubicBezTo>
                    <a:pt x="2822" y="301"/>
                    <a:pt x="2840" y="175"/>
                    <a:pt x="2786" y="85"/>
                  </a:cubicBezTo>
                  <a:cubicBezTo>
                    <a:pt x="2746" y="29"/>
                    <a:pt x="2686" y="1"/>
                    <a:pt x="2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8" name="Google Shape;7938;p278"/>
            <p:cNvSpPr/>
            <p:nvPr/>
          </p:nvSpPr>
          <p:spPr>
            <a:xfrm>
              <a:off x="8276797" y="3673322"/>
              <a:ext cx="127207" cy="161161"/>
            </a:xfrm>
            <a:custGeom>
              <a:avLst/>
              <a:gdLst/>
              <a:ahLst/>
              <a:cxnLst/>
              <a:rect l="l" t="t" r="r" b="b"/>
              <a:pathLst>
                <a:path w="2615" h="3313" extrusionOk="0">
                  <a:moveTo>
                    <a:pt x="2417" y="0"/>
                  </a:moveTo>
                  <a:cubicBezTo>
                    <a:pt x="2405" y="0"/>
                    <a:pt x="2393" y="1"/>
                    <a:pt x="2381" y="3"/>
                  </a:cubicBezTo>
                  <a:cubicBezTo>
                    <a:pt x="2272" y="30"/>
                    <a:pt x="2209" y="129"/>
                    <a:pt x="2227" y="238"/>
                  </a:cubicBezTo>
                  <a:cubicBezTo>
                    <a:pt x="2254" y="382"/>
                    <a:pt x="2272" y="526"/>
                    <a:pt x="2254" y="670"/>
                  </a:cubicBezTo>
                  <a:cubicBezTo>
                    <a:pt x="2245" y="815"/>
                    <a:pt x="2218" y="968"/>
                    <a:pt x="2155" y="1103"/>
                  </a:cubicBezTo>
                  <a:cubicBezTo>
                    <a:pt x="2056" y="1382"/>
                    <a:pt x="1876" y="1644"/>
                    <a:pt x="1668" y="1869"/>
                  </a:cubicBezTo>
                  <a:cubicBezTo>
                    <a:pt x="1461" y="2104"/>
                    <a:pt x="1218" y="2302"/>
                    <a:pt x="965" y="2473"/>
                  </a:cubicBezTo>
                  <a:cubicBezTo>
                    <a:pt x="830" y="2563"/>
                    <a:pt x="704" y="2653"/>
                    <a:pt x="569" y="2735"/>
                  </a:cubicBezTo>
                  <a:cubicBezTo>
                    <a:pt x="434" y="2807"/>
                    <a:pt x="298" y="2879"/>
                    <a:pt x="154" y="2942"/>
                  </a:cubicBezTo>
                  <a:cubicBezTo>
                    <a:pt x="145" y="2942"/>
                    <a:pt x="136" y="2951"/>
                    <a:pt x="127" y="2951"/>
                  </a:cubicBezTo>
                  <a:cubicBezTo>
                    <a:pt x="28" y="3005"/>
                    <a:pt x="1" y="3131"/>
                    <a:pt x="64" y="3221"/>
                  </a:cubicBezTo>
                  <a:cubicBezTo>
                    <a:pt x="99" y="3280"/>
                    <a:pt x="162" y="3312"/>
                    <a:pt x="226" y="3312"/>
                  </a:cubicBezTo>
                  <a:cubicBezTo>
                    <a:pt x="260" y="3312"/>
                    <a:pt x="294" y="3303"/>
                    <a:pt x="325" y="3284"/>
                  </a:cubicBezTo>
                  <a:lnTo>
                    <a:pt x="334" y="3284"/>
                  </a:lnTo>
                  <a:cubicBezTo>
                    <a:pt x="614" y="3104"/>
                    <a:pt x="875" y="2906"/>
                    <a:pt x="1128" y="2707"/>
                  </a:cubicBezTo>
                  <a:cubicBezTo>
                    <a:pt x="1389" y="2500"/>
                    <a:pt x="1632" y="2284"/>
                    <a:pt x="1849" y="2031"/>
                  </a:cubicBezTo>
                  <a:cubicBezTo>
                    <a:pt x="2065" y="1788"/>
                    <a:pt x="2263" y="1518"/>
                    <a:pt x="2399" y="1202"/>
                  </a:cubicBezTo>
                  <a:cubicBezTo>
                    <a:pt x="2543" y="896"/>
                    <a:pt x="2615" y="553"/>
                    <a:pt x="2615" y="193"/>
                  </a:cubicBezTo>
                  <a:cubicBezTo>
                    <a:pt x="2615" y="184"/>
                    <a:pt x="2615" y="166"/>
                    <a:pt x="2615" y="157"/>
                  </a:cubicBezTo>
                  <a:cubicBezTo>
                    <a:pt x="2591" y="61"/>
                    <a:pt x="2510" y="0"/>
                    <a:pt x="2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9" name="Google Shape;7939;p278"/>
            <p:cNvSpPr/>
            <p:nvPr/>
          </p:nvSpPr>
          <p:spPr>
            <a:xfrm>
              <a:off x="7126261" y="3708687"/>
              <a:ext cx="37311" cy="143746"/>
            </a:xfrm>
            <a:custGeom>
              <a:avLst/>
              <a:gdLst/>
              <a:ahLst/>
              <a:cxnLst/>
              <a:rect l="l" t="t" r="r" b="b"/>
              <a:pathLst>
                <a:path w="767" h="2955" extrusionOk="0">
                  <a:moveTo>
                    <a:pt x="226" y="1"/>
                  </a:moveTo>
                  <a:cubicBezTo>
                    <a:pt x="211" y="1"/>
                    <a:pt x="196" y="3"/>
                    <a:pt x="181" y="6"/>
                  </a:cubicBezTo>
                  <a:cubicBezTo>
                    <a:pt x="73" y="24"/>
                    <a:pt x="0" y="124"/>
                    <a:pt x="27" y="232"/>
                  </a:cubicBezTo>
                  <a:cubicBezTo>
                    <a:pt x="100" y="637"/>
                    <a:pt x="163" y="1052"/>
                    <a:pt x="217" y="1467"/>
                  </a:cubicBezTo>
                  <a:lnTo>
                    <a:pt x="307" y="2089"/>
                  </a:lnTo>
                  <a:cubicBezTo>
                    <a:pt x="325" y="2296"/>
                    <a:pt x="379" y="2494"/>
                    <a:pt x="334" y="2711"/>
                  </a:cubicBezTo>
                  <a:cubicBezTo>
                    <a:pt x="325" y="2756"/>
                    <a:pt x="334" y="2801"/>
                    <a:pt x="352" y="2837"/>
                  </a:cubicBezTo>
                  <a:cubicBezTo>
                    <a:pt x="384" y="2914"/>
                    <a:pt x="458" y="2955"/>
                    <a:pt x="534" y="2955"/>
                  </a:cubicBezTo>
                  <a:cubicBezTo>
                    <a:pt x="564" y="2955"/>
                    <a:pt x="594" y="2949"/>
                    <a:pt x="622" y="2936"/>
                  </a:cubicBezTo>
                  <a:cubicBezTo>
                    <a:pt x="722" y="2891"/>
                    <a:pt x="767" y="2765"/>
                    <a:pt x="722" y="2666"/>
                  </a:cubicBezTo>
                  <a:cubicBezTo>
                    <a:pt x="622" y="2467"/>
                    <a:pt x="622" y="2251"/>
                    <a:pt x="595" y="2053"/>
                  </a:cubicBezTo>
                  <a:lnTo>
                    <a:pt x="523" y="1431"/>
                  </a:lnTo>
                  <a:cubicBezTo>
                    <a:pt x="478" y="1016"/>
                    <a:pt x="433" y="601"/>
                    <a:pt x="406" y="178"/>
                  </a:cubicBezTo>
                  <a:cubicBezTo>
                    <a:pt x="406" y="178"/>
                    <a:pt x="406" y="169"/>
                    <a:pt x="406" y="160"/>
                  </a:cubicBezTo>
                  <a:cubicBezTo>
                    <a:pt x="391" y="67"/>
                    <a:pt x="316" y="1"/>
                    <a:pt x="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0" name="Google Shape;7940;p278"/>
            <p:cNvSpPr/>
            <p:nvPr/>
          </p:nvSpPr>
          <p:spPr>
            <a:xfrm>
              <a:off x="7753724" y="3752661"/>
              <a:ext cx="159215" cy="130125"/>
            </a:xfrm>
            <a:custGeom>
              <a:avLst/>
              <a:gdLst/>
              <a:ahLst/>
              <a:cxnLst/>
              <a:rect l="l" t="t" r="r" b="b"/>
              <a:pathLst>
                <a:path w="3273" h="2675" extrusionOk="0">
                  <a:moveTo>
                    <a:pt x="215" y="1"/>
                  </a:moveTo>
                  <a:cubicBezTo>
                    <a:pt x="203" y="1"/>
                    <a:pt x="192" y="2"/>
                    <a:pt x="181" y="4"/>
                  </a:cubicBezTo>
                  <a:cubicBezTo>
                    <a:pt x="72" y="31"/>
                    <a:pt x="0" y="130"/>
                    <a:pt x="27" y="238"/>
                  </a:cubicBezTo>
                  <a:cubicBezTo>
                    <a:pt x="99" y="581"/>
                    <a:pt x="253" y="905"/>
                    <a:pt x="460" y="1176"/>
                  </a:cubicBezTo>
                  <a:cubicBezTo>
                    <a:pt x="676" y="1446"/>
                    <a:pt x="938" y="1662"/>
                    <a:pt x="1208" y="1843"/>
                  </a:cubicBezTo>
                  <a:cubicBezTo>
                    <a:pt x="1488" y="2023"/>
                    <a:pt x="1776" y="2176"/>
                    <a:pt x="2083" y="2302"/>
                  </a:cubicBezTo>
                  <a:cubicBezTo>
                    <a:pt x="2371" y="2438"/>
                    <a:pt x="2677" y="2564"/>
                    <a:pt x="3002" y="2663"/>
                  </a:cubicBezTo>
                  <a:cubicBezTo>
                    <a:pt x="3011" y="2663"/>
                    <a:pt x="3020" y="2672"/>
                    <a:pt x="3029" y="2672"/>
                  </a:cubicBezTo>
                  <a:cubicBezTo>
                    <a:pt x="3039" y="2674"/>
                    <a:pt x="3049" y="2674"/>
                    <a:pt x="3059" y="2674"/>
                  </a:cubicBezTo>
                  <a:cubicBezTo>
                    <a:pt x="3155" y="2674"/>
                    <a:pt x="3238" y="2599"/>
                    <a:pt x="3254" y="2510"/>
                  </a:cubicBezTo>
                  <a:cubicBezTo>
                    <a:pt x="3272" y="2402"/>
                    <a:pt x="3191" y="2302"/>
                    <a:pt x="3092" y="2284"/>
                  </a:cubicBezTo>
                  <a:cubicBezTo>
                    <a:pt x="2939" y="2266"/>
                    <a:pt x="2786" y="2230"/>
                    <a:pt x="2641" y="2185"/>
                  </a:cubicBezTo>
                  <a:cubicBezTo>
                    <a:pt x="2488" y="2140"/>
                    <a:pt x="2335" y="2086"/>
                    <a:pt x="2191" y="2032"/>
                  </a:cubicBezTo>
                  <a:cubicBezTo>
                    <a:pt x="1902" y="1915"/>
                    <a:pt x="1623" y="1789"/>
                    <a:pt x="1361" y="1608"/>
                  </a:cubicBezTo>
                  <a:cubicBezTo>
                    <a:pt x="1118" y="1437"/>
                    <a:pt x="875" y="1239"/>
                    <a:pt x="712" y="986"/>
                  </a:cubicBezTo>
                  <a:cubicBezTo>
                    <a:pt x="622" y="869"/>
                    <a:pt x="559" y="734"/>
                    <a:pt x="505" y="599"/>
                  </a:cubicBezTo>
                  <a:cubicBezTo>
                    <a:pt x="451" y="464"/>
                    <a:pt x="424" y="319"/>
                    <a:pt x="415" y="175"/>
                  </a:cubicBezTo>
                  <a:lnTo>
                    <a:pt x="406" y="175"/>
                  </a:lnTo>
                  <a:cubicBezTo>
                    <a:pt x="406" y="166"/>
                    <a:pt x="406" y="166"/>
                    <a:pt x="406" y="157"/>
                  </a:cubicBezTo>
                  <a:cubicBezTo>
                    <a:pt x="390" y="61"/>
                    <a:pt x="303" y="1"/>
                    <a:pt x="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1" name="Google Shape;7941;p278"/>
            <p:cNvSpPr/>
            <p:nvPr/>
          </p:nvSpPr>
          <p:spPr>
            <a:xfrm>
              <a:off x="7140708" y="3828157"/>
              <a:ext cx="36046" cy="134163"/>
            </a:xfrm>
            <a:custGeom>
              <a:avLst/>
              <a:gdLst/>
              <a:ahLst/>
              <a:cxnLst/>
              <a:rect l="l" t="t" r="r" b="b"/>
              <a:pathLst>
                <a:path w="741" h="2758" extrusionOk="0">
                  <a:moveTo>
                    <a:pt x="230" y="0"/>
                  </a:moveTo>
                  <a:cubicBezTo>
                    <a:pt x="208" y="0"/>
                    <a:pt x="186" y="4"/>
                    <a:pt x="163" y="11"/>
                  </a:cubicBezTo>
                  <a:cubicBezTo>
                    <a:pt x="64" y="38"/>
                    <a:pt x="1" y="155"/>
                    <a:pt x="37" y="255"/>
                  </a:cubicBezTo>
                  <a:cubicBezTo>
                    <a:pt x="163" y="633"/>
                    <a:pt x="208" y="1021"/>
                    <a:pt x="253" y="1399"/>
                  </a:cubicBezTo>
                  <a:cubicBezTo>
                    <a:pt x="289" y="1787"/>
                    <a:pt x="325" y="2175"/>
                    <a:pt x="325" y="2562"/>
                  </a:cubicBezTo>
                  <a:cubicBezTo>
                    <a:pt x="325" y="2580"/>
                    <a:pt x="325" y="2598"/>
                    <a:pt x="334" y="2607"/>
                  </a:cubicBezTo>
                  <a:cubicBezTo>
                    <a:pt x="357" y="2698"/>
                    <a:pt x="431" y="2758"/>
                    <a:pt x="519" y="2758"/>
                  </a:cubicBezTo>
                  <a:cubicBezTo>
                    <a:pt x="535" y="2758"/>
                    <a:pt x="552" y="2756"/>
                    <a:pt x="569" y="2751"/>
                  </a:cubicBezTo>
                  <a:cubicBezTo>
                    <a:pt x="677" y="2724"/>
                    <a:pt x="740" y="2625"/>
                    <a:pt x="713" y="2517"/>
                  </a:cubicBezTo>
                  <a:cubicBezTo>
                    <a:pt x="623" y="2138"/>
                    <a:pt x="551" y="1760"/>
                    <a:pt x="497" y="1372"/>
                  </a:cubicBezTo>
                  <a:cubicBezTo>
                    <a:pt x="443" y="985"/>
                    <a:pt x="397" y="606"/>
                    <a:pt x="425" y="210"/>
                  </a:cubicBezTo>
                  <a:cubicBezTo>
                    <a:pt x="425" y="182"/>
                    <a:pt x="425" y="155"/>
                    <a:pt x="416" y="137"/>
                  </a:cubicBezTo>
                  <a:cubicBezTo>
                    <a:pt x="387" y="52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2" name="Google Shape;7942;p278"/>
          <p:cNvGrpSpPr/>
          <p:nvPr/>
        </p:nvGrpSpPr>
        <p:grpSpPr>
          <a:xfrm rot="854098">
            <a:off x="7782856" y="510397"/>
            <a:ext cx="639528" cy="438002"/>
            <a:chOff x="5501450" y="2545600"/>
            <a:chExt cx="639525" cy="438000"/>
          </a:xfrm>
        </p:grpSpPr>
        <p:sp>
          <p:nvSpPr>
            <p:cNvPr id="7943" name="Google Shape;7943;p278"/>
            <p:cNvSpPr/>
            <p:nvPr/>
          </p:nvSpPr>
          <p:spPr>
            <a:xfrm>
              <a:off x="5501450" y="2545600"/>
              <a:ext cx="639525" cy="438000"/>
            </a:xfrm>
            <a:custGeom>
              <a:avLst/>
              <a:gdLst/>
              <a:ahLst/>
              <a:cxnLst/>
              <a:rect l="l" t="t" r="r" b="b"/>
              <a:pathLst>
                <a:path w="25581" h="17520" extrusionOk="0">
                  <a:moveTo>
                    <a:pt x="2054" y="916"/>
                  </a:moveTo>
                  <a:cubicBezTo>
                    <a:pt x="4249" y="1273"/>
                    <a:pt x="6534" y="1376"/>
                    <a:pt x="8837" y="1376"/>
                  </a:cubicBezTo>
                  <a:cubicBezTo>
                    <a:pt x="11993" y="1376"/>
                    <a:pt x="15185" y="1183"/>
                    <a:pt x="18229" y="1183"/>
                  </a:cubicBezTo>
                  <a:cubicBezTo>
                    <a:pt x="18767" y="1183"/>
                    <a:pt x="19366" y="1142"/>
                    <a:pt x="19969" y="1142"/>
                  </a:cubicBezTo>
                  <a:cubicBezTo>
                    <a:pt x="21476" y="1142"/>
                    <a:pt x="23008" y="1398"/>
                    <a:pt x="23668" y="3189"/>
                  </a:cubicBezTo>
                  <a:cubicBezTo>
                    <a:pt x="24139" y="4443"/>
                    <a:pt x="23998" y="6292"/>
                    <a:pt x="24045" y="7625"/>
                  </a:cubicBezTo>
                  <a:cubicBezTo>
                    <a:pt x="24154" y="10242"/>
                    <a:pt x="24076" y="12876"/>
                    <a:pt x="23904" y="15493"/>
                  </a:cubicBezTo>
                  <a:cubicBezTo>
                    <a:pt x="19549" y="16044"/>
                    <a:pt x="15184" y="16308"/>
                    <a:pt x="10802" y="16308"/>
                  </a:cubicBezTo>
                  <a:cubicBezTo>
                    <a:pt x="9570" y="16308"/>
                    <a:pt x="8336" y="16287"/>
                    <a:pt x="7101" y="16246"/>
                  </a:cubicBezTo>
                  <a:cubicBezTo>
                    <a:pt x="5141" y="16167"/>
                    <a:pt x="2398" y="16543"/>
                    <a:pt x="1505" y="14036"/>
                  </a:cubicBezTo>
                  <a:cubicBezTo>
                    <a:pt x="1066" y="12782"/>
                    <a:pt x="1270" y="10916"/>
                    <a:pt x="1207" y="9600"/>
                  </a:cubicBezTo>
                  <a:cubicBezTo>
                    <a:pt x="1160" y="8659"/>
                    <a:pt x="235" y="1700"/>
                    <a:pt x="2054" y="916"/>
                  </a:cubicBezTo>
                  <a:close/>
                  <a:moveTo>
                    <a:pt x="1928" y="0"/>
                  </a:moveTo>
                  <a:cubicBezTo>
                    <a:pt x="478" y="0"/>
                    <a:pt x="29" y="2119"/>
                    <a:pt x="16" y="3518"/>
                  </a:cubicBezTo>
                  <a:cubicBezTo>
                    <a:pt x="0" y="5869"/>
                    <a:pt x="204" y="8252"/>
                    <a:pt x="282" y="10603"/>
                  </a:cubicBezTo>
                  <a:cubicBezTo>
                    <a:pt x="345" y="12139"/>
                    <a:pt x="157" y="14098"/>
                    <a:pt x="1003" y="15462"/>
                  </a:cubicBezTo>
                  <a:cubicBezTo>
                    <a:pt x="2119" y="17247"/>
                    <a:pt x="4806" y="17520"/>
                    <a:pt x="7212" y="17520"/>
                  </a:cubicBezTo>
                  <a:cubicBezTo>
                    <a:pt x="8268" y="17520"/>
                    <a:pt x="9269" y="17467"/>
                    <a:pt x="10061" y="17467"/>
                  </a:cubicBezTo>
                  <a:cubicBezTo>
                    <a:pt x="10126" y="17467"/>
                    <a:pt x="10189" y="17468"/>
                    <a:pt x="10251" y="17468"/>
                  </a:cubicBezTo>
                  <a:cubicBezTo>
                    <a:pt x="10550" y="17471"/>
                    <a:pt x="10848" y="17473"/>
                    <a:pt x="11146" y="17473"/>
                  </a:cubicBezTo>
                  <a:cubicBezTo>
                    <a:pt x="15785" y="17473"/>
                    <a:pt x="20422" y="17132"/>
                    <a:pt x="25016" y="16528"/>
                  </a:cubicBezTo>
                  <a:cubicBezTo>
                    <a:pt x="25581" y="16449"/>
                    <a:pt x="25549" y="15791"/>
                    <a:pt x="25189" y="15509"/>
                  </a:cubicBezTo>
                  <a:cubicBezTo>
                    <a:pt x="25440" y="11857"/>
                    <a:pt x="25534" y="8126"/>
                    <a:pt x="25110" y="4490"/>
                  </a:cubicBezTo>
                  <a:cubicBezTo>
                    <a:pt x="24907" y="2766"/>
                    <a:pt x="24515" y="995"/>
                    <a:pt x="22728" y="305"/>
                  </a:cubicBezTo>
                  <a:cubicBezTo>
                    <a:pt x="22098" y="64"/>
                    <a:pt x="21403" y="15"/>
                    <a:pt x="20716" y="15"/>
                  </a:cubicBezTo>
                  <a:cubicBezTo>
                    <a:pt x="20240" y="15"/>
                    <a:pt x="19769" y="38"/>
                    <a:pt x="19327" y="38"/>
                  </a:cubicBezTo>
                  <a:cubicBezTo>
                    <a:pt x="17132" y="38"/>
                    <a:pt x="14954" y="70"/>
                    <a:pt x="12759" y="70"/>
                  </a:cubicBezTo>
                  <a:cubicBezTo>
                    <a:pt x="12545" y="72"/>
                    <a:pt x="12330" y="73"/>
                    <a:pt x="12115" y="73"/>
                  </a:cubicBezTo>
                  <a:cubicBezTo>
                    <a:pt x="10641" y="73"/>
                    <a:pt x="9140" y="30"/>
                    <a:pt x="7640" y="30"/>
                  </a:cubicBezTo>
                  <a:cubicBezTo>
                    <a:pt x="6052" y="30"/>
                    <a:pt x="4466" y="78"/>
                    <a:pt x="2916" y="274"/>
                  </a:cubicBezTo>
                  <a:cubicBezTo>
                    <a:pt x="2544" y="84"/>
                    <a:pt x="2216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4" name="Google Shape;7944;p278"/>
            <p:cNvSpPr/>
            <p:nvPr/>
          </p:nvSpPr>
          <p:spPr>
            <a:xfrm>
              <a:off x="5714775" y="2654925"/>
              <a:ext cx="280075" cy="257600"/>
            </a:xfrm>
            <a:custGeom>
              <a:avLst/>
              <a:gdLst/>
              <a:ahLst/>
              <a:cxnLst/>
              <a:rect l="l" t="t" r="r" b="b"/>
              <a:pathLst>
                <a:path w="11203" h="10304" extrusionOk="0">
                  <a:moveTo>
                    <a:pt x="652" y="289"/>
                  </a:moveTo>
                  <a:cubicBezTo>
                    <a:pt x="809" y="415"/>
                    <a:pt x="966" y="540"/>
                    <a:pt x="1138" y="650"/>
                  </a:cubicBezTo>
                  <a:cubicBezTo>
                    <a:pt x="1076" y="697"/>
                    <a:pt x="1044" y="775"/>
                    <a:pt x="1029" y="854"/>
                  </a:cubicBezTo>
                  <a:cubicBezTo>
                    <a:pt x="1029" y="1042"/>
                    <a:pt x="1044" y="1214"/>
                    <a:pt x="1044" y="1387"/>
                  </a:cubicBezTo>
                  <a:cubicBezTo>
                    <a:pt x="919" y="1449"/>
                    <a:pt x="825" y="1543"/>
                    <a:pt x="778" y="1669"/>
                  </a:cubicBezTo>
                  <a:cubicBezTo>
                    <a:pt x="746" y="1214"/>
                    <a:pt x="699" y="760"/>
                    <a:pt x="652" y="305"/>
                  </a:cubicBezTo>
                  <a:cubicBezTo>
                    <a:pt x="652" y="305"/>
                    <a:pt x="652" y="289"/>
                    <a:pt x="652" y="289"/>
                  </a:cubicBezTo>
                  <a:close/>
                  <a:moveTo>
                    <a:pt x="5778" y="4208"/>
                  </a:moveTo>
                  <a:lnTo>
                    <a:pt x="5778" y="4208"/>
                  </a:lnTo>
                  <a:cubicBezTo>
                    <a:pt x="6217" y="4333"/>
                    <a:pt x="6671" y="4443"/>
                    <a:pt x="7126" y="4521"/>
                  </a:cubicBezTo>
                  <a:cubicBezTo>
                    <a:pt x="7142" y="4537"/>
                    <a:pt x="7142" y="4537"/>
                    <a:pt x="7157" y="4553"/>
                  </a:cubicBezTo>
                  <a:cubicBezTo>
                    <a:pt x="6844" y="4725"/>
                    <a:pt x="6530" y="4913"/>
                    <a:pt x="6232" y="5101"/>
                  </a:cubicBezTo>
                  <a:cubicBezTo>
                    <a:pt x="6138" y="4804"/>
                    <a:pt x="5966" y="4490"/>
                    <a:pt x="5778" y="4208"/>
                  </a:cubicBezTo>
                  <a:close/>
                  <a:moveTo>
                    <a:pt x="840" y="2296"/>
                  </a:moveTo>
                  <a:lnTo>
                    <a:pt x="840" y="2296"/>
                  </a:lnTo>
                  <a:cubicBezTo>
                    <a:pt x="919" y="2672"/>
                    <a:pt x="1013" y="3032"/>
                    <a:pt x="1076" y="3393"/>
                  </a:cubicBezTo>
                  <a:cubicBezTo>
                    <a:pt x="1123" y="4694"/>
                    <a:pt x="1201" y="5995"/>
                    <a:pt x="1264" y="7280"/>
                  </a:cubicBezTo>
                  <a:cubicBezTo>
                    <a:pt x="1279" y="7500"/>
                    <a:pt x="1436" y="7641"/>
                    <a:pt x="1609" y="7688"/>
                  </a:cubicBezTo>
                  <a:cubicBezTo>
                    <a:pt x="1624" y="7923"/>
                    <a:pt x="1656" y="8142"/>
                    <a:pt x="1671" y="8377"/>
                  </a:cubicBezTo>
                  <a:cubicBezTo>
                    <a:pt x="1671" y="8503"/>
                    <a:pt x="1734" y="8612"/>
                    <a:pt x="1812" y="8706"/>
                  </a:cubicBezTo>
                  <a:cubicBezTo>
                    <a:pt x="1781" y="8753"/>
                    <a:pt x="1765" y="8801"/>
                    <a:pt x="1734" y="8848"/>
                  </a:cubicBezTo>
                  <a:cubicBezTo>
                    <a:pt x="1718" y="8910"/>
                    <a:pt x="1718" y="8957"/>
                    <a:pt x="1703" y="9004"/>
                  </a:cubicBezTo>
                  <a:cubicBezTo>
                    <a:pt x="1577" y="9130"/>
                    <a:pt x="1436" y="9239"/>
                    <a:pt x="1295" y="9365"/>
                  </a:cubicBezTo>
                  <a:cubicBezTo>
                    <a:pt x="1154" y="7014"/>
                    <a:pt x="1029" y="4647"/>
                    <a:pt x="840" y="2296"/>
                  </a:cubicBezTo>
                  <a:close/>
                  <a:moveTo>
                    <a:pt x="299" y="0"/>
                  </a:moveTo>
                  <a:cubicBezTo>
                    <a:pt x="146" y="0"/>
                    <a:pt x="0" y="102"/>
                    <a:pt x="10" y="305"/>
                  </a:cubicBezTo>
                  <a:cubicBezTo>
                    <a:pt x="88" y="3440"/>
                    <a:pt x="355" y="6575"/>
                    <a:pt x="574" y="9710"/>
                  </a:cubicBezTo>
                  <a:cubicBezTo>
                    <a:pt x="590" y="9866"/>
                    <a:pt x="684" y="9976"/>
                    <a:pt x="793" y="10023"/>
                  </a:cubicBezTo>
                  <a:cubicBezTo>
                    <a:pt x="841" y="10176"/>
                    <a:pt x="985" y="10303"/>
                    <a:pt x="1148" y="10303"/>
                  </a:cubicBezTo>
                  <a:cubicBezTo>
                    <a:pt x="1201" y="10303"/>
                    <a:pt x="1256" y="10289"/>
                    <a:pt x="1311" y="10258"/>
                  </a:cubicBezTo>
                  <a:cubicBezTo>
                    <a:pt x="1718" y="10070"/>
                    <a:pt x="2110" y="9851"/>
                    <a:pt x="2486" y="9647"/>
                  </a:cubicBezTo>
                  <a:cubicBezTo>
                    <a:pt x="2627" y="9631"/>
                    <a:pt x="2753" y="9569"/>
                    <a:pt x="2847" y="9475"/>
                  </a:cubicBezTo>
                  <a:cubicBezTo>
                    <a:pt x="2894" y="9427"/>
                    <a:pt x="2941" y="9396"/>
                    <a:pt x="2988" y="9349"/>
                  </a:cubicBezTo>
                  <a:cubicBezTo>
                    <a:pt x="5417" y="7938"/>
                    <a:pt x="7721" y="6199"/>
                    <a:pt x="10151" y="4819"/>
                  </a:cubicBezTo>
                  <a:cubicBezTo>
                    <a:pt x="10229" y="4757"/>
                    <a:pt x="10292" y="4694"/>
                    <a:pt x="10323" y="4615"/>
                  </a:cubicBezTo>
                  <a:cubicBezTo>
                    <a:pt x="10383" y="4639"/>
                    <a:pt x="10441" y="4649"/>
                    <a:pt x="10497" y="4649"/>
                  </a:cubicBezTo>
                  <a:cubicBezTo>
                    <a:pt x="10925" y="4649"/>
                    <a:pt x="11203" y="4024"/>
                    <a:pt x="10731" y="3816"/>
                  </a:cubicBezTo>
                  <a:cubicBezTo>
                    <a:pt x="9101" y="3032"/>
                    <a:pt x="7439" y="2296"/>
                    <a:pt x="5762" y="1606"/>
                  </a:cubicBezTo>
                  <a:cubicBezTo>
                    <a:pt x="4238" y="987"/>
                    <a:pt x="2525" y="34"/>
                    <a:pt x="860" y="34"/>
                  </a:cubicBezTo>
                  <a:cubicBezTo>
                    <a:pt x="796" y="34"/>
                    <a:pt x="732" y="36"/>
                    <a:pt x="668" y="39"/>
                  </a:cubicBezTo>
                  <a:cubicBezTo>
                    <a:pt x="621" y="39"/>
                    <a:pt x="590" y="70"/>
                    <a:pt x="558" y="117"/>
                  </a:cubicBezTo>
                  <a:cubicBezTo>
                    <a:pt x="492" y="39"/>
                    <a:pt x="394" y="0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7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7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7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7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7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9" name="Google Shape;7949;p27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Indexes in Action</a:t>
            </a:r>
            <a:endParaRPr/>
          </a:p>
        </p:txBody>
      </p:sp>
      <p:grpSp>
        <p:nvGrpSpPr>
          <p:cNvPr id="7950" name="Google Shape;7950;p279"/>
          <p:cNvGrpSpPr/>
          <p:nvPr/>
        </p:nvGrpSpPr>
        <p:grpSpPr>
          <a:xfrm flipH="1">
            <a:off x="704586" y="960694"/>
            <a:ext cx="5313136" cy="176025"/>
            <a:chOff x="4345425" y="2175475"/>
            <a:chExt cx="800750" cy="176025"/>
          </a:xfrm>
        </p:grpSpPr>
        <p:sp>
          <p:nvSpPr>
            <p:cNvPr id="7951" name="Google Shape;7951;p279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2" name="Google Shape;7952;p279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53" name="Google Shape;7953;p279"/>
          <p:cNvSpPr/>
          <p:nvPr/>
        </p:nvSpPr>
        <p:spPr>
          <a:xfrm>
            <a:off x="1175292" y="2888707"/>
            <a:ext cx="1124100" cy="298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4" name="Google Shape;7954;p279"/>
          <p:cNvSpPr/>
          <p:nvPr/>
        </p:nvSpPr>
        <p:spPr>
          <a:xfrm>
            <a:off x="2411280" y="2970256"/>
            <a:ext cx="1124100" cy="298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5" name="Google Shape;7955;p279"/>
          <p:cNvSpPr/>
          <p:nvPr/>
        </p:nvSpPr>
        <p:spPr>
          <a:xfrm>
            <a:off x="3643830" y="2888707"/>
            <a:ext cx="1124100" cy="298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6" name="Google Shape;7956;p279"/>
          <p:cNvSpPr/>
          <p:nvPr/>
        </p:nvSpPr>
        <p:spPr>
          <a:xfrm>
            <a:off x="4876405" y="2997439"/>
            <a:ext cx="1124100" cy="298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7" name="Google Shape;7957;p279"/>
          <p:cNvSpPr/>
          <p:nvPr/>
        </p:nvSpPr>
        <p:spPr>
          <a:xfrm>
            <a:off x="6108955" y="2888707"/>
            <a:ext cx="1124100" cy="298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8" name="Google Shape;7958;p279"/>
          <p:cNvSpPr/>
          <p:nvPr/>
        </p:nvSpPr>
        <p:spPr>
          <a:xfrm>
            <a:off x="1126167" y="2924828"/>
            <a:ext cx="1229175" cy="298166"/>
          </a:xfrm>
          <a:custGeom>
            <a:avLst/>
            <a:gdLst/>
            <a:ahLst/>
            <a:cxnLst/>
            <a:rect l="l" t="t" r="r" b="b"/>
            <a:pathLst>
              <a:path w="49167" h="6026" extrusionOk="0">
                <a:moveTo>
                  <a:pt x="2055" y="502"/>
                </a:moveTo>
                <a:cubicBezTo>
                  <a:pt x="1873" y="685"/>
                  <a:pt x="1667" y="867"/>
                  <a:pt x="1485" y="1073"/>
                </a:cubicBezTo>
                <a:lnTo>
                  <a:pt x="1028" y="502"/>
                </a:lnTo>
                <a:close/>
                <a:moveTo>
                  <a:pt x="3265" y="502"/>
                </a:moveTo>
                <a:cubicBezTo>
                  <a:pt x="2854" y="913"/>
                  <a:pt x="2443" y="1347"/>
                  <a:pt x="2032" y="1758"/>
                </a:cubicBezTo>
                <a:lnTo>
                  <a:pt x="1576" y="1187"/>
                </a:lnTo>
                <a:cubicBezTo>
                  <a:pt x="1804" y="959"/>
                  <a:pt x="2055" y="731"/>
                  <a:pt x="2284" y="502"/>
                </a:cubicBezTo>
                <a:close/>
                <a:moveTo>
                  <a:pt x="4771" y="502"/>
                </a:moveTo>
                <a:cubicBezTo>
                  <a:pt x="4064" y="1187"/>
                  <a:pt x="3379" y="1895"/>
                  <a:pt x="2694" y="2579"/>
                </a:cubicBezTo>
                <a:lnTo>
                  <a:pt x="2238" y="2032"/>
                </a:lnTo>
                <a:cubicBezTo>
                  <a:pt x="2740" y="1529"/>
                  <a:pt x="3242" y="1004"/>
                  <a:pt x="3767" y="502"/>
                </a:cubicBezTo>
                <a:close/>
                <a:moveTo>
                  <a:pt x="6164" y="502"/>
                </a:moveTo>
                <a:cubicBezTo>
                  <a:pt x="4498" y="2169"/>
                  <a:pt x="2854" y="3835"/>
                  <a:pt x="1211" y="5547"/>
                </a:cubicBezTo>
                <a:lnTo>
                  <a:pt x="1028" y="5547"/>
                </a:lnTo>
                <a:lnTo>
                  <a:pt x="3037" y="3013"/>
                </a:lnTo>
                <a:lnTo>
                  <a:pt x="2854" y="2785"/>
                </a:lnTo>
                <a:cubicBezTo>
                  <a:pt x="3607" y="2032"/>
                  <a:pt x="4361" y="1256"/>
                  <a:pt x="5137" y="502"/>
                </a:cubicBezTo>
                <a:close/>
                <a:moveTo>
                  <a:pt x="7556" y="502"/>
                </a:moveTo>
                <a:cubicBezTo>
                  <a:pt x="5844" y="2169"/>
                  <a:pt x="4110" y="3858"/>
                  <a:pt x="2420" y="5547"/>
                </a:cubicBezTo>
                <a:lnTo>
                  <a:pt x="1599" y="5547"/>
                </a:lnTo>
                <a:cubicBezTo>
                  <a:pt x="3356" y="3880"/>
                  <a:pt x="5114" y="2191"/>
                  <a:pt x="6849" y="502"/>
                </a:cubicBezTo>
                <a:close/>
                <a:moveTo>
                  <a:pt x="8629" y="502"/>
                </a:moveTo>
                <a:cubicBezTo>
                  <a:pt x="7008" y="2169"/>
                  <a:pt x="5365" y="3835"/>
                  <a:pt x="3767" y="5547"/>
                </a:cubicBezTo>
                <a:lnTo>
                  <a:pt x="2649" y="5547"/>
                </a:lnTo>
                <a:cubicBezTo>
                  <a:pt x="4383" y="3858"/>
                  <a:pt x="6095" y="2191"/>
                  <a:pt x="7807" y="502"/>
                </a:cubicBezTo>
                <a:close/>
                <a:moveTo>
                  <a:pt x="9998" y="502"/>
                </a:moveTo>
                <a:cubicBezTo>
                  <a:pt x="8355" y="2169"/>
                  <a:pt x="6689" y="3835"/>
                  <a:pt x="5068" y="5547"/>
                </a:cubicBezTo>
                <a:lnTo>
                  <a:pt x="4155" y="5547"/>
                </a:lnTo>
                <a:cubicBezTo>
                  <a:pt x="5753" y="3858"/>
                  <a:pt x="7351" y="2169"/>
                  <a:pt x="8949" y="502"/>
                </a:cubicBezTo>
                <a:close/>
                <a:moveTo>
                  <a:pt x="12327" y="502"/>
                </a:moveTo>
                <a:cubicBezTo>
                  <a:pt x="10569" y="2191"/>
                  <a:pt x="8789" y="3858"/>
                  <a:pt x="7031" y="5547"/>
                </a:cubicBezTo>
                <a:lnTo>
                  <a:pt x="5456" y="5547"/>
                </a:lnTo>
                <a:cubicBezTo>
                  <a:pt x="7077" y="3835"/>
                  <a:pt x="8720" y="2169"/>
                  <a:pt x="10364" y="502"/>
                </a:cubicBezTo>
                <a:close/>
                <a:moveTo>
                  <a:pt x="14130" y="502"/>
                </a:moveTo>
                <a:cubicBezTo>
                  <a:pt x="12349" y="2191"/>
                  <a:pt x="10569" y="3858"/>
                  <a:pt x="8812" y="5547"/>
                </a:cubicBezTo>
                <a:lnTo>
                  <a:pt x="7396" y="5547"/>
                </a:lnTo>
                <a:cubicBezTo>
                  <a:pt x="9108" y="3858"/>
                  <a:pt x="10843" y="2191"/>
                  <a:pt x="12555" y="502"/>
                </a:cubicBezTo>
                <a:close/>
                <a:moveTo>
                  <a:pt x="15887" y="502"/>
                </a:moveTo>
                <a:cubicBezTo>
                  <a:pt x="14084" y="2169"/>
                  <a:pt x="12281" y="3812"/>
                  <a:pt x="10569" y="5547"/>
                </a:cubicBezTo>
                <a:lnTo>
                  <a:pt x="9108" y="5547"/>
                </a:lnTo>
                <a:cubicBezTo>
                  <a:pt x="10820" y="3858"/>
                  <a:pt x="12555" y="2169"/>
                  <a:pt x="14290" y="502"/>
                </a:cubicBezTo>
                <a:close/>
                <a:moveTo>
                  <a:pt x="17006" y="502"/>
                </a:moveTo>
                <a:cubicBezTo>
                  <a:pt x="15362" y="2169"/>
                  <a:pt x="13696" y="3858"/>
                  <a:pt x="12053" y="5547"/>
                </a:cubicBezTo>
                <a:lnTo>
                  <a:pt x="10911" y="5547"/>
                </a:lnTo>
                <a:cubicBezTo>
                  <a:pt x="12669" y="3835"/>
                  <a:pt x="14427" y="2169"/>
                  <a:pt x="16184" y="502"/>
                </a:cubicBezTo>
                <a:close/>
                <a:moveTo>
                  <a:pt x="18535" y="502"/>
                </a:moveTo>
                <a:cubicBezTo>
                  <a:pt x="16869" y="2169"/>
                  <a:pt x="15203" y="3858"/>
                  <a:pt x="13536" y="5547"/>
                </a:cubicBezTo>
                <a:lnTo>
                  <a:pt x="12167" y="5547"/>
                </a:lnTo>
                <a:cubicBezTo>
                  <a:pt x="13856" y="3858"/>
                  <a:pt x="15545" y="2169"/>
                  <a:pt x="17257" y="502"/>
                </a:cubicBezTo>
                <a:close/>
                <a:moveTo>
                  <a:pt x="19539" y="502"/>
                </a:moveTo>
                <a:cubicBezTo>
                  <a:pt x="17850" y="2146"/>
                  <a:pt x="16230" y="3835"/>
                  <a:pt x="14632" y="5547"/>
                </a:cubicBezTo>
                <a:lnTo>
                  <a:pt x="13787" y="5547"/>
                </a:lnTo>
                <a:cubicBezTo>
                  <a:pt x="15454" y="3858"/>
                  <a:pt x="17120" y="2169"/>
                  <a:pt x="18786" y="502"/>
                </a:cubicBezTo>
                <a:close/>
                <a:moveTo>
                  <a:pt x="21480" y="502"/>
                </a:moveTo>
                <a:cubicBezTo>
                  <a:pt x="21092" y="867"/>
                  <a:pt x="20704" y="1256"/>
                  <a:pt x="20338" y="1621"/>
                </a:cubicBezTo>
                <a:cubicBezTo>
                  <a:pt x="19014" y="2922"/>
                  <a:pt x="17691" y="4246"/>
                  <a:pt x="16344" y="5547"/>
                </a:cubicBezTo>
                <a:lnTo>
                  <a:pt x="14860" y="5547"/>
                </a:lnTo>
                <a:cubicBezTo>
                  <a:pt x="16207" y="4109"/>
                  <a:pt x="17554" y="2693"/>
                  <a:pt x="18946" y="1324"/>
                </a:cubicBezTo>
                <a:cubicBezTo>
                  <a:pt x="19220" y="1050"/>
                  <a:pt x="19517" y="776"/>
                  <a:pt x="19791" y="502"/>
                </a:cubicBezTo>
                <a:close/>
                <a:moveTo>
                  <a:pt x="23191" y="502"/>
                </a:moveTo>
                <a:cubicBezTo>
                  <a:pt x="22735" y="959"/>
                  <a:pt x="22301" y="1415"/>
                  <a:pt x="21845" y="1895"/>
                </a:cubicBezTo>
                <a:cubicBezTo>
                  <a:pt x="20681" y="3104"/>
                  <a:pt x="19494" y="4337"/>
                  <a:pt x="18284" y="5547"/>
                </a:cubicBezTo>
                <a:lnTo>
                  <a:pt x="16504" y="5547"/>
                </a:lnTo>
                <a:cubicBezTo>
                  <a:pt x="17645" y="4451"/>
                  <a:pt x="18763" y="3378"/>
                  <a:pt x="19859" y="2283"/>
                </a:cubicBezTo>
                <a:cubicBezTo>
                  <a:pt x="20452" y="1689"/>
                  <a:pt x="21046" y="1096"/>
                  <a:pt x="21639" y="502"/>
                </a:cubicBezTo>
                <a:close/>
                <a:moveTo>
                  <a:pt x="25428" y="502"/>
                </a:moveTo>
                <a:cubicBezTo>
                  <a:pt x="24310" y="1644"/>
                  <a:pt x="23169" y="2762"/>
                  <a:pt x="22027" y="3880"/>
                </a:cubicBezTo>
                <a:cubicBezTo>
                  <a:pt x="21457" y="4428"/>
                  <a:pt x="20909" y="4976"/>
                  <a:pt x="20338" y="5547"/>
                </a:cubicBezTo>
                <a:lnTo>
                  <a:pt x="18512" y="5547"/>
                </a:lnTo>
                <a:cubicBezTo>
                  <a:pt x="19654" y="4360"/>
                  <a:pt x="20818" y="3173"/>
                  <a:pt x="21959" y="1986"/>
                </a:cubicBezTo>
                <a:cubicBezTo>
                  <a:pt x="22438" y="1484"/>
                  <a:pt x="22918" y="1004"/>
                  <a:pt x="23420" y="502"/>
                </a:cubicBezTo>
                <a:close/>
                <a:moveTo>
                  <a:pt x="26912" y="502"/>
                </a:moveTo>
                <a:cubicBezTo>
                  <a:pt x="25520" y="1917"/>
                  <a:pt x="24127" y="3310"/>
                  <a:pt x="22689" y="4679"/>
                </a:cubicBezTo>
                <a:cubicBezTo>
                  <a:pt x="22393" y="4976"/>
                  <a:pt x="22096" y="5250"/>
                  <a:pt x="21776" y="5547"/>
                </a:cubicBezTo>
                <a:lnTo>
                  <a:pt x="20589" y="5547"/>
                </a:lnTo>
                <a:cubicBezTo>
                  <a:pt x="22324" y="3858"/>
                  <a:pt x="24036" y="2191"/>
                  <a:pt x="25771" y="502"/>
                </a:cubicBezTo>
                <a:close/>
                <a:moveTo>
                  <a:pt x="27916" y="502"/>
                </a:moveTo>
                <a:cubicBezTo>
                  <a:pt x="26570" y="1826"/>
                  <a:pt x="25246" y="3127"/>
                  <a:pt x="23899" y="4451"/>
                </a:cubicBezTo>
                <a:cubicBezTo>
                  <a:pt x="23534" y="4816"/>
                  <a:pt x="23146" y="5181"/>
                  <a:pt x="22781" y="5547"/>
                </a:cubicBezTo>
                <a:lnTo>
                  <a:pt x="22005" y="5547"/>
                </a:lnTo>
                <a:cubicBezTo>
                  <a:pt x="22073" y="5455"/>
                  <a:pt x="22164" y="5387"/>
                  <a:pt x="22233" y="5318"/>
                </a:cubicBezTo>
                <a:cubicBezTo>
                  <a:pt x="23899" y="3743"/>
                  <a:pt x="25543" y="2123"/>
                  <a:pt x="27186" y="502"/>
                </a:cubicBezTo>
                <a:close/>
                <a:moveTo>
                  <a:pt x="28966" y="502"/>
                </a:moveTo>
                <a:cubicBezTo>
                  <a:pt x="27323" y="2169"/>
                  <a:pt x="25657" y="3858"/>
                  <a:pt x="24036" y="5547"/>
                </a:cubicBezTo>
                <a:lnTo>
                  <a:pt x="22986" y="5547"/>
                </a:lnTo>
                <a:cubicBezTo>
                  <a:pt x="23123" y="5387"/>
                  <a:pt x="23283" y="5250"/>
                  <a:pt x="23420" y="5113"/>
                </a:cubicBezTo>
                <a:cubicBezTo>
                  <a:pt x="24995" y="3561"/>
                  <a:pt x="26570" y="2032"/>
                  <a:pt x="28145" y="502"/>
                </a:cubicBezTo>
                <a:close/>
                <a:moveTo>
                  <a:pt x="30427" y="502"/>
                </a:moveTo>
                <a:cubicBezTo>
                  <a:pt x="28898" y="2009"/>
                  <a:pt x="27369" y="3515"/>
                  <a:pt x="25862" y="5044"/>
                </a:cubicBezTo>
                <a:cubicBezTo>
                  <a:pt x="25702" y="5204"/>
                  <a:pt x="25543" y="5364"/>
                  <a:pt x="25383" y="5547"/>
                </a:cubicBezTo>
                <a:lnTo>
                  <a:pt x="24812" y="5547"/>
                </a:lnTo>
                <a:cubicBezTo>
                  <a:pt x="26456" y="3858"/>
                  <a:pt x="28099" y="2191"/>
                  <a:pt x="29742" y="502"/>
                </a:cubicBezTo>
                <a:close/>
                <a:moveTo>
                  <a:pt x="31934" y="502"/>
                </a:moveTo>
                <a:cubicBezTo>
                  <a:pt x="30267" y="2191"/>
                  <a:pt x="28578" y="3858"/>
                  <a:pt x="26912" y="5547"/>
                </a:cubicBezTo>
                <a:lnTo>
                  <a:pt x="25611" y="5547"/>
                </a:lnTo>
                <a:cubicBezTo>
                  <a:pt x="25748" y="5410"/>
                  <a:pt x="25862" y="5296"/>
                  <a:pt x="25976" y="5159"/>
                </a:cubicBezTo>
                <a:cubicBezTo>
                  <a:pt x="27528" y="3584"/>
                  <a:pt x="29126" y="2032"/>
                  <a:pt x="30747" y="502"/>
                </a:cubicBezTo>
                <a:close/>
                <a:moveTo>
                  <a:pt x="34056" y="502"/>
                </a:moveTo>
                <a:cubicBezTo>
                  <a:pt x="32299" y="2191"/>
                  <a:pt x="30518" y="3858"/>
                  <a:pt x="28761" y="5547"/>
                </a:cubicBezTo>
                <a:lnTo>
                  <a:pt x="27232" y="5547"/>
                </a:lnTo>
                <a:cubicBezTo>
                  <a:pt x="28943" y="3858"/>
                  <a:pt x="30678" y="2191"/>
                  <a:pt x="32390" y="502"/>
                </a:cubicBezTo>
                <a:close/>
                <a:moveTo>
                  <a:pt x="35517" y="502"/>
                </a:moveTo>
                <a:cubicBezTo>
                  <a:pt x="33805" y="2191"/>
                  <a:pt x="32071" y="3880"/>
                  <a:pt x="30336" y="5547"/>
                </a:cubicBezTo>
                <a:lnTo>
                  <a:pt x="28966" y="5547"/>
                </a:lnTo>
                <a:cubicBezTo>
                  <a:pt x="30724" y="3858"/>
                  <a:pt x="32504" y="2191"/>
                  <a:pt x="34285" y="502"/>
                </a:cubicBezTo>
                <a:close/>
                <a:moveTo>
                  <a:pt x="37686" y="502"/>
                </a:moveTo>
                <a:cubicBezTo>
                  <a:pt x="35996" y="2169"/>
                  <a:pt x="34307" y="3858"/>
                  <a:pt x="32618" y="5547"/>
                </a:cubicBezTo>
                <a:lnTo>
                  <a:pt x="30587" y="5547"/>
                </a:lnTo>
                <a:cubicBezTo>
                  <a:pt x="32322" y="3880"/>
                  <a:pt x="34056" y="2191"/>
                  <a:pt x="35768" y="502"/>
                </a:cubicBezTo>
                <a:close/>
                <a:moveTo>
                  <a:pt x="39032" y="502"/>
                </a:moveTo>
                <a:cubicBezTo>
                  <a:pt x="38987" y="571"/>
                  <a:pt x="38918" y="616"/>
                  <a:pt x="38872" y="685"/>
                </a:cubicBezTo>
                <a:cubicBezTo>
                  <a:pt x="37252" y="2305"/>
                  <a:pt x="35631" y="3926"/>
                  <a:pt x="34011" y="5547"/>
                </a:cubicBezTo>
                <a:lnTo>
                  <a:pt x="32847" y="5547"/>
                </a:lnTo>
                <a:cubicBezTo>
                  <a:pt x="34559" y="3858"/>
                  <a:pt x="36270" y="2169"/>
                  <a:pt x="37982" y="502"/>
                </a:cubicBezTo>
                <a:close/>
                <a:moveTo>
                  <a:pt x="40470" y="502"/>
                </a:moveTo>
                <a:cubicBezTo>
                  <a:pt x="39763" y="1278"/>
                  <a:pt x="39032" y="2032"/>
                  <a:pt x="38302" y="2785"/>
                </a:cubicBezTo>
                <a:cubicBezTo>
                  <a:pt x="37389" y="3698"/>
                  <a:pt x="36476" y="4611"/>
                  <a:pt x="35563" y="5547"/>
                </a:cubicBezTo>
                <a:lnTo>
                  <a:pt x="34285" y="5547"/>
                </a:lnTo>
                <a:cubicBezTo>
                  <a:pt x="35860" y="3972"/>
                  <a:pt x="37434" y="2397"/>
                  <a:pt x="39009" y="822"/>
                </a:cubicBezTo>
                <a:cubicBezTo>
                  <a:pt x="39124" y="708"/>
                  <a:pt x="39215" y="616"/>
                  <a:pt x="39306" y="502"/>
                </a:cubicBezTo>
                <a:close/>
                <a:moveTo>
                  <a:pt x="41566" y="502"/>
                </a:moveTo>
                <a:cubicBezTo>
                  <a:pt x="39831" y="2191"/>
                  <a:pt x="38096" y="3858"/>
                  <a:pt x="36362" y="5547"/>
                </a:cubicBezTo>
                <a:lnTo>
                  <a:pt x="35700" y="5547"/>
                </a:lnTo>
                <a:cubicBezTo>
                  <a:pt x="37320" y="3858"/>
                  <a:pt x="38964" y="2169"/>
                  <a:pt x="40607" y="502"/>
                </a:cubicBezTo>
                <a:close/>
                <a:moveTo>
                  <a:pt x="43643" y="502"/>
                </a:moveTo>
                <a:cubicBezTo>
                  <a:pt x="41931" y="2191"/>
                  <a:pt x="40242" y="3858"/>
                  <a:pt x="38553" y="5547"/>
                </a:cubicBezTo>
                <a:lnTo>
                  <a:pt x="36955" y="5547"/>
                </a:lnTo>
                <a:cubicBezTo>
                  <a:pt x="38644" y="3858"/>
                  <a:pt x="40310" y="2191"/>
                  <a:pt x="41977" y="502"/>
                </a:cubicBezTo>
                <a:close/>
                <a:moveTo>
                  <a:pt x="44944" y="502"/>
                </a:moveTo>
                <a:cubicBezTo>
                  <a:pt x="43323" y="2214"/>
                  <a:pt x="41634" y="3880"/>
                  <a:pt x="39945" y="5547"/>
                </a:cubicBezTo>
                <a:lnTo>
                  <a:pt x="38781" y="5547"/>
                </a:lnTo>
                <a:cubicBezTo>
                  <a:pt x="40516" y="3880"/>
                  <a:pt x="42205" y="2191"/>
                  <a:pt x="43917" y="502"/>
                </a:cubicBezTo>
                <a:close/>
                <a:moveTo>
                  <a:pt x="45834" y="502"/>
                </a:moveTo>
                <a:cubicBezTo>
                  <a:pt x="44739" y="1735"/>
                  <a:pt x="43643" y="2990"/>
                  <a:pt x="42525" y="4200"/>
                </a:cubicBezTo>
                <a:cubicBezTo>
                  <a:pt x="42114" y="4656"/>
                  <a:pt x="41680" y="5090"/>
                  <a:pt x="41246" y="5547"/>
                </a:cubicBezTo>
                <a:lnTo>
                  <a:pt x="40402" y="5547"/>
                </a:lnTo>
                <a:cubicBezTo>
                  <a:pt x="42091" y="3903"/>
                  <a:pt x="43734" y="2214"/>
                  <a:pt x="45332" y="502"/>
                </a:cubicBezTo>
                <a:close/>
                <a:moveTo>
                  <a:pt x="46610" y="502"/>
                </a:moveTo>
                <a:lnTo>
                  <a:pt x="46793" y="731"/>
                </a:lnTo>
                <a:cubicBezTo>
                  <a:pt x="45629" y="2077"/>
                  <a:pt x="44510" y="3447"/>
                  <a:pt x="43301" y="4702"/>
                </a:cubicBezTo>
                <a:cubicBezTo>
                  <a:pt x="43027" y="4976"/>
                  <a:pt x="42753" y="5273"/>
                  <a:pt x="42479" y="5547"/>
                </a:cubicBezTo>
                <a:lnTo>
                  <a:pt x="41406" y="5547"/>
                </a:lnTo>
                <a:cubicBezTo>
                  <a:pt x="42981" y="3880"/>
                  <a:pt x="44533" y="2191"/>
                  <a:pt x="46108" y="502"/>
                </a:cubicBezTo>
                <a:close/>
                <a:moveTo>
                  <a:pt x="46930" y="913"/>
                </a:moveTo>
                <a:lnTo>
                  <a:pt x="47386" y="1484"/>
                </a:lnTo>
                <a:cubicBezTo>
                  <a:pt x="46062" y="2808"/>
                  <a:pt x="44784" y="4177"/>
                  <a:pt x="43483" y="5547"/>
                </a:cubicBezTo>
                <a:lnTo>
                  <a:pt x="42707" y="5547"/>
                </a:lnTo>
                <a:cubicBezTo>
                  <a:pt x="42935" y="5296"/>
                  <a:pt x="43186" y="5067"/>
                  <a:pt x="43415" y="4839"/>
                </a:cubicBezTo>
                <a:cubicBezTo>
                  <a:pt x="44647" y="3584"/>
                  <a:pt x="45789" y="2237"/>
                  <a:pt x="46930" y="913"/>
                </a:cubicBezTo>
                <a:close/>
                <a:moveTo>
                  <a:pt x="47523" y="1644"/>
                </a:moveTo>
                <a:lnTo>
                  <a:pt x="48162" y="2488"/>
                </a:lnTo>
                <a:cubicBezTo>
                  <a:pt x="47295" y="3515"/>
                  <a:pt x="46382" y="4542"/>
                  <a:pt x="45469" y="5547"/>
                </a:cubicBezTo>
                <a:lnTo>
                  <a:pt x="43803" y="5547"/>
                </a:lnTo>
                <a:cubicBezTo>
                  <a:pt x="45035" y="4246"/>
                  <a:pt x="46268" y="2945"/>
                  <a:pt x="47523" y="1644"/>
                </a:cubicBezTo>
                <a:close/>
                <a:moveTo>
                  <a:pt x="48277" y="2625"/>
                </a:moveTo>
                <a:lnTo>
                  <a:pt x="48550" y="2967"/>
                </a:lnTo>
                <a:lnTo>
                  <a:pt x="46610" y="5547"/>
                </a:lnTo>
                <a:lnTo>
                  <a:pt x="45743" y="5547"/>
                </a:lnTo>
                <a:cubicBezTo>
                  <a:pt x="46610" y="4588"/>
                  <a:pt x="47455" y="3607"/>
                  <a:pt x="48277" y="2625"/>
                </a:cubicBezTo>
                <a:close/>
                <a:moveTo>
                  <a:pt x="1" y="0"/>
                </a:moveTo>
                <a:lnTo>
                  <a:pt x="2398" y="3013"/>
                </a:lnTo>
                <a:lnTo>
                  <a:pt x="1" y="6026"/>
                </a:lnTo>
                <a:lnTo>
                  <a:pt x="46861" y="6026"/>
                </a:lnTo>
                <a:lnTo>
                  <a:pt x="49167" y="2967"/>
                </a:lnTo>
                <a:lnTo>
                  <a:pt x="468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9" name="Google Shape;7959;p279"/>
          <p:cNvSpPr/>
          <p:nvPr/>
        </p:nvSpPr>
        <p:spPr>
          <a:xfrm>
            <a:off x="3591317" y="2924828"/>
            <a:ext cx="1229175" cy="298166"/>
          </a:xfrm>
          <a:custGeom>
            <a:avLst/>
            <a:gdLst/>
            <a:ahLst/>
            <a:cxnLst/>
            <a:rect l="l" t="t" r="r" b="b"/>
            <a:pathLst>
              <a:path w="49167" h="6026" extrusionOk="0">
                <a:moveTo>
                  <a:pt x="2055" y="502"/>
                </a:moveTo>
                <a:cubicBezTo>
                  <a:pt x="1849" y="685"/>
                  <a:pt x="1667" y="867"/>
                  <a:pt x="1461" y="1073"/>
                </a:cubicBezTo>
                <a:lnTo>
                  <a:pt x="1027" y="502"/>
                </a:lnTo>
                <a:close/>
                <a:moveTo>
                  <a:pt x="3264" y="502"/>
                </a:moveTo>
                <a:cubicBezTo>
                  <a:pt x="2853" y="913"/>
                  <a:pt x="2443" y="1347"/>
                  <a:pt x="2032" y="1758"/>
                </a:cubicBezTo>
                <a:lnTo>
                  <a:pt x="1575" y="1187"/>
                </a:lnTo>
                <a:cubicBezTo>
                  <a:pt x="1804" y="959"/>
                  <a:pt x="2055" y="731"/>
                  <a:pt x="2283" y="502"/>
                </a:cubicBezTo>
                <a:close/>
                <a:moveTo>
                  <a:pt x="4771" y="502"/>
                </a:moveTo>
                <a:cubicBezTo>
                  <a:pt x="4063" y="1187"/>
                  <a:pt x="3378" y="1895"/>
                  <a:pt x="2694" y="2579"/>
                </a:cubicBezTo>
                <a:lnTo>
                  <a:pt x="2237" y="2032"/>
                </a:lnTo>
                <a:cubicBezTo>
                  <a:pt x="2739" y="1529"/>
                  <a:pt x="3242" y="1004"/>
                  <a:pt x="3744" y="502"/>
                </a:cubicBezTo>
                <a:close/>
                <a:moveTo>
                  <a:pt x="6163" y="502"/>
                </a:moveTo>
                <a:cubicBezTo>
                  <a:pt x="4497" y="2169"/>
                  <a:pt x="2853" y="3835"/>
                  <a:pt x="1210" y="5547"/>
                </a:cubicBezTo>
                <a:lnTo>
                  <a:pt x="1027" y="5547"/>
                </a:lnTo>
                <a:lnTo>
                  <a:pt x="3036" y="3013"/>
                </a:lnTo>
                <a:lnTo>
                  <a:pt x="2853" y="2785"/>
                </a:lnTo>
                <a:cubicBezTo>
                  <a:pt x="3607" y="2032"/>
                  <a:pt x="4360" y="1256"/>
                  <a:pt x="5136" y="502"/>
                </a:cubicBezTo>
                <a:close/>
                <a:moveTo>
                  <a:pt x="7555" y="502"/>
                </a:moveTo>
                <a:cubicBezTo>
                  <a:pt x="5844" y="2169"/>
                  <a:pt x="4109" y="3858"/>
                  <a:pt x="2397" y="5547"/>
                </a:cubicBezTo>
                <a:lnTo>
                  <a:pt x="1598" y="5547"/>
                </a:lnTo>
                <a:cubicBezTo>
                  <a:pt x="3356" y="3880"/>
                  <a:pt x="5090" y="2191"/>
                  <a:pt x="6848" y="502"/>
                </a:cubicBezTo>
                <a:close/>
                <a:moveTo>
                  <a:pt x="8628" y="502"/>
                </a:moveTo>
                <a:cubicBezTo>
                  <a:pt x="6985" y="2169"/>
                  <a:pt x="5364" y="3835"/>
                  <a:pt x="3766" y="5547"/>
                </a:cubicBezTo>
                <a:lnTo>
                  <a:pt x="2648" y="5547"/>
                </a:lnTo>
                <a:cubicBezTo>
                  <a:pt x="4383" y="3858"/>
                  <a:pt x="6095" y="2191"/>
                  <a:pt x="7807" y="502"/>
                </a:cubicBezTo>
                <a:close/>
                <a:moveTo>
                  <a:pt x="9998" y="502"/>
                </a:moveTo>
                <a:cubicBezTo>
                  <a:pt x="8332" y="2169"/>
                  <a:pt x="6688" y="3835"/>
                  <a:pt x="5068" y="5547"/>
                </a:cubicBezTo>
                <a:lnTo>
                  <a:pt x="4155" y="5547"/>
                </a:lnTo>
                <a:cubicBezTo>
                  <a:pt x="5752" y="3858"/>
                  <a:pt x="7350" y="2169"/>
                  <a:pt x="8948" y="502"/>
                </a:cubicBezTo>
                <a:close/>
                <a:moveTo>
                  <a:pt x="12326" y="502"/>
                </a:moveTo>
                <a:cubicBezTo>
                  <a:pt x="10568" y="2191"/>
                  <a:pt x="8788" y="3858"/>
                  <a:pt x="7031" y="5547"/>
                </a:cubicBezTo>
                <a:lnTo>
                  <a:pt x="5456" y="5547"/>
                </a:lnTo>
                <a:cubicBezTo>
                  <a:pt x="7076" y="3835"/>
                  <a:pt x="8720" y="2169"/>
                  <a:pt x="10363" y="502"/>
                </a:cubicBezTo>
                <a:close/>
                <a:moveTo>
                  <a:pt x="14106" y="502"/>
                </a:moveTo>
                <a:cubicBezTo>
                  <a:pt x="12349" y="2191"/>
                  <a:pt x="10568" y="3858"/>
                  <a:pt x="8811" y="5547"/>
                </a:cubicBezTo>
                <a:lnTo>
                  <a:pt x="7396" y="5547"/>
                </a:lnTo>
                <a:cubicBezTo>
                  <a:pt x="9108" y="3858"/>
                  <a:pt x="10842" y="2191"/>
                  <a:pt x="12554" y="502"/>
                </a:cubicBezTo>
                <a:close/>
                <a:moveTo>
                  <a:pt x="15864" y="502"/>
                </a:moveTo>
                <a:cubicBezTo>
                  <a:pt x="14084" y="2169"/>
                  <a:pt x="12280" y="3812"/>
                  <a:pt x="10568" y="5547"/>
                </a:cubicBezTo>
                <a:lnTo>
                  <a:pt x="9085" y="5547"/>
                </a:lnTo>
                <a:cubicBezTo>
                  <a:pt x="10820" y="3858"/>
                  <a:pt x="12554" y="2169"/>
                  <a:pt x="14289" y="502"/>
                </a:cubicBezTo>
                <a:close/>
                <a:moveTo>
                  <a:pt x="17005" y="502"/>
                </a:moveTo>
                <a:cubicBezTo>
                  <a:pt x="15339" y="2169"/>
                  <a:pt x="13695" y="3858"/>
                  <a:pt x="12052" y="5547"/>
                </a:cubicBezTo>
                <a:lnTo>
                  <a:pt x="10911" y="5547"/>
                </a:lnTo>
                <a:cubicBezTo>
                  <a:pt x="12646" y="3835"/>
                  <a:pt x="14403" y="2169"/>
                  <a:pt x="16161" y="502"/>
                </a:cubicBezTo>
                <a:close/>
                <a:moveTo>
                  <a:pt x="18534" y="502"/>
                </a:moveTo>
                <a:cubicBezTo>
                  <a:pt x="16868" y="2169"/>
                  <a:pt x="15202" y="3858"/>
                  <a:pt x="13536" y="5547"/>
                </a:cubicBezTo>
                <a:lnTo>
                  <a:pt x="12166" y="5547"/>
                </a:lnTo>
                <a:cubicBezTo>
                  <a:pt x="13832" y="3858"/>
                  <a:pt x="15544" y="2169"/>
                  <a:pt x="17233" y="502"/>
                </a:cubicBezTo>
                <a:close/>
                <a:moveTo>
                  <a:pt x="19539" y="502"/>
                </a:moveTo>
                <a:cubicBezTo>
                  <a:pt x="17850" y="2146"/>
                  <a:pt x="16229" y="3835"/>
                  <a:pt x="14631" y="5547"/>
                </a:cubicBezTo>
                <a:lnTo>
                  <a:pt x="13787" y="5547"/>
                </a:lnTo>
                <a:cubicBezTo>
                  <a:pt x="15453" y="3858"/>
                  <a:pt x="17096" y="2169"/>
                  <a:pt x="18786" y="502"/>
                </a:cubicBezTo>
                <a:close/>
                <a:moveTo>
                  <a:pt x="21479" y="502"/>
                </a:moveTo>
                <a:cubicBezTo>
                  <a:pt x="21091" y="867"/>
                  <a:pt x="20703" y="1256"/>
                  <a:pt x="20315" y="1621"/>
                </a:cubicBezTo>
                <a:cubicBezTo>
                  <a:pt x="19014" y="2922"/>
                  <a:pt x="17667" y="4246"/>
                  <a:pt x="16343" y="5547"/>
                </a:cubicBezTo>
                <a:lnTo>
                  <a:pt x="14860" y="5547"/>
                </a:lnTo>
                <a:cubicBezTo>
                  <a:pt x="16206" y="4109"/>
                  <a:pt x="17553" y="2693"/>
                  <a:pt x="18945" y="1324"/>
                </a:cubicBezTo>
                <a:cubicBezTo>
                  <a:pt x="19219" y="1050"/>
                  <a:pt x="19516" y="776"/>
                  <a:pt x="19790" y="502"/>
                </a:cubicBezTo>
                <a:close/>
                <a:moveTo>
                  <a:pt x="23191" y="502"/>
                </a:moveTo>
                <a:cubicBezTo>
                  <a:pt x="22734" y="959"/>
                  <a:pt x="22278" y="1415"/>
                  <a:pt x="21844" y="1895"/>
                </a:cubicBezTo>
                <a:cubicBezTo>
                  <a:pt x="20657" y="3104"/>
                  <a:pt x="19470" y="4337"/>
                  <a:pt x="18283" y="5547"/>
                </a:cubicBezTo>
                <a:lnTo>
                  <a:pt x="16503" y="5547"/>
                </a:lnTo>
                <a:cubicBezTo>
                  <a:pt x="17621" y="4451"/>
                  <a:pt x="18763" y="3378"/>
                  <a:pt x="19858" y="2283"/>
                </a:cubicBezTo>
                <a:cubicBezTo>
                  <a:pt x="20452" y="1689"/>
                  <a:pt x="21045" y="1096"/>
                  <a:pt x="21639" y="502"/>
                </a:cubicBezTo>
                <a:close/>
                <a:moveTo>
                  <a:pt x="25428" y="502"/>
                </a:moveTo>
                <a:cubicBezTo>
                  <a:pt x="24309" y="1644"/>
                  <a:pt x="23168" y="2762"/>
                  <a:pt x="22027" y="3880"/>
                </a:cubicBezTo>
                <a:cubicBezTo>
                  <a:pt x="21456" y="4428"/>
                  <a:pt x="20885" y="4976"/>
                  <a:pt x="20338" y="5547"/>
                </a:cubicBezTo>
                <a:lnTo>
                  <a:pt x="18512" y="5547"/>
                </a:lnTo>
                <a:cubicBezTo>
                  <a:pt x="19653" y="4360"/>
                  <a:pt x="20817" y="3173"/>
                  <a:pt x="21935" y="1986"/>
                </a:cubicBezTo>
                <a:cubicBezTo>
                  <a:pt x="22415" y="1484"/>
                  <a:pt x="22917" y="1004"/>
                  <a:pt x="23419" y="502"/>
                </a:cubicBezTo>
                <a:close/>
                <a:moveTo>
                  <a:pt x="26889" y="502"/>
                </a:moveTo>
                <a:cubicBezTo>
                  <a:pt x="25519" y="1917"/>
                  <a:pt x="24127" y="3310"/>
                  <a:pt x="22689" y="4679"/>
                </a:cubicBezTo>
                <a:cubicBezTo>
                  <a:pt x="22392" y="4976"/>
                  <a:pt x="22072" y="5250"/>
                  <a:pt x="21776" y="5547"/>
                </a:cubicBezTo>
                <a:lnTo>
                  <a:pt x="20589" y="5547"/>
                </a:lnTo>
                <a:cubicBezTo>
                  <a:pt x="22323" y="3858"/>
                  <a:pt x="24035" y="2191"/>
                  <a:pt x="25770" y="502"/>
                </a:cubicBezTo>
                <a:close/>
                <a:moveTo>
                  <a:pt x="27916" y="502"/>
                </a:moveTo>
                <a:cubicBezTo>
                  <a:pt x="26569" y="1826"/>
                  <a:pt x="25245" y="3127"/>
                  <a:pt x="23898" y="4451"/>
                </a:cubicBezTo>
                <a:cubicBezTo>
                  <a:pt x="23533" y="4816"/>
                  <a:pt x="23145" y="5181"/>
                  <a:pt x="22780" y="5547"/>
                </a:cubicBezTo>
                <a:lnTo>
                  <a:pt x="22004" y="5547"/>
                </a:lnTo>
                <a:cubicBezTo>
                  <a:pt x="22072" y="5455"/>
                  <a:pt x="22141" y="5387"/>
                  <a:pt x="22232" y="5318"/>
                </a:cubicBezTo>
                <a:cubicBezTo>
                  <a:pt x="23898" y="3743"/>
                  <a:pt x="25542" y="2123"/>
                  <a:pt x="27162" y="502"/>
                </a:cubicBezTo>
                <a:close/>
                <a:moveTo>
                  <a:pt x="28966" y="502"/>
                </a:moveTo>
                <a:cubicBezTo>
                  <a:pt x="27299" y="2169"/>
                  <a:pt x="25656" y="3858"/>
                  <a:pt x="24013" y="5547"/>
                </a:cubicBezTo>
                <a:lnTo>
                  <a:pt x="22985" y="5547"/>
                </a:lnTo>
                <a:cubicBezTo>
                  <a:pt x="23122" y="5387"/>
                  <a:pt x="23282" y="5250"/>
                  <a:pt x="23419" y="5113"/>
                </a:cubicBezTo>
                <a:cubicBezTo>
                  <a:pt x="24994" y="3561"/>
                  <a:pt x="26569" y="2032"/>
                  <a:pt x="28144" y="502"/>
                </a:cubicBezTo>
                <a:close/>
                <a:moveTo>
                  <a:pt x="30426" y="502"/>
                </a:moveTo>
                <a:cubicBezTo>
                  <a:pt x="28897" y="2009"/>
                  <a:pt x="27345" y="3515"/>
                  <a:pt x="25861" y="5044"/>
                </a:cubicBezTo>
                <a:cubicBezTo>
                  <a:pt x="25702" y="5204"/>
                  <a:pt x="25542" y="5364"/>
                  <a:pt x="25382" y="5547"/>
                </a:cubicBezTo>
                <a:lnTo>
                  <a:pt x="24789" y="5547"/>
                </a:lnTo>
                <a:cubicBezTo>
                  <a:pt x="26455" y="3858"/>
                  <a:pt x="28098" y="2191"/>
                  <a:pt x="29719" y="502"/>
                </a:cubicBezTo>
                <a:close/>
                <a:moveTo>
                  <a:pt x="31933" y="502"/>
                </a:moveTo>
                <a:cubicBezTo>
                  <a:pt x="30244" y="2191"/>
                  <a:pt x="28578" y="3858"/>
                  <a:pt x="26911" y="5547"/>
                </a:cubicBezTo>
                <a:lnTo>
                  <a:pt x="25610" y="5547"/>
                </a:lnTo>
                <a:cubicBezTo>
                  <a:pt x="25724" y="5410"/>
                  <a:pt x="25861" y="5296"/>
                  <a:pt x="25976" y="5159"/>
                </a:cubicBezTo>
                <a:cubicBezTo>
                  <a:pt x="27528" y="3584"/>
                  <a:pt x="29125" y="2032"/>
                  <a:pt x="30723" y="502"/>
                </a:cubicBezTo>
                <a:close/>
                <a:moveTo>
                  <a:pt x="34056" y="502"/>
                </a:moveTo>
                <a:cubicBezTo>
                  <a:pt x="32298" y="2191"/>
                  <a:pt x="30518" y="3858"/>
                  <a:pt x="28760" y="5547"/>
                </a:cubicBezTo>
                <a:lnTo>
                  <a:pt x="27231" y="5547"/>
                </a:lnTo>
                <a:cubicBezTo>
                  <a:pt x="28943" y="3858"/>
                  <a:pt x="30678" y="2191"/>
                  <a:pt x="32389" y="502"/>
                </a:cubicBezTo>
                <a:close/>
                <a:moveTo>
                  <a:pt x="35516" y="502"/>
                </a:moveTo>
                <a:cubicBezTo>
                  <a:pt x="33805" y="2191"/>
                  <a:pt x="32070" y="3880"/>
                  <a:pt x="30335" y="5547"/>
                </a:cubicBezTo>
                <a:lnTo>
                  <a:pt x="28966" y="5547"/>
                </a:lnTo>
                <a:cubicBezTo>
                  <a:pt x="30723" y="3858"/>
                  <a:pt x="32504" y="2191"/>
                  <a:pt x="34284" y="502"/>
                </a:cubicBezTo>
                <a:close/>
                <a:moveTo>
                  <a:pt x="37685" y="502"/>
                </a:moveTo>
                <a:cubicBezTo>
                  <a:pt x="35996" y="2169"/>
                  <a:pt x="34307" y="3858"/>
                  <a:pt x="32618" y="5547"/>
                </a:cubicBezTo>
                <a:lnTo>
                  <a:pt x="30563" y="5547"/>
                </a:lnTo>
                <a:cubicBezTo>
                  <a:pt x="32321" y="3880"/>
                  <a:pt x="34033" y="2191"/>
                  <a:pt x="35768" y="502"/>
                </a:cubicBezTo>
                <a:close/>
                <a:moveTo>
                  <a:pt x="39032" y="502"/>
                </a:moveTo>
                <a:cubicBezTo>
                  <a:pt x="38986" y="571"/>
                  <a:pt x="38917" y="616"/>
                  <a:pt x="38872" y="685"/>
                </a:cubicBezTo>
                <a:cubicBezTo>
                  <a:pt x="37251" y="2305"/>
                  <a:pt x="35631" y="3926"/>
                  <a:pt x="33987" y="5547"/>
                </a:cubicBezTo>
                <a:lnTo>
                  <a:pt x="32846" y="5547"/>
                </a:lnTo>
                <a:cubicBezTo>
                  <a:pt x="34558" y="3858"/>
                  <a:pt x="36270" y="2169"/>
                  <a:pt x="37959" y="502"/>
                </a:cubicBezTo>
                <a:close/>
                <a:moveTo>
                  <a:pt x="40470" y="502"/>
                </a:moveTo>
                <a:cubicBezTo>
                  <a:pt x="39762" y="1278"/>
                  <a:pt x="39032" y="2032"/>
                  <a:pt x="38301" y="2785"/>
                </a:cubicBezTo>
                <a:cubicBezTo>
                  <a:pt x="37388" y="3698"/>
                  <a:pt x="36475" y="4611"/>
                  <a:pt x="35562" y="5547"/>
                </a:cubicBezTo>
                <a:lnTo>
                  <a:pt x="34284" y="5547"/>
                </a:lnTo>
                <a:cubicBezTo>
                  <a:pt x="35859" y="3972"/>
                  <a:pt x="37434" y="2397"/>
                  <a:pt x="39009" y="822"/>
                </a:cubicBezTo>
                <a:cubicBezTo>
                  <a:pt x="39100" y="708"/>
                  <a:pt x="39214" y="616"/>
                  <a:pt x="39305" y="502"/>
                </a:cubicBezTo>
                <a:close/>
                <a:moveTo>
                  <a:pt x="41565" y="502"/>
                </a:moveTo>
                <a:cubicBezTo>
                  <a:pt x="39830" y="2191"/>
                  <a:pt x="38096" y="3858"/>
                  <a:pt x="36361" y="5547"/>
                </a:cubicBezTo>
                <a:lnTo>
                  <a:pt x="35699" y="5547"/>
                </a:lnTo>
                <a:cubicBezTo>
                  <a:pt x="37320" y="3858"/>
                  <a:pt x="38963" y="2169"/>
                  <a:pt x="40607" y="502"/>
                </a:cubicBezTo>
                <a:close/>
                <a:moveTo>
                  <a:pt x="43619" y="502"/>
                </a:moveTo>
                <a:cubicBezTo>
                  <a:pt x="41930" y="2191"/>
                  <a:pt x="40241" y="3858"/>
                  <a:pt x="38529" y="5547"/>
                </a:cubicBezTo>
                <a:lnTo>
                  <a:pt x="36954" y="5547"/>
                </a:lnTo>
                <a:cubicBezTo>
                  <a:pt x="38644" y="3858"/>
                  <a:pt x="40310" y="2191"/>
                  <a:pt x="41976" y="502"/>
                </a:cubicBezTo>
                <a:close/>
                <a:moveTo>
                  <a:pt x="44943" y="502"/>
                </a:moveTo>
                <a:cubicBezTo>
                  <a:pt x="43323" y="2214"/>
                  <a:pt x="41634" y="3880"/>
                  <a:pt x="39945" y="5547"/>
                </a:cubicBezTo>
                <a:lnTo>
                  <a:pt x="38781" y="5547"/>
                </a:lnTo>
                <a:cubicBezTo>
                  <a:pt x="40492" y="3880"/>
                  <a:pt x="42204" y="2191"/>
                  <a:pt x="43916" y="502"/>
                </a:cubicBezTo>
                <a:close/>
                <a:moveTo>
                  <a:pt x="45834" y="502"/>
                </a:moveTo>
                <a:cubicBezTo>
                  <a:pt x="44738" y="1735"/>
                  <a:pt x="43642" y="2990"/>
                  <a:pt x="42524" y="4200"/>
                </a:cubicBezTo>
                <a:cubicBezTo>
                  <a:pt x="42113" y="4656"/>
                  <a:pt x="41679" y="5090"/>
                  <a:pt x="41246" y="5547"/>
                </a:cubicBezTo>
                <a:lnTo>
                  <a:pt x="40401" y="5547"/>
                </a:lnTo>
                <a:cubicBezTo>
                  <a:pt x="42067" y="3903"/>
                  <a:pt x="43734" y="2214"/>
                  <a:pt x="45331" y="502"/>
                </a:cubicBezTo>
                <a:close/>
                <a:moveTo>
                  <a:pt x="46610" y="502"/>
                </a:moveTo>
                <a:lnTo>
                  <a:pt x="46792" y="731"/>
                </a:lnTo>
                <a:cubicBezTo>
                  <a:pt x="45628" y="2077"/>
                  <a:pt x="44487" y="3447"/>
                  <a:pt x="43277" y="4702"/>
                </a:cubicBezTo>
                <a:cubicBezTo>
                  <a:pt x="43026" y="4976"/>
                  <a:pt x="42752" y="5273"/>
                  <a:pt x="42478" y="5547"/>
                </a:cubicBezTo>
                <a:lnTo>
                  <a:pt x="41405" y="5547"/>
                </a:lnTo>
                <a:cubicBezTo>
                  <a:pt x="42980" y="3880"/>
                  <a:pt x="44532" y="2191"/>
                  <a:pt x="46107" y="502"/>
                </a:cubicBezTo>
                <a:close/>
                <a:moveTo>
                  <a:pt x="46929" y="913"/>
                </a:moveTo>
                <a:lnTo>
                  <a:pt x="47386" y="1484"/>
                </a:lnTo>
                <a:cubicBezTo>
                  <a:pt x="46062" y="2808"/>
                  <a:pt x="44784" y="4177"/>
                  <a:pt x="43483" y="5547"/>
                </a:cubicBezTo>
                <a:lnTo>
                  <a:pt x="42706" y="5547"/>
                </a:lnTo>
                <a:cubicBezTo>
                  <a:pt x="42935" y="5296"/>
                  <a:pt x="43186" y="5067"/>
                  <a:pt x="43414" y="4839"/>
                </a:cubicBezTo>
                <a:cubicBezTo>
                  <a:pt x="44647" y="3584"/>
                  <a:pt x="45788" y="2237"/>
                  <a:pt x="46929" y="913"/>
                </a:cubicBezTo>
                <a:close/>
                <a:moveTo>
                  <a:pt x="47523" y="1644"/>
                </a:moveTo>
                <a:lnTo>
                  <a:pt x="48162" y="2488"/>
                </a:lnTo>
                <a:cubicBezTo>
                  <a:pt x="47294" y="3515"/>
                  <a:pt x="46381" y="4542"/>
                  <a:pt x="45468" y="5547"/>
                </a:cubicBezTo>
                <a:lnTo>
                  <a:pt x="43802" y="5547"/>
                </a:lnTo>
                <a:cubicBezTo>
                  <a:pt x="45035" y="4246"/>
                  <a:pt x="46267" y="2945"/>
                  <a:pt x="47523" y="1644"/>
                </a:cubicBezTo>
                <a:close/>
                <a:moveTo>
                  <a:pt x="48276" y="2625"/>
                </a:moveTo>
                <a:lnTo>
                  <a:pt x="48550" y="2967"/>
                </a:lnTo>
                <a:lnTo>
                  <a:pt x="46610" y="5547"/>
                </a:lnTo>
                <a:lnTo>
                  <a:pt x="45742" y="5547"/>
                </a:lnTo>
                <a:cubicBezTo>
                  <a:pt x="46610" y="4588"/>
                  <a:pt x="47454" y="3607"/>
                  <a:pt x="48276" y="2625"/>
                </a:cubicBezTo>
                <a:close/>
                <a:moveTo>
                  <a:pt x="0" y="0"/>
                </a:moveTo>
                <a:lnTo>
                  <a:pt x="2397" y="3013"/>
                </a:lnTo>
                <a:lnTo>
                  <a:pt x="0" y="6026"/>
                </a:lnTo>
                <a:lnTo>
                  <a:pt x="46861" y="6026"/>
                </a:lnTo>
                <a:lnTo>
                  <a:pt x="49166" y="2967"/>
                </a:lnTo>
                <a:lnTo>
                  <a:pt x="468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0" name="Google Shape;7960;p279"/>
          <p:cNvSpPr/>
          <p:nvPr/>
        </p:nvSpPr>
        <p:spPr>
          <a:xfrm>
            <a:off x="2358742" y="2924828"/>
            <a:ext cx="1229175" cy="298166"/>
          </a:xfrm>
          <a:custGeom>
            <a:avLst/>
            <a:gdLst/>
            <a:ahLst/>
            <a:cxnLst/>
            <a:rect l="l" t="t" r="r" b="b"/>
            <a:pathLst>
              <a:path w="49167" h="6026" extrusionOk="0">
                <a:moveTo>
                  <a:pt x="2055" y="502"/>
                </a:moveTo>
                <a:cubicBezTo>
                  <a:pt x="1872" y="685"/>
                  <a:pt x="1667" y="867"/>
                  <a:pt x="1461" y="1073"/>
                </a:cubicBezTo>
                <a:lnTo>
                  <a:pt x="1028" y="502"/>
                </a:lnTo>
                <a:close/>
                <a:moveTo>
                  <a:pt x="3265" y="502"/>
                </a:moveTo>
                <a:cubicBezTo>
                  <a:pt x="2854" y="913"/>
                  <a:pt x="2443" y="1347"/>
                  <a:pt x="2032" y="1758"/>
                </a:cubicBezTo>
                <a:lnTo>
                  <a:pt x="1576" y="1187"/>
                </a:lnTo>
                <a:cubicBezTo>
                  <a:pt x="1804" y="959"/>
                  <a:pt x="2055" y="731"/>
                  <a:pt x="2283" y="502"/>
                </a:cubicBezTo>
                <a:close/>
                <a:moveTo>
                  <a:pt x="4771" y="502"/>
                </a:moveTo>
                <a:cubicBezTo>
                  <a:pt x="4064" y="1187"/>
                  <a:pt x="3379" y="1895"/>
                  <a:pt x="2694" y="2579"/>
                </a:cubicBezTo>
                <a:lnTo>
                  <a:pt x="2238" y="2032"/>
                </a:lnTo>
                <a:cubicBezTo>
                  <a:pt x="2740" y="1529"/>
                  <a:pt x="3242" y="1004"/>
                  <a:pt x="3744" y="502"/>
                </a:cubicBezTo>
                <a:close/>
                <a:moveTo>
                  <a:pt x="6163" y="502"/>
                </a:moveTo>
                <a:cubicBezTo>
                  <a:pt x="4497" y="2169"/>
                  <a:pt x="2854" y="3835"/>
                  <a:pt x="1210" y="5547"/>
                </a:cubicBezTo>
                <a:lnTo>
                  <a:pt x="1028" y="5547"/>
                </a:lnTo>
                <a:lnTo>
                  <a:pt x="3036" y="3013"/>
                </a:lnTo>
                <a:lnTo>
                  <a:pt x="2854" y="2785"/>
                </a:lnTo>
                <a:cubicBezTo>
                  <a:pt x="3607" y="2032"/>
                  <a:pt x="4360" y="1256"/>
                  <a:pt x="5136" y="502"/>
                </a:cubicBezTo>
                <a:close/>
                <a:moveTo>
                  <a:pt x="7556" y="502"/>
                </a:moveTo>
                <a:cubicBezTo>
                  <a:pt x="5844" y="2169"/>
                  <a:pt x="4109" y="3858"/>
                  <a:pt x="2420" y="5547"/>
                </a:cubicBezTo>
                <a:lnTo>
                  <a:pt x="1598" y="5547"/>
                </a:lnTo>
                <a:cubicBezTo>
                  <a:pt x="3356" y="3880"/>
                  <a:pt x="5114" y="2191"/>
                  <a:pt x="6848" y="502"/>
                </a:cubicBezTo>
                <a:close/>
                <a:moveTo>
                  <a:pt x="8629" y="502"/>
                </a:moveTo>
                <a:cubicBezTo>
                  <a:pt x="6985" y="2169"/>
                  <a:pt x="5365" y="3835"/>
                  <a:pt x="3767" y="5547"/>
                </a:cubicBezTo>
                <a:lnTo>
                  <a:pt x="2648" y="5547"/>
                </a:lnTo>
                <a:cubicBezTo>
                  <a:pt x="4383" y="3858"/>
                  <a:pt x="6095" y="2191"/>
                  <a:pt x="7807" y="502"/>
                </a:cubicBezTo>
                <a:close/>
                <a:moveTo>
                  <a:pt x="9998" y="502"/>
                </a:moveTo>
                <a:cubicBezTo>
                  <a:pt x="8332" y="2169"/>
                  <a:pt x="6688" y="3835"/>
                  <a:pt x="5068" y="5547"/>
                </a:cubicBezTo>
                <a:lnTo>
                  <a:pt x="4155" y="5547"/>
                </a:lnTo>
                <a:cubicBezTo>
                  <a:pt x="5753" y="3858"/>
                  <a:pt x="7350" y="2169"/>
                  <a:pt x="8948" y="502"/>
                </a:cubicBezTo>
                <a:close/>
                <a:moveTo>
                  <a:pt x="12326" y="502"/>
                </a:moveTo>
                <a:cubicBezTo>
                  <a:pt x="10569" y="2191"/>
                  <a:pt x="8788" y="3858"/>
                  <a:pt x="7031" y="5547"/>
                </a:cubicBezTo>
                <a:lnTo>
                  <a:pt x="5456" y="5547"/>
                </a:lnTo>
                <a:cubicBezTo>
                  <a:pt x="7076" y="3835"/>
                  <a:pt x="8720" y="2169"/>
                  <a:pt x="10363" y="502"/>
                </a:cubicBezTo>
                <a:close/>
                <a:moveTo>
                  <a:pt x="14130" y="502"/>
                </a:moveTo>
                <a:cubicBezTo>
                  <a:pt x="12349" y="2191"/>
                  <a:pt x="10569" y="3858"/>
                  <a:pt x="8811" y="5547"/>
                </a:cubicBezTo>
                <a:lnTo>
                  <a:pt x="7396" y="5547"/>
                </a:lnTo>
                <a:cubicBezTo>
                  <a:pt x="9108" y="3858"/>
                  <a:pt x="10843" y="2191"/>
                  <a:pt x="12555" y="502"/>
                </a:cubicBezTo>
                <a:close/>
                <a:moveTo>
                  <a:pt x="15887" y="502"/>
                </a:moveTo>
                <a:cubicBezTo>
                  <a:pt x="14084" y="2169"/>
                  <a:pt x="12281" y="3812"/>
                  <a:pt x="10569" y="5547"/>
                </a:cubicBezTo>
                <a:lnTo>
                  <a:pt x="9085" y="5547"/>
                </a:lnTo>
                <a:cubicBezTo>
                  <a:pt x="10820" y="3858"/>
                  <a:pt x="12555" y="2169"/>
                  <a:pt x="14289" y="502"/>
                </a:cubicBezTo>
                <a:close/>
                <a:moveTo>
                  <a:pt x="17006" y="502"/>
                </a:moveTo>
                <a:cubicBezTo>
                  <a:pt x="15339" y="2169"/>
                  <a:pt x="13696" y="3858"/>
                  <a:pt x="12052" y="5547"/>
                </a:cubicBezTo>
                <a:lnTo>
                  <a:pt x="10911" y="5547"/>
                </a:lnTo>
                <a:cubicBezTo>
                  <a:pt x="12646" y="3835"/>
                  <a:pt x="14426" y="2169"/>
                  <a:pt x="16161" y="502"/>
                </a:cubicBezTo>
                <a:close/>
                <a:moveTo>
                  <a:pt x="18535" y="502"/>
                </a:moveTo>
                <a:cubicBezTo>
                  <a:pt x="16869" y="2169"/>
                  <a:pt x="15202" y="3858"/>
                  <a:pt x="13536" y="5547"/>
                </a:cubicBezTo>
                <a:lnTo>
                  <a:pt x="12167" y="5547"/>
                </a:lnTo>
                <a:cubicBezTo>
                  <a:pt x="13833" y="3858"/>
                  <a:pt x="15545" y="2169"/>
                  <a:pt x="17234" y="502"/>
                </a:cubicBezTo>
                <a:close/>
                <a:moveTo>
                  <a:pt x="19539" y="502"/>
                </a:moveTo>
                <a:cubicBezTo>
                  <a:pt x="17850" y="2146"/>
                  <a:pt x="16229" y="3835"/>
                  <a:pt x="14632" y="5547"/>
                </a:cubicBezTo>
                <a:lnTo>
                  <a:pt x="13787" y="5547"/>
                </a:lnTo>
                <a:cubicBezTo>
                  <a:pt x="15453" y="3858"/>
                  <a:pt x="17097" y="2169"/>
                  <a:pt x="18786" y="502"/>
                </a:cubicBezTo>
                <a:close/>
                <a:moveTo>
                  <a:pt x="21479" y="502"/>
                </a:moveTo>
                <a:cubicBezTo>
                  <a:pt x="21091" y="867"/>
                  <a:pt x="20703" y="1256"/>
                  <a:pt x="20338" y="1621"/>
                </a:cubicBezTo>
                <a:cubicBezTo>
                  <a:pt x="19014" y="2922"/>
                  <a:pt x="17690" y="4246"/>
                  <a:pt x="16344" y="5547"/>
                </a:cubicBezTo>
                <a:lnTo>
                  <a:pt x="14860" y="5547"/>
                </a:lnTo>
                <a:cubicBezTo>
                  <a:pt x="16207" y="4109"/>
                  <a:pt x="17553" y="2693"/>
                  <a:pt x="18946" y="1324"/>
                </a:cubicBezTo>
                <a:cubicBezTo>
                  <a:pt x="19220" y="1050"/>
                  <a:pt x="19516" y="776"/>
                  <a:pt x="19790" y="502"/>
                </a:cubicBezTo>
                <a:close/>
                <a:moveTo>
                  <a:pt x="23191" y="502"/>
                </a:moveTo>
                <a:cubicBezTo>
                  <a:pt x="22735" y="959"/>
                  <a:pt x="22278" y="1415"/>
                  <a:pt x="21844" y="1895"/>
                </a:cubicBezTo>
                <a:cubicBezTo>
                  <a:pt x="20658" y="3104"/>
                  <a:pt x="19471" y="4337"/>
                  <a:pt x="18284" y="5547"/>
                </a:cubicBezTo>
                <a:lnTo>
                  <a:pt x="16503" y="5547"/>
                </a:lnTo>
                <a:cubicBezTo>
                  <a:pt x="17622" y="4451"/>
                  <a:pt x="18763" y="3378"/>
                  <a:pt x="19859" y="2283"/>
                </a:cubicBezTo>
                <a:cubicBezTo>
                  <a:pt x="20452" y="1689"/>
                  <a:pt x="21046" y="1096"/>
                  <a:pt x="21639" y="502"/>
                </a:cubicBezTo>
                <a:close/>
                <a:moveTo>
                  <a:pt x="25428" y="502"/>
                </a:moveTo>
                <a:cubicBezTo>
                  <a:pt x="24310" y="1644"/>
                  <a:pt x="23168" y="2762"/>
                  <a:pt x="22027" y="3880"/>
                </a:cubicBezTo>
                <a:cubicBezTo>
                  <a:pt x="21456" y="4428"/>
                  <a:pt x="20886" y="4976"/>
                  <a:pt x="20338" y="5547"/>
                </a:cubicBezTo>
                <a:lnTo>
                  <a:pt x="18512" y="5547"/>
                </a:lnTo>
                <a:cubicBezTo>
                  <a:pt x="19653" y="4360"/>
                  <a:pt x="20817" y="3173"/>
                  <a:pt x="21936" y="1986"/>
                </a:cubicBezTo>
                <a:cubicBezTo>
                  <a:pt x="22415" y="1484"/>
                  <a:pt x="22917" y="1004"/>
                  <a:pt x="23419" y="502"/>
                </a:cubicBezTo>
                <a:close/>
                <a:moveTo>
                  <a:pt x="26889" y="502"/>
                </a:moveTo>
                <a:cubicBezTo>
                  <a:pt x="25519" y="1917"/>
                  <a:pt x="24127" y="3310"/>
                  <a:pt x="22689" y="4679"/>
                </a:cubicBezTo>
                <a:cubicBezTo>
                  <a:pt x="22392" y="4976"/>
                  <a:pt x="22073" y="5250"/>
                  <a:pt x="21776" y="5547"/>
                </a:cubicBezTo>
                <a:lnTo>
                  <a:pt x="20589" y="5547"/>
                </a:lnTo>
                <a:cubicBezTo>
                  <a:pt x="22324" y="3858"/>
                  <a:pt x="24036" y="2191"/>
                  <a:pt x="25770" y="502"/>
                </a:cubicBezTo>
                <a:close/>
                <a:moveTo>
                  <a:pt x="27916" y="502"/>
                </a:moveTo>
                <a:cubicBezTo>
                  <a:pt x="26569" y="1826"/>
                  <a:pt x="25245" y="3127"/>
                  <a:pt x="23899" y="4451"/>
                </a:cubicBezTo>
                <a:cubicBezTo>
                  <a:pt x="23534" y="4816"/>
                  <a:pt x="23146" y="5181"/>
                  <a:pt x="22780" y="5547"/>
                </a:cubicBezTo>
                <a:lnTo>
                  <a:pt x="22004" y="5547"/>
                </a:lnTo>
                <a:cubicBezTo>
                  <a:pt x="22073" y="5455"/>
                  <a:pt x="22164" y="5387"/>
                  <a:pt x="22232" y="5318"/>
                </a:cubicBezTo>
                <a:cubicBezTo>
                  <a:pt x="23899" y="3743"/>
                  <a:pt x="25542" y="2123"/>
                  <a:pt x="27186" y="502"/>
                </a:cubicBezTo>
                <a:close/>
                <a:moveTo>
                  <a:pt x="28966" y="502"/>
                </a:moveTo>
                <a:cubicBezTo>
                  <a:pt x="27300" y="2169"/>
                  <a:pt x="25656" y="3858"/>
                  <a:pt x="24013" y="5547"/>
                </a:cubicBezTo>
                <a:lnTo>
                  <a:pt x="22986" y="5547"/>
                </a:lnTo>
                <a:cubicBezTo>
                  <a:pt x="23123" y="5387"/>
                  <a:pt x="23282" y="5250"/>
                  <a:pt x="23419" y="5113"/>
                </a:cubicBezTo>
                <a:cubicBezTo>
                  <a:pt x="24994" y="3561"/>
                  <a:pt x="26569" y="2032"/>
                  <a:pt x="28144" y="502"/>
                </a:cubicBezTo>
                <a:close/>
                <a:moveTo>
                  <a:pt x="30427" y="502"/>
                </a:moveTo>
                <a:cubicBezTo>
                  <a:pt x="28897" y="2009"/>
                  <a:pt x="27368" y="3515"/>
                  <a:pt x="25862" y="5044"/>
                </a:cubicBezTo>
                <a:cubicBezTo>
                  <a:pt x="25702" y="5204"/>
                  <a:pt x="25542" y="5364"/>
                  <a:pt x="25382" y="5547"/>
                </a:cubicBezTo>
                <a:lnTo>
                  <a:pt x="24789" y="5547"/>
                </a:lnTo>
                <a:cubicBezTo>
                  <a:pt x="26455" y="3858"/>
                  <a:pt x="28099" y="2191"/>
                  <a:pt x="29719" y="502"/>
                </a:cubicBezTo>
                <a:close/>
                <a:moveTo>
                  <a:pt x="31933" y="502"/>
                </a:moveTo>
                <a:cubicBezTo>
                  <a:pt x="30244" y="2191"/>
                  <a:pt x="28578" y="3858"/>
                  <a:pt x="26912" y="5547"/>
                </a:cubicBezTo>
                <a:lnTo>
                  <a:pt x="25611" y="5547"/>
                </a:lnTo>
                <a:cubicBezTo>
                  <a:pt x="25748" y="5410"/>
                  <a:pt x="25862" y="5296"/>
                  <a:pt x="25976" y="5159"/>
                </a:cubicBezTo>
                <a:cubicBezTo>
                  <a:pt x="27528" y="3584"/>
                  <a:pt x="29126" y="2032"/>
                  <a:pt x="30724" y="502"/>
                </a:cubicBezTo>
                <a:close/>
                <a:moveTo>
                  <a:pt x="34056" y="502"/>
                </a:moveTo>
                <a:cubicBezTo>
                  <a:pt x="32298" y="2191"/>
                  <a:pt x="30518" y="3858"/>
                  <a:pt x="28761" y="5547"/>
                </a:cubicBezTo>
                <a:lnTo>
                  <a:pt x="27231" y="5547"/>
                </a:lnTo>
                <a:cubicBezTo>
                  <a:pt x="28943" y="3858"/>
                  <a:pt x="30678" y="2191"/>
                  <a:pt x="32390" y="502"/>
                </a:cubicBezTo>
                <a:close/>
                <a:moveTo>
                  <a:pt x="35517" y="502"/>
                </a:moveTo>
                <a:cubicBezTo>
                  <a:pt x="33805" y="2191"/>
                  <a:pt x="32070" y="3880"/>
                  <a:pt x="30335" y="5547"/>
                </a:cubicBezTo>
                <a:lnTo>
                  <a:pt x="28966" y="5547"/>
                </a:lnTo>
                <a:cubicBezTo>
                  <a:pt x="30724" y="3858"/>
                  <a:pt x="32504" y="2191"/>
                  <a:pt x="34284" y="502"/>
                </a:cubicBezTo>
                <a:close/>
                <a:moveTo>
                  <a:pt x="37685" y="502"/>
                </a:moveTo>
                <a:cubicBezTo>
                  <a:pt x="35996" y="2169"/>
                  <a:pt x="34307" y="3858"/>
                  <a:pt x="32618" y="5547"/>
                </a:cubicBezTo>
                <a:lnTo>
                  <a:pt x="30564" y="5547"/>
                </a:lnTo>
                <a:cubicBezTo>
                  <a:pt x="32321" y="3880"/>
                  <a:pt x="34033" y="2191"/>
                  <a:pt x="35768" y="502"/>
                </a:cubicBezTo>
                <a:close/>
                <a:moveTo>
                  <a:pt x="39032" y="502"/>
                </a:moveTo>
                <a:cubicBezTo>
                  <a:pt x="38986" y="571"/>
                  <a:pt x="38918" y="616"/>
                  <a:pt x="38872" y="685"/>
                </a:cubicBezTo>
                <a:cubicBezTo>
                  <a:pt x="37252" y="2305"/>
                  <a:pt x="35631" y="3926"/>
                  <a:pt x="34010" y="5547"/>
                </a:cubicBezTo>
                <a:lnTo>
                  <a:pt x="32846" y="5547"/>
                </a:lnTo>
                <a:cubicBezTo>
                  <a:pt x="34558" y="3858"/>
                  <a:pt x="36270" y="2169"/>
                  <a:pt x="37959" y="502"/>
                </a:cubicBezTo>
                <a:close/>
                <a:moveTo>
                  <a:pt x="40470" y="502"/>
                </a:moveTo>
                <a:cubicBezTo>
                  <a:pt x="39762" y="1278"/>
                  <a:pt x="39032" y="2032"/>
                  <a:pt x="38302" y="2785"/>
                </a:cubicBezTo>
                <a:cubicBezTo>
                  <a:pt x="37388" y="3698"/>
                  <a:pt x="36475" y="4611"/>
                  <a:pt x="35562" y="5547"/>
                </a:cubicBezTo>
                <a:lnTo>
                  <a:pt x="34284" y="5547"/>
                </a:lnTo>
                <a:cubicBezTo>
                  <a:pt x="35859" y="3972"/>
                  <a:pt x="37434" y="2397"/>
                  <a:pt x="39009" y="822"/>
                </a:cubicBezTo>
                <a:cubicBezTo>
                  <a:pt x="39123" y="708"/>
                  <a:pt x="39215" y="616"/>
                  <a:pt x="39306" y="502"/>
                </a:cubicBezTo>
                <a:close/>
                <a:moveTo>
                  <a:pt x="41566" y="502"/>
                </a:moveTo>
                <a:cubicBezTo>
                  <a:pt x="39831" y="2191"/>
                  <a:pt x="38096" y="3858"/>
                  <a:pt x="36361" y="5547"/>
                </a:cubicBezTo>
                <a:lnTo>
                  <a:pt x="35699" y="5547"/>
                </a:lnTo>
                <a:cubicBezTo>
                  <a:pt x="37320" y="3858"/>
                  <a:pt x="38963" y="2169"/>
                  <a:pt x="40607" y="502"/>
                </a:cubicBezTo>
                <a:close/>
                <a:moveTo>
                  <a:pt x="43620" y="502"/>
                </a:moveTo>
                <a:cubicBezTo>
                  <a:pt x="41931" y="2191"/>
                  <a:pt x="40242" y="3858"/>
                  <a:pt x="38530" y="5547"/>
                </a:cubicBezTo>
                <a:lnTo>
                  <a:pt x="36955" y="5547"/>
                </a:lnTo>
                <a:cubicBezTo>
                  <a:pt x="38644" y="3858"/>
                  <a:pt x="40310" y="2191"/>
                  <a:pt x="41976" y="502"/>
                </a:cubicBezTo>
                <a:close/>
                <a:moveTo>
                  <a:pt x="44944" y="502"/>
                </a:moveTo>
                <a:cubicBezTo>
                  <a:pt x="43323" y="2214"/>
                  <a:pt x="41634" y="3880"/>
                  <a:pt x="39945" y="5547"/>
                </a:cubicBezTo>
                <a:lnTo>
                  <a:pt x="38781" y="5547"/>
                </a:lnTo>
                <a:cubicBezTo>
                  <a:pt x="40493" y="3880"/>
                  <a:pt x="42205" y="2191"/>
                  <a:pt x="43917" y="502"/>
                </a:cubicBezTo>
                <a:close/>
                <a:moveTo>
                  <a:pt x="45834" y="502"/>
                </a:moveTo>
                <a:cubicBezTo>
                  <a:pt x="44738" y="1735"/>
                  <a:pt x="43643" y="2990"/>
                  <a:pt x="42524" y="4200"/>
                </a:cubicBezTo>
                <a:cubicBezTo>
                  <a:pt x="42113" y="4656"/>
                  <a:pt x="41680" y="5090"/>
                  <a:pt x="41246" y="5547"/>
                </a:cubicBezTo>
                <a:lnTo>
                  <a:pt x="40401" y="5547"/>
                </a:lnTo>
                <a:cubicBezTo>
                  <a:pt x="42091" y="3903"/>
                  <a:pt x="43734" y="2214"/>
                  <a:pt x="45332" y="502"/>
                </a:cubicBezTo>
                <a:close/>
                <a:moveTo>
                  <a:pt x="46610" y="502"/>
                </a:moveTo>
                <a:lnTo>
                  <a:pt x="46793" y="731"/>
                </a:lnTo>
                <a:cubicBezTo>
                  <a:pt x="45628" y="2077"/>
                  <a:pt x="44510" y="3447"/>
                  <a:pt x="43300" y="4702"/>
                </a:cubicBezTo>
                <a:cubicBezTo>
                  <a:pt x="43026" y="4976"/>
                  <a:pt x="42752" y="5273"/>
                  <a:pt x="42479" y="5547"/>
                </a:cubicBezTo>
                <a:lnTo>
                  <a:pt x="41406" y="5547"/>
                </a:lnTo>
                <a:cubicBezTo>
                  <a:pt x="42981" y="3880"/>
                  <a:pt x="44533" y="2191"/>
                  <a:pt x="46108" y="502"/>
                </a:cubicBezTo>
                <a:close/>
                <a:moveTo>
                  <a:pt x="46929" y="913"/>
                </a:moveTo>
                <a:lnTo>
                  <a:pt x="47386" y="1484"/>
                </a:lnTo>
                <a:cubicBezTo>
                  <a:pt x="46062" y="2808"/>
                  <a:pt x="44784" y="4177"/>
                  <a:pt x="43483" y="5547"/>
                </a:cubicBezTo>
                <a:lnTo>
                  <a:pt x="42707" y="5547"/>
                </a:lnTo>
                <a:cubicBezTo>
                  <a:pt x="42935" y="5296"/>
                  <a:pt x="43186" y="5067"/>
                  <a:pt x="43414" y="4839"/>
                </a:cubicBezTo>
                <a:cubicBezTo>
                  <a:pt x="44647" y="3584"/>
                  <a:pt x="45788" y="2237"/>
                  <a:pt x="46929" y="913"/>
                </a:cubicBezTo>
                <a:close/>
                <a:moveTo>
                  <a:pt x="47523" y="1644"/>
                </a:moveTo>
                <a:lnTo>
                  <a:pt x="48162" y="2488"/>
                </a:lnTo>
                <a:cubicBezTo>
                  <a:pt x="47295" y="3515"/>
                  <a:pt x="46382" y="4542"/>
                  <a:pt x="45469" y="5547"/>
                </a:cubicBezTo>
                <a:lnTo>
                  <a:pt x="43802" y="5547"/>
                </a:lnTo>
                <a:cubicBezTo>
                  <a:pt x="45035" y="4246"/>
                  <a:pt x="46268" y="2945"/>
                  <a:pt x="47523" y="1644"/>
                </a:cubicBezTo>
                <a:close/>
                <a:moveTo>
                  <a:pt x="48276" y="2625"/>
                </a:moveTo>
                <a:lnTo>
                  <a:pt x="48550" y="2967"/>
                </a:lnTo>
                <a:lnTo>
                  <a:pt x="46610" y="5547"/>
                </a:lnTo>
                <a:lnTo>
                  <a:pt x="45743" y="5547"/>
                </a:lnTo>
                <a:cubicBezTo>
                  <a:pt x="46610" y="4588"/>
                  <a:pt x="47454" y="3607"/>
                  <a:pt x="48276" y="2625"/>
                </a:cubicBezTo>
                <a:close/>
                <a:moveTo>
                  <a:pt x="1" y="0"/>
                </a:moveTo>
                <a:lnTo>
                  <a:pt x="2397" y="3013"/>
                </a:lnTo>
                <a:lnTo>
                  <a:pt x="1" y="6026"/>
                </a:lnTo>
                <a:lnTo>
                  <a:pt x="46861" y="6026"/>
                </a:lnTo>
                <a:lnTo>
                  <a:pt x="49166" y="2967"/>
                </a:lnTo>
                <a:lnTo>
                  <a:pt x="468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1" name="Google Shape;7961;p279"/>
          <p:cNvSpPr/>
          <p:nvPr/>
        </p:nvSpPr>
        <p:spPr>
          <a:xfrm>
            <a:off x="4823867" y="2924828"/>
            <a:ext cx="1229175" cy="298166"/>
          </a:xfrm>
          <a:custGeom>
            <a:avLst/>
            <a:gdLst/>
            <a:ahLst/>
            <a:cxnLst/>
            <a:rect l="l" t="t" r="r" b="b"/>
            <a:pathLst>
              <a:path w="49167" h="6026" extrusionOk="0">
                <a:moveTo>
                  <a:pt x="2055" y="502"/>
                </a:moveTo>
                <a:cubicBezTo>
                  <a:pt x="1850" y="685"/>
                  <a:pt x="1667" y="867"/>
                  <a:pt x="1462" y="1073"/>
                </a:cubicBezTo>
                <a:lnTo>
                  <a:pt x="1028" y="502"/>
                </a:lnTo>
                <a:close/>
                <a:moveTo>
                  <a:pt x="3265" y="502"/>
                </a:moveTo>
                <a:cubicBezTo>
                  <a:pt x="2831" y="913"/>
                  <a:pt x="2420" y="1347"/>
                  <a:pt x="2032" y="1758"/>
                </a:cubicBezTo>
                <a:lnTo>
                  <a:pt x="1576" y="1187"/>
                </a:lnTo>
                <a:cubicBezTo>
                  <a:pt x="1804" y="959"/>
                  <a:pt x="2055" y="731"/>
                  <a:pt x="2284" y="502"/>
                </a:cubicBezTo>
                <a:close/>
                <a:moveTo>
                  <a:pt x="4771" y="502"/>
                </a:moveTo>
                <a:cubicBezTo>
                  <a:pt x="4064" y="1187"/>
                  <a:pt x="3379" y="1895"/>
                  <a:pt x="2672" y="2579"/>
                </a:cubicBezTo>
                <a:lnTo>
                  <a:pt x="2238" y="2032"/>
                </a:lnTo>
                <a:cubicBezTo>
                  <a:pt x="2740" y="1529"/>
                  <a:pt x="3242" y="1004"/>
                  <a:pt x="3744" y="502"/>
                </a:cubicBezTo>
                <a:close/>
                <a:moveTo>
                  <a:pt x="6164" y="502"/>
                </a:moveTo>
                <a:cubicBezTo>
                  <a:pt x="4498" y="2169"/>
                  <a:pt x="2854" y="3835"/>
                  <a:pt x="1211" y="5547"/>
                </a:cubicBezTo>
                <a:lnTo>
                  <a:pt x="1028" y="5547"/>
                </a:lnTo>
                <a:lnTo>
                  <a:pt x="3037" y="3013"/>
                </a:lnTo>
                <a:lnTo>
                  <a:pt x="2854" y="2785"/>
                </a:lnTo>
                <a:cubicBezTo>
                  <a:pt x="3607" y="2032"/>
                  <a:pt x="4361" y="1256"/>
                  <a:pt x="5137" y="502"/>
                </a:cubicBezTo>
                <a:close/>
                <a:moveTo>
                  <a:pt x="7556" y="502"/>
                </a:moveTo>
                <a:cubicBezTo>
                  <a:pt x="5821" y="2169"/>
                  <a:pt x="4110" y="3858"/>
                  <a:pt x="2398" y="5547"/>
                </a:cubicBezTo>
                <a:lnTo>
                  <a:pt x="1599" y="5547"/>
                </a:lnTo>
                <a:cubicBezTo>
                  <a:pt x="3356" y="3880"/>
                  <a:pt x="5091" y="2191"/>
                  <a:pt x="6849" y="502"/>
                </a:cubicBezTo>
                <a:close/>
                <a:moveTo>
                  <a:pt x="8629" y="502"/>
                </a:moveTo>
                <a:cubicBezTo>
                  <a:pt x="6986" y="2169"/>
                  <a:pt x="5365" y="3835"/>
                  <a:pt x="3767" y="5547"/>
                </a:cubicBezTo>
                <a:lnTo>
                  <a:pt x="2649" y="5547"/>
                </a:lnTo>
                <a:cubicBezTo>
                  <a:pt x="4383" y="3858"/>
                  <a:pt x="6095" y="2191"/>
                  <a:pt x="7807" y="502"/>
                </a:cubicBezTo>
                <a:close/>
                <a:moveTo>
                  <a:pt x="9998" y="502"/>
                </a:moveTo>
                <a:cubicBezTo>
                  <a:pt x="8332" y="2169"/>
                  <a:pt x="6689" y="3835"/>
                  <a:pt x="5068" y="5547"/>
                </a:cubicBezTo>
                <a:lnTo>
                  <a:pt x="4155" y="5547"/>
                </a:lnTo>
                <a:cubicBezTo>
                  <a:pt x="5753" y="3858"/>
                  <a:pt x="7351" y="2169"/>
                  <a:pt x="8948" y="502"/>
                </a:cubicBezTo>
                <a:close/>
                <a:moveTo>
                  <a:pt x="12327" y="502"/>
                </a:moveTo>
                <a:cubicBezTo>
                  <a:pt x="10569" y="2191"/>
                  <a:pt x="8789" y="3858"/>
                  <a:pt x="7031" y="5547"/>
                </a:cubicBezTo>
                <a:lnTo>
                  <a:pt x="5456" y="5547"/>
                </a:lnTo>
                <a:cubicBezTo>
                  <a:pt x="7077" y="3835"/>
                  <a:pt x="8720" y="2169"/>
                  <a:pt x="10364" y="502"/>
                </a:cubicBezTo>
                <a:close/>
                <a:moveTo>
                  <a:pt x="14107" y="502"/>
                </a:moveTo>
                <a:cubicBezTo>
                  <a:pt x="12349" y="2191"/>
                  <a:pt x="10569" y="3858"/>
                  <a:pt x="8812" y="5547"/>
                </a:cubicBezTo>
                <a:lnTo>
                  <a:pt x="7396" y="5547"/>
                </a:lnTo>
                <a:cubicBezTo>
                  <a:pt x="9108" y="3858"/>
                  <a:pt x="10843" y="2191"/>
                  <a:pt x="12555" y="502"/>
                </a:cubicBezTo>
                <a:close/>
                <a:moveTo>
                  <a:pt x="15865" y="502"/>
                </a:moveTo>
                <a:cubicBezTo>
                  <a:pt x="14084" y="2169"/>
                  <a:pt x="12281" y="3812"/>
                  <a:pt x="10569" y="5547"/>
                </a:cubicBezTo>
                <a:lnTo>
                  <a:pt x="9085" y="5547"/>
                </a:lnTo>
                <a:cubicBezTo>
                  <a:pt x="10820" y="3858"/>
                  <a:pt x="12555" y="2169"/>
                  <a:pt x="14290" y="502"/>
                </a:cubicBezTo>
                <a:close/>
                <a:moveTo>
                  <a:pt x="17006" y="502"/>
                </a:moveTo>
                <a:cubicBezTo>
                  <a:pt x="15340" y="2169"/>
                  <a:pt x="13696" y="3858"/>
                  <a:pt x="12053" y="5547"/>
                </a:cubicBezTo>
                <a:lnTo>
                  <a:pt x="10911" y="5547"/>
                </a:lnTo>
                <a:cubicBezTo>
                  <a:pt x="12646" y="3835"/>
                  <a:pt x="14404" y="2169"/>
                  <a:pt x="16161" y="502"/>
                </a:cubicBezTo>
                <a:close/>
                <a:moveTo>
                  <a:pt x="18535" y="502"/>
                </a:moveTo>
                <a:cubicBezTo>
                  <a:pt x="16846" y="2169"/>
                  <a:pt x="15180" y="3858"/>
                  <a:pt x="13536" y="5547"/>
                </a:cubicBezTo>
                <a:lnTo>
                  <a:pt x="12144" y="5547"/>
                </a:lnTo>
                <a:cubicBezTo>
                  <a:pt x="13833" y="3858"/>
                  <a:pt x="15545" y="2169"/>
                  <a:pt x="17234" y="502"/>
                </a:cubicBezTo>
                <a:close/>
                <a:moveTo>
                  <a:pt x="19517" y="502"/>
                </a:moveTo>
                <a:cubicBezTo>
                  <a:pt x="17850" y="2146"/>
                  <a:pt x="16230" y="3835"/>
                  <a:pt x="14632" y="5547"/>
                </a:cubicBezTo>
                <a:lnTo>
                  <a:pt x="13787" y="5547"/>
                </a:lnTo>
                <a:cubicBezTo>
                  <a:pt x="15454" y="3858"/>
                  <a:pt x="17097" y="2169"/>
                  <a:pt x="18786" y="502"/>
                </a:cubicBezTo>
                <a:close/>
                <a:moveTo>
                  <a:pt x="21480" y="502"/>
                </a:moveTo>
                <a:cubicBezTo>
                  <a:pt x="21092" y="867"/>
                  <a:pt x="20704" y="1256"/>
                  <a:pt x="20315" y="1621"/>
                </a:cubicBezTo>
                <a:cubicBezTo>
                  <a:pt x="19014" y="2922"/>
                  <a:pt x="17668" y="4246"/>
                  <a:pt x="16344" y="5547"/>
                </a:cubicBezTo>
                <a:lnTo>
                  <a:pt x="14860" y="5547"/>
                </a:lnTo>
                <a:cubicBezTo>
                  <a:pt x="16207" y="4109"/>
                  <a:pt x="17554" y="2693"/>
                  <a:pt x="18946" y="1324"/>
                </a:cubicBezTo>
                <a:cubicBezTo>
                  <a:pt x="19220" y="1050"/>
                  <a:pt x="19517" y="776"/>
                  <a:pt x="19791" y="502"/>
                </a:cubicBezTo>
                <a:close/>
                <a:moveTo>
                  <a:pt x="23191" y="502"/>
                </a:moveTo>
                <a:cubicBezTo>
                  <a:pt x="22735" y="959"/>
                  <a:pt x="22278" y="1415"/>
                  <a:pt x="21845" y="1895"/>
                </a:cubicBezTo>
                <a:cubicBezTo>
                  <a:pt x="20658" y="3104"/>
                  <a:pt x="19471" y="4337"/>
                  <a:pt x="18284" y="5547"/>
                </a:cubicBezTo>
                <a:lnTo>
                  <a:pt x="16504" y="5547"/>
                </a:lnTo>
                <a:cubicBezTo>
                  <a:pt x="17622" y="4451"/>
                  <a:pt x="18763" y="3378"/>
                  <a:pt x="19859" y="2283"/>
                </a:cubicBezTo>
                <a:cubicBezTo>
                  <a:pt x="20452" y="1689"/>
                  <a:pt x="21046" y="1096"/>
                  <a:pt x="21639" y="502"/>
                </a:cubicBezTo>
                <a:close/>
                <a:moveTo>
                  <a:pt x="25428" y="502"/>
                </a:moveTo>
                <a:cubicBezTo>
                  <a:pt x="24310" y="1644"/>
                  <a:pt x="23169" y="2762"/>
                  <a:pt x="22027" y="3880"/>
                </a:cubicBezTo>
                <a:cubicBezTo>
                  <a:pt x="21457" y="4428"/>
                  <a:pt x="20886" y="4976"/>
                  <a:pt x="20338" y="5547"/>
                </a:cubicBezTo>
                <a:lnTo>
                  <a:pt x="18512" y="5547"/>
                </a:lnTo>
                <a:cubicBezTo>
                  <a:pt x="19654" y="4360"/>
                  <a:pt x="20795" y="3173"/>
                  <a:pt x="21936" y="1986"/>
                </a:cubicBezTo>
                <a:cubicBezTo>
                  <a:pt x="22415" y="1484"/>
                  <a:pt x="22918" y="1004"/>
                  <a:pt x="23420" y="502"/>
                </a:cubicBezTo>
                <a:close/>
                <a:moveTo>
                  <a:pt x="26889" y="502"/>
                </a:moveTo>
                <a:cubicBezTo>
                  <a:pt x="25520" y="1917"/>
                  <a:pt x="24127" y="3310"/>
                  <a:pt x="22689" y="4679"/>
                </a:cubicBezTo>
                <a:cubicBezTo>
                  <a:pt x="22370" y="4976"/>
                  <a:pt x="22073" y="5250"/>
                  <a:pt x="21776" y="5547"/>
                </a:cubicBezTo>
                <a:lnTo>
                  <a:pt x="20589" y="5547"/>
                </a:lnTo>
                <a:cubicBezTo>
                  <a:pt x="22324" y="3858"/>
                  <a:pt x="24036" y="2191"/>
                  <a:pt x="25748" y="502"/>
                </a:cubicBezTo>
                <a:close/>
                <a:moveTo>
                  <a:pt x="27916" y="502"/>
                </a:moveTo>
                <a:cubicBezTo>
                  <a:pt x="26570" y="1826"/>
                  <a:pt x="25223" y="3127"/>
                  <a:pt x="23899" y="4451"/>
                </a:cubicBezTo>
                <a:cubicBezTo>
                  <a:pt x="23534" y="4816"/>
                  <a:pt x="23146" y="5181"/>
                  <a:pt x="22781" y="5547"/>
                </a:cubicBezTo>
                <a:lnTo>
                  <a:pt x="22005" y="5547"/>
                </a:lnTo>
                <a:cubicBezTo>
                  <a:pt x="22073" y="5455"/>
                  <a:pt x="22142" y="5387"/>
                  <a:pt x="22233" y="5318"/>
                </a:cubicBezTo>
                <a:cubicBezTo>
                  <a:pt x="23899" y="3743"/>
                  <a:pt x="25542" y="2123"/>
                  <a:pt x="27163" y="502"/>
                </a:cubicBezTo>
                <a:close/>
                <a:moveTo>
                  <a:pt x="28966" y="502"/>
                </a:moveTo>
                <a:cubicBezTo>
                  <a:pt x="27300" y="2169"/>
                  <a:pt x="25657" y="3858"/>
                  <a:pt x="24013" y="5547"/>
                </a:cubicBezTo>
                <a:lnTo>
                  <a:pt x="22986" y="5547"/>
                </a:lnTo>
                <a:cubicBezTo>
                  <a:pt x="23123" y="5387"/>
                  <a:pt x="23260" y="5250"/>
                  <a:pt x="23420" y="5113"/>
                </a:cubicBezTo>
                <a:cubicBezTo>
                  <a:pt x="24972" y="3561"/>
                  <a:pt x="26570" y="2032"/>
                  <a:pt x="28145" y="502"/>
                </a:cubicBezTo>
                <a:close/>
                <a:moveTo>
                  <a:pt x="30427" y="502"/>
                </a:moveTo>
                <a:cubicBezTo>
                  <a:pt x="28898" y="2009"/>
                  <a:pt x="27346" y="3515"/>
                  <a:pt x="25862" y="5044"/>
                </a:cubicBezTo>
                <a:cubicBezTo>
                  <a:pt x="25702" y="5204"/>
                  <a:pt x="25542" y="5364"/>
                  <a:pt x="25383" y="5547"/>
                </a:cubicBezTo>
                <a:lnTo>
                  <a:pt x="24789" y="5547"/>
                </a:lnTo>
                <a:cubicBezTo>
                  <a:pt x="26456" y="3858"/>
                  <a:pt x="28099" y="2191"/>
                  <a:pt x="29720" y="502"/>
                </a:cubicBezTo>
                <a:close/>
                <a:moveTo>
                  <a:pt x="31911" y="502"/>
                </a:moveTo>
                <a:cubicBezTo>
                  <a:pt x="30245" y="2191"/>
                  <a:pt x="28578" y="3858"/>
                  <a:pt x="26889" y="5547"/>
                </a:cubicBezTo>
                <a:lnTo>
                  <a:pt x="25611" y="5547"/>
                </a:lnTo>
                <a:cubicBezTo>
                  <a:pt x="25725" y="5410"/>
                  <a:pt x="25862" y="5296"/>
                  <a:pt x="25976" y="5159"/>
                </a:cubicBezTo>
                <a:cubicBezTo>
                  <a:pt x="27528" y="3584"/>
                  <a:pt x="29126" y="2032"/>
                  <a:pt x="30724" y="502"/>
                </a:cubicBezTo>
                <a:close/>
                <a:moveTo>
                  <a:pt x="34056" y="502"/>
                </a:moveTo>
                <a:cubicBezTo>
                  <a:pt x="32299" y="2191"/>
                  <a:pt x="30518" y="3858"/>
                  <a:pt x="28761" y="5547"/>
                </a:cubicBezTo>
                <a:lnTo>
                  <a:pt x="27232" y="5547"/>
                </a:lnTo>
                <a:cubicBezTo>
                  <a:pt x="28943" y="3858"/>
                  <a:pt x="30678" y="2191"/>
                  <a:pt x="32390" y="502"/>
                </a:cubicBezTo>
                <a:close/>
                <a:moveTo>
                  <a:pt x="35517" y="502"/>
                </a:moveTo>
                <a:cubicBezTo>
                  <a:pt x="33805" y="2191"/>
                  <a:pt x="32071" y="3880"/>
                  <a:pt x="30336" y="5547"/>
                </a:cubicBezTo>
                <a:lnTo>
                  <a:pt x="28966" y="5547"/>
                </a:lnTo>
                <a:cubicBezTo>
                  <a:pt x="30724" y="3858"/>
                  <a:pt x="32504" y="2191"/>
                  <a:pt x="34285" y="502"/>
                </a:cubicBezTo>
                <a:close/>
                <a:moveTo>
                  <a:pt x="37686" y="502"/>
                </a:moveTo>
                <a:cubicBezTo>
                  <a:pt x="35996" y="2169"/>
                  <a:pt x="34307" y="3858"/>
                  <a:pt x="32618" y="5547"/>
                </a:cubicBezTo>
                <a:lnTo>
                  <a:pt x="30564" y="5547"/>
                </a:lnTo>
                <a:cubicBezTo>
                  <a:pt x="32322" y="3880"/>
                  <a:pt x="34034" y="2191"/>
                  <a:pt x="35745" y="502"/>
                </a:cubicBezTo>
                <a:close/>
                <a:moveTo>
                  <a:pt x="39032" y="502"/>
                </a:moveTo>
                <a:cubicBezTo>
                  <a:pt x="38987" y="571"/>
                  <a:pt x="38918" y="616"/>
                  <a:pt x="38872" y="685"/>
                </a:cubicBezTo>
                <a:cubicBezTo>
                  <a:pt x="37252" y="2305"/>
                  <a:pt x="35631" y="3926"/>
                  <a:pt x="33988" y="5547"/>
                </a:cubicBezTo>
                <a:lnTo>
                  <a:pt x="32847" y="5547"/>
                </a:lnTo>
                <a:cubicBezTo>
                  <a:pt x="34558" y="3858"/>
                  <a:pt x="36248" y="2169"/>
                  <a:pt x="37959" y="502"/>
                </a:cubicBezTo>
                <a:close/>
                <a:moveTo>
                  <a:pt x="40470" y="502"/>
                </a:moveTo>
                <a:cubicBezTo>
                  <a:pt x="39763" y="1278"/>
                  <a:pt x="39032" y="2032"/>
                  <a:pt x="38302" y="2785"/>
                </a:cubicBezTo>
                <a:cubicBezTo>
                  <a:pt x="37389" y="3698"/>
                  <a:pt x="36476" y="4611"/>
                  <a:pt x="35563" y="5547"/>
                </a:cubicBezTo>
                <a:lnTo>
                  <a:pt x="34285" y="5547"/>
                </a:lnTo>
                <a:cubicBezTo>
                  <a:pt x="35860" y="3972"/>
                  <a:pt x="37434" y="2397"/>
                  <a:pt x="39009" y="822"/>
                </a:cubicBezTo>
                <a:cubicBezTo>
                  <a:pt x="39101" y="708"/>
                  <a:pt x="39215" y="616"/>
                  <a:pt x="39306" y="502"/>
                </a:cubicBezTo>
                <a:close/>
                <a:moveTo>
                  <a:pt x="41543" y="502"/>
                </a:moveTo>
                <a:cubicBezTo>
                  <a:pt x="39831" y="2191"/>
                  <a:pt x="38096" y="3858"/>
                  <a:pt x="36362" y="5547"/>
                </a:cubicBezTo>
                <a:lnTo>
                  <a:pt x="35700" y="5547"/>
                </a:lnTo>
                <a:cubicBezTo>
                  <a:pt x="37320" y="3858"/>
                  <a:pt x="38964" y="2169"/>
                  <a:pt x="40607" y="502"/>
                </a:cubicBezTo>
                <a:close/>
                <a:moveTo>
                  <a:pt x="43620" y="502"/>
                </a:moveTo>
                <a:cubicBezTo>
                  <a:pt x="41931" y="2191"/>
                  <a:pt x="40242" y="3858"/>
                  <a:pt x="38530" y="5547"/>
                </a:cubicBezTo>
                <a:lnTo>
                  <a:pt x="36955" y="5547"/>
                </a:lnTo>
                <a:cubicBezTo>
                  <a:pt x="38621" y="3858"/>
                  <a:pt x="40310" y="2191"/>
                  <a:pt x="41977" y="502"/>
                </a:cubicBezTo>
                <a:close/>
                <a:moveTo>
                  <a:pt x="44944" y="502"/>
                </a:moveTo>
                <a:cubicBezTo>
                  <a:pt x="43323" y="2214"/>
                  <a:pt x="41634" y="3880"/>
                  <a:pt x="39945" y="5547"/>
                </a:cubicBezTo>
                <a:lnTo>
                  <a:pt x="38781" y="5547"/>
                </a:lnTo>
                <a:cubicBezTo>
                  <a:pt x="40493" y="3880"/>
                  <a:pt x="42205" y="2191"/>
                  <a:pt x="43917" y="502"/>
                </a:cubicBezTo>
                <a:close/>
                <a:moveTo>
                  <a:pt x="45834" y="502"/>
                </a:moveTo>
                <a:cubicBezTo>
                  <a:pt x="44739" y="1735"/>
                  <a:pt x="43643" y="2990"/>
                  <a:pt x="42525" y="4200"/>
                </a:cubicBezTo>
                <a:cubicBezTo>
                  <a:pt x="42091" y="4656"/>
                  <a:pt x="41680" y="5090"/>
                  <a:pt x="41246" y="5547"/>
                </a:cubicBezTo>
                <a:lnTo>
                  <a:pt x="40402" y="5547"/>
                </a:lnTo>
                <a:cubicBezTo>
                  <a:pt x="42068" y="3903"/>
                  <a:pt x="43734" y="2214"/>
                  <a:pt x="45332" y="502"/>
                </a:cubicBezTo>
                <a:close/>
                <a:moveTo>
                  <a:pt x="46610" y="502"/>
                </a:moveTo>
                <a:lnTo>
                  <a:pt x="46793" y="731"/>
                </a:lnTo>
                <a:cubicBezTo>
                  <a:pt x="45629" y="2077"/>
                  <a:pt x="44487" y="3447"/>
                  <a:pt x="43278" y="4702"/>
                </a:cubicBezTo>
                <a:cubicBezTo>
                  <a:pt x="43027" y="4976"/>
                  <a:pt x="42753" y="5273"/>
                  <a:pt x="42479" y="5547"/>
                </a:cubicBezTo>
                <a:lnTo>
                  <a:pt x="41406" y="5547"/>
                </a:lnTo>
                <a:cubicBezTo>
                  <a:pt x="42981" y="3880"/>
                  <a:pt x="44533" y="2191"/>
                  <a:pt x="46108" y="502"/>
                </a:cubicBezTo>
                <a:close/>
                <a:moveTo>
                  <a:pt x="46930" y="913"/>
                </a:moveTo>
                <a:lnTo>
                  <a:pt x="47386" y="1484"/>
                </a:lnTo>
                <a:cubicBezTo>
                  <a:pt x="46062" y="2808"/>
                  <a:pt x="44784" y="4177"/>
                  <a:pt x="43483" y="5547"/>
                </a:cubicBezTo>
                <a:lnTo>
                  <a:pt x="42707" y="5547"/>
                </a:lnTo>
                <a:cubicBezTo>
                  <a:pt x="42935" y="5296"/>
                  <a:pt x="43186" y="5067"/>
                  <a:pt x="43415" y="4839"/>
                </a:cubicBezTo>
                <a:cubicBezTo>
                  <a:pt x="44647" y="3584"/>
                  <a:pt x="45766" y="2237"/>
                  <a:pt x="46930" y="913"/>
                </a:cubicBezTo>
                <a:close/>
                <a:moveTo>
                  <a:pt x="47523" y="1644"/>
                </a:moveTo>
                <a:lnTo>
                  <a:pt x="48162" y="2488"/>
                </a:lnTo>
                <a:cubicBezTo>
                  <a:pt x="47272" y="3515"/>
                  <a:pt x="46382" y="4542"/>
                  <a:pt x="45469" y="5547"/>
                </a:cubicBezTo>
                <a:lnTo>
                  <a:pt x="43803" y="5547"/>
                </a:lnTo>
                <a:cubicBezTo>
                  <a:pt x="45035" y="4246"/>
                  <a:pt x="46268" y="2945"/>
                  <a:pt x="47523" y="1644"/>
                </a:cubicBezTo>
                <a:close/>
                <a:moveTo>
                  <a:pt x="48276" y="2625"/>
                </a:moveTo>
                <a:lnTo>
                  <a:pt x="48550" y="2967"/>
                </a:lnTo>
                <a:lnTo>
                  <a:pt x="46610" y="5547"/>
                </a:lnTo>
                <a:lnTo>
                  <a:pt x="45743" y="5547"/>
                </a:lnTo>
                <a:cubicBezTo>
                  <a:pt x="46610" y="4588"/>
                  <a:pt x="47455" y="3607"/>
                  <a:pt x="48276" y="2625"/>
                </a:cubicBezTo>
                <a:close/>
                <a:moveTo>
                  <a:pt x="1" y="0"/>
                </a:moveTo>
                <a:lnTo>
                  <a:pt x="2398" y="3013"/>
                </a:lnTo>
                <a:lnTo>
                  <a:pt x="1" y="6026"/>
                </a:lnTo>
                <a:lnTo>
                  <a:pt x="46861" y="6026"/>
                </a:lnTo>
                <a:lnTo>
                  <a:pt x="49167" y="2967"/>
                </a:lnTo>
                <a:lnTo>
                  <a:pt x="468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2" name="Google Shape;7962;p279"/>
          <p:cNvSpPr/>
          <p:nvPr/>
        </p:nvSpPr>
        <p:spPr>
          <a:xfrm>
            <a:off x="6056442" y="2924828"/>
            <a:ext cx="1229175" cy="298166"/>
          </a:xfrm>
          <a:custGeom>
            <a:avLst/>
            <a:gdLst/>
            <a:ahLst/>
            <a:cxnLst/>
            <a:rect l="l" t="t" r="r" b="b"/>
            <a:pathLst>
              <a:path w="49167" h="6026" extrusionOk="0">
                <a:moveTo>
                  <a:pt x="2055" y="502"/>
                </a:moveTo>
                <a:cubicBezTo>
                  <a:pt x="1849" y="685"/>
                  <a:pt x="1667" y="867"/>
                  <a:pt x="1461" y="1073"/>
                </a:cubicBezTo>
                <a:lnTo>
                  <a:pt x="1028" y="502"/>
                </a:lnTo>
                <a:close/>
                <a:moveTo>
                  <a:pt x="3242" y="502"/>
                </a:moveTo>
                <a:cubicBezTo>
                  <a:pt x="2831" y="913"/>
                  <a:pt x="2420" y="1347"/>
                  <a:pt x="2032" y="1758"/>
                </a:cubicBezTo>
                <a:lnTo>
                  <a:pt x="1576" y="1187"/>
                </a:lnTo>
                <a:cubicBezTo>
                  <a:pt x="1804" y="959"/>
                  <a:pt x="2055" y="731"/>
                  <a:pt x="2283" y="502"/>
                </a:cubicBezTo>
                <a:close/>
                <a:moveTo>
                  <a:pt x="4771" y="502"/>
                </a:moveTo>
                <a:cubicBezTo>
                  <a:pt x="4064" y="1187"/>
                  <a:pt x="3356" y="1895"/>
                  <a:pt x="2671" y="2579"/>
                </a:cubicBezTo>
                <a:lnTo>
                  <a:pt x="2238" y="2032"/>
                </a:lnTo>
                <a:cubicBezTo>
                  <a:pt x="2740" y="1529"/>
                  <a:pt x="3242" y="1004"/>
                  <a:pt x="3744" y="502"/>
                </a:cubicBezTo>
                <a:close/>
                <a:moveTo>
                  <a:pt x="6163" y="502"/>
                </a:moveTo>
                <a:cubicBezTo>
                  <a:pt x="4497" y="2169"/>
                  <a:pt x="2831" y="3835"/>
                  <a:pt x="1210" y="5547"/>
                </a:cubicBezTo>
                <a:lnTo>
                  <a:pt x="1028" y="5547"/>
                </a:lnTo>
                <a:lnTo>
                  <a:pt x="3014" y="3013"/>
                </a:lnTo>
                <a:lnTo>
                  <a:pt x="2854" y="2785"/>
                </a:lnTo>
                <a:cubicBezTo>
                  <a:pt x="3607" y="2032"/>
                  <a:pt x="4360" y="1256"/>
                  <a:pt x="5136" y="502"/>
                </a:cubicBezTo>
                <a:close/>
                <a:moveTo>
                  <a:pt x="7556" y="502"/>
                </a:moveTo>
                <a:cubicBezTo>
                  <a:pt x="5821" y="2169"/>
                  <a:pt x="4109" y="3858"/>
                  <a:pt x="2397" y="5547"/>
                </a:cubicBezTo>
                <a:lnTo>
                  <a:pt x="1598" y="5547"/>
                </a:lnTo>
                <a:cubicBezTo>
                  <a:pt x="3356" y="3880"/>
                  <a:pt x="5091" y="2191"/>
                  <a:pt x="6848" y="502"/>
                </a:cubicBezTo>
                <a:close/>
                <a:moveTo>
                  <a:pt x="8629" y="502"/>
                </a:moveTo>
                <a:cubicBezTo>
                  <a:pt x="6985" y="2169"/>
                  <a:pt x="5365" y="3835"/>
                  <a:pt x="3767" y="5547"/>
                </a:cubicBezTo>
                <a:lnTo>
                  <a:pt x="2648" y="5547"/>
                </a:lnTo>
                <a:cubicBezTo>
                  <a:pt x="4383" y="3858"/>
                  <a:pt x="6095" y="2191"/>
                  <a:pt x="7807" y="502"/>
                </a:cubicBezTo>
                <a:close/>
                <a:moveTo>
                  <a:pt x="9998" y="502"/>
                </a:moveTo>
                <a:cubicBezTo>
                  <a:pt x="8332" y="2169"/>
                  <a:pt x="6688" y="3835"/>
                  <a:pt x="5068" y="5547"/>
                </a:cubicBezTo>
                <a:lnTo>
                  <a:pt x="4155" y="5547"/>
                </a:lnTo>
                <a:cubicBezTo>
                  <a:pt x="5753" y="3858"/>
                  <a:pt x="7350" y="2169"/>
                  <a:pt x="8948" y="502"/>
                </a:cubicBezTo>
                <a:close/>
                <a:moveTo>
                  <a:pt x="12326" y="502"/>
                </a:moveTo>
                <a:cubicBezTo>
                  <a:pt x="10569" y="2191"/>
                  <a:pt x="8788" y="3858"/>
                  <a:pt x="7031" y="5547"/>
                </a:cubicBezTo>
                <a:lnTo>
                  <a:pt x="5456" y="5547"/>
                </a:lnTo>
                <a:cubicBezTo>
                  <a:pt x="7076" y="3835"/>
                  <a:pt x="8720" y="2169"/>
                  <a:pt x="10363" y="502"/>
                </a:cubicBezTo>
                <a:close/>
                <a:moveTo>
                  <a:pt x="14107" y="502"/>
                </a:moveTo>
                <a:cubicBezTo>
                  <a:pt x="12349" y="2191"/>
                  <a:pt x="10569" y="3858"/>
                  <a:pt x="8811" y="5547"/>
                </a:cubicBezTo>
                <a:lnTo>
                  <a:pt x="7373" y="5547"/>
                </a:lnTo>
                <a:cubicBezTo>
                  <a:pt x="9108" y="3858"/>
                  <a:pt x="10843" y="2191"/>
                  <a:pt x="12555" y="502"/>
                </a:cubicBezTo>
                <a:close/>
                <a:moveTo>
                  <a:pt x="15864" y="502"/>
                </a:moveTo>
                <a:cubicBezTo>
                  <a:pt x="14084" y="2169"/>
                  <a:pt x="12281" y="3812"/>
                  <a:pt x="10546" y="5547"/>
                </a:cubicBezTo>
                <a:lnTo>
                  <a:pt x="9085" y="5547"/>
                </a:lnTo>
                <a:cubicBezTo>
                  <a:pt x="10820" y="3858"/>
                  <a:pt x="12555" y="2169"/>
                  <a:pt x="14289" y="502"/>
                </a:cubicBezTo>
                <a:close/>
                <a:moveTo>
                  <a:pt x="17005" y="502"/>
                </a:moveTo>
                <a:cubicBezTo>
                  <a:pt x="15339" y="2169"/>
                  <a:pt x="13696" y="3858"/>
                  <a:pt x="12052" y="5547"/>
                </a:cubicBezTo>
                <a:lnTo>
                  <a:pt x="10911" y="5547"/>
                </a:lnTo>
                <a:cubicBezTo>
                  <a:pt x="12646" y="3835"/>
                  <a:pt x="14403" y="2169"/>
                  <a:pt x="16161" y="502"/>
                </a:cubicBezTo>
                <a:close/>
                <a:moveTo>
                  <a:pt x="18535" y="502"/>
                </a:moveTo>
                <a:cubicBezTo>
                  <a:pt x="16846" y="2169"/>
                  <a:pt x="15179" y="3858"/>
                  <a:pt x="13536" y="5547"/>
                </a:cubicBezTo>
                <a:lnTo>
                  <a:pt x="12144" y="5547"/>
                </a:lnTo>
                <a:cubicBezTo>
                  <a:pt x="13833" y="3858"/>
                  <a:pt x="15545" y="2169"/>
                  <a:pt x="17234" y="502"/>
                </a:cubicBezTo>
                <a:close/>
                <a:moveTo>
                  <a:pt x="19516" y="502"/>
                </a:moveTo>
                <a:cubicBezTo>
                  <a:pt x="17850" y="2146"/>
                  <a:pt x="16229" y="3835"/>
                  <a:pt x="14632" y="5547"/>
                </a:cubicBezTo>
                <a:lnTo>
                  <a:pt x="13787" y="5547"/>
                </a:lnTo>
                <a:cubicBezTo>
                  <a:pt x="15453" y="3858"/>
                  <a:pt x="17097" y="2169"/>
                  <a:pt x="18763" y="502"/>
                </a:cubicBezTo>
                <a:close/>
                <a:moveTo>
                  <a:pt x="21479" y="502"/>
                </a:moveTo>
                <a:cubicBezTo>
                  <a:pt x="21091" y="867"/>
                  <a:pt x="20703" y="1256"/>
                  <a:pt x="20315" y="1621"/>
                </a:cubicBezTo>
                <a:cubicBezTo>
                  <a:pt x="18991" y="2922"/>
                  <a:pt x="17667" y="4246"/>
                  <a:pt x="16344" y="5547"/>
                </a:cubicBezTo>
                <a:lnTo>
                  <a:pt x="14860" y="5547"/>
                </a:lnTo>
                <a:cubicBezTo>
                  <a:pt x="16207" y="4109"/>
                  <a:pt x="17553" y="2693"/>
                  <a:pt x="18946" y="1324"/>
                </a:cubicBezTo>
                <a:cubicBezTo>
                  <a:pt x="19220" y="1050"/>
                  <a:pt x="19493" y="776"/>
                  <a:pt x="19790" y="502"/>
                </a:cubicBezTo>
                <a:close/>
                <a:moveTo>
                  <a:pt x="23191" y="502"/>
                </a:moveTo>
                <a:cubicBezTo>
                  <a:pt x="22735" y="959"/>
                  <a:pt x="22278" y="1415"/>
                  <a:pt x="21844" y="1895"/>
                </a:cubicBezTo>
                <a:cubicBezTo>
                  <a:pt x="20658" y="3104"/>
                  <a:pt x="19471" y="4337"/>
                  <a:pt x="18284" y="5547"/>
                </a:cubicBezTo>
                <a:lnTo>
                  <a:pt x="16503" y="5547"/>
                </a:lnTo>
                <a:cubicBezTo>
                  <a:pt x="17622" y="4451"/>
                  <a:pt x="18763" y="3378"/>
                  <a:pt x="19859" y="2283"/>
                </a:cubicBezTo>
                <a:cubicBezTo>
                  <a:pt x="20452" y="1689"/>
                  <a:pt x="21046" y="1096"/>
                  <a:pt x="21639" y="502"/>
                </a:cubicBezTo>
                <a:close/>
                <a:moveTo>
                  <a:pt x="25428" y="502"/>
                </a:moveTo>
                <a:cubicBezTo>
                  <a:pt x="24310" y="1644"/>
                  <a:pt x="23168" y="2762"/>
                  <a:pt x="22027" y="3880"/>
                </a:cubicBezTo>
                <a:cubicBezTo>
                  <a:pt x="21456" y="4428"/>
                  <a:pt x="20886" y="4976"/>
                  <a:pt x="20315" y="5547"/>
                </a:cubicBezTo>
                <a:lnTo>
                  <a:pt x="18512" y="5547"/>
                </a:lnTo>
                <a:cubicBezTo>
                  <a:pt x="19653" y="4360"/>
                  <a:pt x="20794" y="3173"/>
                  <a:pt x="21936" y="1986"/>
                </a:cubicBezTo>
                <a:cubicBezTo>
                  <a:pt x="22415" y="1484"/>
                  <a:pt x="22917" y="1004"/>
                  <a:pt x="23397" y="502"/>
                </a:cubicBezTo>
                <a:close/>
                <a:moveTo>
                  <a:pt x="26889" y="502"/>
                </a:moveTo>
                <a:cubicBezTo>
                  <a:pt x="25519" y="1917"/>
                  <a:pt x="24127" y="3310"/>
                  <a:pt x="22689" y="4679"/>
                </a:cubicBezTo>
                <a:cubicBezTo>
                  <a:pt x="22369" y="4976"/>
                  <a:pt x="22073" y="5250"/>
                  <a:pt x="21776" y="5547"/>
                </a:cubicBezTo>
                <a:lnTo>
                  <a:pt x="20566" y="5547"/>
                </a:lnTo>
                <a:cubicBezTo>
                  <a:pt x="22324" y="3858"/>
                  <a:pt x="24036" y="2191"/>
                  <a:pt x="25748" y="502"/>
                </a:cubicBezTo>
                <a:close/>
                <a:moveTo>
                  <a:pt x="27916" y="502"/>
                </a:moveTo>
                <a:cubicBezTo>
                  <a:pt x="26569" y="1826"/>
                  <a:pt x="25223" y="3127"/>
                  <a:pt x="23899" y="4451"/>
                </a:cubicBezTo>
                <a:cubicBezTo>
                  <a:pt x="23511" y="4816"/>
                  <a:pt x="23145" y="5181"/>
                  <a:pt x="22780" y="5547"/>
                </a:cubicBezTo>
                <a:lnTo>
                  <a:pt x="22004" y="5547"/>
                </a:lnTo>
                <a:cubicBezTo>
                  <a:pt x="22073" y="5455"/>
                  <a:pt x="22141" y="5387"/>
                  <a:pt x="22232" y="5318"/>
                </a:cubicBezTo>
                <a:cubicBezTo>
                  <a:pt x="23899" y="3743"/>
                  <a:pt x="25542" y="2123"/>
                  <a:pt x="27163" y="502"/>
                </a:cubicBezTo>
                <a:close/>
                <a:moveTo>
                  <a:pt x="28966" y="502"/>
                </a:moveTo>
                <a:cubicBezTo>
                  <a:pt x="27300" y="2169"/>
                  <a:pt x="25656" y="3858"/>
                  <a:pt x="24013" y="5547"/>
                </a:cubicBezTo>
                <a:lnTo>
                  <a:pt x="22963" y="5547"/>
                </a:lnTo>
                <a:cubicBezTo>
                  <a:pt x="23123" y="5387"/>
                  <a:pt x="23260" y="5250"/>
                  <a:pt x="23419" y="5113"/>
                </a:cubicBezTo>
                <a:cubicBezTo>
                  <a:pt x="24972" y="3561"/>
                  <a:pt x="26569" y="2032"/>
                  <a:pt x="28144" y="502"/>
                </a:cubicBezTo>
                <a:close/>
                <a:moveTo>
                  <a:pt x="30427" y="502"/>
                </a:moveTo>
                <a:cubicBezTo>
                  <a:pt x="28897" y="2009"/>
                  <a:pt x="27345" y="3515"/>
                  <a:pt x="25862" y="5044"/>
                </a:cubicBezTo>
                <a:cubicBezTo>
                  <a:pt x="25702" y="5204"/>
                  <a:pt x="25542" y="5364"/>
                  <a:pt x="25382" y="5547"/>
                </a:cubicBezTo>
                <a:lnTo>
                  <a:pt x="24789" y="5547"/>
                </a:lnTo>
                <a:cubicBezTo>
                  <a:pt x="26455" y="3858"/>
                  <a:pt x="28099" y="2191"/>
                  <a:pt x="29719" y="502"/>
                </a:cubicBezTo>
                <a:close/>
                <a:moveTo>
                  <a:pt x="31910" y="502"/>
                </a:moveTo>
                <a:cubicBezTo>
                  <a:pt x="30244" y="2191"/>
                  <a:pt x="28578" y="3858"/>
                  <a:pt x="26889" y="5547"/>
                </a:cubicBezTo>
                <a:lnTo>
                  <a:pt x="25611" y="5547"/>
                </a:lnTo>
                <a:cubicBezTo>
                  <a:pt x="25725" y="5410"/>
                  <a:pt x="25862" y="5296"/>
                  <a:pt x="25976" y="5159"/>
                </a:cubicBezTo>
                <a:cubicBezTo>
                  <a:pt x="27505" y="3584"/>
                  <a:pt x="29126" y="2032"/>
                  <a:pt x="30723" y="502"/>
                </a:cubicBezTo>
                <a:close/>
                <a:moveTo>
                  <a:pt x="34056" y="502"/>
                </a:moveTo>
                <a:cubicBezTo>
                  <a:pt x="32298" y="2191"/>
                  <a:pt x="30518" y="3858"/>
                  <a:pt x="28761" y="5547"/>
                </a:cubicBezTo>
                <a:lnTo>
                  <a:pt x="27231" y="5547"/>
                </a:lnTo>
                <a:cubicBezTo>
                  <a:pt x="28943" y="3858"/>
                  <a:pt x="30678" y="2191"/>
                  <a:pt x="32390" y="502"/>
                </a:cubicBezTo>
                <a:close/>
                <a:moveTo>
                  <a:pt x="35517" y="502"/>
                </a:moveTo>
                <a:cubicBezTo>
                  <a:pt x="33805" y="2191"/>
                  <a:pt x="32070" y="3880"/>
                  <a:pt x="30335" y="5547"/>
                </a:cubicBezTo>
                <a:lnTo>
                  <a:pt x="28966" y="5547"/>
                </a:lnTo>
                <a:cubicBezTo>
                  <a:pt x="30723" y="3858"/>
                  <a:pt x="32504" y="2191"/>
                  <a:pt x="34284" y="502"/>
                </a:cubicBezTo>
                <a:close/>
                <a:moveTo>
                  <a:pt x="37662" y="502"/>
                </a:moveTo>
                <a:cubicBezTo>
                  <a:pt x="35973" y="2169"/>
                  <a:pt x="34307" y="3858"/>
                  <a:pt x="32618" y="5547"/>
                </a:cubicBezTo>
                <a:lnTo>
                  <a:pt x="30564" y="5547"/>
                </a:lnTo>
                <a:cubicBezTo>
                  <a:pt x="32321" y="3880"/>
                  <a:pt x="34033" y="2191"/>
                  <a:pt x="35745" y="502"/>
                </a:cubicBezTo>
                <a:close/>
                <a:moveTo>
                  <a:pt x="39032" y="502"/>
                </a:moveTo>
                <a:cubicBezTo>
                  <a:pt x="38963" y="571"/>
                  <a:pt x="38918" y="616"/>
                  <a:pt x="38872" y="685"/>
                </a:cubicBezTo>
                <a:cubicBezTo>
                  <a:pt x="37252" y="2305"/>
                  <a:pt x="35631" y="3926"/>
                  <a:pt x="33988" y="5547"/>
                </a:cubicBezTo>
                <a:lnTo>
                  <a:pt x="32846" y="5547"/>
                </a:lnTo>
                <a:cubicBezTo>
                  <a:pt x="34558" y="3858"/>
                  <a:pt x="36247" y="2169"/>
                  <a:pt x="37959" y="502"/>
                </a:cubicBezTo>
                <a:close/>
                <a:moveTo>
                  <a:pt x="40470" y="502"/>
                </a:moveTo>
                <a:cubicBezTo>
                  <a:pt x="39762" y="1278"/>
                  <a:pt x="39032" y="2032"/>
                  <a:pt x="38302" y="2785"/>
                </a:cubicBezTo>
                <a:cubicBezTo>
                  <a:pt x="37388" y="3698"/>
                  <a:pt x="36475" y="4611"/>
                  <a:pt x="35562" y="5547"/>
                </a:cubicBezTo>
                <a:lnTo>
                  <a:pt x="34284" y="5547"/>
                </a:lnTo>
                <a:cubicBezTo>
                  <a:pt x="35859" y="3972"/>
                  <a:pt x="37434" y="2397"/>
                  <a:pt x="39009" y="822"/>
                </a:cubicBezTo>
                <a:cubicBezTo>
                  <a:pt x="39100" y="708"/>
                  <a:pt x="39215" y="616"/>
                  <a:pt x="39306" y="502"/>
                </a:cubicBezTo>
                <a:close/>
                <a:moveTo>
                  <a:pt x="41543" y="502"/>
                </a:moveTo>
                <a:cubicBezTo>
                  <a:pt x="39831" y="2191"/>
                  <a:pt x="38096" y="3858"/>
                  <a:pt x="36361" y="5547"/>
                </a:cubicBezTo>
                <a:lnTo>
                  <a:pt x="35677" y="5547"/>
                </a:lnTo>
                <a:cubicBezTo>
                  <a:pt x="37320" y="3858"/>
                  <a:pt x="38963" y="2169"/>
                  <a:pt x="40607" y="502"/>
                </a:cubicBezTo>
                <a:close/>
                <a:moveTo>
                  <a:pt x="43620" y="502"/>
                </a:moveTo>
                <a:cubicBezTo>
                  <a:pt x="41931" y="2191"/>
                  <a:pt x="40242" y="3858"/>
                  <a:pt x="38530" y="5547"/>
                </a:cubicBezTo>
                <a:lnTo>
                  <a:pt x="36955" y="5547"/>
                </a:lnTo>
                <a:cubicBezTo>
                  <a:pt x="38621" y="3858"/>
                  <a:pt x="40310" y="2191"/>
                  <a:pt x="41976" y="502"/>
                </a:cubicBezTo>
                <a:close/>
                <a:moveTo>
                  <a:pt x="44944" y="502"/>
                </a:moveTo>
                <a:cubicBezTo>
                  <a:pt x="43300" y="2214"/>
                  <a:pt x="41634" y="3880"/>
                  <a:pt x="39945" y="5547"/>
                </a:cubicBezTo>
                <a:lnTo>
                  <a:pt x="38781" y="5547"/>
                </a:lnTo>
                <a:cubicBezTo>
                  <a:pt x="40493" y="3880"/>
                  <a:pt x="42205" y="2191"/>
                  <a:pt x="43894" y="502"/>
                </a:cubicBezTo>
                <a:close/>
                <a:moveTo>
                  <a:pt x="45834" y="502"/>
                </a:moveTo>
                <a:cubicBezTo>
                  <a:pt x="44738" y="1735"/>
                  <a:pt x="43643" y="2990"/>
                  <a:pt x="42524" y="4200"/>
                </a:cubicBezTo>
                <a:cubicBezTo>
                  <a:pt x="42091" y="4656"/>
                  <a:pt x="41680" y="5090"/>
                  <a:pt x="41246" y="5547"/>
                </a:cubicBezTo>
                <a:lnTo>
                  <a:pt x="40379" y="5547"/>
                </a:lnTo>
                <a:cubicBezTo>
                  <a:pt x="42068" y="3903"/>
                  <a:pt x="43734" y="2214"/>
                  <a:pt x="45332" y="502"/>
                </a:cubicBezTo>
                <a:close/>
                <a:moveTo>
                  <a:pt x="46610" y="502"/>
                </a:moveTo>
                <a:lnTo>
                  <a:pt x="46793" y="731"/>
                </a:lnTo>
                <a:cubicBezTo>
                  <a:pt x="45628" y="2077"/>
                  <a:pt x="44487" y="3447"/>
                  <a:pt x="43277" y="4702"/>
                </a:cubicBezTo>
                <a:cubicBezTo>
                  <a:pt x="43026" y="4976"/>
                  <a:pt x="42752" y="5273"/>
                  <a:pt x="42479" y="5547"/>
                </a:cubicBezTo>
                <a:lnTo>
                  <a:pt x="41406" y="5547"/>
                </a:lnTo>
                <a:cubicBezTo>
                  <a:pt x="42981" y="3880"/>
                  <a:pt x="44533" y="2191"/>
                  <a:pt x="46085" y="502"/>
                </a:cubicBezTo>
                <a:close/>
                <a:moveTo>
                  <a:pt x="46929" y="913"/>
                </a:moveTo>
                <a:lnTo>
                  <a:pt x="47363" y="1484"/>
                </a:lnTo>
                <a:cubicBezTo>
                  <a:pt x="46062" y="2808"/>
                  <a:pt x="44784" y="4177"/>
                  <a:pt x="43483" y="5547"/>
                </a:cubicBezTo>
                <a:lnTo>
                  <a:pt x="42707" y="5547"/>
                </a:lnTo>
                <a:cubicBezTo>
                  <a:pt x="42935" y="5296"/>
                  <a:pt x="43186" y="5067"/>
                  <a:pt x="43414" y="4839"/>
                </a:cubicBezTo>
                <a:cubicBezTo>
                  <a:pt x="44647" y="3584"/>
                  <a:pt x="45765" y="2237"/>
                  <a:pt x="46929" y="913"/>
                </a:cubicBezTo>
                <a:close/>
                <a:moveTo>
                  <a:pt x="47523" y="1644"/>
                </a:moveTo>
                <a:lnTo>
                  <a:pt x="48162" y="2488"/>
                </a:lnTo>
                <a:cubicBezTo>
                  <a:pt x="47272" y="3515"/>
                  <a:pt x="46382" y="4542"/>
                  <a:pt x="45469" y="5547"/>
                </a:cubicBezTo>
                <a:lnTo>
                  <a:pt x="43802" y="5547"/>
                </a:lnTo>
                <a:cubicBezTo>
                  <a:pt x="45035" y="4246"/>
                  <a:pt x="46268" y="2945"/>
                  <a:pt x="47523" y="1644"/>
                </a:cubicBezTo>
                <a:close/>
                <a:moveTo>
                  <a:pt x="48276" y="2625"/>
                </a:moveTo>
                <a:lnTo>
                  <a:pt x="48550" y="2967"/>
                </a:lnTo>
                <a:lnTo>
                  <a:pt x="46610" y="5547"/>
                </a:lnTo>
                <a:lnTo>
                  <a:pt x="45743" y="5547"/>
                </a:lnTo>
                <a:cubicBezTo>
                  <a:pt x="46610" y="4588"/>
                  <a:pt x="47454" y="3607"/>
                  <a:pt x="48276" y="2625"/>
                </a:cubicBezTo>
                <a:close/>
                <a:moveTo>
                  <a:pt x="1" y="0"/>
                </a:moveTo>
                <a:lnTo>
                  <a:pt x="2397" y="3013"/>
                </a:lnTo>
                <a:lnTo>
                  <a:pt x="1" y="6026"/>
                </a:lnTo>
                <a:lnTo>
                  <a:pt x="46861" y="6026"/>
                </a:lnTo>
                <a:lnTo>
                  <a:pt x="49166" y="2967"/>
                </a:lnTo>
                <a:lnTo>
                  <a:pt x="468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3" name="Google Shape;7963;p279"/>
          <p:cNvSpPr txBox="1"/>
          <p:nvPr/>
        </p:nvSpPr>
        <p:spPr>
          <a:xfrm>
            <a:off x="914449" y="3618345"/>
            <a:ext cx="164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Index: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0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964" name="Google Shape;7964;p279"/>
          <p:cNvSpPr txBox="1"/>
          <p:nvPr/>
        </p:nvSpPr>
        <p:spPr>
          <a:xfrm>
            <a:off x="5905680" y="3618358"/>
            <a:ext cx="164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Index: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4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965" name="Google Shape;7965;p279"/>
          <p:cNvSpPr txBox="1"/>
          <p:nvPr/>
        </p:nvSpPr>
        <p:spPr>
          <a:xfrm>
            <a:off x="2150448" y="3618346"/>
            <a:ext cx="164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Index: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1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966" name="Google Shape;7966;p279"/>
          <p:cNvSpPr txBox="1"/>
          <p:nvPr/>
        </p:nvSpPr>
        <p:spPr>
          <a:xfrm>
            <a:off x="3386434" y="3618358"/>
            <a:ext cx="164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Index: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2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967" name="Google Shape;7967;p279"/>
          <p:cNvSpPr txBox="1"/>
          <p:nvPr/>
        </p:nvSpPr>
        <p:spPr>
          <a:xfrm>
            <a:off x="4616174" y="3618346"/>
            <a:ext cx="164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Index: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3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968" name="Google Shape;7968;p279"/>
          <p:cNvSpPr txBox="1"/>
          <p:nvPr/>
        </p:nvSpPr>
        <p:spPr>
          <a:xfrm>
            <a:off x="3716549" y="2448975"/>
            <a:ext cx="11241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“Bread”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7969" name="Google Shape;7969;p279"/>
          <p:cNvSpPr txBox="1"/>
          <p:nvPr/>
        </p:nvSpPr>
        <p:spPr>
          <a:xfrm>
            <a:off x="1208327" y="2412368"/>
            <a:ext cx="11658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“Eggs”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7970" name="Google Shape;7970;p279"/>
          <p:cNvSpPr txBox="1"/>
          <p:nvPr/>
        </p:nvSpPr>
        <p:spPr>
          <a:xfrm>
            <a:off x="2426084" y="2412382"/>
            <a:ext cx="11658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“Milk”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7971" name="Google Shape;7971;p279"/>
          <p:cNvSpPr txBox="1"/>
          <p:nvPr/>
        </p:nvSpPr>
        <p:spPr>
          <a:xfrm>
            <a:off x="4767925" y="2430675"/>
            <a:ext cx="13968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“Chicken”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7972" name="Google Shape;7972;p279"/>
          <p:cNvSpPr txBox="1"/>
          <p:nvPr/>
        </p:nvSpPr>
        <p:spPr>
          <a:xfrm>
            <a:off x="6112347" y="2430670"/>
            <a:ext cx="11658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“Water”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grpSp>
        <p:nvGrpSpPr>
          <p:cNvPr id="7973" name="Google Shape;7973;p279"/>
          <p:cNvGrpSpPr/>
          <p:nvPr/>
        </p:nvGrpSpPr>
        <p:grpSpPr>
          <a:xfrm rot="-4355879">
            <a:off x="7370609" y="3851189"/>
            <a:ext cx="1030978" cy="397998"/>
            <a:chOff x="-623075" y="2736900"/>
            <a:chExt cx="720250" cy="273275"/>
          </a:xfrm>
        </p:grpSpPr>
        <p:sp>
          <p:nvSpPr>
            <p:cNvPr id="7974" name="Google Shape;7974;p279"/>
            <p:cNvSpPr/>
            <p:nvPr/>
          </p:nvSpPr>
          <p:spPr>
            <a:xfrm>
              <a:off x="-623075" y="2736900"/>
              <a:ext cx="634575" cy="248050"/>
            </a:xfrm>
            <a:custGeom>
              <a:avLst/>
              <a:gdLst/>
              <a:ahLst/>
              <a:cxnLst/>
              <a:rect l="l" t="t" r="r" b="b"/>
              <a:pathLst>
                <a:path w="25383" h="9922" extrusionOk="0">
                  <a:moveTo>
                    <a:pt x="15637" y="2440"/>
                  </a:moveTo>
                  <a:lnTo>
                    <a:pt x="15637" y="2440"/>
                  </a:lnTo>
                  <a:cubicBezTo>
                    <a:pt x="16104" y="2907"/>
                    <a:pt x="16346" y="3595"/>
                    <a:pt x="16197" y="4444"/>
                  </a:cubicBezTo>
                  <a:cubicBezTo>
                    <a:pt x="16180" y="4536"/>
                    <a:pt x="16162" y="4625"/>
                    <a:pt x="16137" y="4714"/>
                  </a:cubicBezTo>
                  <a:cubicBezTo>
                    <a:pt x="16282" y="4326"/>
                    <a:pt x="16333" y="3905"/>
                    <a:pt x="16279" y="3463"/>
                  </a:cubicBezTo>
                  <a:cubicBezTo>
                    <a:pt x="16218" y="2985"/>
                    <a:pt x="15976" y="2650"/>
                    <a:pt x="15637" y="2440"/>
                  </a:cubicBezTo>
                  <a:close/>
                  <a:moveTo>
                    <a:pt x="14164" y="1"/>
                  </a:moveTo>
                  <a:cubicBezTo>
                    <a:pt x="12311" y="1"/>
                    <a:pt x="10317" y="906"/>
                    <a:pt x="9315" y="2318"/>
                  </a:cubicBezTo>
                  <a:cubicBezTo>
                    <a:pt x="8299" y="3755"/>
                    <a:pt x="8163" y="5753"/>
                    <a:pt x="9130" y="7242"/>
                  </a:cubicBezTo>
                  <a:cubicBezTo>
                    <a:pt x="9197" y="7346"/>
                    <a:pt x="9265" y="7446"/>
                    <a:pt x="9340" y="7539"/>
                  </a:cubicBezTo>
                  <a:cubicBezTo>
                    <a:pt x="6662" y="7321"/>
                    <a:pt x="4006" y="6323"/>
                    <a:pt x="2169" y="4376"/>
                  </a:cubicBezTo>
                  <a:cubicBezTo>
                    <a:pt x="1984" y="4180"/>
                    <a:pt x="1748" y="4097"/>
                    <a:pt x="1510" y="4097"/>
                  </a:cubicBezTo>
                  <a:cubicBezTo>
                    <a:pt x="768" y="4097"/>
                    <a:pt x="1" y="4889"/>
                    <a:pt x="643" y="5567"/>
                  </a:cubicBezTo>
                  <a:cubicBezTo>
                    <a:pt x="679" y="5606"/>
                    <a:pt x="715" y="5646"/>
                    <a:pt x="750" y="5681"/>
                  </a:cubicBezTo>
                  <a:cubicBezTo>
                    <a:pt x="818" y="5207"/>
                    <a:pt x="1460" y="4736"/>
                    <a:pt x="1980" y="4736"/>
                  </a:cubicBezTo>
                  <a:cubicBezTo>
                    <a:pt x="2152" y="4736"/>
                    <a:pt x="2305" y="4786"/>
                    <a:pt x="2426" y="4900"/>
                  </a:cubicBezTo>
                  <a:cubicBezTo>
                    <a:pt x="4462" y="6847"/>
                    <a:pt x="7072" y="7924"/>
                    <a:pt x="9735" y="7924"/>
                  </a:cubicBezTo>
                  <a:cubicBezTo>
                    <a:pt x="10952" y="7924"/>
                    <a:pt x="12182" y="7699"/>
                    <a:pt x="13373" y="7229"/>
                  </a:cubicBezTo>
                  <a:lnTo>
                    <a:pt x="13373" y="7229"/>
                  </a:lnTo>
                  <a:cubicBezTo>
                    <a:pt x="13091" y="7314"/>
                    <a:pt x="12806" y="7382"/>
                    <a:pt x="12517" y="7432"/>
                  </a:cubicBezTo>
                  <a:cubicBezTo>
                    <a:pt x="12471" y="7439"/>
                    <a:pt x="12428" y="7446"/>
                    <a:pt x="12378" y="7453"/>
                  </a:cubicBezTo>
                  <a:cubicBezTo>
                    <a:pt x="12321" y="7464"/>
                    <a:pt x="12264" y="7471"/>
                    <a:pt x="12204" y="7478"/>
                  </a:cubicBezTo>
                  <a:cubicBezTo>
                    <a:pt x="12200" y="7478"/>
                    <a:pt x="12196" y="7474"/>
                    <a:pt x="12189" y="7471"/>
                  </a:cubicBezTo>
                  <a:cubicBezTo>
                    <a:pt x="12150" y="7474"/>
                    <a:pt x="12115" y="7474"/>
                    <a:pt x="12075" y="7474"/>
                  </a:cubicBezTo>
                  <a:cubicBezTo>
                    <a:pt x="11815" y="7474"/>
                    <a:pt x="11562" y="7428"/>
                    <a:pt x="11401" y="7321"/>
                  </a:cubicBezTo>
                  <a:cubicBezTo>
                    <a:pt x="10068" y="6437"/>
                    <a:pt x="8716" y="5068"/>
                    <a:pt x="9793" y="3427"/>
                  </a:cubicBezTo>
                  <a:cubicBezTo>
                    <a:pt x="10563" y="2251"/>
                    <a:pt x="12136" y="1138"/>
                    <a:pt x="13551" y="1006"/>
                  </a:cubicBezTo>
                  <a:cubicBezTo>
                    <a:pt x="13797" y="982"/>
                    <a:pt x="14068" y="967"/>
                    <a:pt x="14350" y="967"/>
                  </a:cubicBezTo>
                  <a:cubicBezTo>
                    <a:pt x="15676" y="967"/>
                    <a:pt x="17274" y="1278"/>
                    <a:pt x="17916" y="2397"/>
                  </a:cubicBezTo>
                  <a:cubicBezTo>
                    <a:pt x="17987" y="2525"/>
                    <a:pt x="18051" y="2654"/>
                    <a:pt x="18101" y="2786"/>
                  </a:cubicBezTo>
                  <a:cubicBezTo>
                    <a:pt x="18084" y="2715"/>
                    <a:pt x="18058" y="2643"/>
                    <a:pt x="18037" y="2568"/>
                  </a:cubicBezTo>
                  <a:cubicBezTo>
                    <a:pt x="17434" y="756"/>
                    <a:pt x="15859" y="1"/>
                    <a:pt x="14164" y="1"/>
                  </a:cubicBezTo>
                  <a:close/>
                  <a:moveTo>
                    <a:pt x="18265" y="4390"/>
                  </a:moveTo>
                  <a:cubicBezTo>
                    <a:pt x="18122" y="5257"/>
                    <a:pt x="17630" y="6077"/>
                    <a:pt x="16942" y="6658"/>
                  </a:cubicBezTo>
                  <a:cubicBezTo>
                    <a:pt x="16803" y="6776"/>
                    <a:pt x="16582" y="6826"/>
                    <a:pt x="16340" y="6826"/>
                  </a:cubicBezTo>
                  <a:cubicBezTo>
                    <a:pt x="15833" y="6826"/>
                    <a:pt x="15242" y="6605"/>
                    <a:pt x="15127" y="6309"/>
                  </a:cubicBezTo>
                  <a:cubicBezTo>
                    <a:pt x="14956" y="6459"/>
                    <a:pt x="14767" y="6590"/>
                    <a:pt x="14571" y="6708"/>
                  </a:cubicBezTo>
                  <a:cubicBezTo>
                    <a:pt x="14660" y="6686"/>
                    <a:pt x="14742" y="6676"/>
                    <a:pt x="14821" y="6676"/>
                  </a:cubicBezTo>
                  <a:cubicBezTo>
                    <a:pt x="15551" y="6676"/>
                    <a:pt x="15844" y="7550"/>
                    <a:pt x="14945" y="8009"/>
                  </a:cubicBezTo>
                  <a:cubicBezTo>
                    <a:pt x="14906" y="8027"/>
                    <a:pt x="14870" y="8049"/>
                    <a:pt x="14832" y="8067"/>
                  </a:cubicBezTo>
                  <a:cubicBezTo>
                    <a:pt x="15723" y="8345"/>
                    <a:pt x="16560" y="8523"/>
                    <a:pt x="17424" y="8523"/>
                  </a:cubicBezTo>
                  <a:cubicBezTo>
                    <a:pt x="18073" y="8523"/>
                    <a:pt x="18732" y="8423"/>
                    <a:pt x="19442" y="8184"/>
                  </a:cubicBezTo>
                  <a:cubicBezTo>
                    <a:pt x="20943" y="7678"/>
                    <a:pt x="22287" y="6765"/>
                    <a:pt x="23603" y="5902"/>
                  </a:cubicBezTo>
                  <a:cubicBezTo>
                    <a:pt x="23810" y="5766"/>
                    <a:pt x="24006" y="5710"/>
                    <a:pt x="24177" y="5710"/>
                  </a:cubicBezTo>
                  <a:cubicBezTo>
                    <a:pt x="24434" y="5710"/>
                    <a:pt x="24641" y="5835"/>
                    <a:pt x="24762" y="6020"/>
                  </a:cubicBezTo>
                  <a:cubicBezTo>
                    <a:pt x="24922" y="5688"/>
                    <a:pt x="25086" y="5356"/>
                    <a:pt x="25251" y="5025"/>
                  </a:cubicBezTo>
                  <a:cubicBezTo>
                    <a:pt x="25254" y="5007"/>
                    <a:pt x="25261" y="4993"/>
                    <a:pt x="25272" y="4979"/>
                  </a:cubicBezTo>
                  <a:cubicBezTo>
                    <a:pt x="25272" y="4975"/>
                    <a:pt x="25276" y="4975"/>
                    <a:pt x="25276" y="4971"/>
                  </a:cubicBezTo>
                  <a:cubicBezTo>
                    <a:pt x="25297" y="4932"/>
                    <a:pt x="25315" y="4893"/>
                    <a:pt x="25336" y="4854"/>
                  </a:cubicBezTo>
                  <a:cubicBezTo>
                    <a:pt x="25343" y="4836"/>
                    <a:pt x="25358" y="4821"/>
                    <a:pt x="25379" y="4811"/>
                  </a:cubicBezTo>
                  <a:cubicBezTo>
                    <a:pt x="25383" y="4808"/>
                    <a:pt x="25383" y="4808"/>
                    <a:pt x="25383" y="4803"/>
                  </a:cubicBezTo>
                  <a:cubicBezTo>
                    <a:pt x="25264" y="4747"/>
                    <a:pt x="25144" y="4690"/>
                    <a:pt x="25026" y="4632"/>
                  </a:cubicBezTo>
                  <a:cubicBezTo>
                    <a:pt x="22576" y="6879"/>
                    <a:pt x="19410" y="8216"/>
                    <a:pt x="16068" y="8216"/>
                  </a:cubicBezTo>
                  <a:cubicBezTo>
                    <a:pt x="15918" y="8216"/>
                    <a:pt x="15765" y="8216"/>
                    <a:pt x="15612" y="8210"/>
                  </a:cubicBezTo>
                  <a:cubicBezTo>
                    <a:pt x="15523" y="8205"/>
                    <a:pt x="15434" y="8202"/>
                    <a:pt x="15345" y="8198"/>
                  </a:cubicBezTo>
                  <a:cubicBezTo>
                    <a:pt x="16881" y="7364"/>
                    <a:pt x="18105" y="6070"/>
                    <a:pt x="18265" y="4390"/>
                  </a:cubicBezTo>
                  <a:close/>
                  <a:moveTo>
                    <a:pt x="24644" y="7000"/>
                  </a:moveTo>
                  <a:cubicBezTo>
                    <a:pt x="24576" y="7079"/>
                    <a:pt x="24491" y="7153"/>
                    <a:pt x="24384" y="7221"/>
                  </a:cubicBezTo>
                  <a:cubicBezTo>
                    <a:pt x="23578" y="7749"/>
                    <a:pt x="22761" y="8277"/>
                    <a:pt x="21913" y="8737"/>
                  </a:cubicBezTo>
                  <a:cubicBezTo>
                    <a:pt x="22919" y="8309"/>
                    <a:pt x="23882" y="7774"/>
                    <a:pt x="24772" y="7143"/>
                  </a:cubicBezTo>
                  <a:cubicBezTo>
                    <a:pt x="24726" y="7097"/>
                    <a:pt x="24683" y="7046"/>
                    <a:pt x="24644" y="7000"/>
                  </a:cubicBezTo>
                  <a:close/>
                  <a:moveTo>
                    <a:pt x="12696" y="8916"/>
                  </a:moveTo>
                  <a:cubicBezTo>
                    <a:pt x="12125" y="9087"/>
                    <a:pt x="11547" y="9215"/>
                    <a:pt x="10970" y="9304"/>
                  </a:cubicBezTo>
                  <a:cubicBezTo>
                    <a:pt x="11219" y="9296"/>
                    <a:pt x="11468" y="9283"/>
                    <a:pt x="11718" y="9265"/>
                  </a:cubicBezTo>
                  <a:cubicBezTo>
                    <a:pt x="11733" y="9265"/>
                    <a:pt x="11747" y="9261"/>
                    <a:pt x="11761" y="9261"/>
                  </a:cubicBezTo>
                  <a:cubicBezTo>
                    <a:pt x="12346" y="9489"/>
                    <a:pt x="12963" y="9650"/>
                    <a:pt x="13565" y="9760"/>
                  </a:cubicBezTo>
                  <a:cubicBezTo>
                    <a:pt x="13976" y="9831"/>
                    <a:pt x="14389" y="9885"/>
                    <a:pt x="14799" y="9921"/>
                  </a:cubicBezTo>
                  <a:cubicBezTo>
                    <a:pt x="14250" y="9782"/>
                    <a:pt x="13693" y="9607"/>
                    <a:pt x="13116" y="9403"/>
                  </a:cubicBezTo>
                  <a:cubicBezTo>
                    <a:pt x="12821" y="9304"/>
                    <a:pt x="12696" y="9122"/>
                    <a:pt x="12696" y="8916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75" name="Google Shape;7975;p279"/>
            <p:cNvSpPr/>
            <p:nvPr/>
          </p:nvSpPr>
          <p:spPr>
            <a:xfrm>
              <a:off x="-134200" y="2744850"/>
              <a:ext cx="231375" cy="265325"/>
            </a:xfrm>
            <a:custGeom>
              <a:avLst/>
              <a:gdLst/>
              <a:ahLst/>
              <a:cxnLst/>
              <a:rect l="l" t="t" r="r" b="b"/>
              <a:pathLst>
                <a:path w="9255" h="10613" extrusionOk="0">
                  <a:moveTo>
                    <a:pt x="1556" y="0"/>
                  </a:moveTo>
                  <a:cubicBezTo>
                    <a:pt x="800" y="0"/>
                    <a:pt x="1" y="824"/>
                    <a:pt x="732" y="1366"/>
                  </a:cubicBezTo>
                  <a:cubicBezTo>
                    <a:pt x="928" y="1073"/>
                    <a:pt x="1812" y="521"/>
                    <a:pt x="2240" y="521"/>
                  </a:cubicBezTo>
                  <a:cubicBezTo>
                    <a:pt x="2304" y="521"/>
                    <a:pt x="2358" y="535"/>
                    <a:pt x="2401" y="560"/>
                  </a:cubicBezTo>
                  <a:cubicBezTo>
                    <a:pt x="4187" y="1801"/>
                    <a:pt x="6070" y="2874"/>
                    <a:pt x="8049" y="3784"/>
                  </a:cubicBezTo>
                  <a:cubicBezTo>
                    <a:pt x="8099" y="3805"/>
                    <a:pt x="8042" y="3898"/>
                    <a:pt x="7917" y="4015"/>
                  </a:cubicBezTo>
                  <a:cubicBezTo>
                    <a:pt x="7985" y="4097"/>
                    <a:pt x="8028" y="4207"/>
                    <a:pt x="7967" y="4304"/>
                  </a:cubicBezTo>
                  <a:cubicBezTo>
                    <a:pt x="7864" y="4464"/>
                    <a:pt x="7760" y="4622"/>
                    <a:pt x="7660" y="4782"/>
                  </a:cubicBezTo>
                  <a:cubicBezTo>
                    <a:pt x="7557" y="4939"/>
                    <a:pt x="7414" y="5025"/>
                    <a:pt x="7250" y="5092"/>
                  </a:cubicBezTo>
                  <a:cubicBezTo>
                    <a:pt x="7218" y="5135"/>
                    <a:pt x="7179" y="5178"/>
                    <a:pt x="7140" y="5221"/>
                  </a:cubicBezTo>
                  <a:cubicBezTo>
                    <a:pt x="7322" y="5420"/>
                    <a:pt x="7429" y="5624"/>
                    <a:pt x="7357" y="5766"/>
                  </a:cubicBezTo>
                  <a:cubicBezTo>
                    <a:pt x="7079" y="6330"/>
                    <a:pt x="6801" y="6893"/>
                    <a:pt x="6522" y="7456"/>
                  </a:cubicBezTo>
                  <a:cubicBezTo>
                    <a:pt x="6505" y="7495"/>
                    <a:pt x="6462" y="7513"/>
                    <a:pt x="6402" y="7513"/>
                  </a:cubicBezTo>
                  <a:cubicBezTo>
                    <a:pt x="6184" y="7513"/>
                    <a:pt x="5739" y="7274"/>
                    <a:pt x="5396" y="6985"/>
                  </a:cubicBezTo>
                  <a:cubicBezTo>
                    <a:pt x="5097" y="7902"/>
                    <a:pt x="4886" y="8850"/>
                    <a:pt x="4768" y="9831"/>
                  </a:cubicBezTo>
                  <a:cubicBezTo>
                    <a:pt x="4707" y="10362"/>
                    <a:pt x="5164" y="10612"/>
                    <a:pt x="5653" y="10612"/>
                  </a:cubicBezTo>
                  <a:cubicBezTo>
                    <a:pt x="6152" y="10612"/>
                    <a:pt x="6683" y="10355"/>
                    <a:pt x="6740" y="9874"/>
                  </a:cubicBezTo>
                  <a:cubicBezTo>
                    <a:pt x="7001" y="7678"/>
                    <a:pt x="7742" y="5691"/>
                    <a:pt x="8973" y="3855"/>
                  </a:cubicBezTo>
                  <a:cubicBezTo>
                    <a:pt x="9254" y="3430"/>
                    <a:pt x="8805" y="3006"/>
                    <a:pt x="8430" y="2907"/>
                  </a:cubicBezTo>
                  <a:cubicBezTo>
                    <a:pt x="6155" y="2282"/>
                    <a:pt x="4034" y="1348"/>
                    <a:pt x="2019" y="125"/>
                  </a:cubicBezTo>
                  <a:cubicBezTo>
                    <a:pt x="1876" y="35"/>
                    <a:pt x="1720" y="0"/>
                    <a:pt x="155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76" name="Google Shape;7976;p279"/>
            <p:cNvSpPr/>
            <p:nvPr/>
          </p:nvSpPr>
          <p:spPr>
            <a:xfrm>
              <a:off x="42575" y="2872150"/>
              <a:ext cx="4475" cy="3225"/>
            </a:xfrm>
            <a:custGeom>
              <a:avLst/>
              <a:gdLst/>
              <a:ahLst/>
              <a:cxnLst/>
              <a:rect l="l" t="t" r="r" b="b"/>
              <a:pathLst>
                <a:path w="179" h="129" extrusionOk="0">
                  <a:moveTo>
                    <a:pt x="179" y="0"/>
                  </a:moveTo>
                  <a:lnTo>
                    <a:pt x="179" y="0"/>
                  </a:lnTo>
                  <a:cubicBezTo>
                    <a:pt x="169" y="4"/>
                    <a:pt x="158" y="7"/>
                    <a:pt x="151" y="11"/>
                  </a:cubicBezTo>
                  <a:cubicBezTo>
                    <a:pt x="101" y="32"/>
                    <a:pt x="51" y="46"/>
                    <a:pt x="1" y="61"/>
                  </a:cubicBezTo>
                  <a:lnTo>
                    <a:pt x="69" y="129"/>
                  </a:lnTo>
                  <a:cubicBezTo>
                    <a:pt x="108" y="86"/>
                    <a:pt x="147" y="43"/>
                    <a:pt x="1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77" name="Google Shape;7977;p279"/>
            <p:cNvSpPr/>
            <p:nvPr/>
          </p:nvSpPr>
          <p:spPr>
            <a:xfrm>
              <a:off x="-604975" y="2878900"/>
              <a:ext cx="346175" cy="94175"/>
            </a:xfrm>
            <a:custGeom>
              <a:avLst/>
              <a:gdLst/>
              <a:ahLst/>
              <a:cxnLst/>
              <a:rect l="l" t="t" r="r" b="b"/>
              <a:pathLst>
                <a:path w="13847" h="3767" extrusionOk="0">
                  <a:moveTo>
                    <a:pt x="13847" y="1028"/>
                  </a:moveTo>
                  <a:lnTo>
                    <a:pt x="13847" y="1028"/>
                  </a:lnTo>
                  <a:cubicBezTo>
                    <a:pt x="13751" y="1049"/>
                    <a:pt x="13651" y="1088"/>
                    <a:pt x="13544" y="1142"/>
                  </a:cubicBezTo>
                  <a:cubicBezTo>
                    <a:pt x="13248" y="1295"/>
                    <a:pt x="12948" y="1427"/>
                    <a:pt x="12649" y="1549"/>
                  </a:cubicBezTo>
                  <a:cubicBezTo>
                    <a:pt x="13070" y="1420"/>
                    <a:pt x="13480" y="1249"/>
                    <a:pt x="13847" y="1028"/>
                  </a:cubicBezTo>
                  <a:close/>
                  <a:moveTo>
                    <a:pt x="26" y="1"/>
                  </a:moveTo>
                  <a:lnTo>
                    <a:pt x="26" y="1"/>
                  </a:lnTo>
                  <a:cubicBezTo>
                    <a:pt x="1" y="172"/>
                    <a:pt x="51" y="340"/>
                    <a:pt x="208" y="489"/>
                  </a:cubicBezTo>
                  <a:cubicBezTo>
                    <a:pt x="2504" y="2686"/>
                    <a:pt x="5407" y="3766"/>
                    <a:pt x="8370" y="3766"/>
                  </a:cubicBezTo>
                  <a:cubicBezTo>
                    <a:pt x="8994" y="3766"/>
                    <a:pt x="9622" y="3720"/>
                    <a:pt x="10246" y="3624"/>
                  </a:cubicBezTo>
                  <a:lnTo>
                    <a:pt x="10246" y="3624"/>
                  </a:lnTo>
                  <a:cubicBezTo>
                    <a:pt x="10068" y="3627"/>
                    <a:pt x="9889" y="3631"/>
                    <a:pt x="9711" y="3631"/>
                  </a:cubicBezTo>
                  <a:cubicBezTo>
                    <a:pt x="6177" y="3631"/>
                    <a:pt x="2519" y="2561"/>
                    <a:pt x="2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78" name="Google Shape;7978;p279"/>
            <p:cNvSpPr/>
            <p:nvPr/>
          </p:nvSpPr>
          <p:spPr>
            <a:xfrm>
              <a:off x="-604350" y="2855275"/>
              <a:ext cx="377400" cy="114400"/>
            </a:xfrm>
            <a:custGeom>
              <a:avLst/>
              <a:gdLst/>
              <a:ahLst/>
              <a:cxnLst/>
              <a:rect l="l" t="t" r="r" b="b"/>
              <a:pathLst>
                <a:path w="15096" h="4576" extrusionOk="0">
                  <a:moveTo>
                    <a:pt x="1231" y="1"/>
                  </a:moveTo>
                  <a:cubicBezTo>
                    <a:pt x="711" y="1"/>
                    <a:pt x="69" y="472"/>
                    <a:pt x="1" y="946"/>
                  </a:cubicBezTo>
                  <a:cubicBezTo>
                    <a:pt x="2494" y="3506"/>
                    <a:pt x="6152" y="4576"/>
                    <a:pt x="9686" y="4576"/>
                  </a:cubicBezTo>
                  <a:cubicBezTo>
                    <a:pt x="9864" y="4576"/>
                    <a:pt x="10043" y="4572"/>
                    <a:pt x="10221" y="4569"/>
                  </a:cubicBezTo>
                  <a:cubicBezTo>
                    <a:pt x="10798" y="4480"/>
                    <a:pt x="11376" y="4352"/>
                    <a:pt x="11947" y="4181"/>
                  </a:cubicBezTo>
                  <a:cubicBezTo>
                    <a:pt x="11935" y="3695"/>
                    <a:pt x="12588" y="3082"/>
                    <a:pt x="13194" y="3082"/>
                  </a:cubicBezTo>
                  <a:cubicBezTo>
                    <a:pt x="13283" y="3082"/>
                    <a:pt x="13372" y="3096"/>
                    <a:pt x="13458" y="3124"/>
                  </a:cubicBezTo>
                  <a:cubicBezTo>
                    <a:pt x="13668" y="3196"/>
                    <a:pt x="13879" y="3267"/>
                    <a:pt x="14083" y="3332"/>
                  </a:cubicBezTo>
                  <a:cubicBezTo>
                    <a:pt x="14121" y="3314"/>
                    <a:pt x="14157" y="3292"/>
                    <a:pt x="14196" y="3274"/>
                  </a:cubicBezTo>
                  <a:cubicBezTo>
                    <a:pt x="15095" y="2815"/>
                    <a:pt x="14802" y="1941"/>
                    <a:pt x="14072" y="1941"/>
                  </a:cubicBezTo>
                  <a:cubicBezTo>
                    <a:pt x="13993" y="1941"/>
                    <a:pt x="13911" y="1951"/>
                    <a:pt x="13822" y="1973"/>
                  </a:cubicBezTo>
                  <a:cubicBezTo>
                    <a:pt x="13455" y="2194"/>
                    <a:pt x="13045" y="2365"/>
                    <a:pt x="12624" y="2494"/>
                  </a:cubicBezTo>
                  <a:cubicBezTo>
                    <a:pt x="11433" y="2964"/>
                    <a:pt x="10203" y="3189"/>
                    <a:pt x="8986" y="3189"/>
                  </a:cubicBezTo>
                  <a:cubicBezTo>
                    <a:pt x="6323" y="3189"/>
                    <a:pt x="3713" y="2112"/>
                    <a:pt x="1677" y="165"/>
                  </a:cubicBezTo>
                  <a:cubicBezTo>
                    <a:pt x="1556" y="51"/>
                    <a:pt x="1403" y="1"/>
                    <a:pt x="123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79" name="Google Shape;7979;p279"/>
            <p:cNvSpPr/>
            <p:nvPr/>
          </p:nvSpPr>
          <p:spPr>
            <a:xfrm>
              <a:off x="-382175" y="2780400"/>
              <a:ext cx="217875" cy="143275"/>
            </a:xfrm>
            <a:custGeom>
              <a:avLst/>
              <a:gdLst/>
              <a:ahLst/>
              <a:cxnLst/>
              <a:rect l="l" t="t" r="r" b="b"/>
              <a:pathLst>
                <a:path w="8715" h="5731" extrusionOk="0">
                  <a:moveTo>
                    <a:pt x="8465" y="1046"/>
                  </a:moveTo>
                  <a:lnTo>
                    <a:pt x="8465" y="1046"/>
                  </a:lnTo>
                  <a:cubicBezTo>
                    <a:pt x="8629" y="1613"/>
                    <a:pt x="8675" y="2148"/>
                    <a:pt x="8629" y="2650"/>
                  </a:cubicBezTo>
                  <a:cubicBezTo>
                    <a:pt x="8715" y="2119"/>
                    <a:pt x="8672" y="1570"/>
                    <a:pt x="8465" y="1046"/>
                  </a:cubicBezTo>
                  <a:close/>
                  <a:moveTo>
                    <a:pt x="6501" y="2974"/>
                  </a:moveTo>
                  <a:cubicBezTo>
                    <a:pt x="6333" y="3424"/>
                    <a:pt x="6040" y="3827"/>
                    <a:pt x="5648" y="4155"/>
                  </a:cubicBezTo>
                  <a:cubicBezTo>
                    <a:pt x="5477" y="4301"/>
                    <a:pt x="5441" y="4440"/>
                    <a:pt x="5491" y="4569"/>
                  </a:cubicBezTo>
                  <a:cubicBezTo>
                    <a:pt x="5966" y="4162"/>
                    <a:pt x="6325" y="3638"/>
                    <a:pt x="6501" y="2974"/>
                  </a:cubicBezTo>
                  <a:close/>
                  <a:moveTo>
                    <a:pt x="4172" y="1"/>
                  </a:moveTo>
                  <a:cubicBezTo>
                    <a:pt x="3908" y="1"/>
                    <a:pt x="3634" y="33"/>
                    <a:pt x="3359" y="104"/>
                  </a:cubicBezTo>
                  <a:cubicBezTo>
                    <a:pt x="1391" y="607"/>
                    <a:pt x="0" y="2932"/>
                    <a:pt x="1348" y="4732"/>
                  </a:cubicBezTo>
                  <a:cubicBezTo>
                    <a:pt x="1672" y="5160"/>
                    <a:pt x="2086" y="5485"/>
                    <a:pt x="2553" y="5731"/>
                  </a:cubicBezTo>
                  <a:cubicBezTo>
                    <a:pt x="2617" y="5728"/>
                    <a:pt x="2681" y="5724"/>
                    <a:pt x="2742" y="5713"/>
                  </a:cubicBezTo>
                  <a:cubicBezTo>
                    <a:pt x="2788" y="5706"/>
                    <a:pt x="2835" y="5699"/>
                    <a:pt x="2881" y="5692"/>
                  </a:cubicBezTo>
                  <a:cubicBezTo>
                    <a:pt x="3427" y="5581"/>
                    <a:pt x="3815" y="5282"/>
                    <a:pt x="3256" y="4908"/>
                  </a:cubicBezTo>
                  <a:cubicBezTo>
                    <a:pt x="2449" y="4373"/>
                    <a:pt x="1391" y="3616"/>
                    <a:pt x="1862" y="2497"/>
                  </a:cubicBezTo>
                  <a:cubicBezTo>
                    <a:pt x="2153" y="1798"/>
                    <a:pt x="3163" y="1003"/>
                    <a:pt x="3822" y="675"/>
                  </a:cubicBezTo>
                  <a:cubicBezTo>
                    <a:pt x="4161" y="511"/>
                    <a:pt x="4554" y="422"/>
                    <a:pt x="4939" y="422"/>
                  </a:cubicBezTo>
                  <a:cubicBezTo>
                    <a:pt x="5324" y="422"/>
                    <a:pt x="5698" y="511"/>
                    <a:pt x="6001" y="700"/>
                  </a:cubicBezTo>
                  <a:cubicBezTo>
                    <a:pt x="5552" y="247"/>
                    <a:pt x="4892" y="1"/>
                    <a:pt x="4172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80" name="Google Shape;7980;p279"/>
            <p:cNvSpPr/>
            <p:nvPr/>
          </p:nvSpPr>
          <p:spPr>
            <a:xfrm>
              <a:off x="-405175" y="2761075"/>
              <a:ext cx="239900" cy="162700"/>
            </a:xfrm>
            <a:custGeom>
              <a:avLst/>
              <a:gdLst/>
              <a:ahLst/>
              <a:cxnLst/>
              <a:rect l="l" t="t" r="r" b="b"/>
              <a:pathLst>
                <a:path w="9596" h="6508" extrusionOk="0">
                  <a:moveTo>
                    <a:pt x="3801" y="6465"/>
                  </a:moveTo>
                  <a:cubicBezTo>
                    <a:pt x="3754" y="6472"/>
                    <a:pt x="3708" y="6479"/>
                    <a:pt x="3662" y="6486"/>
                  </a:cubicBezTo>
                  <a:cubicBezTo>
                    <a:pt x="3712" y="6479"/>
                    <a:pt x="3754" y="6472"/>
                    <a:pt x="3801" y="6465"/>
                  </a:cubicBezTo>
                  <a:close/>
                  <a:moveTo>
                    <a:pt x="5634" y="0"/>
                  </a:moveTo>
                  <a:cubicBezTo>
                    <a:pt x="5352" y="0"/>
                    <a:pt x="5081" y="15"/>
                    <a:pt x="4835" y="39"/>
                  </a:cubicBezTo>
                  <a:cubicBezTo>
                    <a:pt x="3420" y="171"/>
                    <a:pt x="1847" y="1284"/>
                    <a:pt x="1077" y="2460"/>
                  </a:cubicBezTo>
                  <a:cubicBezTo>
                    <a:pt x="0" y="4101"/>
                    <a:pt x="1352" y="5470"/>
                    <a:pt x="2685" y="6354"/>
                  </a:cubicBezTo>
                  <a:cubicBezTo>
                    <a:pt x="2846" y="6461"/>
                    <a:pt x="3099" y="6507"/>
                    <a:pt x="3359" y="6507"/>
                  </a:cubicBezTo>
                  <a:cubicBezTo>
                    <a:pt x="3399" y="6507"/>
                    <a:pt x="3434" y="6507"/>
                    <a:pt x="3473" y="6504"/>
                  </a:cubicBezTo>
                  <a:cubicBezTo>
                    <a:pt x="3006" y="6258"/>
                    <a:pt x="2592" y="5933"/>
                    <a:pt x="2268" y="5505"/>
                  </a:cubicBezTo>
                  <a:cubicBezTo>
                    <a:pt x="920" y="3705"/>
                    <a:pt x="2311" y="1380"/>
                    <a:pt x="4279" y="877"/>
                  </a:cubicBezTo>
                  <a:cubicBezTo>
                    <a:pt x="4554" y="806"/>
                    <a:pt x="4828" y="774"/>
                    <a:pt x="5092" y="774"/>
                  </a:cubicBezTo>
                  <a:cubicBezTo>
                    <a:pt x="5812" y="774"/>
                    <a:pt x="6472" y="1020"/>
                    <a:pt x="6921" y="1473"/>
                  </a:cubicBezTo>
                  <a:cubicBezTo>
                    <a:pt x="7260" y="1683"/>
                    <a:pt x="7502" y="2018"/>
                    <a:pt x="7563" y="2496"/>
                  </a:cubicBezTo>
                  <a:cubicBezTo>
                    <a:pt x="7617" y="2938"/>
                    <a:pt x="7566" y="3359"/>
                    <a:pt x="7421" y="3747"/>
                  </a:cubicBezTo>
                  <a:cubicBezTo>
                    <a:pt x="7245" y="4411"/>
                    <a:pt x="6886" y="4935"/>
                    <a:pt x="6411" y="5342"/>
                  </a:cubicBezTo>
                  <a:cubicBezTo>
                    <a:pt x="6526" y="5638"/>
                    <a:pt x="7117" y="5859"/>
                    <a:pt x="7624" y="5859"/>
                  </a:cubicBezTo>
                  <a:cubicBezTo>
                    <a:pt x="7866" y="5859"/>
                    <a:pt x="8087" y="5809"/>
                    <a:pt x="8226" y="5691"/>
                  </a:cubicBezTo>
                  <a:cubicBezTo>
                    <a:pt x="8914" y="5110"/>
                    <a:pt x="9406" y="4290"/>
                    <a:pt x="9549" y="3423"/>
                  </a:cubicBezTo>
                  <a:cubicBezTo>
                    <a:pt x="9595" y="2921"/>
                    <a:pt x="9549" y="2386"/>
                    <a:pt x="9385" y="1819"/>
                  </a:cubicBezTo>
                  <a:cubicBezTo>
                    <a:pt x="9335" y="1687"/>
                    <a:pt x="9271" y="1558"/>
                    <a:pt x="9200" y="1430"/>
                  </a:cubicBezTo>
                  <a:cubicBezTo>
                    <a:pt x="8558" y="311"/>
                    <a:pt x="6960" y="0"/>
                    <a:pt x="5634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81" name="Google Shape;7981;p279"/>
            <p:cNvSpPr/>
            <p:nvPr/>
          </p:nvSpPr>
          <p:spPr>
            <a:xfrm>
              <a:off x="-253100" y="2955300"/>
              <a:ext cx="177875" cy="36925"/>
            </a:xfrm>
            <a:custGeom>
              <a:avLst/>
              <a:gdLst/>
              <a:ahLst/>
              <a:cxnLst/>
              <a:rect l="l" t="t" r="r" b="b"/>
              <a:pathLst>
                <a:path w="7115" h="1477" extrusionOk="0">
                  <a:moveTo>
                    <a:pt x="7114" y="1"/>
                  </a:moveTo>
                  <a:lnTo>
                    <a:pt x="7114" y="1"/>
                  </a:lnTo>
                  <a:cubicBezTo>
                    <a:pt x="5245" y="800"/>
                    <a:pt x="3224" y="1235"/>
                    <a:pt x="1191" y="1235"/>
                  </a:cubicBezTo>
                  <a:cubicBezTo>
                    <a:pt x="795" y="1235"/>
                    <a:pt x="400" y="1217"/>
                    <a:pt x="0" y="1185"/>
                  </a:cubicBezTo>
                  <a:lnTo>
                    <a:pt x="0" y="1185"/>
                  </a:lnTo>
                  <a:cubicBezTo>
                    <a:pt x="731" y="1367"/>
                    <a:pt x="1452" y="1477"/>
                    <a:pt x="2200" y="1477"/>
                  </a:cubicBezTo>
                  <a:cubicBezTo>
                    <a:pt x="2767" y="1477"/>
                    <a:pt x="3352" y="1413"/>
                    <a:pt x="3965" y="1266"/>
                  </a:cubicBezTo>
                  <a:cubicBezTo>
                    <a:pt x="5082" y="1003"/>
                    <a:pt x="6119" y="547"/>
                    <a:pt x="711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82" name="Google Shape;7982;p279"/>
            <p:cNvSpPr/>
            <p:nvPr/>
          </p:nvSpPr>
          <p:spPr>
            <a:xfrm>
              <a:off x="-305700" y="2879625"/>
              <a:ext cx="301700" cy="106550"/>
            </a:xfrm>
            <a:custGeom>
              <a:avLst/>
              <a:gdLst/>
              <a:ahLst/>
              <a:cxnLst/>
              <a:rect l="l" t="t" r="r" b="b"/>
              <a:pathLst>
                <a:path w="12068" h="4262" extrusionOk="0">
                  <a:moveTo>
                    <a:pt x="11482" y="1"/>
                  </a:moveTo>
                  <a:cubicBezTo>
                    <a:pt x="11311" y="1"/>
                    <a:pt x="11115" y="57"/>
                    <a:pt x="10908" y="193"/>
                  </a:cubicBezTo>
                  <a:cubicBezTo>
                    <a:pt x="9592" y="1056"/>
                    <a:pt x="8248" y="1969"/>
                    <a:pt x="6747" y="2475"/>
                  </a:cubicBezTo>
                  <a:cubicBezTo>
                    <a:pt x="6037" y="2714"/>
                    <a:pt x="5378" y="2814"/>
                    <a:pt x="4729" y="2814"/>
                  </a:cubicBezTo>
                  <a:cubicBezTo>
                    <a:pt x="3865" y="2814"/>
                    <a:pt x="3028" y="2636"/>
                    <a:pt x="2137" y="2358"/>
                  </a:cubicBezTo>
                  <a:cubicBezTo>
                    <a:pt x="1441" y="2707"/>
                    <a:pt x="725" y="2988"/>
                    <a:pt x="1" y="3207"/>
                  </a:cubicBezTo>
                  <a:cubicBezTo>
                    <a:pt x="1" y="3413"/>
                    <a:pt x="126" y="3595"/>
                    <a:pt x="421" y="3694"/>
                  </a:cubicBezTo>
                  <a:cubicBezTo>
                    <a:pt x="998" y="3898"/>
                    <a:pt x="1555" y="4073"/>
                    <a:pt x="2104" y="4212"/>
                  </a:cubicBezTo>
                  <a:cubicBezTo>
                    <a:pt x="2504" y="4244"/>
                    <a:pt x="2899" y="4262"/>
                    <a:pt x="3295" y="4262"/>
                  </a:cubicBezTo>
                  <a:cubicBezTo>
                    <a:pt x="5328" y="4262"/>
                    <a:pt x="7349" y="3827"/>
                    <a:pt x="9218" y="3028"/>
                  </a:cubicBezTo>
                  <a:cubicBezTo>
                    <a:pt x="10066" y="2568"/>
                    <a:pt x="10883" y="2040"/>
                    <a:pt x="11689" y="1512"/>
                  </a:cubicBezTo>
                  <a:cubicBezTo>
                    <a:pt x="11796" y="1444"/>
                    <a:pt x="11881" y="1370"/>
                    <a:pt x="11949" y="1291"/>
                  </a:cubicBezTo>
                  <a:cubicBezTo>
                    <a:pt x="11814" y="1120"/>
                    <a:pt x="11746" y="956"/>
                    <a:pt x="11807" y="835"/>
                  </a:cubicBezTo>
                  <a:cubicBezTo>
                    <a:pt x="11893" y="661"/>
                    <a:pt x="11982" y="485"/>
                    <a:pt x="12067" y="311"/>
                  </a:cubicBezTo>
                  <a:cubicBezTo>
                    <a:pt x="11946" y="126"/>
                    <a:pt x="11739" y="1"/>
                    <a:pt x="11482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83" name="Google Shape;7983;p279"/>
            <p:cNvSpPr/>
            <p:nvPr/>
          </p:nvSpPr>
          <p:spPr>
            <a:xfrm>
              <a:off x="-305975" y="2932300"/>
              <a:ext cx="53700" cy="27500"/>
            </a:xfrm>
            <a:custGeom>
              <a:avLst/>
              <a:gdLst/>
              <a:ahLst/>
              <a:cxnLst/>
              <a:rect l="l" t="t" r="r" b="b"/>
              <a:pathLst>
                <a:path w="2148" h="1100" extrusionOk="0">
                  <a:moveTo>
                    <a:pt x="1259" y="1"/>
                  </a:moveTo>
                  <a:cubicBezTo>
                    <a:pt x="653" y="1"/>
                    <a:pt x="0" y="614"/>
                    <a:pt x="12" y="1100"/>
                  </a:cubicBezTo>
                  <a:cubicBezTo>
                    <a:pt x="736" y="881"/>
                    <a:pt x="1452" y="600"/>
                    <a:pt x="2148" y="251"/>
                  </a:cubicBezTo>
                  <a:cubicBezTo>
                    <a:pt x="1944" y="186"/>
                    <a:pt x="1733" y="115"/>
                    <a:pt x="1523" y="43"/>
                  </a:cubicBezTo>
                  <a:cubicBezTo>
                    <a:pt x="1437" y="15"/>
                    <a:pt x="1348" y="1"/>
                    <a:pt x="1259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84" name="Google Shape;7984;p279"/>
            <p:cNvSpPr/>
            <p:nvPr/>
          </p:nvSpPr>
          <p:spPr>
            <a:xfrm>
              <a:off x="-117250" y="2779000"/>
              <a:ext cx="132575" cy="73725"/>
            </a:xfrm>
            <a:custGeom>
              <a:avLst/>
              <a:gdLst/>
              <a:ahLst/>
              <a:cxnLst/>
              <a:rect l="l" t="t" r="r" b="b"/>
              <a:pathLst>
                <a:path w="5303" h="2949" extrusionOk="0">
                  <a:moveTo>
                    <a:pt x="54" y="0"/>
                  </a:moveTo>
                  <a:cubicBezTo>
                    <a:pt x="7" y="71"/>
                    <a:pt x="0" y="124"/>
                    <a:pt x="43" y="153"/>
                  </a:cubicBezTo>
                  <a:cubicBezTo>
                    <a:pt x="1559" y="1205"/>
                    <a:pt x="3142" y="2135"/>
                    <a:pt x="4793" y="2948"/>
                  </a:cubicBezTo>
                  <a:cubicBezTo>
                    <a:pt x="4918" y="2831"/>
                    <a:pt x="5043" y="2713"/>
                    <a:pt x="5168" y="2592"/>
                  </a:cubicBezTo>
                  <a:cubicBezTo>
                    <a:pt x="5210" y="2550"/>
                    <a:pt x="5257" y="2510"/>
                    <a:pt x="5303" y="2478"/>
                  </a:cubicBezTo>
                  <a:cubicBezTo>
                    <a:pt x="3502" y="1861"/>
                    <a:pt x="1787" y="1062"/>
                    <a:pt x="147" y="64"/>
                  </a:cubicBezTo>
                  <a:cubicBezTo>
                    <a:pt x="114" y="43"/>
                    <a:pt x="83" y="22"/>
                    <a:pt x="54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85" name="Google Shape;7985;p279"/>
            <p:cNvSpPr/>
            <p:nvPr/>
          </p:nvSpPr>
          <p:spPr>
            <a:xfrm>
              <a:off x="2550" y="2840925"/>
              <a:ext cx="20275" cy="16075"/>
            </a:xfrm>
            <a:custGeom>
              <a:avLst/>
              <a:gdLst/>
              <a:ahLst/>
              <a:cxnLst/>
              <a:rect l="l" t="t" r="r" b="b"/>
              <a:pathLst>
                <a:path w="811" h="643" extrusionOk="0">
                  <a:moveTo>
                    <a:pt x="511" y="1"/>
                  </a:moveTo>
                  <a:cubicBezTo>
                    <a:pt x="465" y="33"/>
                    <a:pt x="418" y="73"/>
                    <a:pt x="376" y="115"/>
                  </a:cubicBezTo>
                  <a:cubicBezTo>
                    <a:pt x="251" y="236"/>
                    <a:pt x="126" y="354"/>
                    <a:pt x="1" y="471"/>
                  </a:cubicBezTo>
                  <a:cubicBezTo>
                    <a:pt x="119" y="529"/>
                    <a:pt x="239" y="586"/>
                    <a:pt x="358" y="642"/>
                  </a:cubicBezTo>
                  <a:cubicBezTo>
                    <a:pt x="425" y="543"/>
                    <a:pt x="489" y="440"/>
                    <a:pt x="554" y="340"/>
                  </a:cubicBezTo>
                  <a:cubicBezTo>
                    <a:pt x="621" y="233"/>
                    <a:pt x="710" y="162"/>
                    <a:pt x="810" y="104"/>
                  </a:cubicBezTo>
                  <a:cubicBezTo>
                    <a:pt x="710" y="69"/>
                    <a:pt x="611" y="37"/>
                    <a:pt x="51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86" name="Google Shape;7986;p279"/>
            <p:cNvSpPr/>
            <p:nvPr/>
          </p:nvSpPr>
          <p:spPr>
            <a:xfrm>
              <a:off x="-115900" y="2757850"/>
              <a:ext cx="184175" cy="87375"/>
            </a:xfrm>
            <a:custGeom>
              <a:avLst/>
              <a:gdLst/>
              <a:ahLst/>
              <a:cxnLst/>
              <a:rect l="l" t="t" r="r" b="b"/>
              <a:pathLst>
                <a:path w="7367" h="3495" extrusionOk="0">
                  <a:moveTo>
                    <a:pt x="1508" y="1"/>
                  </a:moveTo>
                  <a:cubicBezTo>
                    <a:pt x="1080" y="1"/>
                    <a:pt x="196" y="553"/>
                    <a:pt x="0" y="846"/>
                  </a:cubicBezTo>
                  <a:cubicBezTo>
                    <a:pt x="29" y="868"/>
                    <a:pt x="60" y="889"/>
                    <a:pt x="93" y="910"/>
                  </a:cubicBezTo>
                  <a:cubicBezTo>
                    <a:pt x="1733" y="1908"/>
                    <a:pt x="3448" y="2707"/>
                    <a:pt x="5249" y="3324"/>
                  </a:cubicBezTo>
                  <a:cubicBezTo>
                    <a:pt x="5409" y="3213"/>
                    <a:pt x="5580" y="3164"/>
                    <a:pt x="5751" y="3164"/>
                  </a:cubicBezTo>
                  <a:cubicBezTo>
                    <a:pt x="5884" y="3164"/>
                    <a:pt x="6012" y="3192"/>
                    <a:pt x="6129" y="3246"/>
                  </a:cubicBezTo>
                  <a:cubicBezTo>
                    <a:pt x="6208" y="3238"/>
                    <a:pt x="6290" y="3235"/>
                    <a:pt x="6368" y="3235"/>
                  </a:cubicBezTo>
                  <a:cubicBezTo>
                    <a:pt x="6411" y="3235"/>
                    <a:pt x="6454" y="3235"/>
                    <a:pt x="6497" y="3238"/>
                  </a:cubicBezTo>
                  <a:cubicBezTo>
                    <a:pt x="6686" y="3246"/>
                    <a:pt x="6949" y="3299"/>
                    <a:pt x="7107" y="3417"/>
                  </a:cubicBezTo>
                  <a:cubicBezTo>
                    <a:pt x="7135" y="3438"/>
                    <a:pt x="7163" y="3463"/>
                    <a:pt x="7185" y="3495"/>
                  </a:cubicBezTo>
                  <a:cubicBezTo>
                    <a:pt x="7310" y="3378"/>
                    <a:pt x="7367" y="3285"/>
                    <a:pt x="7317" y="3264"/>
                  </a:cubicBezTo>
                  <a:cubicBezTo>
                    <a:pt x="5338" y="2354"/>
                    <a:pt x="3455" y="1281"/>
                    <a:pt x="1669" y="40"/>
                  </a:cubicBezTo>
                  <a:cubicBezTo>
                    <a:pt x="1626" y="15"/>
                    <a:pt x="1572" y="1"/>
                    <a:pt x="150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87" name="Google Shape;7987;p279"/>
            <p:cNvSpPr/>
            <p:nvPr/>
          </p:nvSpPr>
          <p:spPr>
            <a:xfrm>
              <a:off x="15300" y="2836925"/>
              <a:ext cx="22050" cy="6625"/>
            </a:xfrm>
            <a:custGeom>
              <a:avLst/>
              <a:gdLst/>
              <a:ahLst/>
              <a:cxnLst/>
              <a:rect l="l" t="t" r="r" b="b"/>
              <a:pathLst>
                <a:path w="882" h="265" extrusionOk="0">
                  <a:moveTo>
                    <a:pt x="503" y="1"/>
                  </a:moveTo>
                  <a:cubicBezTo>
                    <a:pt x="332" y="1"/>
                    <a:pt x="161" y="50"/>
                    <a:pt x="1" y="161"/>
                  </a:cubicBezTo>
                  <a:cubicBezTo>
                    <a:pt x="101" y="197"/>
                    <a:pt x="200" y="229"/>
                    <a:pt x="300" y="264"/>
                  </a:cubicBezTo>
                  <a:cubicBezTo>
                    <a:pt x="358" y="229"/>
                    <a:pt x="418" y="203"/>
                    <a:pt x="482" y="175"/>
                  </a:cubicBezTo>
                  <a:cubicBezTo>
                    <a:pt x="607" y="126"/>
                    <a:pt x="743" y="96"/>
                    <a:pt x="881" y="83"/>
                  </a:cubicBezTo>
                  <a:cubicBezTo>
                    <a:pt x="764" y="29"/>
                    <a:pt x="636" y="1"/>
                    <a:pt x="50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88" name="Google Shape;7988;p279"/>
            <p:cNvSpPr/>
            <p:nvPr/>
          </p:nvSpPr>
          <p:spPr>
            <a:xfrm>
              <a:off x="8175" y="2856975"/>
              <a:ext cx="3500" cy="5575"/>
            </a:xfrm>
            <a:custGeom>
              <a:avLst/>
              <a:gdLst/>
              <a:ahLst/>
              <a:cxnLst/>
              <a:rect l="l" t="t" r="r" b="b"/>
              <a:pathLst>
                <a:path w="140" h="223" extrusionOk="0">
                  <a:moveTo>
                    <a:pt x="133" y="0"/>
                  </a:moveTo>
                  <a:cubicBezTo>
                    <a:pt x="133" y="5"/>
                    <a:pt x="133" y="5"/>
                    <a:pt x="129" y="8"/>
                  </a:cubicBezTo>
                  <a:cubicBezTo>
                    <a:pt x="133" y="8"/>
                    <a:pt x="136" y="5"/>
                    <a:pt x="139" y="5"/>
                  </a:cubicBezTo>
                  <a:cubicBezTo>
                    <a:pt x="136" y="5"/>
                    <a:pt x="136" y="0"/>
                    <a:pt x="133" y="0"/>
                  </a:cubicBezTo>
                  <a:close/>
                  <a:moveTo>
                    <a:pt x="26" y="168"/>
                  </a:moveTo>
                  <a:lnTo>
                    <a:pt x="26" y="168"/>
                  </a:lnTo>
                  <a:cubicBezTo>
                    <a:pt x="25" y="169"/>
                    <a:pt x="25" y="170"/>
                    <a:pt x="24" y="171"/>
                  </a:cubicBezTo>
                  <a:lnTo>
                    <a:pt x="24" y="171"/>
                  </a:lnTo>
                  <a:cubicBezTo>
                    <a:pt x="25" y="171"/>
                    <a:pt x="26" y="170"/>
                    <a:pt x="26" y="168"/>
                  </a:cubicBezTo>
                  <a:close/>
                  <a:moveTo>
                    <a:pt x="24" y="171"/>
                  </a:moveTo>
                  <a:cubicBezTo>
                    <a:pt x="23" y="172"/>
                    <a:pt x="22" y="173"/>
                    <a:pt x="22" y="176"/>
                  </a:cubicBezTo>
                  <a:lnTo>
                    <a:pt x="22" y="176"/>
                  </a:lnTo>
                  <a:cubicBezTo>
                    <a:pt x="23" y="174"/>
                    <a:pt x="24" y="173"/>
                    <a:pt x="24" y="171"/>
                  </a:cubicBezTo>
                  <a:close/>
                  <a:moveTo>
                    <a:pt x="22" y="176"/>
                  </a:moveTo>
                  <a:lnTo>
                    <a:pt x="22" y="176"/>
                  </a:lnTo>
                  <a:cubicBezTo>
                    <a:pt x="22" y="176"/>
                    <a:pt x="22" y="176"/>
                    <a:pt x="22" y="176"/>
                  </a:cubicBezTo>
                  <a:lnTo>
                    <a:pt x="22" y="176"/>
                  </a:lnTo>
                  <a:cubicBezTo>
                    <a:pt x="22" y="176"/>
                    <a:pt x="22" y="176"/>
                    <a:pt x="22" y="176"/>
                  </a:cubicBezTo>
                  <a:cubicBezTo>
                    <a:pt x="22" y="176"/>
                    <a:pt x="22" y="176"/>
                    <a:pt x="22" y="176"/>
                  </a:cubicBezTo>
                  <a:close/>
                  <a:moveTo>
                    <a:pt x="22" y="176"/>
                  </a:moveTo>
                  <a:cubicBezTo>
                    <a:pt x="11" y="190"/>
                    <a:pt x="4" y="204"/>
                    <a:pt x="1" y="222"/>
                  </a:cubicBezTo>
                  <a:cubicBezTo>
                    <a:pt x="7" y="207"/>
                    <a:pt x="15" y="191"/>
                    <a:pt x="22" y="176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89" name="Google Shape;7989;p279"/>
            <p:cNvSpPr/>
            <p:nvPr/>
          </p:nvSpPr>
          <p:spPr>
            <a:xfrm>
              <a:off x="47025" y="2845200"/>
              <a:ext cx="19475" cy="26975"/>
            </a:xfrm>
            <a:custGeom>
              <a:avLst/>
              <a:gdLst/>
              <a:ahLst/>
              <a:cxnLst/>
              <a:rect l="l" t="t" r="r" b="b"/>
              <a:pathLst>
                <a:path w="779" h="1079" extrusionOk="0">
                  <a:moveTo>
                    <a:pt x="668" y="1"/>
                  </a:moveTo>
                  <a:cubicBezTo>
                    <a:pt x="547" y="119"/>
                    <a:pt x="361" y="262"/>
                    <a:pt x="158" y="390"/>
                  </a:cubicBezTo>
                  <a:cubicBezTo>
                    <a:pt x="208" y="608"/>
                    <a:pt x="169" y="846"/>
                    <a:pt x="1" y="1078"/>
                  </a:cubicBezTo>
                  <a:cubicBezTo>
                    <a:pt x="165" y="1011"/>
                    <a:pt x="308" y="925"/>
                    <a:pt x="411" y="768"/>
                  </a:cubicBezTo>
                  <a:cubicBezTo>
                    <a:pt x="511" y="608"/>
                    <a:pt x="615" y="450"/>
                    <a:pt x="718" y="290"/>
                  </a:cubicBezTo>
                  <a:cubicBezTo>
                    <a:pt x="779" y="193"/>
                    <a:pt x="736" y="83"/>
                    <a:pt x="66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90" name="Google Shape;7990;p279"/>
            <p:cNvSpPr/>
            <p:nvPr/>
          </p:nvSpPr>
          <p:spPr>
            <a:xfrm>
              <a:off x="30200" y="2854950"/>
              <a:ext cx="22025" cy="18725"/>
            </a:xfrm>
            <a:custGeom>
              <a:avLst/>
              <a:gdLst/>
              <a:ahLst/>
              <a:cxnLst/>
              <a:rect l="l" t="t" r="r" b="b"/>
              <a:pathLst>
                <a:path w="881" h="749" extrusionOk="0">
                  <a:moveTo>
                    <a:pt x="831" y="0"/>
                  </a:moveTo>
                  <a:lnTo>
                    <a:pt x="831" y="0"/>
                  </a:lnTo>
                  <a:cubicBezTo>
                    <a:pt x="549" y="178"/>
                    <a:pt x="236" y="331"/>
                    <a:pt x="0" y="360"/>
                  </a:cubicBezTo>
                  <a:cubicBezTo>
                    <a:pt x="178" y="471"/>
                    <a:pt x="353" y="610"/>
                    <a:pt x="496" y="749"/>
                  </a:cubicBezTo>
                  <a:cubicBezTo>
                    <a:pt x="546" y="734"/>
                    <a:pt x="596" y="720"/>
                    <a:pt x="646" y="699"/>
                  </a:cubicBezTo>
                  <a:cubicBezTo>
                    <a:pt x="653" y="695"/>
                    <a:pt x="664" y="692"/>
                    <a:pt x="674" y="688"/>
                  </a:cubicBezTo>
                  <a:cubicBezTo>
                    <a:pt x="842" y="456"/>
                    <a:pt x="881" y="218"/>
                    <a:pt x="83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91" name="Google Shape;7991;p279"/>
            <p:cNvSpPr/>
            <p:nvPr/>
          </p:nvSpPr>
          <p:spPr>
            <a:xfrm>
              <a:off x="11475" y="2843525"/>
              <a:ext cx="22225" cy="17675"/>
            </a:xfrm>
            <a:custGeom>
              <a:avLst/>
              <a:gdLst/>
              <a:ahLst/>
              <a:cxnLst/>
              <a:rect l="l" t="t" r="r" b="b"/>
              <a:pathLst>
                <a:path w="889" h="707" extrusionOk="0">
                  <a:moveTo>
                    <a:pt x="453" y="0"/>
                  </a:moveTo>
                  <a:cubicBezTo>
                    <a:pt x="353" y="58"/>
                    <a:pt x="264" y="129"/>
                    <a:pt x="197" y="236"/>
                  </a:cubicBezTo>
                  <a:cubicBezTo>
                    <a:pt x="132" y="336"/>
                    <a:pt x="68" y="439"/>
                    <a:pt x="1" y="538"/>
                  </a:cubicBezTo>
                  <a:cubicBezTo>
                    <a:pt x="4" y="538"/>
                    <a:pt x="4" y="543"/>
                    <a:pt x="7" y="543"/>
                  </a:cubicBezTo>
                  <a:cubicBezTo>
                    <a:pt x="25" y="535"/>
                    <a:pt x="47" y="532"/>
                    <a:pt x="75" y="532"/>
                  </a:cubicBezTo>
                  <a:cubicBezTo>
                    <a:pt x="190" y="532"/>
                    <a:pt x="371" y="599"/>
                    <a:pt x="567" y="706"/>
                  </a:cubicBezTo>
                  <a:cubicBezTo>
                    <a:pt x="671" y="514"/>
                    <a:pt x="778" y="325"/>
                    <a:pt x="888" y="140"/>
                  </a:cubicBezTo>
                  <a:cubicBezTo>
                    <a:pt x="742" y="93"/>
                    <a:pt x="596" y="46"/>
                    <a:pt x="453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92" name="Google Shape;7992;p279"/>
            <p:cNvSpPr/>
            <p:nvPr/>
          </p:nvSpPr>
          <p:spPr>
            <a:xfrm>
              <a:off x="37325" y="2838700"/>
              <a:ext cx="26400" cy="16275"/>
            </a:xfrm>
            <a:custGeom>
              <a:avLst/>
              <a:gdLst/>
              <a:ahLst/>
              <a:cxnLst/>
              <a:rect l="l" t="t" r="r" b="b"/>
              <a:pathLst>
                <a:path w="1056" h="651" extrusionOk="0">
                  <a:moveTo>
                    <a:pt x="239" y="1"/>
                  </a:moveTo>
                  <a:cubicBezTo>
                    <a:pt x="161" y="1"/>
                    <a:pt x="79" y="4"/>
                    <a:pt x="0" y="12"/>
                  </a:cubicBezTo>
                  <a:cubicBezTo>
                    <a:pt x="268" y="132"/>
                    <a:pt x="482" y="372"/>
                    <a:pt x="546" y="650"/>
                  </a:cubicBezTo>
                  <a:cubicBezTo>
                    <a:pt x="749" y="522"/>
                    <a:pt x="935" y="379"/>
                    <a:pt x="1056" y="261"/>
                  </a:cubicBezTo>
                  <a:cubicBezTo>
                    <a:pt x="1034" y="229"/>
                    <a:pt x="1006" y="204"/>
                    <a:pt x="978" y="183"/>
                  </a:cubicBezTo>
                  <a:cubicBezTo>
                    <a:pt x="820" y="65"/>
                    <a:pt x="557" y="12"/>
                    <a:pt x="368" y="4"/>
                  </a:cubicBezTo>
                  <a:cubicBezTo>
                    <a:pt x="325" y="1"/>
                    <a:pt x="282" y="1"/>
                    <a:pt x="239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93" name="Google Shape;7993;p279"/>
            <p:cNvSpPr/>
            <p:nvPr/>
          </p:nvSpPr>
          <p:spPr>
            <a:xfrm>
              <a:off x="22800" y="2838975"/>
              <a:ext cx="28200" cy="24975"/>
            </a:xfrm>
            <a:custGeom>
              <a:avLst/>
              <a:gdLst/>
              <a:ahLst/>
              <a:cxnLst/>
              <a:rect l="l" t="t" r="r" b="b"/>
              <a:pathLst>
                <a:path w="1128" h="999" extrusionOk="0">
                  <a:moveTo>
                    <a:pt x="581" y="1"/>
                  </a:moveTo>
                  <a:cubicBezTo>
                    <a:pt x="443" y="14"/>
                    <a:pt x="307" y="44"/>
                    <a:pt x="182" y="93"/>
                  </a:cubicBezTo>
                  <a:cubicBezTo>
                    <a:pt x="118" y="121"/>
                    <a:pt x="58" y="147"/>
                    <a:pt x="0" y="182"/>
                  </a:cubicBezTo>
                  <a:cubicBezTo>
                    <a:pt x="143" y="228"/>
                    <a:pt x="289" y="275"/>
                    <a:pt x="435" y="322"/>
                  </a:cubicBezTo>
                  <a:cubicBezTo>
                    <a:pt x="325" y="507"/>
                    <a:pt x="218" y="696"/>
                    <a:pt x="114" y="888"/>
                  </a:cubicBezTo>
                  <a:cubicBezTo>
                    <a:pt x="175" y="921"/>
                    <a:pt x="236" y="956"/>
                    <a:pt x="296" y="999"/>
                  </a:cubicBezTo>
                  <a:cubicBezTo>
                    <a:pt x="532" y="970"/>
                    <a:pt x="845" y="817"/>
                    <a:pt x="1127" y="639"/>
                  </a:cubicBezTo>
                  <a:cubicBezTo>
                    <a:pt x="1063" y="361"/>
                    <a:pt x="849" y="121"/>
                    <a:pt x="5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94" name="Google Shape;7994;p279"/>
            <p:cNvSpPr/>
            <p:nvPr/>
          </p:nvSpPr>
          <p:spPr>
            <a:xfrm>
              <a:off x="-3775" y="2909925"/>
              <a:ext cx="7700" cy="9575"/>
            </a:xfrm>
            <a:custGeom>
              <a:avLst/>
              <a:gdLst/>
              <a:ahLst/>
              <a:cxnLst/>
              <a:rect l="l" t="t" r="r" b="b"/>
              <a:pathLst>
                <a:path w="308" h="383" extrusionOk="0">
                  <a:moveTo>
                    <a:pt x="308" y="1"/>
                  </a:moveTo>
                  <a:cubicBezTo>
                    <a:pt x="208" y="76"/>
                    <a:pt x="104" y="150"/>
                    <a:pt x="0" y="222"/>
                  </a:cubicBezTo>
                  <a:cubicBezTo>
                    <a:pt x="58" y="279"/>
                    <a:pt x="115" y="333"/>
                    <a:pt x="179" y="382"/>
                  </a:cubicBezTo>
                  <a:cubicBezTo>
                    <a:pt x="218" y="254"/>
                    <a:pt x="265" y="129"/>
                    <a:pt x="30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95" name="Google Shape;7995;p279"/>
            <p:cNvSpPr/>
            <p:nvPr/>
          </p:nvSpPr>
          <p:spPr>
            <a:xfrm>
              <a:off x="-6975" y="2857175"/>
              <a:ext cx="26125" cy="58325"/>
            </a:xfrm>
            <a:custGeom>
              <a:avLst/>
              <a:gdLst/>
              <a:ahLst/>
              <a:cxnLst/>
              <a:rect l="l" t="t" r="r" b="b"/>
              <a:pathLst>
                <a:path w="1045" h="2333" extrusionOk="0">
                  <a:moveTo>
                    <a:pt x="735" y="0"/>
                  </a:moveTo>
                  <a:cubicBezTo>
                    <a:pt x="714" y="10"/>
                    <a:pt x="699" y="25"/>
                    <a:pt x="692" y="43"/>
                  </a:cubicBezTo>
                  <a:cubicBezTo>
                    <a:pt x="671" y="82"/>
                    <a:pt x="653" y="121"/>
                    <a:pt x="632" y="160"/>
                  </a:cubicBezTo>
                  <a:cubicBezTo>
                    <a:pt x="667" y="107"/>
                    <a:pt x="703" y="53"/>
                    <a:pt x="735" y="0"/>
                  </a:cubicBezTo>
                  <a:close/>
                  <a:moveTo>
                    <a:pt x="607" y="214"/>
                  </a:moveTo>
                  <a:lnTo>
                    <a:pt x="607" y="214"/>
                  </a:lnTo>
                  <a:cubicBezTo>
                    <a:pt x="442" y="545"/>
                    <a:pt x="278" y="877"/>
                    <a:pt x="118" y="1209"/>
                  </a:cubicBezTo>
                  <a:cubicBezTo>
                    <a:pt x="289" y="1476"/>
                    <a:pt x="286" y="1865"/>
                    <a:pt x="0" y="2189"/>
                  </a:cubicBezTo>
                  <a:cubicBezTo>
                    <a:pt x="39" y="2235"/>
                    <a:pt x="82" y="2286"/>
                    <a:pt x="128" y="2332"/>
                  </a:cubicBezTo>
                  <a:cubicBezTo>
                    <a:pt x="232" y="2260"/>
                    <a:pt x="336" y="2186"/>
                    <a:pt x="436" y="2111"/>
                  </a:cubicBezTo>
                  <a:cubicBezTo>
                    <a:pt x="614" y="1618"/>
                    <a:pt x="816" y="1138"/>
                    <a:pt x="1045" y="663"/>
                  </a:cubicBezTo>
                  <a:cubicBezTo>
                    <a:pt x="938" y="634"/>
                    <a:pt x="834" y="592"/>
                    <a:pt x="757" y="532"/>
                  </a:cubicBezTo>
                  <a:cubicBezTo>
                    <a:pt x="667" y="467"/>
                    <a:pt x="571" y="335"/>
                    <a:pt x="607" y="214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96" name="Google Shape;7996;p279"/>
            <p:cNvSpPr/>
            <p:nvPr/>
          </p:nvSpPr>
          <p:spPr>
            <a:xfrm>
              <a:off x="700" y="2875350"/>
              <a:ext cx="50825" cy="57350"/>
            </a:xfrm>
            <a:custGeom>
              <a:avLst/>
              <a:gdLst/>
              <a:ahLst/>
              <a:cxnLst/>
              <a:rect l="l" t="t" r="r" b="b"/>
              <a:pathLst>
                <a:path w="2033" h="2294" extrusionOk="0">
                  <a:moveTo>
                    <a:pt x="1744" y="1"/>
                  </a:moveTo>
                  <a:cubicBezTo>
                    <a:pt x="1737" y="7"/>
                    <a:pt x="1729" y="14"/>
                    <a:pt x="1726" y="19"/>
                  </a:cubicBezTo>
                  <a:cubicBezTo>
                    <a:pt x="1227" y="511"/>
                    <a:pt x="692" y="967"/>
                    <a:pt x="129" y="1384"/>
                  </a:cubicBezTo>
                  <a:cubicBezTo>
                    <a:pt x="86" y="1512"/>
                    <a:pt x="39" y="1637"/>
                    <a:pt x="0" y="1765"/>
                  </a:cubicBezTo>
                  <a:cubicBezTo>
                    <a:pt x="343" y="2054"/>
                    <a:pt x="788" y="2293"/>
                    <a:pt x="1006" y="2293"/>
                  </a:cubicBezTo>
                  <a:cubicBezTo>
                    <a:pt x="1066" y="2293"/>
                    <a:pt x="1109" y="2275"/>
                    <a:pt x="1126" y="2236"/>
                  </a:cubicBezTo>
                  <a:cubicBezTo>
                    <a:pt x="1405" y="1673"/>
                    <a:pt x="1683" y="1110"/>
                    <a:pt x="1961" y="546"/>
                  </a:cubicBezTo>
                  <a:cubicBezTo>
                    <a:pt x="2033" y="404"/>
                    <a:pt x="1926" y="200"/>
                    <a:pt x="174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97" name="Google Shape;7997;p279"/>
            <p:cNvSpPr/>
            <p:nvPr/>
          </p:nvSpPr>
          <p:spPr>
            <a:xfrm>
              <a:off x="3900" y="2873650"/>
              <a:ext cx="40400" cy="36300"/>
            </a:xfrm>
            <a:custGeom>
              <a:avLst/>
              <a:gdLst/>
              <a:ahLst/>
              <a:cxnLst/>
              <a:rect l="l" t="t" r="r" b="b"/>
              <a:pathLst>
                <a:path w="1616" h="1452" extrusionOk="0">
                  <a:moveTo>
                    <a:pt x="1548" y="1"/>
                  </a:moveTo>
                  <a:cubicBezTo>
                    <a:pt x="1391" y="44"/>
                    <a:pt x="1224" y="57"/>
                    <a:pt x="1059" y="57"/>
                  </a:cubicBezTo>
                  <a:cubicBezTo>
                    <a:pt x="1016" y="57"/>
                    <a:pt x="974" y="57"/>
                    <a:pt x="931" y="54"/>
                  </a:cubicBezTo>
                  <a:cubicBezTo>
                    <a:pt x="835" y="51"/>
                    <a:pt x="720" y="36"/>
                    <a:pt x="610" y="4"/>
                  </a:cubicBezTo>
                  <a:cubicBezTo>
                    <a:pt x="381" y="479"/>
                    <a:pt x="179" y="959"/>
                    <a:pt x="1" y="1452"/>
                  </a:cubicBezTo>
                  <a:cubicBezTo>
                    <a:pt x="564" y="1035"/>
                    <a:pt x="1099" y="579"/>
                    <a:pt x="1598" y="87"/>
                  </a:cubicBezTo>
                  <a:cubicBezTo>
                    <a:pt x="1601" y="82"/>
                    <a:pt x="1609" y="75"/>
                    <a:pt x="1616" y="69"/>
                  </a:cubicBezTo>
                  <a:lnTo>
                    <a:pt x="1548" y="1"/>
                  </a:ln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98" name="Google Shape;7998;p279"/>
            <p:cNvSpPr/>
            <p:nvPr/>
          </p:nvSpPr>
          <p:spPr>
            <a:xfrm>
              <a:off x="-12050" y="2887375"/>
              <a:ext cx="12325" cy="24550"/>
            </a:xfrm>
            <a:custGeom>
              <a:avLst/>
              <a:gdLst/>
              <a:ahLst/>
              <a:cxnLst/>
              <a:rect l="l" t="t" r="r" b="b"/>
              <a:pathLst>
                <a:path w="493" h="982" extrusionOk="0">
                  <a:moveTo>
                    <a:pt x="321" y="1"/>
                  </a:moveTo>
                  <a:lnTo>
                    <a:pt x="321" y="1"/>
                  </a:lnTo>
                  <a:cubicBezTo>
                    <a:pt x="236" y="175"/>
                    <a:pt x="147" y="351"/>
                    <a:pt x="61" y="525"/>
                  </a:cubicBezTo>
                  <a:cubicBezTo>
                    <a:pt x="0" y="646"/>
                    <a:pt x="68" y="810"/>
                    <a:pt x="203" y="981"/>
                  </a:cubicBezTo>
                  <a:cubicBezTo>
                    <a:pt x="489" y="657"/>
                    <a:pt x="492" y="268"/>
                    <a:pt x="32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7999" name="Google Shape;7999;p279"/>
            <p:cNvSpPr/>
            <p:nvPr/>
          </p:nvSpPr>
          <p:spPr>
            <a:xfrm>
              <a:off x="7275" y="2857075"/>
              <a:ext cx="17325" cy="16700"/>
            </a:xfrm>
            <a:custGeom>
              <a:avLst/>
              <a:gdLst/>
              <a:ahLst/>
              <a:cxnLst/>
              <a:rect l="l" t="t" r="r" b="b"/>
              <a:pathLst>
                <a:path w="693" h="668" extrusionOk="0">
                  <a:moveTo>
                    <a:pt x="175" y="1"/>
                  </a:moveTo>
                  <a:cubicBezTo>
                    <a:pt x="172" y="1"/>
                    <a:pt x="169" y="4"/>
                    <a:pt x="165" y="4"/>
                  </a:cubicBezTo>
                  <a:cubicBezTo>
                    <a:pt x="133" y="57"/>
                    <a:pt x="97" y="111"/>
                    <a:pt x="62" y="164"/>
                  </a:cubicBezTo>
                  <a:cubicBezTo>
                    <a:pt x="54" y="182"/>
                    <a:pt x="44" y="200"/>
                    <a:pt x="37" y="218"/>
                  </a:cubicBezTo>
                  <a:cubicBezTo>
                    <a:pt x="1" y="339"/>
                    <a:pt x="97" y="471"/>
                    <a:pt x="187" y="536"/>
                  </a:cubicBezTo>
                  <a:cubicBezTo>
                    <a:pt x="264" y="596"/>
                    <a:pt x="368" y="638"/>
                    <a:pt x="475" y="667"/>
                  </a:cubicBezTo>
                  <a:cubicBezTo>
                    <a:pt x="546" y="525"/>
                    <a:pt x="618" y="386"/>
                    <a:pt x="692" y="243"/>
                  </a:cubicBezTo>
                  <a:cubicBezTo>
                    <a:pt x="518" y="164"/>
                    <a:pt x="347" y="82"/>
                    <a:pt x="175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000" name="Google Shape;8000;p279"/>
            <p:cNvSpPr/>
            <p:nvPr/>
          </p:nvSpPr>
          <p:spPr>
            <a:xfrm>
              <a:off x="19125" y="2863125"/>
              <a:ext cx="23475" cy="11975"/>
            </a:xfrm>
            <a:custGeom>
              <a:avLst/>
              <a:gdLst/>
              <a:ahLst/>
              <a:cxnLst/>
              <a:rect l="l" t="t" r="r" b="b"/>
              <a:pathLst>
                <a:path w="939" h="479" extrusionOk="0">
                  <a:moveTo>
                    <a:pt x="218" y="1"/>
                  </a:moveTo>
                  <a:cubicBezTo>
                    <a:pt x="144" y="144"/>
                    <a:pt x="72" y="283"/>
                    <a:pt x="1" y="425"/>
                  </a:cubicBezTo>
                  <a:cubicBezTo>
                    <a:pt x="111" y="457"/>
                    <a:pt x="226" y="472"/>
                    <a:pt x="322" y="475"/>
                  </a:cubicBezTo>
                  <a:cubicBezTo>
                    <a:pt x="365" y="478"/>
                    <a:pt x="407" y="478"/>
                    <a:pt x="450" y="478"/>
                  </a:cubicBezTo>
                  <a:cubicBezTo>
                    <a:pt x="615" y="478"/>
                    <a:pt x="782" y="465"/>
                    <a:pt x="939" y="422"/>
                  </a:cubicBezTo>
                  <a:cubicBezTo>
                    <a:pt x="796" y="283"/>
                    <a:pt x="621" y="144"/>
                    <a:pt x="443" y="33"/>
                  </a:cubicBezTo>
                  <a:cubicBezTo>
                    <a:pt x="422" y="33"/>
                    <a:pt x="397" y="37"/>
                    <a:pt x="376" y="37"/>
                  </a:cubicBezTo>
                  <a:cubicBezTo>
                    <a:pt x="322" y="37"/>
                    <a:pt x="276" y="26"/>
                    <a:pt x="236" y="8"/>
                  </a:cubicBezTo>
                  <a:cubicBezTo>
                    <a:pt x="229" y="4"/>
                    <a:pt x="226" y="4"/>
                    <a:pt x="21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001" name="Google Shape;8001;p279"/>
            <p:cNvSpPr/>
            <p:nvPr/>
          </p:nvSpPr>
          <p:spPr>
            <a:xfrm>
              <a:off x="11650" y="2856800"/>
              <a:ext cx="14025" cy="6350"/>
            </a:xfrm>
            <a:custGeom>
              <a:avLst/>
              <a:gdLst/>
              <a:ahLst/>
              <a:cxnLst/>
              <a:rect l="l" t="t" r="r" b="b"/>
              <a:pathLst>
                <a:path w="561" h="254" extrusionOk="0">
                  <a:moveTo>
                    <a:pt x="68" y="1"/>
                  </a:moveTo>
                  <a:cubicBezTo>
                    <a:pt x="40" y="1"/>
                    <a:pt x="18" y="4"/>
                    <a:pt x="0" y="12"/>
                  </a:cubicBezTo>
                  <a:cubicBezTo>
                    <a:pt x="172" y="93"/>
                    <a:pt x="343" y="175"/>
                    <a:pt x="517" y="254"/>
                  </a:cubicBezTo>
                  <a:cubicBezTo>
                    <a:pt x="532" y="229"/>
                    <a:pt x="546" y="200"/>
                    <a:pt x="560" y="175"/>
                  </a:cubicBezTo>
                  <a:cubicBezTo>
                    <a:pt x="364" y="68"/>
                    <a:pt x="183" y="1"/>
                    <a:pt x="6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002" name="Google Shape;8002;p279"/>
            <p:cNvSpPr/>
            <p:nvPr/>
          </p:nvSpPr>
          <p:spPr>
            <a:xfrm>
              <a:off x="24575" y="2861175"/>
              <a:ext cx="5650" cy="2875"/>
            </a:xfrm>
            <a:custGeom>
              <a:avLst/>
              <a:gdLst/>
              <a:ahLst/>
              <a:cxnLst/>
              <a:rect l="l" t="t" r="r" b="b"/>
              <a:pathLst>
                <a:path w="226" h="115" extrusionOk="0">
                  <a:moveTo>
                    <a:pt x="43" y="0"/>
                  </a:moveTo>
                  <a:cubicBezTo>
                    <a:pt x="29" y="25"/>
                    <a:pt x="15" y="54"/>
                    <a:pt x="0" y="79"/>
                  </a:cubicBezTo>
                  <a:cubicBezTo>
                    <a:pt x="8" y="82"/>
                    <a:pt x="11" y="82"/>
                    <a:pt x="18" y="86"/>
                  </a:cubicBezTo>
                  <a:cubicBezTo>
                    <a:pt x="58" y="104"/>
                    <a:pt x="104" y="115"/>
                    <a:pt x="158" y="115"/>
                  </a:cubicBezTo>
                  <a:cubicBezTo>
                    <a:pt x="179" y="115"/>
                    <a:pt x="204" y="111"/>
                    <a:pt x="225" y="111"/>
                  </a:cubicBezTo>
                  <a:cubicBezTo>
                    <a:pt x="165" y="68"/>
                    <a:pt x="104" y="33"/>
                    <a:pt x="43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</p:grpSp>
      <p:sp>
        <p:nvSpPr>
          <p:cNvPr id="8003" name="Google Shape;8003;p279"/>
          <p:cNvSpPr/>
          <p:nvPr/>
        </p:nvSpPr>
        <p:spPr>
          <a:xfrm>
            <a:off x="1715292" y="3219817"/>
            <a:ext cx="151875" cy="470890"/>
          </a:xfrm>
          <a:custGeom>
            <a:avLst/>
            <a:gdLst/>
            <a:ahLst/>
            <a:cxnLst/>
            <a:rect l="l" t="t" r="r" b="b"/>
            <a:pathLst>
              <a:path w="6075" h="24500" extrusionOk="0">
                <a:moveTo>
                  <a:pt x="1240" y="24500"/>
                </a:moveTo>
                <a:cubicBezTo>
                  <a:pt x="736" y="22231"/>
                  <a:pt x="-568" y="19748"/>
                  <a:pt x="297" y="17590"/>
                </a:cubicBezTo>
                <a:cubicBezTo>
                  <a:pt x="1561" y="14436"/>
                  <a:pt x="5471" y="12472"/>
                  <a:pt x="5951" y="9109"/>
                </a:cubicBezTo>
                <a:cubicBezTo>
                  <a:pt x="6449" y="5625"/>
                  <a:pt x="3101" y="2489"/>
                  <a:pt x="612" y="0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004" name="Google Shape;8004;p279"/>
          <p:cNvSpPr/>
          <p:nvPr/>
        </p:nvSpPr>
        <p:spPr>
          <a:xfrm>
            <a:off x="6652642" y="3219821"/>
            <a:ext cx="151875" cy="470890"/>
          </a:xfrm>
          <a:custGeom>
            <a:avLst/>
            <a:gdLst/>
            <a:ahLst/>
            <a:cxnLst/>
            <a:rect l="l" t="t" r="r" b="b"/>
            <a:pathLst>
              <a:path w="6075" h="24500" extrusionOk="0">
                <a:moveTo>
                  <a:pt x="1240" y="24500"/>
                </a:moveTo>
                <a:cubicBezTo>
                  <a:pt x="736" y="22231"/>
                  <a:pt x="-568" y="19748"/>
                  <a:pt x="297" y="17590"/>
                </a:cubicBezTo>
                <a:cubicBezTo>
                  <a:pt x="1561" y="14436"/>
                  <a:pt x="5471" y="12472"/>
                  <a:pt x="5951" y="9109"/>
                </a:cubicBezTo>
                <a:cubicBezTo>
                  <a:pt x="6449" y="5625"/>
                  <a:pt x="3101" y="2489"/>
                  <a:pt x="612" y="0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005" name="Google Shape;8005;p279"/>
          <p:cNvSpPr/>
          <p:nvPr/>
        </p:nvSpPr>
        <p:spPr>
          <a:xfrm flipH="1">
            <a:off x="4130267" y="3219821"/>
            <a:ext cx="151875" cy="470890"/>
          </a:xfrm>
          <a:custGeom>
            <a:avLst/>
            <a:gdLst/>
            <a:ahLst/>
            <a:cxnLst/>
            <a:rect l="l" t="t" r="r" b="b"/>
            <a:pathLst>
              <a:path w="6075" h="24500" extrusionOk="0">
                <a:moveTo>
                  <a:pt x="1240" y="24500"/>
                </a:moveTo>
                <a:cubicBezTo>
                  <a:pt x="736" y="22231"/>
                  <a:pt x="-568" y="19748"/>
                  <a:pt x="297" y="17590"/>
                </a:cubicBezTo>
                <a:cubicBezTo>
                  <a:pt x="1561" y="14436"/>
                  <a:pt x="5471" y="12472"/>
                  <a:pt x="5951" y="9109"/>
                </a:cubicBezTo>
                <a:cubicBezTo>
                  <a:pt x="6449" y="5625"/>
                  <a:pt x="3101" y="2489"/>
                  <a:pt x="612" y="0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006" name="Google Shape;8006;p279"/>
          <p:cNvSpPr/>
          <p:nvPr/>
        </p:nvSpPr>
        <p:spPr>
          <a:xfrm flipH="1">
            <a:off x="5312967" y="3213641"/>
            <a:ext cx="151875" cy="464520"/>
          </a:xfrm>
          <a:custGeom>
            <a:avLst/>
            <a:gdLst/>
            <a:ahLst/>
            <a:cxnLst/>
            <a:rect l="l" t="t" r="r" b="b"/>
            <a:pathLst>
              <a:path w="6075" h="24500" extrusionOk="0">
                <a:moveTo>
                  <a:pt x="1240" y="24500"/>
                </a:moveTo>
                <a:cubicBezTo>
                  <a:pt x="736" y="22231"/>
                  <a:pt x="-568" y="19748"/>
                  <a:pt x="297" y="17590"/>
                </a:cubicBezTo>
                <a:cubicBezTo>
                  <a:pt x="1561" y="14436"/>
                  <a:pt x="5471" y="12472"/>
                  <a:pt x="5951" y="9109"/>
                </a:cubicBezTo>
                <a:cubicBezTo>
                  <a:pt x="6449" y="5625"/>
                  <a:pt x="3101" y="2489"/>
                  <a:pt x="612" y="0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007" name="Google Shape;8007;p279"/>
          <p:cNvSpPr/>
          <p:nvPr/>
        </p:nvSpPr>
        <p:spPr>
          <a:xfrm>
            <a:off x="2897392" y="3223000"/>
            <a:ext cx="151875" cy="464520"/>
          </a:xfrm>
          <a:custGeom>
            <a:avLst/>
            <a:gdLst/>
            <a:ahLst/>
            <a:cxnLst/>
            <a:rect l="l" t="t" r="r" b="b"/>
            <a:pathLst>
              <a:path w="6075" h="24500" extrusionOk="0">
                <a:moveTo>
                  <a:pt x="1240" y="24500"/>
                </a:moveTo>
                <a:cubicBezTo>
                  <a:pt x="736" y="22231"/>
                  <a:pt x="-568" y="19748"/>
                  <a:pt x="297" y="17590"/>
                </a:cubicBezTo>
                <a:cubicBezTo>
                  <a:pt x="1561" y="14436"/>
                  <a:pt x="5471" y="12472"/>
                  <a:pt x="5951" y="9109"/>
                </a:cubicBezTo>
                <a:cubicBezTo>
                  <a:pt x="6449" y="5625"/>
                  <a:pt x="3101" y="2489"/>
                  <a:pt x="612" y="0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008" name="Google Shape;8008;p279"/>
          <p:cNvSpPr txBox="1"/>
          <p:nvPr/>
        </p:nvSpPr>
        <p:spPr>
          <a:xfrm>
            <a:off x="629400" y="1050400"/>
            <a:ext cx="7885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Let's take the tuple: (“Eggs”, “Milk”, “Bread”, “Chicken”, “Water”)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8009" name="Google Shape;8009;p279"/>
          <p:cNvSpPr txBox="1"/>
          <p:nvPr/>
        </p:nvSpPr>
        <p:spPr>
          <a:xfrm>
            <a:off x="629400" y="1614613"/>
            <a:ext cx="7885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What does tuple[0] equal?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4" name="Google Shape;8014;p28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dirty="0"/>
              <a:t>Tuple Index Example: #1</a:t>
            </a:r>
            <a:endParaRPr dirty="0"/>
          </a:p>
        </p:txBody>
      </p:sp>
      <p:grpSp>
        <p:nvGrpSpPr>
          <p:cNvPr id="8015" name="Google Shape;8015;p280"/>
          <p:cNvGrpSpPr/>
          <p:nvPr/>
        </p:nvGrpSpPr>
        <p:grpSpPr>
          <a:xfrm flipH="1">
            <a:off x="704586" y="960694"/>
            <a:ext cx="5313136" cy="176025"/>
            <a:chOff x="4345425" y="2175475"/>
            <a:chExt cx="800750" cy="176025"/>
          </a:xfrm>
        </p:grpSpPr>
        <p:sp>
          <p:nvSpPr>
            <p:cNvPr id="8016" name="Google Shape;8016;p280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7" name="Google Shape;8017;p280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18" name="Google Shape;8018;p280"/>
          <p:cNvSpPr txBox="1"/>
          <p:nvPr/>
        </p:nvSpPr>
        <p:spPr>
          <a:xfrm>
            <a:off x="629400" y="1313272"/>
            <a:ext cx="7885200" cy="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pic>
        <p:nvPicPr>
          <p:cNvPr id="8019" name="Google Shape;8019;p280"/>
          <p:cNvPicPr preferRelativeResize="0"/>
          <p:nvPr/>
        </p:nvPicPr>
        <p:blipFill rotWithShape="1">
          <a:blip r:embed="rId3">
            <a:alphaModFix/>
          </a:blip>
          <a:srcRect r="10793"/>
          <a:stretch/>
        </p:blipFill>
        <p:spPr>
          <a:xfrm>
            <a:off x="629400" y="1920912"/>
            <a:ext cx="7885200" cy="130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4" name="Google Shape;8024;p28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dirty="0"/>
              <a:t>Tuple Index Example: #1 Answer</a:t>
            </a:r>
            <a:endParaRPr dirty="0"/>
          </a:p>
        </p:txBody>
      </p:sp>
      <p:grpSp>
        <p:nvGrpSpPr>
          <p:cNvPr id="8025" name="Google Shape;8025;p281"/>
          <p:cNvGrpSpPr/>
          <p:nvPr/>
        </p:nvGrpSpPr>
        <p:grpSpPr>
          <a:xfrm flipH="1">
            <a:off x="704586" y="960694"/>
            <a:ext cx="5313136" cy="176025"/>
            <a:chOff x="4345425" y="2175475"/>
            <a:chExt cx="800750" cy="176025"/>
          </a:xfrm>
        </p:grpSpPr>
        <p:sp>
          <p:nvSpPr>
            <p:cNvPr id="8026" name="Google Shape;8026;p28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7" name="Google Shape;8027;p28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28" name="Google Shape;8028;p281"/>
          <p:cNvSpPr txBox="1"/>
          <p:nvPr/>
        </p:nvSpPr>
        <p:spPr>
          <a:xfrm>
            <a:off x="629400" y="1313272"/>
            <a:ext cx="7885200" cy="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pic>
        <p:nvPicPr>
          <p:cNvPr id="8029" name="Google Shape;8029;p2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03900"/>
            <a:ext cx="8839199" cy="1301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4" name="Google Shape;8034;p282"/>
          <p:cNvSpPr txBox="1">
            <a:spLocks noGrp="1"/>
          </p:cNvSpPr>
          <p:nvPr>
            <p:ph type="title"/>
          </p:nvPr>
        </p:nvSpPr>
        <p:spPr>
          <a:xfrm>
            <a:off x="1378050" y="2344774"/>
            <a:ext cx="6387900" cy="9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Slice Tuple</a:t>
            </a:r>
            <a:endParaRPr/>
          </a:p>
        </p:txBody>
      </p:sp>
      <p:sp>
        <p:nvSpPr>
          <p:cNvPr id="8035" name="Google Shape;8035;p282"/>
          <p:cNvSpPr txBox="1">
            <a:spLocks noGrp="1"/>
          </p:cNvSpPr>
          <p:nvPr>
            <p:ph type="title" idx="2"/>
          </p:nvPr>
        </p:nvSpPr>
        <p:spPr>
          <a:xfrm>
            <a:off x="3843750" y="1322001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8036" name="Google Shape;8036;p282"/>
          <p:cNvGrpSpPr/>
          <p:nvPr/>
        </p:nvGrpSpPr>
        <p:grpSpPr>
          <a:xfrm>
            <a:off x="3928443" y="2086030"/>
            <a:ext cx="1287126" cy="176025"/>
            <a:chOff x="4345425" y="2175475"/>
            <a:chExt cx="800750" cy="176025"/>
          </a:xfrm>
        </p:grpSpPr>
        <p:sp>
          <p:nvSpPr>
            <p:cNvPr id="8037" name="Google Shape;8037;p282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8" name="Google Shape;8038;p282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39" name="Google Shape;8039;p282"/>
          <p:cNvGrpSpPr/>
          <p:nvPr/>
        </p:nvGrpSpPr>
        <p:grpSpPr>
          <a:xfrm>
            <a:off x="1541738" y="3108974"/>
            <a:ext cx="6053350" cy="176025"/>
            <a:chOff x="4345425" y="2175475"/>
            <a:chExt cx="800750" cy="176025"/>
          </a:xfrm>
        </p:grpSpPr>
        <p:sp>
          <p:nvSpPr>
            <p:cNvPr id="8040" name="Google Shape;8040;p282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1" name="Google Shape;8041;p282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2" name="Google Shape;8042;p282"/>
          <p:cNvGrpSpPr/>
          <p:nvPr/>
        </p:nvGrpSpPr>
        <p:grpSpPr>
          <a:xfrm rot="372491" flipH="1">
            <a:off x="1097518" y="3478413"/>
            <a:ext cx="595061" cy="675849"/>
            <a:chOff x="5464100" y="4208075"/>
            <a:chExt cx="494625" cy="579650"/>
          </a:xfrm>
        </p:grpSpPr>
        <p:sp>
          <p:nvSpPr>
            <p:cNvPr id="8043" name="Google Shape;8043;p282"/>
            <p:cNvSpPr/>
            <p:nvPr/>
          </p:nvSpPr>
          <p:spPr>
            <a:xfrm>
              <a:off x="5594650" y="4504850"/>
              <a:ext cx="341250" cy="255800"/>
            </a:xfrm>
            <a:custGeom>
              <a:avLst/>
              <a:gdLst/>
              <a:ahLst/>
              <a:cxnLst/>
              <a:rect l="l" t="t" r="r" b="b"/>
              <a:pathLst>
                <a:path w="13650" h="10232" extrusionOk="0">
                  <a:moveTo>
                    <a:pt x="11619" y="0"/>
                  </a:moveTo>
                  <a:cubicBezTo>
                    <a:pt x="11538" y="0"/>
                    <a:pt x="11454" y="19"/>
                    <a:pt x="11367" y="60"/>
                  </a:cubicBezTo>
                  <a:cubicBezTo>
                    <a:pt x="10774" y="356"/>
                    <a:pt x="10157" y="653"/>
                    <a:pt x="9587" y="973"/>
                  </a:cubicBezTo>
                  <a:cubicBezTo>
                    <a:pt x="8423" y="1657"/>
                    <a:pt x="7327" y="2388"/>
                    <a:pt x="6254" y="3209"/>
                  </a:cubicBezTo>
                  <a:cubicBezTo>
                    <a:pt x="4177" y="4784"/>
                    <a:pt x="2100" y="6359"/>
                    <a:pt x="0" y="7934"/>
                  </a:cubicBezTo>
                  <a:cubicBezTo>
                    <a:pt x="584" y="8864"/>
                    <a:pt x="1080" y="10231"/>
                    <a:pt x="2001" y="10231"/>
                  </a:cubicBezTo>
                  <a:cubicBezTo>
                    <a:pt x="2232" y="10231"/>
                    <a:pt x="2491" y="10145"/>
                    <a:pt x="2785" y="9943"/>
                  </a:cubicBezTo>
                  <a:cubicBezTo>
                    <a:pt x="3972" y="9121"/>
                    <a:pt x="5159" y="8300"/>
                    <a:pt x="6323" y="7478"/>
                  </a:cubicBezTo>
                  <a:cubicBezTo>
                    <a:pt x="7281" y="6816"/>
                    <a:pt x="13650" y="2867"/>
                    <a:pt x="13011" y="1726"/>
                  </a:cubicBezTo>
                  <a:cubicBezTo>
                    <a:pt x="12806" y="1338"/>
                    <a:pt x="12310" y="0"/>
                    <a:pt x="11619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4" name="Google Shape;8044;p282"/>
            <p:cNvSpPr/>
            <p:nvPr/>
          </p:nvSpPr>
          <p:spPr>
            <a:xfrm>
              <a:off x="5518750" y="4363750"/>
              <a:ext cx="340700" cy="255675"/>
            </a:xfrm>
            <a:custGeom>
              <a:avLst/>
              <a:gdLst/>
              <a:ahLst/>
              <a:cxnLst/>
              <a:rect l="l" t="t" r="r" b="b"/>
              <a:pathLst>
                <a:path w="13628" h="10227" extrusionOk="0">
                  <a:moveTo>
                    <a:pt x="11606" y="0"/>
                  </a:moveTo>
                  <a:cubicBezTo>
                    <a:pt x="11522" y="0"/>
                    <a:pt x="11435" y="21"/>
                    <a:pt x="11345" y="66"/>
                  </a:cubicBezTo>
                  <a:cubicBezTo>
                    <a:pt x="10751" y="362"/>
                    <a:pt x="10158" y="659"/>
                    <a:pt x="9587" y="979"/>
                  </a:cubicBezTo>
                  <a:cubicBezTo>
                    <a:pt x="8423" y="1664"/>
                    <a:pt x="7304" y="2394"/>
                    <a:pt x="6232" y="3216"/>
                  </a:cubicBezTo>
                  <a:cubicBezTo>
                    <a:pt x="4155" y="4791"/>
                    <a:pt x="2077" y="6343"/>
                    <a:pt x="0" y="7940"/>
                  </a:cubicBezTo>
                  <a:cubicBezTo>
                    <a:pt x="563" y="8867"/>
                    <a:pt x="1054" y="10226"/>
                    <a:pt x="1967" y="10226"/>
                  </a:cubicBezTo>
                  <a:cubicBezTo>
                    <a:pt x="2201" y="10226"/>
                    <a:pt x="2464" y="10136"/>
                    <a:pt x="2762" y="9926"/>
                  </a:cubicBezTo>
                  <a:cubicBezTo>
                    <a:pt x="3949" y="9127"/>
                    <a:pt x="5136" y="8306"/>
                    <a:pt x="6323" y="7484"/>
                  </a:cubicBezTo>
                  <a:cubicBezTo>
                    <a:pt x="7282" y="6822"/>
                    <a:pt x="13627" y="2873"/>
                    <a:pt x="13011" y="1732"/>
                  </a:cubicBezTo>
                  <a:cubicBezTo>
                    <a:pt x="12787" y="1346"/>
                    <a:pt x="12292" y="0"/>
                    <a:pt x="11606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5" name="Google Shape;8045;p282"/>
            <p:cNvSpPr/>
            <p:nvPr/>
          </p:nvSpPr>
          <p:spPr>
            <a:xfrm>
              <a:off x="5475950" y="4235275"/>
              <a:ext cx="281925" cy="269375"/>
            </a:xfrm>
            <a:custGeom>
              <a:avLst/>
              <a:gdLst/>
              <a:ahLst/>
              <a:cxnLst/>
              <a:rect l="l" t="t" r="r" b="b"/>
              <a:pathLst>
                <a:path w="11277" h="10775" extrusionOk="0">
                  <a:moveTo>
                    <a:pt x="1210" y="1"/>
                  </a:moveTo>
                  <a:cubicBezTo>
                    <a:pt x="1233" y="23"/>
                    <a:pt x="1233" y="46"/>
                    <a:pt x="1233" y="92"/>
                  </a:cubicBezTo>
                  <a:cubicBezTo>
                    <a:pt x="1005" y="3653"/>
                    <a:pt x="503" y="7213"/>
                    <a:pt x="0" y="10774"/>
                  </a:cubicBezTo>
                  <a:cubicBezTo>
                    <a:pt x="3607" y="7989"/>
                    <a:pt x="7396" y="5456"/>
                    <a:pt x="11276" y="3082"/>
                  </a:cubicBezTo>
                  <a:cubicBezTo>
                    <a:pt x="7967" y="1918"/>
                    <a:pt x="4634" y="868"/>
                    <a:pt x="1210" y="1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6" name="Google Shape;8046;p282"/>
            <p:cNvSpPr/>
            <p:nvPr/>
          </p:nvSpPr>
          <p:spPr>
            <a:xfrm>
              <a:off x="5717000" y="4421125"/>
              <a:ext cx="42000" cy="94525"/>
            </a:xfrm>
            <a:custGeom>
              <a:avLst/>
              <a:gdLst/>
              <a:ahLst/>
              <a:cxnLst/>
              <a:rect l="l" t="t" r="r" b="b"/>
              <a:pathLst>
                <a:path w="1680" h="3781" extrusionOk="0">
                  <a:moveTo>
                    <a:pt x="1497" y="0"/>
                  </a:moveTo>
                  <a:cubicBezTo>
                    <a:pt x="1449" y="0"/>
                    <a:pt x="1398" y="23"/>
                    <a:pt x="1360" y="76"/>
                  </a:cubicBezTo>
                  <a:cubicBezTo>
                    <a:pt x="676" y="1103"/>
                    <a:pt x="265" y="2404"/>
                    <a:pt x="14" y="3614"/>
                  </a:cubicBezTo>
                  <a:cubicBezTo>
                    <a:pt x="0" y="3720"/>
                    <a:pt x="80" y="3780"/>
                    <a:pt x="162" y="3780"/>
                  </a:cubicBezTo>
                  <a:cubicBezTo>
                    <a:pt x="221" y="3780"/>
                    <a:pt x="282" y="3749"/>
                    <a:pt x="310" y="3683"/>
                  </a:cubicBezTo>
                  <a:cubicBezTo>
                    <a:pt x="698" y="2496"/>
                    <a:pt x="1201" y="1377"/>
                    <a:pt x="1634" y="213"/>
                  </a:cubicBezTo>
                  <a:cubicBezTo>
                    <a:pt x="1680" y="91"/>
                    <a:pt x="1594" y="0"/>
                    <a:pt x="1497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7" name="Google Shape;8047;p282"/>
            <p:cNvSpPr/>
            <p:nvPr/>
          </p:nvSpPr>
          <p:spPr>
            <a:xfrm>
              <a:off x="5750000" y="4392700"/>
              <a:ext cx="46925" cy="98950"/>
            </a:xfrm>
            <a:custGeom>
              <a:avLst/>
              <a:gdLst/>
              <a:ahLst/>
              <a:cxnLst/>
              <a:rect l="l" t="t" r="r" b="b"/>
              <a:pathLst>
                <a:path w="1877" h="3958" extrusionOk="0">
                  <a:moveTo>
                    <a:pt x="1669" y="1"/>
                  </a:moveTo>
                  <a:cubicBezTo>
                    <a:pt x="1627" y="1"/>
                    <a:pt x="1584" y="22"/>
                    <a:pt x="1547" y="72"/>
                  </a:cubicBezTo>
                  <a:cubicBezTo>
                    <a:pt x="771" y="1122"/>
                    <a:pt x="360" y="2446"/>
                    <a:pt x="40" y="3701"/>
                  </a:cubicBezTo>
                  <a:cubicBezTo>
                    <a:pt x="0" y="3860"/>
                    <a:pt x="130" y="3958"/>
                    <a:pt x="259" y="3958"/>
                  </a:cubicBezTo>
                  <a:cubicBezTo>
                    <a:pt x="353" y="3958"/>
                    <a:pt x="445" y="3907"/>
                    <a:pt x="474" y="3792"/>
                  </a:cubicBezTo>
                  <a:cubicBezTo>
                    <a:pt x="816" y="2560"/>
                    <a:pt x="1410" y="1464"/>
                    <a:pt x="1843" y="277"/>
                  </a:cubicBezTo>
                  <a:cubicBezTo>
                    <a:pt x="1877" y="145"/>
                    <a:pt x="1778" y="1"/>
                    <a:pt x="1669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8" name="Google Shape;8048;p282"/>
            <p:cNvSpPr/>
            <p:nvPr/>
          </p:nvSpPr>
          <p:spPr>
            <a:xfrm>
              <a:off x="5795175" y="4403700"/>
              <a:ext cx="30450" cy="52625"/>
            </a:xfrm>
            <a:custGeom>
              <a:avLst/>
              <a:gdLst/>
              <a:ahLst/>
              <a:cxnLst/>
              <a:rect l="l" t="t" r="r" b="b"/>
              <a:pathLst>
                <a:path w="1218" h="2105" extrusionOk="0">
                  <a:moveTo>
                    <a:pt x="977" y="1"/>
                  </a:moveTo>
                  <a:cubicBezTo>
                    <a:pt x="935" y="1"/>
                    <a:pt x="893" y="14"/>
                    <a:pt x="858" y="43"/>
                  </a:cubicBezTo>
                  <a:cubicBezTo>
                    <a:pt x="356" y="522"/>
                    <a:pt x="105" y="1138"/>
                    <a:pt x="14" y="1800"/>
                  </a:cubicBezTo>
                  <a:cubicBezTo>
                    <a:pt x="0" y="1988"/>
                    <a:pt x="160" y="2104"/>
                    <a:pt x="303" y="2104"/>
                  </a:cubicBezTo>
                  <a:cubicBezTo>
                    <a:pt x="404" y="2104"/>
                    <a:pt x="497" y="2046"/>
                    <a:pt x="516" y="1914"/>
                  </a:cubicBezTo>
                  <a:cubicBezTo>
                    <a:pt x="607" y="1321"/>
                    <a:pt x="835" y="773"/>
                    <a:pt x="1132" y="248"/>
                  </a:cubicBezTo>
                  <a:cubicBezTo>
                    <a:pt x="1217" y="112"/>
                    <a:pt x="1099" y="1"/>
                    <a:pt x="97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9" name="Google Shape;8049;p282"/>
            <p:cNvSpPr/>
            <p:nvPr/>
          </p:nvSpPr>
          <p:spPr>
            <a:xfrm>
              <a:off x="5783525" y="4580275"/>
              <a:ext cx="38225" cy="81675"/>
            </a:xfrm>
            <a:custGeom>
              <a:avLst/>
              <a:gdLst/>
              <a:ahLst/>
              <a:cxnLst/>
              <a:rect l="l" t="t" r="r" b="b"/>
              <a:pathLst>
                <a:path w="1529" h="3267" extrusionOk="0">
                  <a:moveTo>
                    <a:pt x="1258" y="1"/>
                  </a:moveTo>
                  <a:cubicBezTo>
                    <a:pt x="1191" y="1"/>
                    <a:pt x="1127" y="31"/>
                    <a:pt x="1096" y="101"/>
                  </a:cubicBezTo>
                  <a:cubicBezTo>
                    <a:pt x="845" y="649"/>
                    <a:pt x="617" y="1197"/>
                    <a:pt x="411" y="1745"/>
                  </a:cubicBezTo>
                  <a:cubicBezTo>
                    <a:pt x="251" y="2201"/>
                    <a:pt x="0" y="2680"/>
                    <a:pt x="23" y="3160"/>
                  </a:cubicBezTo>
                  <a:cubicBezTo>
                    <a:pt x="23" y="3231"/>
                    <a:pt x="77" y="3267"/>
                    <a:pt x="133" y="3267"/>
                  </a:cubicBezTo>
                  <a:cubicBezTo>
                    <a:pt x="168" y="3267"/>
                    <a:pt x="203" y="3254"/>
                    <a:pt x="229" y="3228"/>
                  </a:cubicBezTo>
                  <a:cubicBezTo>
                    <a:pt x="594" y="2863"/>
                    <a:pt x="754" y="2270"/>
                    <a:pt x="936" y="1790"/>
                  </a:cubicBezTo>
                  <a:cubicBezTo>
                    <a:pt x="1142" y="1288"/>
                    <a:pt x="1324" y="763"/>
                    <a:pt x="1484" y="261"/>
                  </a:cubicBezTo>
                  <a:cubicBezTo>
                    <a:pt x="1529" y="111"/>
                    <a:pt x="1387" y="1"/>
                    <a:pt x="125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0" name="Google Shape;8050;p282"/>
            <p:cNvSpPr/>
            <p:nvPr/>
          </p:nvSpPr>
          <p:spPr>
            <a:xfrm>
              <a:off x="5824600" y="4544075"/>
              <a:ext cx="49675" cy="96575"/>
            </a:xfrm>
            <a:custGeom>
              <a:avLst/>
              <a:gdLst/>
              <a:ahLst/>
              <a:cxnLst/>
              <a:rect l="l" t="t" r="r" b="b"/>
              <a:pathLst>
                <a:path w="1987" h="3863" extrusionOk="0">
                  <a:moveTo>
                    <a:pt x="1601" y="1"/>
                  </a:moveTo>
                  <a:cubicBezTo>
                    <a:pt x="1166" y="1"/>
                    <a:pt x="939" y="623"/>
                    <a:pt x="800" y="1001"/>
                  </a:cubicBezTo>
                  <a:cubicBezTo>
                    <a:pt x="457" y="1846"/>
                    <a:pt x="115" y="2759"/>
                    <a:pt x="1" y="3672"/>
                  </a:cubicBezTo>
                  <a:cubicBezTo>
                    <a:pt x="1" y="3777"/>
                    <a:pt x="100" y="3863"/>
                    <a:pt x="188" y="3863"/>
                  </a:cubicBezTo>
                  <a:cubicBezTo>
                    <a:pt x="233" y="3863"/>
                    <a:pt x="274" y="3840"/>
                    <a:pt x="297" y="3786"/>
                  </a:cubicBezTo>
                  <a:cubicBezTo>
                    <a:pt x="526" y="3215"/>
                    <a:pt x="708" y="2645"/>
                    <a:pt x="914" y="2074"/>
                  </a:cubicBezTo>
                  <a:cubicBezTo>
                    <a:pt x="1028" y="1823"/>
                    <a:pt x="1439" y="385"/>
                    <a:pt x="1735" y="362"/>
                  </a:cubicBezTo>
                  <a:cubicBezTo>
                    <a:pt x="1918" y="362"/>
                    <a:pt x="1987" y="111"/>
                    <a:pt x="1804" y="43"/>
                  </a:cubicBezTo>
                  <a:cubicBezTo>
                    <a:pt x="1731" y="14"/>
                    <a:pt x="1664" y="1"/>
                    <a:pt x="1601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1" name="Google Shape;8051;p282"/>
            <p:cNvSpPr/>
            <p:nvPr/>
          </p:nvSpPr>
          <p:spPr>
            <a:xfrm>
              <a:off x="5876375" y="4540750"/>
              <a:ext cx="23725" cy="54675"/>
            </a:xfrm>
            <a:custGeom>
              <a:avLst/>
              <a:gdLst/>
              <a:ahLst/>
              <a:cxnLst/>
              <a:rect l="l" t="t" r="r" b="b"/>
              <a:pathLst>
                <a:path w="949" h="2187" extrusionOk="0">
                  <a:moveTo>
                    <a:pt x="772" y="1"/>
                  </a:moveTo>
                  <a:cubicBezTo>
                    <a:pt x="721" y="1"/>
                    <a:pt x="671" y="26"/>
                    <a:pt x="646" y="84"/>
                  </a:cubicBezTo>
                  <a:cubicBezTo>
                    <a:pt x="372" y="701"/>
                    <a:pt x="167" y="1317"/>
                    <a:pt x="30" y="2002"/>
                  </a:cubicBezTo>
                  <a:cubicBezTo>
                    <a:pt x="1" y="2103"/>
                    <a:pt x="101" y="2187"/>
                    <a:pt x="195" y="2187"/>
                  </a:cubicBezTo>
                  <a:cubicBezTo>
                    <a:pt x="249" y="2187"/>
                    <a:pt x="302" y="2159"/>
                    <a:pt x="326" y="2093"/>
                  </a:cubicBezTo>
                  <a:cubicBezTo>
                    <a:pt x="577" y="1477"/>
                    <a:pt x="783" y="838"/>
                    <a:pt x="920" y="176"/>
                  </a:cubicBezTo>
                  <a:cubicBezTo>
                    <a:pt x="949" y="75"/>
                    <a:pt x="859" y="1"/>
                    <a:pt x="772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2" name="Google Shape;8052;p282"/>
            <p:cNvSpPr/>
            <p:nvPr/>
          </p:nvSpPr>
          <p:spPr>
            <a:xfrm>
              <a:off x="5464100" y="4208075"/>
              <a:ext cx="334850" cy="317675"/>
            </a:xfrm>
            <a:custGeom>
              <a:avLst/>
              <a:gdLst/>
              <a:ahLst/>
              <a:cxnLst/>
              <a:rect l="l" t="t" r="r" b="b"/>
              <a:pathLst>
                <a:path w="13394" h="12707" extrusionOk="0">
                  <a:moveTo>
                    <a:pt x="2027" y="792"/>
                  </a:moveTo>
                  <a:cubicBezTo>
                    <a:pt x="5450" y="1682"/>
                    <a:pt x="8783" y="2732"/>
                    <a:pt x="12115" y="3896"/>
                  </a:cubicBezTo>
                  <a:cubicBezTo>
                    <a:pt x="8212" y="6270"/>
                    <a:pt x="4423" y="8804"/>
                    <a:pt x="817" y="11588"/>
                  </a:cubicBezTo>
                  <a:cubicBezTo>
                    <a:pt x="1319" y="8027"/>
                    <a:pt x="1821" y="4467"/>
                    <a:pt x="2049" y="906"/>
                  </a:cubicBezTo>
                  <a:cubicBezTo>
                    <a:pt x="2049" y="860"/>
                    <a:pt x="2049" y="838"/>
                    <a:pt x="2027" y="792"/>
                  </a:cubicBezTo>
                  <a:close/>
                  <a:moveTo>
                    <a:pt x="1919" y="0"/>
                  </a:moveTo>
                  <a:cubicBezTo>
                    <a:pt x="1586" y="0"/>
                    <a:pt x="1459" y="471"/>
                    <a:pt x="1707" y="678"/>
                  </a:cubicBezTo>
                  <a:cubicBezTo>
                    <a:pt x="1616" y="701"/>
                    <a:pt x="1547" y="769"/>
                    <a:pt x="1547" y="860"/>
                  </a:cubicBezTo>
                  <a:cubicBezTo>
                    <a:pt x="954" y="4649"/>
                    <a:pt x="566" y="8484"/>
                    <a:pt x="18" y="12273"/>
                  </a:cubicBezTo>
                  <a:cubicBezTo>
                    <a:pt x="0" y="12483"/>
                    <a:pt x="158" y="12707"/>
                    <a:pt x="355" y="12707"/>
                  </a:cubicBezTo>
                  <a:cubicBezTo>
                    <a:pt x="415" y="12707"/>
                    <a:pt x="479" y="12686"/>
                    <a:pt x="543" y="12638"/>
                  </a:cubicBezTo>
                  <a:cubicBezTo>
                    <a:pt x="4560" y="9534"/>
                    <a:pt x="8760" y="6658"/>
                    <a:pt x="13165" y="4124"/>
                  </a:cubicBezTo>
                  <a:cubicBezTo>
                    <a:pt x="13371" y="3987"/>
                    <a:pt x="13394" y="3577"/>
                    <a:pt x="13120" y="3485"/>
                  </a:cubicBezTo>
                  <a:cubicBezTo>
                    <a:pt x="9490" y="2139"/>
                    <a:pt x="5770" y="997"/>
                    <a:pt x="2027" y="16"/>
                  </a:cubicBezTo>
                  <a:cubicBezTo>
                    <a:pt x="1989" y="5"/>
                    <a:pt x="1953" y="0"/>
                    <a:pt x="1919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3" name="Google Shape;8053;p282"/>
            <p:cNvSpPr/>
            <p:nvPr/>
          </p:nvSpPr>
          <p:spPr>
            <a:xfrm>
              <a:off x="5495775" y="4342975"/>
              <a:ext cx="376800" cy="309500"/>
            </a:xfrm>
            <a:custGeom>
              <a:avLst/>
              <a:gdLst/>
              <a:ahLst/>
              <a:cxnLst/>
              <a:rect l="l" t="t" r="r" b="b"/>
              <a:pathLst>
                <a:path w="15072" h="12380" extrusionOk="0">
                  <a:moveTo>
                    <a:pt x="12525" y="1060"/>
                  </a:moveTo>
                  <a:cubicBezTo>
                    <a:pt x="13211" y="1060"/>
                    <a:pt x="13706" y="2403"/>
                    <a:pt x="13930" y="2768"/>
                  </a:cubicBezTo>
                  <a:cubicBezTo>
                    <a:pt x="14546" y="3933"/>
                    <a:pt x="8201" y="7858"/>
                    <a:pt x="7242" y="8520"/>
                  </a:cubicBezTo>
                  <a:cubicBezTo>
                    <a:pt x="6055" y="9342"/>
                    <a:pt x="4868" y="10164"/>
                    <a:pt x="3681" y="10986"/>
                  </a:cubicBezTo>
                  <a:cubicBezTo>
                    <a:pt x="3388" y="11187"/>
                    <a:pt x="3129" y="11274"/>
                    <a:pt x="2897" y="11274"/>
                  </a:cubicBezTo>
                  <a:cubicBezTo>
                    <a:pt x="1977" y="11274"/>
                    <a:pt x="1485" y="9907"/>
                    <a:pt x="919" y="8977"/>
                  </a:cubicBezTo>
                  <a:cubicBezTo>
                    <a:pt x="2996" y="7402"/>
                    <a:pt x="5074" y="5827"/>
                    <a:pt x="7151" y="4252"/>
                  </a:cubicBezTo>
                  <a:cubicBezTo>
                    <a:pt x="8223" y="3453"/>
                    <a:pt x="9342" y="2700"/>
                    <a:pt x="10483" y="2038"/>
                  </a:cubicBezTo>
                  <a:cubicBezTo>
                    <a:pt x="11077" y="1696"/>
                    <a:pt x="11670" y="1399"/>
                    <a:pt x="12264" y="1125"/>
                  </a:cubicBezTo>
                  <a:cubicBezTo>
                    <a:pt x="12354" y="1080"/>
                    <a:pt x="12441" y="1060"/>
                    <a:pt x="12525" y="1060"/>
                  </a:cubicBezTo>
                  <a:close/>
                  <a:moveTo>
                    <a:pt x="12828" y="1"/>
                  </a:moveTo>
                  <a:cubicBezTo>
                    <a:pt x="11774" y="1"/>
                    <a:pt x="10261" y="1278"/>
                    <a:pt x="9525" y="1741"/>
                  </a:cubicBezTo>
                  <a:cubicBezTo>
                    <a:pt x="6215" y="3818"/>
                    <a:pt x="3248" y="6512"/>
                    <a:pt x="189" y="8908"/>
                  </a:cubicBezTo>
                  <a:cubicBezTo>
                    <a:pt x="1" y="9059"/>
                    <a:pt x="139" y="9365"/>
                    <a:pt x="334" y="9365"/>
                  </a:cubicBezTo>
                  <a:cubicBezTo>
                    <a:pt x="375" y="9365"/>
                    <a:pt x="419" y="9351"/>
                    <a:pt x="463" y="9319"/>
                  </a:cubicBezTo>
                  <a:cubicBezTo>
                    <a:pt x="486" y="9296"/>
                    <a:pt x="509" y="9274"/>
                    <a:pt x="531" y="9251"/>
                  </a:cubicBezTo>
                  <a:cubicBezTo>
                    <a:pt x="1125" y="10278"/>
                    <a:pt x="1741" y="11282"/>
                    <a:pt x="2426" y="12241"/>
                  </a:cubicBezTo>
                  <a:cubicBezTo>
                    <a:pt x="2485" y="12329"/>
                    <a:pt x="2582" y="12380"/>
                    <a:pt x="2680" y="12380"/>
                  </a:cubicBezTo>
                  <a:cubicBezTo>
                    <a:pt x="2734" y="12380"/>
                    <a:pt x="2788" y="12365"/>
                    <a:pt x="2837" y="12332"/>
                  </a:cubicBezTo>
                  <a:cubicBezTo>
                    <a:pt x="6991" y="9662"/>
                    <a:pt x="11396" y="6968"/>
                    <a:pt x="14934" y="3453"/>
                  </a:cubicBezTo>
                  <a:cubicBezTo>
                    <a:pt x="15071" y="3316"/>
                    <a:pt x="15048" y="3111"/>
                    <a:pt x="14957" y="2951"/>
                  </a:cubicBezTo>
                  <a:cubicBezTo>
                    <a:pt x="14592" y="2266"/>
                    <a:pt x="13930" y="212"/>
                    <a:pt x="13085" y="29"/>
                  </a:cubicBezTo>
                  <a:cubicBezTo>
                    <a:pt x="13003" y="10"/>
                    <a:pt x="12917" y="1"/>
                    <a:pt x="1282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4" name="Google Shape;8054;p282"/>
            <p:cNvSpPr/>
            <p:nvPr/>
          </p:nvSpPr>
          <p:spPr>
            <a:xfrm>
              <a:off x="5582050" y="4477650"/>
              <a:ext cx="376675" cy="310075"/>
            </a:xfrm>
            <a:custGeom>
              <a:avLst/>
              <a:gdLst/>
              <a:ahLst/>
              <a:cxnLst/>
              <a:rect l="l" t="t" r="r" b="b"/>
              <a:pathLst>
                <a:path w="15067" h="12403" extrusionOk="0">
                  <a:moveTo>
                    <a:pt x="12512" y="1065"/>
                  </a:moveTo>
                  <a:cubicBezTo>
                    <a:pt x="13207" y="1065"/>
                    <a:pt x="13721" y="2403"/>
                    <a:pt x="13925" y="2791"/>
                  </a:cubicBezTo>
                  <a:cubicBezTo>
                    <a:pt x="14542" y="3932"/>
                    <a:pt x="8196" y="7881"/>
                    <a:pt x="7238" y="8543"/>
                  </a:cubicBezTo>
                  <a:cubicBezTo>
                    <a:pt x="6051" y="9365"/>
                    <a:pt x="4864" y="10186"/>
                    <a:pt x="3677" y="11008"/>
                  </a:cubicBezTo>
                  <a:cubicBezTo>
                    <a:pt x="3383" y="11210"/>
                    <a:pt x="3124" y="11297"/>
                    <a:pt x="2893" y="11297"/>
                  </a:cubicBezTo>
                  <a:cubicBezTo>
                    <a:pt x="1973" y="11297"/>
                    <a:pt x="1480" y="9930"/>
                    <a:pt x="915" y="8999"/>
                  </a:cubicBezTo>
                  <a:cubicBezTo>
                    <a:pt x="2992" y="7425"/>
                    <a:pt x="5069" y="5850"/>
                    <a:pt x="7169" y="4275"/>
                  </a:cubicBezTo>
                  <a:cubicBezTo>
                    <a:pt x="8219" y="3453"/>
                    <a:pt x="9338" y="2723"/>
                    <a:pt x="10502" y="2038"/>
                  </a:cubicBezTo>
                  <a:cubicBezTo>
                    <a:pt x="11072" y="1718"/>
                    <a:pt x="11666" y="1422"/>
                    <a:pt x="12259" y="1125"/>
                  </a:cubicBezTo>
                  <a:cubicBezTo>
                    <a:pt x="12346" y="1084"/>
                    <a:pt x="12430" y="1065"/>
                    <a:pt x="12512" y="1065"/>
                  </a:cubicBezTo>
                  <a:close/>
                  <a:moveTo>
                    <a:pt x="12827" y="1"/>
                  </a:moveTo>
                  <a:cubicBezTo>
                    <a:pt x="11773" y="1"/>
                    <a:pt x="10258" y="1300"/>
                    <a:pt x="9520" y="1764"/>
                  </a:cubicBezTo>
                  <a:cubicBezTo>
                    <a:pt x="6233" y="3841"/>
                    <a:pt x="3266" y="6512"/>
                    <a:pt x="207" y="8931"/>
                  </a:cubicBezTo>
                  <a:cubicBezTo>
                    <a:pt x="0" y="9082"/>
                    <a:pt x="135" y="9388"/>
                    <a:pt x="329" y="9388"/>
                  </a:cubicBezTo>
                  <a:cubicBezTo>
                    <a:pt x="371" y="9388"/>
                    <a:pt x="415" y="9374"/>
                    <a:pt x="459" y="9342"/>
                  </a:cubicBezTo>
                  <a:cubicBezTo>
                    <a:pt x="481" y="9319"/>
                    <a:pt x="504" y="9296"/>
                    <a:pt x="550" y="9273"/>
                  </a:cubicBezTo>
                  <a:cubicBezTo>
                    <a:pt x="1120" y="10301"/>
                    <a:pt x="1737" y="11282"/>
                    <a:pt x="2421" y="12263"/>
                  </a:cubicBezTo>
                  <a:cubicBezTo>
                    <a:pt x="2480" y="12352"/>
                    <a:pt x="2577" y="12402"/>
                    <a:pt x="2676" y="12402"/>
                  </a:cubicBezTo>
                  <a:cubicBezTo>
                    <a:pt x="2730" y="12402"/>
                    <a:pt x="2784" y="12387"/>
                    <a:pt x="2832" y="12355"/>
                  </a:cubicBezTo>
                  <a:cubicBezTo>
                    <a:pt x="7009" y="9661"/>
                    <a:pt x="11392" y="6968"/>
                    <a:pt x="14930" y="3476"/>
                  </a:cubicBezTo>
                  <a:cubicBezTo>
                    <a:pt x="15067" y="3339"/>
                    <a:pt x="15067" y="3111"/>
                    <a:pt x="14975" y="2951"/>
                  </a:cubicBezTo>
                  <a:cubicBezTo>
                    <a:pt x="14587" y="2289"/>
                    <a:pt x="13925" y="235"/>
                    <a:pt x="13081" y="29"/>
                  </a:cubicBezTo>
                  <a:cubicBezTo>
                    <a:pt x="13000" y="10"/>
                    <a:pt x="12915" y="1"/>
                    <a:pt x="1282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55" name="Google Shape;8055;p282"/>
          <p:cNvGrpSpPr/>
          <p:nvPr/>
        </p:nvGrpSpPr>
        <p:grpSpPr>
          <a:xfrm rot="9456294">
            <a:off x="6849678" y="3273665"/>
            <a:ext cx="2306042" cy="512923"/>
            <a:chOff x="7051300" y="3461525"/>
            <a:chExt cx="2305989" cy="512912"/>
          </a:xfrm>
        </p:grpSpPr>
        <p:sp>
          <p:nvSpPr>
            <p:cNvPr id="8056" name="Google Shape;8056;p282"/>
            <p:cNvSpPr/>
            <p:nvPr/>
          </p:nvSpPr>
          <p:spPr>
            <a:xfrm>
              <a:off x="7075817" y="3564700"/>
              <a:ext cx="2271819" cy="396457"/>
            </a:xfrm>
            <a:custGeom>
              <a:avLst/>
              <a:gdLst/>
              <a:ahLst/>
              <a:cxnLst/>
              <a:rect l="l" t="t" r="r" b="b"/>
              <a:pathLst>
                <a:path w="46702" h="8150" extrusionOk="0">
                  <a:moveTo>
                    <a:pt x="46666" y="1"/>
                  </a:moveTo>
                  <a:lnTo>
                    <a:pt x="41068" y="704"/>
                  </a:lnTo>
                  <a:lnTo>
                    <a:pt x="39932" y="848"/>
                  </a:lnTo>
                  <a:lnTo>
                    <a:pt x="40221" y="3156"/>
                  </a:lnTo>
                  <a:lnTo>
                    <a:pt x="41357" y="3011"/>
                  </a:lnTo>
                  <a:lnTo>
                    <a:pt x="41303" y="2606"/>
                  </a:lnTo>
                  <a:lnTo>
                    <a:pt x="46702" y="271"/>
                  </a:lnTo>
                  <a:lnTo>
                    <a:pt x="46666" y="1"/>
                  </a:lnTo>
                  <a:close/>
                  <a:moveTo>
                    <a:pt x="1560" y="5644"/>
                  </a:moveTo>
                  <a:lnTo>
                    <a:pt x="1" y="5842"/>
                  </a:lnTo>
                  <a:lnTo>
                    <a:pt x="298" y="8149"/>
                  </a:lnTo>
                  <a:lnTo>
                    <a:pt x="1858" y="7960"/>
                  </a:lnTo>
                  <a:lnTo>
                    <a:pt x="1560" y="5644"/>
                  </a:lnTo>
                  <a:close/>
                </a:path>
              </a:pathLst>
            </a:custGeom>
            <a:solidFill>
              <a:srgbClr val="EE8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7" name="Google Shape;8057;p282"/>
            <p:cNvSpPr/>
            <p:nvPr/>
          </p:nvSpPr>
          <p:spPr>
            <a:xfrm>
              <a:off x="7056554" y="3473929"/>
              <a:ext cx="2293709" cy="379334"/>
            </a:xfrm>
            <a:custGeom>
              <a:avLst/>
              <a:gdLst/>
              <a:ahLst/>
              <a:cxnLst/>
              <a:rect l="l" t="t" r="r" b="b"/>
              <a:pathLst>
                <a:path w="47152" h="7798" extrusionOk="0">
                  <a:moveTo>
                    <a:pt x="43312" y="1515"/>
                  </a:moveTo>
                  <a:cubicBezTo>
                    <a:pt x="43664" y="1533"/>
                    <a:pt x="43682" y="1687"/>
                    <a:pt x="43691" y="1741"/>
                  </a:cubicBezTo>
                  <a:cubicBezTo>
                    <a:pt x="43700" y="1858"/>
                    <a:pt x="43682" y="1993"/>
                    <a:pt x="43393" y="2029"/>
                  </a:cubicBezTo>
                  <a:cubicBezTo>
                    <a:pt x="43361" y="2033"/>
                    <a:pt x="43331" y="2035"/>
                    <a:pt x="43305" y="2035"/>
                  </a:cubicBezTo>
                  <a:cubicBezTo>
                    <a:pt x="43091" y="2035"/>
                    <a:pt x="43041" y="1916"/>
                    <a:pt x="43033" y="1804"/>
                  </a:cubicBezTo>
                  <a:cubicBezTo>
                    <a:pt x="43006" y="1623"/>
                    <a:pt x="43069" y="1542"/>
                    <a:pt x="43231" y="1515"/>
                  </a:cubicBezTo>
                  <a:close/>
                  <a:moveTo>
                    <a:pt x="42113" y="1308"/>
                  </a:moveTo>
                  <a:cubicBezTo>
                    <a:pt x="42366" y="1335"/>
                    <a:pt x="42501" y="1479"/>
                    <a:pt x="42537" y="1750"/>
                  </a:cubicBezTo>
                  <a:cubicBezTo>
                    <a:pt x="42546" y="1858"/>
                    <a:pt x="42528" y="1966"/>
                    <a:pt x="42474" y="2065"/>
                  </a:cubicBezTo>
                  <a:cubicBezTo>
                    <a:pt x="42420" y="2164"/>
                    <a:pt x="42348" y="2218"/>
                    <a:pt x="42239" y="2236"/>
                  </a:cubicBezTo>
                  <a:cubicBezTo>
                    <a:pt x="42209" y="2239"/>
                    <a:pt x="42181" y="2241"/>
                    <a:pt x="42154" y="2241"/>
                  </a:cubicBezTo>
                  <a:cubicBezTo>
                    <a:pt x="42019" y="2241"/>
                    <a:pt x="41924" y="2203"/>
                    <a:pt x="41879" y="2128"/>
                  </a:cubicBezTo>
                  <a:cubicBezTo>
                    <a:pt x="41861" y="2092"/>
                    <a:pt x="41843" y="2029"/>
                    <a:pt x="41825" y="1858"/>
                  </a:cubicBezTo>
                  <a:cubicBezTo>
                    <a:pt x="41762" y="1353"/>
                    <a:pt x="41969" y="1326"/>
                    <a:pt x="42041" y="1317"/>
                  </a:cubicBezTo>
                  <a:cubicBezTo>
                    <a:pt x="42059" y="1308"/>
                    <a:pt x="42086" y="1308"/>
                    <a:pt x="42113" y="1308"/>
                  </a:cubicBezTo>
                  <a:close/>
                  <a:moveTo>
                    <a:pt x="41221" y="1"/>
                  </a:moveTo>
                  <a:lnTo>
                    <a:pt x="39932" y="163"/>
                  </a:lnTo>
                  <a:lnTo>
                    <a:pt x="40256" y="2795"/>
                  </a:lnTo>
                  <a:lnTo>
                    <a:pt x="47152" y="1930"/>
                  </a:lnTo>
                  <a:lnTo>
                    <a:pt x="47080" y="1335"/>
                  </a:lnTo>
                  <a:lnTo>
                    <a:pt x="41275" y="425"/>
                  </a:lnTo>
                  <a:lnTo>
                    <a:pt x="41221" y="1"/>
                  </a:lnTo>
                  <a:close/>
                  <a:moveTo>
                    <a:pt x="1713" y="4941"/>
                  </a:moveTo>
                  <a:lnTo>
                    <a:pt x="0" y="5157"/>
                  </a:lnTo>
                  <a:lnTo>
                    <a:pt x="334" y="7798"/>
                  </a:lnTo>
                  <a:lnTo>
                    <a:pt x="2046" y="7582"/>
                  </a:lnTo>
                  <a:lnTo>
                    <a:pt x="1713" y="4941"/>
                  </a:lnTo>
                  <a:close/>
                </a:path>
              </a:pathLst>
            </a:custGeom>
            <a:solidFill>
              <a:srgbClr val="EEA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8" name="Google Shape;8058;p282"/>
            <p:cNvSpPr/>
            <p:nvPr/>
          </p:nvSpPr>
          <p:spPr>
            <a:xfrm>
              <a:off x="9084585" y="3533956"/>
              <a:ext cx="102106" cy="52683"/>
            </a:xfrm>
            <a:custGeom>
              <a:avLst/>
              <a:gdLst/>
              <a:ahLst/>
              <a:cxnLst/>
              <a:rect l="l" t="t" r="r" b="b"/>
              <a:pathLst>
                <a:path w="2099" h="1083" extrusionOk="0">
                  <a:moveTo>
                    <a:pt x="1621" y="200"/>
                  </a:moveTo>
                  <a:cubicBezTo>
                    <a:pt x="1351" y="200"/>
                    <a:pt x="1233" y="326"/>
                    <a:pt x="1261" y="579"/>
                  </a:cubicBezTo>
                  <a:cubicBezTo>
                    <a:pt x="1284" y="782"/>
                    <a:pt x="1402" y="883"/>
                    <a:pt x="1609" y="883"/>
                  </a:cubicBezTo>
                  <a:cubicBezTo>
                    <a:pt x="1641" y="883"/>
                    <a:pt x="1675" y="881"/>
                    <a:pt x="1711" y="876"/>
                  </a:cubicBezTo>
                  <a:cubicBezTo>
                    <a:pt x="1982" y="840"/>
                    <a:pt x="2099" y="714"/>
                    <a:pt x="2072" y="498"/>
                  </a:cubicBezTo>
                  <a:cubicBezTo>
                    <a:pt x="2054" y="317"/>
                    <a:pt x="1900" y="218"/>
                    <a:pt x="1621" y="200"/>
                  </a:cubicBezTo>
                  <a:close/>
                  <a:moveTo>
                    <a:pt x="397" y="1"/>
                  </a:moveTo>
                  <a:cubicBezTo>
                    <a:pt x="115" y="1"/>
                    <a:pt x="1" y="217"/>
                    <a:pt x="53" y="633"/>
                  </a:cubicBezTo>
                  <a:cubicBezTo>
                    <a:pt x="71" y="777"/>
                    <a:pt x="89" y="867"/>
                    <a:pt x="116" y="921"/>
                  </a:cubicBezTo>
                  <a:cubicBezTo>
                    <a:pt x="182" y="1032"/>
                    <a:pt x="290" y="1082"/>
                    <a:pt x="446" y="1082"/>
                  </a:cubicBezTo>
                  <a:cubicBezTo>
                    <a:pt x="481" y="1082"/>
                    <a:pt x="518" y="1079"/>
                    <a:pt x="557" y="1075"/>
                  </a:cubicBezTo>
                  <a:cubicBezTo>
                    <a:pt x="693" y="1066"/>
                    <a:pt x="783" y="993"/>
                    <a:pt x="846" y="867"/>
                  </a:cubicBezTo>
                  <a:cubicBezTo>
                    <a:pt x="909" y="750"/>
                    <a:pt x="936" y="633"/>
                    <a:pt x="918" y="507"/>
                  </a:cubicBezTo>
                  <a:cubicBezTo>
                    <a:pt x="882" y="200"/>
                    <a:pt x="720" y="29"/>
                    <a:pt x="431" y="2"/>
                  </a:cubicBezTo>
                  <a:cubicBezTo>
                    <a:pt x="419" y="1"/>
                    <a:pt x="408" y="1"/>
                    <a:pt x="397" y="1"/>
                  </a:cubicBezTo>
                  <a:close/>
                </a:path>
              </a:pathLst>
            </a:custGeom>
            <a:solidFill>
              <a:srgbClr val="EECA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9" name="Google Shape;8059;p282"/>
            <p:cNvSpPr/>
            <p:nvPr/>
          </p:nvSpPr>
          <p:spPr>
            <a:xfrm>
              <a:off x="7151702" y="3605512"/>
              <a:ext cx="1882416" cy="359584"/>
            </a:xfrm>
            <a:custGeom>
              <a:avLst/>
              <a:gdLst/>
              <a:ahLst/>
              <a:cxnLst/>
              <a:rect l="l" t="t" r="r" b="b"/>
              <a:pathLst>
                <a:path w="38697" h="7392" extrusionOk="0">
                  <a:moveTo>
                    <a:pt x="38372" y="0"/>
                  </a:moveTo>
                  <a:lnTo>
                    <a:pt x="25555" y="1614"/>
                  </a:lnTo>
                  <a:cubicBezTo>
                    <a:pt x="25645" y="2506"/>
                    <a:pt x="25104" y="3353"/>
                    <a:pt x="23932" y="4156"/>
                  </a:cubicBezTo>
                  <a:cubicBezTo>
                    <a:pt x="23752" y="4282"/>
                    <a:pt x="23563" y="4399"/>
                    <a:pt x="23373" y="4507"/>
                  </a:cubicBezTo>
                  <a:lnTo>
                    <a:pt x="38697" y="2587"/>
                  </a:lnTo>
                  <a:lnTo>
                    <a:pt x="38661" y="2317"/>
                  </a:lnTo>
                  <a:lnTo>
                    <a:pt x="38372" y="0"/>
                  </a:lnTo>
                  <a:close/>
                  <a:moveTo>
                    <a:pt x="12593" y="3236"/>
                  </a:moveTo>
                  <a:lnTo>
                    <a:pt x="0" y="4805"/>
                  </a:lnTo>
                  <a:lnTo>
                    <a:pt x="298" y="7121"/>
                  </a:lnTo>
                  <a:lnTo>
                    <a:pt x="325" y="7392"/>
                  </a:lnTo>
                  <a:lnTo>
                    <a:pt x="15423" y="5499"/>
                  </a:lnTo>
                  <a:cubicBezTo>
                    <a:pt x="15207" y="5445"/>
                    <a:pt x="14999" y="5381"/>
                    <a:pt x="14792" y="5300"/>
                  </a:cubicBezTo>
                  <a:cubicBezTo>
                    <a:pt x="13458" y="4814"/>
                    <a:pt x="12728" y="4129"/>
                    <a:pt x="12593" y="3236"/>
                  </a:cubicBezTo>
                  <a:close/>
                </a:path>
              </a:pathLst>
            </a:custGeom>
            <a:solidFill>
              <a:srgbClr val="D76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0" name="Google Shape;8060;p282"/>
            <p:cNvSpPr/>
            <p:nvPr/>
          </p:nvSpPr>
          <p:spPr>
            <a:xfrm>
              <a:off x="7764232" y="3683976"/>
              <a:ext cx="634963" cy="189034"/>
            </a:xfrm>
            <a:custGeom>
              <a:avLst/>
              <a:gdLst/>
              <a:ahLst/>
              <a:cxnLst/>
              <a:rect l="l" t="t" r="r" b="b"/>
              <a:pathLst>
                <a:path w="13053" h="3886" extrusionOk="0">
                  <a:moveTo>
                    <a:pt x="12963" y="1"/>
                  </a:moveTo>
                  <a:lnTo>
                    <a:pt x="1" y="1623"/>
                  </a:lnTo>
                  <a:cubicBezTo>
                    <a:pt x="136" y="2516"/>
                    <a:pt x="866" y="3201"/>
                    <a:pt x="2200" y="3687"/>
                  </a:cubicBezTo>
                  <a:cubicBezTo>
                    <a:pt x="2407" y="3768"/>
                    <a:pt x="2615" y="3832"/>
                    <a:pt x="2831" y="3886"/>
                  </a:cubicBezTo>
                  <a:lnTo>
                    <a:pt x="10781" y="2894"/>
                  </a:lnTo>
                  <a:cubicBezTo>
                    <a:pt x="10971" y="2786"/>
                    <a:pt x="11160" y="2669"/>
                    <a:pt x="11340" y="2543"/>
                  </a:cubicBezTo>
                  <a:cubicBezTo>
                    <a:pt x="12512" y="1740"/>
                    <a:pt x="13053" y="893"/>
                    <a:pt x="12963" y="1"/>
                  </a:cubicBezTo>
                  <a:close/>
                </a:path>
              </a:pathLst>
            </a:custGeom>
            <a:solidFill>
              <a:srgbClr val="C2BC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1" name="Google Shape;8061;p282"/>
            <p:cNvSpPr/>
            <p:nvPr/>
          </p:nvSpPr>
          <p:spPr>
            <a:xfrm>
              <a:off x="7758540" y="3565575"/>
              <a:ext cx="636277" cy="197401"/>
            </a:xfrm>
            <a:custGeom>
              <a:avLst/>
              <a:gdLst/>
              <a:ahLst/>
              <a:cxnLst/>
              <a:rect l="l" t="t" r="r" b="b"/>
              <a:pathLst>
                <a:path w="13080" h="4058" extrusionOk="0">
                  <a:moveTo>
                    <a:pt x="9997" y="1"/>
                  </a:moveTo>
                  <a:lnTo>
                    <a:pt x="2506" y="938"/>
                  </a:lnTo>
                  <a:cubicBezTo>
                    <a:pt x="2227" y="1092"/>
                    <a:pt x="1966" y="1245"/>
                    <a:pt x="1722" y="1407"/>
                  </a:cubicBezTo>
                  <a:cubicBezTo>
                    <a:pt x="532" y="2218"/>
                    <a:pt x="0" y="3093"/>
                    <a:pt x="118" y="4012"/>
                  </a:cubicBezTo>
                  <a:cubicBezTo>
                    <a:pt x="118" y="4030"/>
                    <a:pt x="118" y="4039"/>
                    <a:pt x="118" y="4057"/>
                  </a:cubicBezTo>
                  <a:lnTo>
                    <a:pt x="13080" y="2435"/>
                  </a:lnTo>
                  <a:cubicBezTo>
                    <a:pt x="13071" y="2417"/>
                    <a:pt x="13071" y="2408"/>
                    <a:pt x="13071" y="2390"/>
                  </a:cubicBezTo>
                  <a:cubicBezTo>
                    <a:pt x="12953" y="1470"/>
                    <a:pt x="12223" y="758"/>
                    <a:pt x="10871" y="262"/>
                  </a:cubicBezTo>
                  <a:cubicBezTo>
                    <a:pt x="10583" y="172"/>
                    <a:pt x="10294" y="82"/>
                    <a:pt x="9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2" name="Google Shape;8062;p282"/>
            <p:cNvSpPr/>
            <p:nvPr/>
          </p:nvSpPr>
          <p:spPr>
            <a:xfrm>
              <a:off x="7130639" y="3466487"/>
              <a:ext cx="1892096" cy="377145"/>
            </a:xfrm>
            <a:custGeom>
              <a:avLst/>
              <a:gdLst/>
              <a:ahLst/>
              <a:cxnLst/>
              <a:rect l="l" t="t" r="r" b="b"/>
              <a:pathLst>
                <a:path w="38896" h="7753" extrusionOk="0">
                  <a:moveTo>
                    <a:pt x="38526" y="1"/>
                  </a:moveTo>
                  <a:lnTo>
                    <a:pt x="22896" y="1957"/>
                  </a:lnTo>
                  <a:lnTo>
                    <a:pt x="22878" y="2110"/>
                  </a:lnTo>
                  <a:cubicBezTo>
                    <a:pt x="23175" y="2191"/>
                    <a:pt x="23464" y="2281"/>
                    <a:pt x="23752" y="2371"/>
                  </a:cubicBezTo>
                  <a:cubicBezTo>
                    <a:pt x="25068" y="2858"/>
                    <a:pt x="25789" y="3552"/>
                    <a:pt x="25907" y="4481"/>
                  </a:cubicBezTo>
                  <a:lnTo>
                    <a:pt x="25916" y="4553"/>
                  </a:lnTo>
                  <a:lnTo>
                    <a:pt x="38896" y="2930"/>
                  </a:lnTo>
                  <a:lnTo>
                    <a:pt x="38526" y="1"/>
                  </a:lnTo>
                  <a:close/>
                  <a:moveTo>
                    <a:pt x="15405" y="2903"/>
                  </a:moveTo>
                  <a:lnTo>
                    <a:pt x="1" y="4823"/>
                  </a:lnTo>
                  <a:lnTo>
                    <a:pt x="370" y="7753"/>
                  </a:lnTo>
                  <a:lnTo>
                    <a:pt x="13035" y="6166"/>
                  </a:lnTo>
                  <a:lnTo>
                    <a:pt x="13107" y="6121"/>
                  </a:lnTo>
                  <a:lnTo>
                    <a:pt x="13098" y="6040"/>
                  </a:lnTo>
                  <a:cubicBezTo>
                    <a:pt x="12990" y="5157"/>
                    <a:pt x="13521" y="4300"/>
                    <a:pt x="14675" y="3507"/>
                  </a:cubicBezTo>
                  <a:cubicBezTo>
                    <a:pt x="14910" y="3354"/>
                    <a:pt x="15171" y="3192"/>
                    <a:pt x="15450" y="3047"/>
                  </a:cubicBezTo>
                  <a:lnTo>
                    <a:pt x="15405" y="2903"/>
                  </a:lnTo>
                  <a:close/>
                </a:path>
              </a:pathLst>
            </a:custGeom>
            <a:solidFill>
              <a:srgbClr val="EE87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3" name="Google Shape;8063;p282"/>
            <p:cNvSpPr/>
            <p:nvPr/>
          </p:nvSpPr>
          <p:spPr>
            <a:xfrm>
              <a:off x="8992842" y="3474999"/>
              <a:ext cx="35997" cy="141362"/>
            </a:xfrm>
            <a:custGeom>
              <a:avLst/>
              <a:gdLst/>
              <a:ahLst/>
              <a:cxnLst/>
              <a:rect l="l" t="t" r="r" b="b"/>
              <a:pathLst>
                <a:path w="740" h="2906" extrusionOk="0">
                  <a:moveTo>
                    <a:pt x="218" y="0"/>
                  </a:moveTo>
                  <a:cubicBezTo>
                    <a:pt x="203" y="0"/>
                    <a:pt x="187" y="2"/>
                    <a:pt x="172" y="6"/>
                  </a:cubicBezTo>
                  <a:cubicBezTo>
                    <a:pt x="73" y="24"/>
                    <a:pt x="1" y="123"/>
                    <a:pt x="19" y="231"/>
                  </a:cubicBezTo>
                  <a:cubicBezTo>
                    <a:pt x="91" y="637"/>
                    <a:pt x="163" y="1052"/>
                    <a:pt x="217" y="1466"/>
                  </a:cubicBezTo>
                  <a:cubicBezTo>
                    <a:pt x="271" y="1881"/>
                    <a:pt x="334" y="2296"/>
                    <a:pt x="334" y="2710"/>
                  </a:cubicBezTo>
                  <a:cubicBezTo>
                    <a:pt x="334" y="2728"/>
                    <a:pt x="334" y="2746"/>
                    <a:pt x="334" y="2764"/>
                  </a:cubicBezTo>
                  <a:cubicBezTo>
                    <a:pt x="357" y="2848"/>
                    <a:pt x="437" y="2906"/>
                    <a:pt x="527" y="2906"/>
                  </a:cubicBezTo>
                  <a:cubicBezTo>
                    <a:pt x="543" y="2906"/>
                    <a:pt x="561" y="2904"/>
                    <a:pt x="578" y="2899"/>
                  </a:cubicBezTo>
                  <a:cubicBezTo>
                    <a:pt x="677" y="2872"/>
                    <a:pt x="740" y="2764"/>
                    <a:pt x="713" y="2665"/>
                  </a:cubicBezTo>
                  <a:cubicBezTo>
                    <a:pt x="614" y="2259"/>
                    <a:pt x="569" y="1845"/>
                    <a:pt x="523" y="1430"/>
                  </a:cubicBezTo>
                  <a:cubicBezTo>
                    <a:pt x="469" y="1016"/>
                    <a:pt x="433" y="601"/>
                    <a:pt x="406" y="177"/>
                  </a:cubicBezTo>
                  <a:cubicBezTo>
                    <a:pt x="406" y="168"/>
                    <a:pt x="406" y="168"/>
                    <a:pt x="397" y="159"/>
                  </a:cubicBezTo>
                  <a:cubicBezTo>
                    <a:pt x="382" y="67"/>
                    <a:pt x="307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4" name="Google Shape;8064;p282"/>
            <p:cNvSpPr/>
            <p:nvPr/>
          </p:nvSpPr>
          <p:spPr>
            <a:xfrm>
              <a:off x="8234282" y="3461525"/>
              <a:ext cx="850704" cy="234469"/>
            </a:xfrm>
            <a:custGeom>
              <a:avLst/>
              <a:gdLst/>
              <a:ahLst/>
              <a:cxnLst/>
              <a:rect l="l" t="t" r="r" b="b"/>
              <a:pathLst>
                <a:path w="17488" h="4820" extrusionOk="0">
                  <a:moveTo>
                    <a:pt x="15781" y="1"/>
                  </a:moveTo>
                  <a:cubicBezTo>
                    <a:pt x="15770" y="1"/>
                    <a:pt x="15759" y="2"/>
                    <a:pt x="15748" y="4"/>
                  </a:cubicBezTo>
                  <a:lnTo>
                    <a:pt x="190" y="1951"/>
                  </a:lnTo>
                  <a:cubicBezTo>
                    <a:pt x="118" y="1960"/>
                    <a:pt x="55" y="2005"/>
                    <a:pt x="28" y="2086"/>
                  </a:cubicBezTo>
                  <a:cubicBezTo>
                    <a:pt x="1" y="2185"/>
                    <a:pt x="55" y="2293"/>
                    <a:pt x="163" y="2329"/>
                  </a:cubicBezTo>
                  <a:cubicBezTo>
                    <a:pt x="334" y="2356"/>
                    <a:pt x="505" y="2401"/>
                    <a:pt x="668" y="2437"/>
                  </a:cubicBezTo>
                  <a:cubicBezTo>
                    <a:pt x="839" y="2473"/>
                    <a:pt x="1010" y="2509"/>
                    <a:pt x="1172" y="2564"/>
                  </a:cubicBezTo>
                  <a:cubicBezTo>
                    <a:pt x="1488" y="2672"/>
                    <a:pt x="1812" y="2807"/>
                    <a:pt x="2101" y="2987"/>
                  </a:cubicBezTo>
                  <a:cubicBezTo>
                    <a:pt x="2245" y="3077"/>
                    <a:pt x="2380" y="3176"/>
                    <a:pt x="2506" y="3294"/>
                  </a:cubicBezTo>
                  <a:cubicBezTo>
                    <a:pt x="2642" y="3393"/>
                    <a:pt x="2750" y="3528"/>
                    <a:pt x="2849" y="3663"/>
                  </a:cubicBezTo>
                  <a:cubicBezTo>
                    <a:pt x="3038" y="3934"/>
                    <a:pt x="3137" y="4267"/>
                    <a:pt x="3101" y="4592"/>
                  </a:cubicBezTo>
                  <a:cubicBezTo>
                    <a:pt x="3101" y="4628"/>
                    <a:pt x="3101" y="4655"/>
                    <a:pt x="3110" y="4682"/>
                  </a:cubicBezTo>
                  <a:cubicBezTo>
                    <a:pt x="3139" y="4767"/>
                    <a:pt x="3218" y="4819"/>
                    <a:pt x="3304" y="4819"/>
                  </a:cubicBezTo>
                  <a:cubicBezTo>
                    <a:pt x="3326" y="4819"/>
                    <a:pt x="3349" y="4816"/>
                    <a:pt x="3372" y="4808"/>
                  </a:cubicBezTo>
                  <a:cubicBezTo>
                    <a:pt x="3471" y="4772"/>
                    <a:pt x="3525" y="4655"/>
                    <a:pt x="3489" y="4547"/>
                  </a:cubicBezTo>
                  <a:cubicBezTo>
                    <a:pt x="3426" y="4366"/>
                    <a:pt x="3372" y="4186"/>
                    <a:pt x="3282" y="4024"/>
                  </a:cubicBezTo>
                  <a:cubicBezTo>
                    <a:pt x="3201" y="3853"/>
                    <a:pt x="3101" y="3699"/>
                    <a:pt x="2984" y="3555"/>
                  </a:cubicBezTo>
                  <a:cubicBezTo>
                    <a:pt x="2768" y="3276"/>
                    <a:pt x="2497" y="3032"/>
                    <a:pt x="2200" y="2834"/>
                  </a:cubicBezTo>
                  <a:cubicBezTo>
                    <a:pt x="1903" y="2645"/>
                    <a:pt x="1578" y="2482"/>
                    <a:pt x="1254" y="2338"/>
                  </a:cubicBezTo>
                  <a:cubicBezTo>
                    <a:pt x="1170" y="2301"/>
                    <a:pt x="1086" y="2267"/>
                    <a:pt x="1002" y="2233"/>
                  </a:cubicBezTo>
                  <a:lnTo>
                    <a:pt x="1002" y="2233"/>
                  </a:lnTo>
                  <a:lnTo>
                    <a:pt x="15600" y="406"/>
                  </a:lnTo>
                  <a:lnTo>
                    <a:pt x="15600" y="406"/>
                  </a:lnTo>
                  <a:lnTo>
                    <a:pt x="15613" y="508"/>
                  </a:lnTo>
                  <a:lnTo>
                    <a:pt x="15667" y="617"/>
                  </a:lnTo>
                  <a:cubicBezTo>
                    <a:pt x="15686" y="660"/>
                    <a:pt x="15726" y="687"/>
                    <a:pt x="15770" y="687"/>
                  </a:cubicBezTo>
                  <a:cubicBezTo>
                    <a:pt x="15790" y="687"/>
                    <a:pt x="15810" y="682"/>
                    <a:pt x="15829" y="671"/>
                  </a:cubicBezTo>
                  <a:cubicBezTo>
                    <a:pt x="16009" y="589"/>
                    <a:pt x="16199" y="553"/>
                    <a:pt x="16388" y="526"/>
                  </a:cubicBezTo>
                  <a:cubicBezTo>
                    <a:pt x="16483" y="517"/>
                    <a:pt x="16577" y="511"/>
                    <a:pt x="16673" y="511"/>
                  </a:cubicBezTo>
                  <a:cubicBezTo>
                    <a:pt x="16710" y="511"/>
                    <a:pt x="16747" y="512"/>
                    <a:pt x="16784" y="514"/>
                  </a:cubicBezTo>
                  <a:lnTo>
                    <a:pt x="16784" y="514"/>
                  </a:lnTo>
                  <a:cubicBezTo>
                    <a:pt x="16865" y="872"/>
                    <a:pt x="16927" y="1235"/>
                    <a:pt x="16983" y="1599"/>
                  </a:cubicBezTo>
                  <a:cubicBezTo>
                    <a:pt x="17037" y="2005"/>
                    <a:pt x="17109" y="2419"/>
                    <a:pt x="17064" y="2843"/>
                  </a:cubicBezTo>
                  <a:cubicBezTo>
                    <a:pt x="17055" y="2879"/>
                    <a:pt x="17064" y="2906"/>
                    <a:pt x="17073" y="2933"/>
                  </a:cubicBezTo>
                  <a:cubicBezTo>
                    <a:pt x="17100" y="3015"/>
                    <a:pt x="17175" y="3066"/>
                    <a:pt x="17252" y="3066"/>
                  </a:cubicBezTo>
                  <a:cubicBezTo>
                    <a:pt x="17277" y="3066"/>
                    <a:pt x="17301" y="3061"/>
                    <a:pt x="17325" y="3050"/>
                  </a:cubicBezTo>
                  <a:cubicBezTo>
                    <a:pt x="17433" y="3014"/>
                    <a:pt x="17488" y="2897"/>
                    <a:pt x="17442" y="2798"/>
                  </a:cubicBezTo>
                  <a:cubicBezTo>
                    <a:pt x="17298" y="2392"/>
                    <a:pt x="17262" y="1978"/>
                    <a:pt x="17217" y="1563"/>
                  </a:cubicBezTo>
                  <a:cubicBezTo>
                    <a:pt x="17172" y="1148"/>
                    <a:pt x="17145" y="734"/>
                    <a:pt x="17136" y="319"/>
                  </a:cubicBezTo>
                  <a:cubicBezTo>
                    <a:pt x="17136" y="220"/>
                    <a:pt x="17055" y="148"/>
                    <a:pt x="16965" y="148"/>
                  </a:cubicBezTo>
                  <a:lnTo>
                    <a:pt x="16920" y="148"/>
                  </a:lnTo>
                  <a:cubicBezTo>
                    <a:pt x="16739" y="229"/>
                    <a:pt x="16550" y="265"/>
                    <a:pt x="16361" y="292"/>
                  </a:cubicBezTo>
                  <a:cubicBezTo>
                    <a:pt x="16260" y="307"/>
                    <a:pt x="16158" y="316"/>
                    <a:pt x="16056" y="316"/>
                  </a:cubicBezTo>
                  <a:cubicBezTo>
                    <a:pt x="16031" y="316"/>
                    <a:pt x="16007" y="315"/>
                    <a:pt x="15983" y="314"/>
                  </a:cubicBezTo>
                  <a:lnTo>
                    <a:pt x="15983" y="314"/>
                  </a:lnTo>
                  <a:lnTo>
                    <a:pt x="15964" y="166"/>
                  </a:lnTo>
                  <a:cubicBezTo>
                    <a:pt x="15948" y="69"/>
                    <a:pt x="15874" y="1"/>
                    <a:pt x="1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5" name="Google Shape;8065;p282"/>
            <p:cNvSpPr/>
            <p:nvPr/>
          </p:nvSpPr>
          <p:spPr>
            <a:xfrm>
              <a:off x="9007776" y="3586979"/>
              <a:ext cx="90772" cy="141168"/>
            </a:xfrm>
            <a:custGeom>
              <a:avLst/>
              <a:gdLst/>
              <a:ahLst/>
              <a:cxnLst/>
              <a:rect l="l" t="t" r="r" b="b"/>
              <a:pathLst>
                <a:path w="1866" h="2902" extrusionOk="0">
                  <a:moveTo>
                    <a:pt x="1344" y="0"/>
                  </a:moveTo>
                  <a:cubicBezTo>
                    <a:pt x="1323" y="0"/>
                    <a:pt x="1301" y="4"/>
                    <a:pt x="1280" y="12"/>
                  </a:cubicBezTo>
                  <a:cubicBezTo>
                    <a:pt x="1172" y="48"/>
                    <a:pt x="1118" y="165"/>
                    <a:pt x="1163" y="264"/>
                  </a:cubicBezTo>
                  <a:cubicBezTo>
                    <a:pt x="1298" y="643"/>
                    <a:pt x="1334" y="1030"/>
                    <a:pt x="1379" y="1409"/>
                  </a:cubicBezTo>
                  <a:cubicBezTo>
                    <a:pt x="1397" y="1607"/>
                    <a:pt x="1415" y="1796"/>
                    <a:pt x="1424" y="1995"/>
                  </a:cubicBezTo>
                  <a:cubicBezTo>
                    <a:pt x="1438" y="2136"/>
                    <a:pt x="1446" y="2283"/>
                    <a:pt x="1450" y="2430"/>
                  </a:cubicBezTo>
                  <a:lnTo>
                    <a:pt x="1450" y="2430"/>
                  </a:lnTo>
                  <a:cubicBezTo>
                    <a:pt x="1414" y="2442"/>
                    <a:pt x="1379" y="2453"/>
                    <a:pt x="1343" y="2463"/>
                  </a:cubicBezTo>
                  <a:cubicBezTo>
                    <a:pt x="1244" y="2481"/>
                    <a:pt x="1154" y="2499"/>
                    <a:pt x="1055" y="2508"/>
                  </a:cubicBezTo>
                  <a:cubicBezTo>
                    <a:pt x="960" y="2517"/>
                    <a:pt x="865" y="2524"/>
                    <a:pt x="770" y="2524"/>
                  </a:cubicBezTo>
                  <a:cubicBezTo>
                    <a:pt x="738" y="2524"/>
                    <a:pt x="705" y="2523"/>
                    <a:pt x="673" y="2522"/>
                  </a:cubicBezTo>
                  <a:lnTo>
                    <a:pt x="673" y="2522"/>
                  </a:lnTo>
                  <a:cubicBezTo>
                    <a:pt x="626" y="2191"/>
                    <a:pt x="579" y="1854"/>
                    <a:pt x="532" y="1517"/>
                  </a:cubicBezTo>
                  <a:cubicBezTo>
                    <a:pt x="478" y="1138"/>
                    <a:pt x="433" y="751"/>
                    <a:pt x="406" y="363"/>
                  </a:cubicBezTo>
                  <a:cubicBezTo>
                    <a:pt x="406" y="354"/>
                    <a:pt x="406" y="345"/>
                    <a:pt x="406" y="345"/>
                  </a:cubicBezTo>
                  <a:cubicBezTo>
                    <a:pt x="390" y="248"/>
                    <a:pt x="308" y="180"/>
                    <a:pt x="214" y="180"/>
                  </a:cubicBezTo>
                  <a:cubicBezTo>
                    <a:pt x="203" y="180"/>
                    <a:pt x="192" y="181"/>
                    <a:pt x="180" y="183"/>
                  </a:cubicBezTo>
                  <a:cubicBezTo>
                    <a:pt x="72" y="201"/>
                    <a:pt x="0" y="300"/>
                    <a:pt x="27" y="408"/>
                  </a:cubicBezTo>
                  <a:cubicBezTo>
                    <a:pt x="90" y="796"/>
                    <a:pt x="144" y="1174"/>
                    <a:pt x="189" y="1562"/>
                  </a:cubicBezTo>
                  <a:cubicBezTo>
                    <a:pt x="234" y="1950"/>
                    <a:pt x="280" y="2337"/>
                    <a:pt x="316" y="2716"/>
                  </a:cubicBezTo>
                  <a:lnTo>
                    <a:pt x="316" y="2770"/>
                  </a:lnTo>
                  <a:cubicBezTo>
                    <a:pt x="316" y="2779"/>
                    <a:pt x="325" y="2797"/>
                    <a:pt x="334" y="2815"/>
                  </a:cubicBezTo>
                  <a:cubicBezTo>
                    <a:pt x="353" y="2868"/>
                    <a:pt x="407" y="2901"/>
                    <a:pt x="466" y="2901"/>
                  </a:cubicBezTo>
                  <a:cubicBezTo>
                    <a:pt x="488" y="2901"/>
                    <a:pt x="510" y="2897"/>
                    <a:pt x="532" y="2887"/>
                  </a:cubicBezTo>
                  <a:cubicBezTo>
                    <a:pt x="712" y="2806"/>
                    <a:pt x="902" y="2770"/>
                    <a:pt x="1091" y="2734"/>
                  </a:cubicBezTo>
                  <a:cubicBezTo>
                    <a:pt x="1181" y="2725"/>
                    <a:pt x="1280" y="2716"/>
                    <a:pt x="1370" y="2716"/>
                  </a:cubicBezTo>
                  <a:cubicBezTo>
                    <a:pt x="1469" y="2716"/>
                    <a:pt x="1569" y="2725"/>
                    <a:pt x="1668" y="2743"/>
                  </a:cubicBezTo>
                  <a:cubicBezTo>
                    <a:pt x="1677" y="2747"/>
                    <a:pt x="1688" y="2750"/>
                    <a:pt x="1700" y="2750"/>
                  </a:cubicBezTo>
                  <a:cubicBezTo>
                    <a:pt x="1713" y="2750"/>
                    <a:pt x="1726" y="2747"/>
                    <a:pt x="1740" y="2743"/>
                  </a:cubicBezTo>
                  <a:cubicBezTo>
                    <a:pt x="1812" y="2725"/>
                    <a:pt x="1866" y="2644"/>
                    <a:pt x="1839" y="2563"/>
                  </a:cubicBezTo>
                  <a:lnTo>
                    <a:pt x="1830" y="2526"/>
                  </a:lnTo>
                  <a:cubicBezTo>
                    <a:pt x="1785" y="2337"/>
                    <a:pt x="1749" y="2148"/>
                    <a:pt x="1713" y="1959"/>
                  </a:cubicBezTo>
                  <a:cubicBezTo>
                    <a:pt x="1677" y="1769"/>
                    <a:pt x="1641" y="1580"/>
                    <a:pt x="1614" y="1382"/>
                  </a:cubicBezTo>
                  <a:cubicBezTo>
                    <a:pt x="1560" y="1003"/>
                    <a:pt x="1505" y="616"/>
                    <a:pt x="1541" y="219"/>
                  </a:cubicBezTo>
                  <a:cubicBezTo>
                    <a:pt x="1551" y="192"/>
                    <a:pt x="1541" y="156"/>
                    <a:pt x="1532" y="129"/>
                  </a:cubicBezTo>
                  <a:cubicBezTo>
                    <a:pt x="1504" y="51"/>
                    <a:pt x="1425" y="0"/>
                    <a:pt x="1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6" name="Google Shape;8066;p282"/>
            <p:cNvSpPr/>
            <p:nvPr/>
          </p:nvSpPr>
          <p:spPr>
            <a:xfrm>
              <a:off x="9050291" y="3487988"/>
              <a:ext cx="305685" cy="86102"/>
            </a:xfrm>
            <a:custGeom>
              <a:avLst/>
              <a:gdLst/>
              <a:ahLst/>
              <a:cxnLst/>
              <a:rect l="l" t="t" r="r" b="b"/>
              <a:pathLst>
                <a:path w="6284" h="1770" extrusionOk="0">
                  <a:moveTo>
                    <a:pt x="208" y="0"/>
                  </a:moveTo>
                  <a:cubicBezTo>
                    <a:pt x="100" y="0"/>
                    <a:pt x="9" y="82"/>
                    <a:pt x="0" y="190"/>
                  </a:cubicBezTo>
                  <a:cubicBezTo>
                    <a:pt x="0" y="298"/>
                    <a:pt x="82" y="388"/>
                    <a:pt x="190" y="388"/>
                  </a:cubicBezTo>
                  <a:cubicBezTo>
                    <a:pt x="1172" y="442"/>
                    <a:pt x="2137" y="613"/>
                    <a:pt x="3101" y="767"/>
                  </a:cubicBezTo>
                  <a:cubicBezTo>
                    <a:pt x="3588" y="848"/>
                    <a:pt x="4066" y="938"/>
                    <a:pt x="4552" y="1019"/>
                  </a:cubicBezTo>
                  <a:cubicBezTo>
                    <a:pt x="4982" y="1100"/>
                    <a:pt x="5412" y="1189"/>
                    <a:pt x="5849" y="1278"/>
                  </a:cubicBezTo>
                  <a:lnTo>
                    <a:pt x="5849" y="1278"/>
                  </a:lnTo>
                  <a:lnTo>
                    <a:pt x="5887" y="1605"/>
                  </a:lnTo>
                  <a:cubicBezTo>
                    <a:pt x="5903" y="1695"/>
                    <a:pt x="5978" y="1770"/>
                    <a:pt x="6073" y="1770"/>
                  </a:cubicBezTo>
                  <a:cubicBezTo>
                    <a:pt x="6083" y="1770"/>
                    <a:pt x="6093" y="1769"/>
                    <a:pt x="6103" y="1767"/>
                  </a:cubicBezTo>
                  <a:cubicBezTo>
                    <a:pt x="6211" y="1758"/>
                    <a:pt x="6283" y="1659"/>
                    <a:pt x="6274" y="1551"/>
                  </a:cubicBezTo>
                  <a:lnTo>
                    <a:pt x="6211" y="1091"/>
                  </a:lnTo>
                  <a:lnTo>
                    <a:pt x="6211" y="1082"/>
                  </a:lnTo>
                  <a:cubicBezTo>
                    <a:pt x="6202" y="1001"/>
                    <a:pt x="6139" y="929"/>
                    <a:pt x="6049" y="920"/>
                  </a:cubicBezTo>
                  <a:cubicBezTo>
                    <a:pt x="5562" y="875"/>
                    <a:pt x="5075" y="812"/>
                    <a:pt x="4589" y="749"/>
                  </a:cubicBezTo>
                  <a:cubicBezTo>
                    <a:pt x="4111" y="685"/>
                    <a:pt x="3624" y="622"/>
                    <a:pt x="3137" y="550"/>
                  </a:cubicBezTo>
                  <a:cubicBezTo>
                    <a:pt x="2173" y="397"/>
                    <a:pt x="1199" y="262"/>
                    <a:pt x="244" y="9"/>
                  </a:cubicBezTo>
                  <a:cubicBezTo>
                    <a:pt x="235" y="0"/>
                    <a:pt x="217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7" name="Google Shape;8067;p282"/>
            <p:cNvSpPr/>
            <p:nvPr/>
          </p:nvSpPr>
          <p:spPr>
            <a:xfrm>
              <a:off x="9073980" y="3552587"/>
              <a:ext cx="283308" cy="148610"/>
            </a:xfrm>
            <a:custGeom>
              <a:avLst/>
              <a:gdLst/>
              <a:ahLst/>
              <a:cxnLst/>
              <a:rect l="l" t="t" r="r" b="b"/>
              <a:pathLst>
                <a:path w="5824" h="3055" extrusionOk="0">
                  <a:moveTo>
                    <a:pt x="5588" y="1"/>
                  </a:moveTo>
                  <a:cubicBezTo>
                    <a:pt x="5570" y="1"/>
                    <a:pt x="5553" y="3"/>
                    <a:pt x="5535" y="6"/>
                  </a:cubicBezTo>
                  <a:cubicBezTo>
                    <a:pt x="5418" y="34"/>
                    <a:pt x="5336" y="160"/>
                    <a:pt x="5373" y="277"/>
                  </a:cubicBezTo>
                  <a:lnTo>
                    <a:pt x="5406" y="415"/>
                  </a:lnTo>
                  <a:lnTo>
                    <a:pt x="5406" y="415"/>
                  </a:lnTo>
                  <a:cubicBezTo>
                    <a:pt x="5013" y="613"/>
                    <a:pt x="4620" y="805"/>
                    <a:pt x="4228" y="989"/>
                  </a:cubicBezTo>
                  <a:cubicBezTo>
                    <a:pt x="3786" y="1196"/>
                    <a:pt x="3335" y="1395"/>
                    <a:pt x="2885" y="1584"/>
                  </a:cubicBezTo>
                  <a:cubicBezTo>
                    <a:pt x="2434" y="1773"/>
                    <a:pt x="1983" y="1972"/>
                    <a:pt x="1524" y="2152"/>
                  </a:cubicBezTo>
                  <a:cubicBezTo>
                    <a:pt x="1073" y="2332"/>
                    <a:pt x="613" y="2512"/>
                    <a:pt x="153" y="2675"/>
                  </a:cubicBezTo>
                  <a:cubicBezTo>
                    <a:pt x="144" y="2684"/>
                    <a:pt x="135" y="2684"/>
                    <a:pt x="126" y="2684"/>
                  </a:cubicBezTo>
                  <a:cubicBezTo>
                    <a:pt x="36" y="2738"/>
                    <a:pt x="0" y="2855"/>
                    <a:pt x="45" y="2945"/>
                  </a:cubicBezTo>
                  <a:cubicBezTo>
                    <a:pt x="77" y="3016"/>
                    <a:pt x="146" y="3054"/>
                    <a:pt x="219" y="3054"/>
                  </a:cubicBezTo>
                  <a:cubicBezTo>
                    <a:pt x="248" y="3054"/>
                    <a:pt x="278" y="3048"/>
                    <a:pt x="307" y="3035"/>
                  </a:cubicBezTo>
                  <a:cubicBezTo>
                    <a:pt x="748" y="2810"/>
                    <a:pt x="1190" y="2602"/>
                    <a:pt x="1632" y="2395"/>
                  </a:cubicBezTo>
                  <a:cubicBezTo>
                    <a:pt x="2073" y="2188"/>
                    <a:pt x="2524" y="1990"/>
                    <a:pt x="2975" y="1791"/>
                  </a:cubicBezTo>
                  <a:cubicBezTo>
                    <a:pt x="3416" y="1593"/>
                    <a:pt x="3876" y="1404"/>
                    <a:pt x="4327" y="1214"/>
                  </a:cubicBezTo>
                  <a:cubicBezTo>
                    <a:pt x="4778" y="1034"/>
                    <a:pt x="5237" y="854"/>
                    <a:pt x="5706" y="701"/>
                  </a:cubicBezTo>
                  <a:cubicBezTo>
                    <a:pt x="5769" y="674"/>
                    <a:pt x="5823" y="610"/>
                    <a:pt x="5823" y="529"/>
                  </a:cubicBezTo>
                  <a:lnTo>
                    <a:pt x="5823" y="493"/>
                  </a:lnTo>
                  <a:lnTo>
                    <a:pt x="5814" y="223"/>
                  </a:lnTo>
                  <a:cubicBezTo>
                    <a:pt x="5814" y="205"/>
                    <a:pt x="5814" y="187"/>
                    <a:pt x="5805" y="169"/>
                  </a:cubicBezTo>
                  <a:cubicBezTo>
                    <a:pt x="5782" y="68"/>
                    <a:pt x="5692" y="1"/>
                    <a:pt x="5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8" name="Google Shape;8068;p282"/>
            <p:cNvSpPr/>
            <p:nvPr/>
          </p:nvSpPr>
          <p:spPr>
            <a:xfrm>
              <a:off x="7051300" y="3556236"/>
              <a:ext cx="1992937" cy="418201"/>
            </a:xfrm>
            <a:custGeom>
              <a:avLst/>
              <a:gdLst/>
              <a:ahLst/>
              <a:cxnLst/>
              <a:rect l="l" t="t" r="r" b="b"/>
              <a:pathLst>
                <a:path w="40969" h="8597" extrusionOk="0">
                  <a:moveTo>
                    <a:pt x="24542" y="1"/>
                  </a:moveTo>
                  <a:cubicBezTo>
                    <a:pt x="24531" y="1"/>
                    <a:pt x="24520" y="2"/>
                    <a:pt x="24509" y="4"/>
                  </a:cubicBezTo>
                  <a:lnTo>
                    <a:pt x="18812" y="761"/>
                  </a:lnTo>
                  <a:lnTo>
                    <a:pt x="15964" y="1130"/>
                  </a:lnTo>
                  <a:lnTo>
                    <a:pt x="13115" y="1491"/>
                  </a:lnTo>
                  <a:cubicBezTo>
                    <a:pt x="11213" y="1734"/>
                    <a:pt x="9311" y="1978"/>
                    <a:pt x="7409" y="2203"/>
                  </a:cubicBezTo>
                  <a:cubicBezTo>
                    <a:pt x="5508" y="2437"/>
                    <a:pt x="3606" y="2654"/>
                    <a:pt x="1695" y="2861"/>
                  </a:cubicBezTo>
                  <a:cubicBezTo>
                    <a:pt x="1586" y="2870"/>
                    <a:pt x="1514" y="2969"/>
                    <a:pt x="1532" y="3068"/>
                  </a:cubicBezTo>
                  <a:lnTo>
                    <a:pt x="1532" y="3077"/>
                  </a:lnTo>
                  <a:lnTo>
                    <a:pt x="1544" y="3172"/>
                  </a:lnTo>
                  <a:lnTo>
                    <a:pt x="1544" y="3172"/>
                  </a:lnTo>
                  <a:lnTo>
                    <a:pt x="171" y="3339"/>
                  </a:lnTo>
                  <a:cubicBezTo>
                    <a:pt x="72" y="3357"/>
                    <a:pt x="0" y="3438"/>
                    <a:pt x="9" y="3537"/>
                  </a:cubicBezTo>
                  <a:lnTo>
                    <a:pt x="9" y="3555"/>
                  </a:lnTo>
                  <a:cubicBezTo>
                    <a:pt x="36" y="4366"/>
                    <a:pt x="117" y="5169"/>
                    <a:pt x="216" y="5962"/>
                  </a:cubicBezTo>
                  <a:cubicBezTo>
                    <a:pt x="316" y="6764"/>
                    <a:pt x="433" y="7557"/>
                    <a:pt x="604" y="8350"/>
                  </a:cubicBezTo>
                  <a:lnTo>
                    <a:pt x="613" y="8368"/>
                  </a:lnTo>
                  <a:cubicBezTo>
                    <a:pt x="630" y="8461"/>
                    <a:pt x="710" y="8523"/>
                    <a:pt x="802" y="8523"/>
                  </a:cubicBezTo>
                  <a:cubicBezTo>
                    <a:pt x="808" y="8523"/>
                    <a:pt x="814" y="8522"/>
                    <a:pt x="820" y="8522"/>
                  </a:cubicBezTo>
                  <a:lnTo>
                    <a:pt x="2189" y="8348"/>
                  </a:lnTo>
                  <a:lnTo>
                    <a:pt x="2189" y="8348"/>
                  </a:lnTo>
                  <a:lnTo>
                    <a:pt x="2199" y="8423"/>
                  </a:lnTo>
                  <a:lnTo>
                    <a:pt x="2199" y="8432"/>
                  </a:lnTo>
                  <a:lnTo>
                    <a:pt x="2199" y="8441"/>
                  </a:lnTo>
                  <a:cubicBezTo>
                    <a:pt x="2216" y="8529"/>
                    <a:pt x="2297" y="8597"/>
                    <a:pt x="2385" y="8597"/>
                  </a:cubicBezTo>
                  <a:cubicBezTo>
                    <a:pt x="2395" y="8597"/>
                    <a:pt x="2405" y="8596"/>
                    <a:pt x="2416" y="8594"/>
                  </a:cubicBezTo>
                  <a:cubicBezTo>
                    <a:pt x="5598" y="8089"/>
                    <a:pt x="8798" y="7701"/>
                    <a:pt x="11998" y="7305"/>
                  </a:cubicBezTo>
                  <a:lnTo>
                    <a:pt x="21588" y="6124"/>
                  </a:lnTo>
                  <a:lnTo>
                    <a:pt x="31188" y="4943"/>
                  </a:lnTo>
                  <a:lnTo>
                    <a:pt x="40779" y="3789"/>
                  </a:lnTo>
                  <a:lnTo>
                    <a:pt x="40788" y="3789"/>
                  </a:lnTo>
                  <a:cubicBezTo>
                    <a:pt x="40887" y="3780"/>
                    <a:pt x="40968" y="3681"/>
                    <a:pt x="40950" y="3573"/>
                  </a:cubicBezTo>
                  <a:lnTo>
                    <a:pt x="40914" y="3303"/>
                  </a:lnTo>
                  <a:cubicBezTo>
                    <a:pt x="40906" y="3201"/>
                    <a:pt x="40817" y="3131"/>
                    <a:pt x="40716" y="3131"/>
                  </a:cubicBezTo>
                  <a:cubicBezTo>
                    <a:pt x="40710" y="3131"/>
                    <a:pt x="40704" y="3131"/>
                    <a:pt x="40698" y="3131"/>
                  </a:cubicBezTo>
                  <a:cubicBezTo>
                    <a:pt x="40599" y="3149"/>
                    <a:pt x="40518" y="3249"/>
                    <a:pt x="40536" y="3348"/>
                  </a:cubicBezTo>
                  <a:lnTo>
                    <a:pt x="40544" y="3427"/>
                  </a:lnTo>
                  <a:lnTo>
                    <a:pt x="40544" y="3427"/>
                  </a:lnTo>
                  <a:lnTo>
                    <a:pt x="31152" y="4655"/>
                  </a:lnTo>
                  <a:lnTo>
                    <a:pt x="21561" y="5872"/>
                  </a:lnTo>
                  <a:lnTo>
                    <a:pt x="11971" y="7098"/>
                  </a:lnTo>
                  <a:cubicBezTo>
                    <a:pt x="8834" y="7495"/>
                    <a:pt x="5706" y="7893"/>
                    <a:pt x="2562" y="8188"/>
                  </a:cubicBezTo>
                  <a:lnTo>
                    <a:pt x="2562" y="8188"/>
                  </a:lnTo>
                  <a:lnTo>
                    <a:pt x="2551" y="8107"/>
                  </a:lnTo>
                  <a:cubicBezTo>
                    <a:pt x="2534" y="8005"/>
                    <a:pt x="2453" y="7935"/>
                    <a:pt x="2353" y="7935"/>
                  </a:cubicBezTo>
                  <a:cubicBezTo>
                    <a:pt x="2347" y="7935"/>
                    <a:pt x="2341" y="7935"/>
                    <a:pt x="2335" y="7936"/>
                  </a:cubicBezTo>
                  <a:lnTo>
                    <a:pt x="984" y="8108"/>
                  </a:lnTo>
                  <a:lnTo>
                    <a:pt x="984" y="8108"/>
                  </a:lnTo>
                  <a:cubicBezTo>
                    <a:pt x="950" y="7364"/>
                    <a:pt x="866" y="6627"/>
                    <a:pt x="775" y="5899"/>
                  </a:cubicBezTo>
                  <a:cubicBezTo>
                    <a:pt x="684" y="5161"/>
                    <a:pt x="578" y="4430"/>
                    <a:pt x="428" y="3701"/>
                  </a:cubicBezTo>
                  <a:lnTo>
                    <a:pt x="428" y="3701"/>
                  </a:lnTo>
                  <a:lnTo>
                    <a:pt x="1785" y="3528"/>
                  </a:lnTo>
                  <a:cubicBezTo>
                    <a:pt x="1884" y="3519"/>
                    <a:pt x="1965" y="3420"/>
                    <a:pt x="1947" y="3312"/>
                  </a:cubicBezTo>
                  <a:lnTo>
                    <a:pt x="1935" y="3213"/>
                  </a:lnTo>
                  <a:lnTo>
                    <a:pt x="1935" y="3213"/>
                  </a:lnTo>
                  <a:cubicBezTo>
                    <a:pt x="3766" y="2952"/>
                    <a:pt x="5606" y="2700"/>
                    <a:pt x="7437" y="2464"/>
                  </a:cubicBezTo>
                  <a:cubicBezTo>
                    <a:pt x="9338" y="2221"/>
                    <a:pt x="11240" y="1987"/>
                    <a:pt x="13142" y="1752"/>
                  </a:cubicBezTo>
                  <a:lnTo>
                    <a:pt x="16000" y="1401"/>
                  </a:lnTo>
                  <a:lnTo>
                    <a:pt x="18848" y="1058"/>
                  </a:lnTo>
                  <a:lnTo>
                    <a:pt x="24554" y="382"/>
                  </a:lnTo>
                  <a:lnTo>
                    <a:pt x="24563" y="382"/>
                  </a:lnTo>
                  <a:cubicBezTo>
                    <a:pt x="24671" y="373"/>
                    <a:pt x="24743" y="274"/>
                    <a:pt x="24725" y="166"/>
                  </a:cubicBezTo>
                  <a:cubicBezTo>
                    <a:pt x="24717" y="69"/>
                    <a:pt x="24637" y="1"/>
                    <a:pt x="2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9" name="Google Shape;8069;p282"/>
            <p:cNvSpPr/>
            <p:nvPr/>
          </p:nvSpPr>
          <p:spPr>
            <a:xfrm>
              <a:off x="7753724" y="3601377"/>
              <a:ext cx="138152" cy="171960"/>
            </a:xfrm>
            <a:custGeom>
              <a:avLst/>
              <a:gdLst/>
              <a:ahLst/>
              <a:cxnLst/>
              <a:rect l="l" t="t" r="r" b="b"/>
              <a:pathLst>
                <a:path w="2840" h="3535" extrusionOk="0">
                  <a:moveTo>
                    <a:pt x="2624" y="1"/>
                  </a:moveTo>
                  <a:cubicBezTo>
                    <a:pt x="2587" y="1"/>
                    <a:pt x="2549" y="11"/>
                    <a:pt x="2515" y="31"/>
                  </a:cubicBezTo>
                  <a:lnTo>
                    <a:pt x="2065" y="329"/>
                  </a:lnTo>
                  <a:cubicBezTo>
                    <a:pt x="1920" y="428"/>
                    <a:pt x="1767" y="509"/>
                    <a:pt x="1623" y="626"/>
                  </a:cubicBezTo>
                  <a:cubicBezTo>
                    <a:pt x="1343" y="842"/>
                    <a:pt x="1064" y="1068"/>
                    <a:pt x="821" y="1338"/>
                  </a:cubicBezTo>
                  <a:cubicBezTo>
                    <a:pt x="577" y="1599"/>
                    <a:pt x="370" y="1897"/>
                    <a:pt x="217" y="2239"/>
                  </a:cubicBezTo>
                  <a:cubicBezTo>
                    <a:pt x="63" y="2582"/>
                    <a:pt x="0" y="2961"/>
                    <a:pt x="27" y="3339"/>
                  </a:cubicBezTo>
                  <a:lnTo>
                    <a:pt x="27" y="3348"/>
                  </a:lnTo>
                  <a:cubicBezTo>
                    <a:pt x="27" y="3357"/>
                    <a:pt x="27" y="3375"/>
                    <a:pt x="27" y="3384"/>
                  </a:cubicBezTo>
                  <a:cubicBezTo>
                    <a:pt x="51" y="3469"/>
                    <a:pt x="133" y="3534"/>
                    <a:pt x="224" y="3534"/>
                  </a:cubicBezTo>
                  <a:cubicBezTo>
                    <a:pt x="240" y="3534"/>
                    <a:pt x="255" y="3532"/>
                    <a:pt x="271" y="3528"/>
                  </a:cubicBezTo>
                  <a:cubicBezTo>
                    <a:pt x="370" y="3501"/>
                    <a:pt x="433" y="3393"/>
                    <a:pt x="415" y="3294"/>
                  </a:cubicBezTo>
                  <a:cubicBezTo>
                    <a:pt x="334" y="2979"/>
                    <a:pt x="361" y="2654"/>
                    <a:pt x="478" y="2348"/>
                  </a:cubicBezTo>
                  <a:cubicBezTo>
                    <a:pt x="595" y="2041"/>
                    <a:pt x="794" y="1762"/>
                    <a:pt x="1019" y="1518"/>
                  </a:cubicBezTo>
                  <a:cubicBezTo>
                    <a:pt x="1253" y="1275"/>
                    <a:pt x="1524" y="1059"/>
                    <a:pt x="1803" y="878"/>
                  </a:cubicBezTo>
                  <a:lnTo>
                    <a:pt x="1911" y="806"/>
                  </a:lnTo>
                  <a:lnTo>
                    <a:pt x="2019" y="743"/>
                  </a:lnTo>
                  <a:cubicBezTo>
                    <a:pt x="2092" y="698"/>
                    <a:pt x="2173" y="653"/>
                    <a:pt x="2245" y="617"/>
                  </a:cubicBezTo>
                  <a:cubicBezTo>
                    <a:pt x="2398" y="536"/>
                    <a:pt x="2542" y="455"/>
                    <a:pt x="2695" y="374"/>
                  </a:cubicBezTo>
                  <a:lnTo>
                    <a:pt x="2714" y="365"/>
                  </a:lnTo>
                  <a:cubicBezTo>
                    <a:pt x="2714" y="365"/>
                    <a:pt x="2723" y="365"/>
                    <a:pt x="2732" y="356"/>
                  </a:cubicBezTo>
                  <a:cubicBezTo>
                    <a:pt x="2822" y="301"/>
                    <a:pt x="2840" y="175"/>
                    <a:pt x="2786" y="85"/>
                  </a:cubicBezTo>
                  <a:cubicBezTo>
                    <a:pt x="2746" y="29"/>
                    <a:pt x="2686" y="1"/>
                    <a:pt x="2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0" name="Google Shape;8070;p282"/>
            <p:cNvSpPr/>
            <p:nvPr/>
          </p:nvSpPr>
          <p:spPr>
            <a:xfrm>
              <a:off x="8276797" y="3673322"/>
              <a:ext cx="127207" cy="161161"/>
            </a:xfrm>
            <a:custGeom>
              <a:avLst/>
              <a:gdLst/>
              <a:ahLst/>
              <a:cxnLst/>
              <a:rect l="l" t="t" r="r" b="b"/>
              <a:pathLst>
                <a:path w="2615" h="3313" extrusionOk="0">
                  <a:moveTo>
                    <a:pt x="2417" y="0"/>
                  </a:moveTo>
                  <a:cubicBezTo>
                    <a:pt x="2405" y="0"/>
                    <a:pt x="2393" y="1"/>
                    <a:pt x="2381" y="3"/>
                  </a:cubicBezTo>
                  <a:cubicBezTo>
                    <a:pt x="2272" y="30"/>
                    <a:pt x="2209" y="129"/>
                    <a:pt x="2227" y="238"/>
                  </a:cubicBezTo>
                  <a:cubicBezTo>
                    <a:pt x="2254" y="382"/>
                    <a:pt x="2272" y="526"/>
                    <a:pt x="2254" y="670"/>
                  </a:cubicBezTo>
                  <a:cubicBezTo>
                    <a:pt x="2245" y="815"/>
                    <a:pt x="2218" y="968"/>
                    <a:pt x="2155" y="1103"/>
                  </a:cubicBezTo>
                  <a:cubicBezTo>
                    <a:pt x="2056" y="1382"/>
                    <a:pt x="1876" y="1644"/>
                    <a:pt x="1668" y="1869"/>
                  </a:cubicBezTo>
                  <a:cubicBezTo>
                    <a:pt x="1461" y="2104"/>
                    <a:pt x="1218" y="2302"/>
                    <a:pt x="965" y="2473"/>
                  </a:cubicBezTo>
                  <a:cubicBezTo>
                    <a:pt x="830" y="2563"/>
                    <a:pt x="704" y="2653"/>
                    <a:pt x="569" y="2735"/>
                  </a:cubicBezTo>
                  <a:cubicBezTo>
                    <a:pt x="434" y="2807"/>
                    <a:pt x="298" y="2879"/>
                    <a:pt x="154" y="2942"/>
                  </a:cubicBezTo>
                  <a:cubicBezTo>
                    <a:pt x="145" y="2942"/>
                    <a:pt x="136" y="2951"/>
                    <a:pt x="127" y="2951"/>
                  </a:cubicBezTo>
                  <a:cubicBezTo>
                    <a:pt x="28" y="3005"/>
                    <a:pt x="1" y="3131"/>
                    <a:pt x="64" y="3221"/>
                  </a:cubicBezTo>
                  <a:cubicBezTo>
                    <a:pt x="99" y="3280"/>
                    <a:pt x="162" y="3312"/>
                    <a:pt x="226" y="3312"/>
                  </a:cubicBezTo>
                  <a:cubicBezTo>
                    <a:pt x="260" y="3312"/>
                    <a:pt x="294" y="3303"/>
                    <a:pt x="325" y="3284"/>
                  </a:cubicBezTo>
                  <a:lnTo>
                    <a:pt x="334" y="3284"/>
                  </a:lnTo>
                  <a:cubicBezTo>
                    <a:pt x="614" y="3104"/>
                    <a:pt x="875" y="2906"/>
                    <a:pt x="1128" y="2707"/>
                  </a:cubicBezTo>
                  <a:cubicBezTo>
                    <a:pt x="1389" y="2500"/>
                    <a:pt x="1632" y="2284"/>
                    <a:pt x="1849" y="2031"/>
                  </a:cubicBezTo>
                  <a:cubicBezTo>
                    <a:pt x="2065" y="1788"/>
                    <a:pt x="2263" y="1518"/>
                    <a:pt x="2399" y="1202"/>
                  </a:cubicBezTo>
                  <a:cubicBezTo>
                    <a:pt x="2543" y="896"/>
                    <a:pt x="2615" y="553"/>
                    <a:pt x="2615" y="193"/>
                  </a:cubicBezTo>
                  <a:cubicBezTo>
                    <a:pt x="2615" y="184"/>
                    <a:pt x="2615" y="166"/>
                    <a:pt x="2615" y="157"/>
                  </a:cubicBezTo>
                  <a:cubicBezTo>
                    <a:pt x="2591" y="61"/>
                    <a:pt x="2510" y="0"/>
                    <a:pt x="2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1" name="Google Shape;8071;p282"/>
            <p:cNvSpPr/>
            <p:nvPr/>
          </p:nvSpPr>
          <p:spPr>
            <a:xfrm>
              <a:off x="7126261" y="3708687"/>
              <a:ext cx="37311" cy="143746"/>
            </a:xfrm>
            <a:custGeom>
              <a:avLst/>
              <a:gdLst/>
              <a:ahLst/>
              <a:cxnLst/>
              <a:rect l="l" t="t" r="r" b="b"/>
              <a:pathLst>
                <a:path w="767" h="2955" extrusionOk="0">
                  <a:moveTo>
                    <a:pt x="226" y="1"/>
                  </a:moveTo>
                  <a:cubicBezTo>
                    <a:pt x="211" y="1"/>
                    <a:pt x="196" y="3"/>
                    <a:pt x="181" y="6"/>
                  </a:cubicBezTo>
                  <a:cubicBezTo>
                    <a:pt x="73" y="24"/>
                    <a:pt x="0" y="124"/>
                    <a:pt x="27" y="232"/>
                  </a:cubicBezTo>
                  <a:cubicBezTo>
                    <a:pt x="100" y="637"/>
                    <a:pt x="163" y="1052"/>
                    <a:pt x="217" y="1467"/>
                  </a:cubicBezTo>
                  <a:lnTo>
                    <a:pt x="307" y="2089"/>
                  </a:lnTo>
                  <a:cubicBezTo>
                    <a:pt x="325" y="2296"/>
                    <a:pt x="379" y="2494"/>
                    <a:pt x="334" y="2711"/>
                  </a:cubicBezTo>
                  <a:cubicBezTo>
                    <a:pt x="325" y="2756"/>
                    <a:pt x="334" y="2801"/>
                    <a:pt x="352" y="2837"/>
                  </a:cubicBezTo>
                  <a:cubicBezTo>
                    <a:pt x="384" y="2914"/>
                    <a:pt x="458" y="2955"/>
                    <a:pt x="534" y="2955"/>
                  </a:cubicBezTo>
                  <a:cubicBezTo>
                    <a:pt x="564" y="2955"/>
                    <a:pt x="594" y="2949"/>
                    <a:pt x="622" y="2936"/>
                  </a:cubicBezTo>
                  <a:cubicBezTo>
                    <a:pt x="722" y="2891"/>
                    <a:pt x="767" y="2765"/>
                    <a:pt x="722" y="2666"/>
                  </a:cubicBezTo>
                  <a:cubicBezTo>
                    <a:pt x="622" y="2467"/>
                    <a:pt x="622" y="2251"/>
                    <a:pt x="595" y="2053"/>
                  </a:cubicBezTo>
                  <a:lnTo>
                    <a:pt x="523" y="1431"/>
                  </a:lnTo>
                  <a:cubicBezTo>
                    <a:pt x="478" y="1016"/>
                    <a:pt x="433" y="601"/>
                    <a:pt x="406" y="178"/>
                  </a:cubicBezTo>
                  <a:cubicBezTo>
                    <a:pt x="406" y="178"/>
                    <a:pt x="406" y="169"/>
                    <a:pt x="406" y="160"/>
                  </a:cubicBezTo>
                  <a:cubicBezTo>
                    <a:pt x="391" y="67"/>
                    <a:pt x="316" y="1"/>
                    <a:pt x="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2" name="Google Shape;8072;p282"/>
            <p:cNvSpPr/>
            <p:nvPr/>
          </p:nvSpPr>
          <p:spPr>
            <a:xfrm>
              <a:off x="7753724" y="3752661"/>
              <a:ext cx="159215" cy="130125"/>
            </a:xfrm>
            <a:custGeom>
              <a:avLst/>
              <a:gdLst/>
              <a:ahLst/>
              <a:cxnLst/>
              <a:rect l="l" t="t" r="r" b="b"/>
              <a:pathLst>
                <a:path w="3273" h="2675" extrusionOk="0">
                  <a:moveTo>
                    <a:pt x="215" y="1"/>
                  </a:moveTo>
                  <a:cubicBezTo>
                    <a:pt x="203" y="1"/>
                    <a:pt x="192" y="2"/>
                    <a:pt x="181" y="4"/>
                  </a:cubicBezTo>
                  <a:cubicBezTo>
                    <a:pt x="72" y="31"/>
                    <a:pt x="0" y="130"/>
                    <a:pt x="27" y="238"/>
                  </a:cubicBezTo>
                  <a:cubicBezTo>
                    <a:pt x="99" y="581"/>
                    <a:pt x="253" y="905"/>
                    <a:pt x="460" y="1176"/>
                  </a:cubicBezTo>
                  <a:cubicBezTo>
                    <a:pt x="676" y="1446"/>
                    <a:pt x="938" y="1662"/>
                    <a:pt x="1208" y="1843"/>
                  </a:cubicBezTo>
                  <a:cubicBezTo>
                    <a:pt x="1488" y="2023"/>
                    <a:pt x="1776" y="2176"/>
                    <a:pt x="2083" y="2302"/>
                  </a:cubicBezTo>
                  <a:cubicBezTo>
                    <a:pt x="2371" y="2438"/>
                    <a:pt x="2677" y="2564"/>
                    <a:pt x="3002" y="2663"/>
                  </a:cubicBezTo>
                  <a:cubicBezTo>
                    <a:pt x="3011" y="2663"/>
                    <a:pt x="3020" y="2672"/>
                    <a:pt x="3029" y="2672"/>
                  </a:cubicBezTo>
                  <a:cubicBezTo>
                    <a:pt x="3039" y="2674"/>
                    <a:pt x="3049" y="2674"/>
                    <a:pt x="3059" y="2674"/>
                  </a:cubicBezTo>
                  <a:cubicBezTo>
                    <a:pt x="3155" y="2674"/>
                    <a:pt x="3238" y="2599"/>
                    <a:pt x="3254" y="2510"/>
                  </a:cubicBezTo>
                  <a:cubicBezTo>
                    <a:pt x="3272" y="2402"/>
                    <a:pt x="3191" y="2302"/>
                    <a:pt x="3092" y="2284"/>
                  </a:cubicBezTo>
                  <a:cubicBezTo>
                    <a:pt x="2939" y="2266"/>
                    <a:pt x="2786" y="2230"/>
                    <a:pt x="2641" y="2185"/>
                  </a:cubicBezTo>
                  <a:cubicBezTo>
                    <a:pt x="2488" y="2140"/>
                    <a:pt x="2335" y="2086"/>
                    <a:pt x="2191" y="2032"/>
                  </a:cubicBezTo>
                  <a:cubicBezTo>
                    <a:pt x="1902" y="1915"/>
                    <a:pt x="1623" y="1789"/>
                    <a:pt x="1361" y="1608"/>
                  </a:cubicBezTo>
                  <a:cubicBezTo>
                    <a:pt x="1118" y="1437"/>
                    <a:pt x="875" y="1239"/>
                    <a:pt x="712" y="986"/>
                  </a:cubicBezTo>
                  <a:cubicBezTo>
                    <a:pt x="622" y="869"/>
                    <a:pt x="559" y="734"/>
                    <a:pt x="505" y="599"/>
                  </a:cubicBezTo>
                  <a:cubicBezTo>
                    <a:pt x="451" y="464"/>
                    <a:pt x="424" y="319"/>
                    <a:pt x="415" y="175"/>
                  </a:cubicBezTo>
                  <a:lnTo>
                    <a:pt x="406" y="175"/>
                  </a:lnTo>
                  <a:cubicBezTo>
                    <a:pt x="406" y="166"/>
                    <a:pt x="406" y="166"/>
                    <a:pt x="406" y="157"/>
                  </a:cubicBezTo>
                  <a:cubicBezTo>
                    <a:pt x="390" y="61"/>
                    <a:pt x="303" y="1"/>
                    <a:pt x="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3" name="Google Shape;8073;p282"/>
            <p:cNvSpPr/>
            <p:nvPr/>
          </p:nvSpPr>
          <p:spPr>
            <a:xfrm>
              <a:off x="7140708" y="3828157"/>
              <a:ext cx="36046" cy="134163"/>
            </a:xfrm>
            <a:custGeom>
              <a:avLst/>
              <a:gdLst/>
              <a:ahLst/>
              <a:cxnLst/>
              <a:rect l="l" t="t" r="r" b="b"/>
              <a:pathLst>
                <a:path w="741" h="2758" extrusionOk="0">
                  <a:moveTo>
                    <a:pt x="230" y="0"/>
                  </a:moveTo>
                  <a:cubicBezTo>
                    <a:pt x="208" y="0"/>
                    <a:pt x="186" y="4"/>
                    <a:pt x="163" y="11"/>
                  </a:cubicBezTo>
                  <a:cubicBezTo>
                    <a:pt x="64" y="38"/>
                    <a:pt x="1" y="155"/>
                    <a:pt x="37" y="255"/>
                  </a:cubicBezTo>
                  <a:cubicBezTo>
                    <a:pt x="163" y="633"/>
                    <a:pt x="208" y="1021"/>
                    <a:pt x="253" y="1399"/>
                  </a:cubicBezTo>
                  <a:cubicBezTo>
                    <a:pt x="289" y="1787"/>
                    <a:pt x="325" y="2175"/>
                    <a:pt x="325" y="2562"/>
                  </a:cubicBezTo>
                  <a:cubicBezTo>
                    <a:pt x="325" y="2580"/>
                    <a:pt x="325" y="2598"/>
                    <a:pt x="334" y="2607"/>
                  </a:cubicBezTo>
                  <a:cubicBezTo>
                    <a:pt x="357" y="2698"/>
                    <a:pt x="431" y="2758"/>
                    <a:pt x="519" y="2758"/>
                  </a:cubicBezTo>
                  <a:cubicBezTo>
                    <a:pt x="535" y="2758"/>
                    <a:pt x="552" y="2756"/>
                    <a:pt x="569" y="2751"/>
                  </a:cubicBezTo>
                  <a:cubicBezTo>
                    <a:pt x="677" y="2724"/>
                    <a:pt x="740" y="2625"/>
                    <a:pt x="713" y="2517"/>
                  </a:cubicBezTo>
                  <a:cubicBezTo>
                    <a:pt x="623" y="2138"/>
                    <a:pt x="551" y="1760"/>
                    <a:pt x="497" y="1372"/>
                  </a:cubicBezTo>
                  <a:cubicBezTo>
                    <a:pt x="443" y="985"/>
                    <a:pt x="397" y="606"/>
                    <a:pt x="425" y="210"/>
                  </a:cubicBezTo>
                  <a:cubicBezTo>
                    <a:pt x="425" y="182"/>
                    <a:pt x="425" y="155"/>
                    <a:pt x="416" y="137"/>
                  </a:cubicBezTo>
                  <a:cubicBezTo>
                    <a:pt x="387" y="52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74" name="Google Shape;8074;p282"/>
          <p:cNvGrpSpPr/>
          <p:nvPr/>
        </p:nvGrpSpPr>
        <p:grpSpPr>
          <a:xfrm rot="854098">
            <a:off x="7782856" y="510397"/>
            <a:ext cx="639528" cy="438002"/>
            <a:chOff x="5501450" y="2545600"/>
            <a:chExt cx="639525" cy="438000"/>
          </a:xfrm>
        </p:grpSpPr>
        <p:sp>
          <p:nvSpPr>
            <p:cNvPr id="8075" name="Google Shape;8075;p282"/>
            <p:cNvSpPr/>
            <p:nvPr/>
          </p:nvSpPr>
          <p:spPr>
            <a:xfrm>
              <a:off x="5501450" y="2545600"/>
              <a:ext cx="639525" cy="438000"/>
            </a:xfrm>
            <a:custGeom>
              <a:avLst/>
              <a:gdLst/>
              <a:ahLst/>
              <a:cxnLst/>
              <a:rect l="l" t="t" r="r" b="b"/>
              <a:pathLst>
                <a:path w="25581" h="17520" extrusionOk="0">
                  <a:moveTo>
                    <a:pt x="2054" y="916"/>
                  </a:moveTo>
                  <a:cubicBezTo>
                    <a:pt x="4249" y="1273"/>
                    <a:pt x="6534" y="1376"/>
                    <a:pt x="8837" y="1376"/>
                  </a:cubicBezTo>
                  <a:cubicBezTo>
                    <a:pt x="11993" y="1376"/>
                    <a:pt x="15185" y="1183"/>
                    <a:pt x="18229" y="1183"/>
                  </a:cubicBezTo>
                  <a:cubicBezTo>
                    <a:pt x="18767" y="1183"/>
                    <a:pt x="19366" y="1142"/>
                    <a:pt x="19969" y="1142"/>
                  </a:cubicBezTo>
                  <a:cubicBezTo>
                    <a:pt x="21476" y="1142"/>
                    <a:pt x="23008" y="1398"/>
                    <a:pt x="23668" y="3189"/>
                  </a:cubicBezTo>
                  <a:cubicBezTo>
                    <a:pt x="24139" y="4443"/>
                    <a:pt x="23998" y="6292"/>
                    <a:pt x="24045" y="7625"/>
                  </a:cubicBezTo>
                  <a:cubicBezTo>
                    <a:pt x="24154" y="10242"/>
                    <a:pt x="24076" y="12876"/>
                    <a:pt x="23904" y="15493"/>
                  </a:cubicBezTo>
                  <a:cubicBezTo>
                    <a:pt x="19549" y="16044"/>
                    <a:pt x="15184" y="16308"/>
                    <a:pt x="10802" y="16308"/>
                  </a:cubicBezTo>
                  <a:cubicBezTo>
                    <a:pt x="9570" y="16308"/>
                    <a:pt x="8336" y="16287"/>
                    <a:pt x="7101" y="16246"/>
                  </a:cubicBezTo>
                  <a:cubicBezTo>
                    <a:pt x="5141" y="16167"/>
                    <a:pt x="2398" y="16543"/>
                    <a:pt x="1505" y="14036"/>
                  </a:cubicBezTo>
                  <a:cubicBezTo>
                    <a:pt x="1066" y="12782"/>
                    <a:pt x="1270" y="10916"/>
                    <a:pt x="1207" y="9600"/>
                  </a:cubicBezTo>
                  <a:cubicBezTo>
                    <a:pt x="1160" y="8659"/>
                    <a:pt x="235" y="1700"/>
                    <a:pt x="2054" y="916"/>
                  </a:cubicBezTo>
                  <a:close/>
                  <a:moveTo>
                    <a:pt x="1928" y="0"/>
                  </a:moveTo>
                  <a:cubicBezTo>
                    <a:pt x="478" y="0"/>
                    <a:pt x="29" y="2119"/>
                    <a:pt x="16" y="3518"/>
                  </a:cubicBezTo>
                  <a:cubicBezTo>
                    <a:pt x="0" y="5869"/>
                    <a:pt x="204" y="8252"/>
                    <a:pt x="282" y="10603"/>
                  </a:cubicBezTo>
                  <a:cubicBezTo>
                    <a:pt x="345" y="12139"/>
                    <a:pt x="157" y="14098"/>
                    <a:pt x="1003" y="15462"/>
                  </a:cubicBezTo>
                  <a:cubicBezTo>
                    <a:pt x="2119" y="17247"/>
                    <a:pt x="4806" y="17520"/>
                    <a:pt x="7212" y="17520"/>
                  </a:cubicBezTo>
                  <a:cubicBezTo>
                    <a:pt x="8268" y="17520"/>
                    <a:pt x="9269" y="17467"/>
                    <a:pt x="10061" y="17467"/>
                  </a:cubicBezTo>
                  <a:cubicBezTo>
                    <a:pt x="10126" y="17467"/>
                    <a:pt x="10189" y="17468"/>
                    <a:pt x="10251" y="17468"/>
                  </a:cubicBezTo>
                  <a:cubicBezTo>
                    <a:pt x="10550" y="17471"/>
                    <a:pt x="10848" y="17473"/>
                    <a:pt x="11146" y="17473"/>
                  </a:cubicBezTo>
                  <a:cubicBezTo>
                    <a:pt x="15785" y="17473"/>
                    <a:pt x="20422" y="17132"/>
                    <a:pt x="25016" y="16528"/>
                  </a:cubicBezTo>
                  <a:cubicBezTo>
                    <a:pt x="25581" y="16449"/>
                    <a:pt x="25549" y="15791"/>
                    <a:pt x="25189" y="15509"/>
                  </a:cubicBezTo>
                  <a:cubicBezTo>
                    <a:pt x="25440" y="11857"/>
                    <a:pt x="25534" y="8126"/>
                    <a:pt x="25110" y="4490"/>
                  </a:cubicBezTo>
                  <a:cubicBezTo>
                    <a:pt x="24907" y="2766"/>
                    <a:pt x="24515" y="995"/>
                    <a:pt x="22728" y="305"/>
                  </a:cubicBezTo>
                  <a:cubicBezTo>
                    <a:pt x="22098" y="64"/>
                    <a:pt x="21403" y="15"/>
                    <a:pt x="20716" y="15"/>
                  </a:cubicBezTo>
                  <a:cubicBezTo>
                    <a:pt x="20240" y="15"/>
                    <a:pt x="19769" y="38"/>
                    <a:pt x="19327" y="38"/>
                  </a:cubicBezTo>
                  <a:cubicBezTo>
                    <a:pt x="17132" y="38"/>
                    <a:pt x="14954" y="70"/>
                    <a:pt x="12759" y="70"/>
                  </a:cubicBezTo>
                  <a:cubicBezTo>
                    <a:pt x="12545" y="72"/>
                    <a:pt x="12330" y="73"/>
                    <a:pt x="12115" y="73"/>
                  </a:cubicBezTo>
                  <a:cubicBezTo>
                    <a:pt x="10641" y="73"/>
                    <a:pt x="9140" y="30"/>
                    <a:pt x="7640" y="30"/>
                  </a:cubicBezTo>
                  <a:cubicBezTo>
                    <a:pt x="6052" y="30"/>
                    <a:pt x="4466" y="78"/>
                    <a:pt x="2916" y="274"/>
                  </a:cubicBezTo>
                  <a:cubicBezTo>
                    <a:pt x="2544" y="84"/>
                    <a:pt x="2216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6" name="Google Shape;8076;p282"/>
            <p:cNvSpPr/>
            <p:nvPr/>
          </p:nvSpPr>
          <p:spPr>
            <a:xfrm>
              <a:off x="5714775" y="2654925"/>
              <a:ext cx="280075" cy="257600"/>
            </a:xfrm>
            <a:custGeom>
              <a:avLst/>
              <a:gdLst/>
              <a:ahLst/>
              <a:cxnLst/>
              <a:rect l="l" t="t" r="r" b="b"/>
              <a:pathLst>
                <a:path w="11203" h="10304" extrusionOk="0">
                  <a:moveTo>
                    <a:pt x="652" y="289"/>
                  </a:moveTo>
                  <a:cubicBezTo>
                    <a:pt x="809" y="415"/>
                    <a:pt x="966" y="540"/>
                    <a:pt x="1138" y="650"/>
                  </a:cubicBezTo>
                  <a:cubicBezTo>
                    <a:pt x="1076" y="697"/>
                    <a:pt x="1044" y="775"/>
                    <a:pt x="1029" y="854"/>
                  </a:cubicBezTo>
                  <a:cubicBezTo>
                    <a:pt x="1029" y="1042"/>
                    <a:pt x="1044" y="1214"/>
                    <a:pt x="1044" y="1387"/>
                  </a:cubicBezTo>
                  <a:cubicBezTo>
                    <a:pt x="919" y="1449"/>
                    <a:pt x="825" y="1543"/>
                    <a:pt x="778" y="1669"/>
                  </a:cubicBezTo>
                  <a:cubicBezTo>
                    <a:pt x="746" y="1214"/>
                    <a:pt x="699" y="760"/>
                    <a:pt x="652" y="305"/>
                  </a:cubicBezTo>
                  <a:cubicBezTo>
                    <a:pt x="652" y="305"/>
                    <a:pt x="652" y="289"/>
                    <a:pt x="652" y="289"/>
                  </a:cubicBezTo>
                  <a:close/>
                  <a:moveTo>
                    <a:pt x="5778" y="4208"/>
                  </a:moveTo>
                  <a:lnTo>
                    <a:pt x="5778" y="4208"/>
                  </a:lnTo>
                  <a:cubicBezTo>
                    <a:pt x="6217" y="4333"/>
                    <a:pt x="6671" y="4443"/>
                    <a:pt x="7126" y="4521"/>
                  </a:cubicBezTo>
                  <a:cubicBezTo>
                    <a:pt x="7142" y="4537"/>
                    <a:pt x="7142" y="4537"/>
                    <a:pt x="7157" y="4553"/>
                  </a:cubicBezTo>
                  <a:cubicBezTo>
                    <a:pt x="6844" y="4725"/>
                    <a:pt x="6530" y="4913"/>
                    <a:pt x="6232" y="5101"/>
                  </a:cubicBezTo>
                  <a:cubicBezTo>
                    <a:pt x="6138" y="4804"/>
                    <a:pt x="5966" y="4490"/>
                    <a:pt x="5778" y="4208"/>
                  </a:cubicBezTo>
                  <a:close/>
                  <a:moveTo>
                    <a:pt x="840" y="2296"/>
                  </a:moveTo>
                  <a:lnTo>
                    <a:pt x="840" y="2296"/>
                  </a:lnTo>
                  <a:cubicBezTo>
                    <a:pt x="919" y="2672"/>
                    <a:pt x="1013" y="3032"/>
                    <a:pt x="1076" y="3393"/>
                  </a:cubicBezTo>
                  <a:cubicBezTo>
                    <a:pt x="1123" y="4694"/>
                    <a:pt x="1201" y="5995"/>
                    <a:pt x="1264" y="7280"/>
                  </a:cubicBezTo>
                  <a:cubicBezTo>
                    <a:pt x="1279" y="7500"/>
                    <a:pt x="1436" y="7641"/>
                    <a:pt x="1609" y="7688"/>
                  </a:cubicBezTo>
                  <a:cubicBezTo>
                    <a:pt x="1624" y="7923"/>
                    <a:pt x="1656" y="8142"/>
                    <a:pt x="1671" y="8377"/>
                  </a:cubicBezTo>
                  <a:cubicBezTo>
                    <a:pt x="1671" y="8503"/>
                    <a:pt x="1734" y="8612"/>
                    <a:pt x="1812" y="8706"/>
                  </a:cubicBezTo>
                  <a:cubicBezTo>
                    <a:pt x="1781" y="8753"/>
                    <a:pt x="1765" y="8801"/>
                    <a:pt x="1734" y="8848"/>
                  </a:cubicBezTo>
                  <a:cubicBezTo>
                    <a:pt x="1718" y="8910"/>
                    <a:pt x="1718" y="8957"/>
                    <a:pt x="1703" y="9004"/>
                  </a:cubicBezTo>
                  <a:cubicBezTo>
                    <a:pt x="1577" y="9130"/>
                    <a:pt x="1436" y="9239"/>
                    <a:pt x="1295" y="9365"/>
                  </a:cubicBezTo>
                  <a:cubicBezTo>
                    <a:pt x="1154" y="7014"/>
                    <a:pt x="1029" y="4647"/>
                    <a:pt x="840" y="2296"/>
                  </a:cubicBezTo>
                  <a:close/>
                  <a:moveTo>
                    <a:pt x="299" y="0"/>
                  </a:moveTo>
                  <a:cubicBezTo>
                    <a:pt x="146" y="0"/>
                    <a:pt x="0" y="102"/>
                    <a:pt x="10" y="305"/>
                  </a:cubicBezTo>
                  <a:cubicBezTo>
                    <a:pt x="88" y="3440"/>
                    <a:pt x="355" y="6575"/>
                    <a:pt x="574" y="9710"/>
                  </a:cubicBezTo>
                  <a:cubicBezTo>
                    <a:pt x="590" y="9866"/>
                    <a:pt x="684" y="9976"/>
                    <a:pt x="793" y="10023"/>
                  </a:cubicBezTo>
                  <a:cubicBezTo>
                    <a:pt x="841" y="10176"/>
                    <a:pt x="985" y="10303"/>
                    <a:pt x="1148" y="10303"/>
                  </a:cubicBezTo>
                  <a:cubicBezTo>
                    <a:pt x="1201" y="10303"/>
                    <a:pt x="1256" y="10289"/>
                    <a:pt x="1311" y="10258"/>
                  </a:cubicBezTo>
                  <a:cubicBezTo>
                    <a:pt x="1718" y="10070"/>
                    <a:pt x="2110" y="9851"/>
                    <a:pt x="2486" y="9647"/>
                  </a:cubicBezTo>
                  <a:cubicBezTo>
                    <a:pt x="2627" y="9631"/>
                    <a:pt x="2753" y="9569"/>
                    <a:pt x="2847" y="9475"/>
                  </a:cubicBezTo>
                  <a:cubicBezTo>
                    <a:pt x="2894" y="9427"/>
                    <a:pt x="2941" y="9396"/>
                    <a:pt x="2988" y="9349"/>
                  </a:cubicBezTo>
                  <a:cubicBezTo>
                    <a:pt x="5417" y="7938"/>
                    <a:pt x="7721" y="6199"/>
                    <a:pt x="10151" y="4819"/>
                  </a:cubicBezTo>
                  <a:cubicBezTo>
                    <a:pt x="10229" y="4757"/>
                    <a:pt x="10292" y="4694"/>
                    <a:pt x="10323" y="4615"/>
                  </a:cubicBezTo>
                  <a:cubicBezTo>
                    <a:pt x="10383" y="4639"/>
                    <a:pt x="10441" y="4649"/>
                    <a:pt x="10497" y="4649"/>
                  </a:cubicBezTo>
                  <a:cubicBezTo>
                    <a:pt x="10925" y="4649"/>
                    <a:pt x="11203" y="4024"/>
                    <a:pt x="10731" y="3816"/>
                  </a:cubicBezTo>
                  <a:cubicBezTo>
                    <a:pt x="9101" y="3032"/>
                    <a:pt x="7439" y="2296"/>
                    <a:pt x="5762" y="1606"/>
                  </a:cubicBezTo>
                  <a:cubicBezTo>
                    <a:pt x="4238" y="987"/>
                    <a:pt x="2525" y="34"/>
                    <a:pt x="860" y="34"/>
                  </a:cubicBezTo>
                  <a:cubicBezTo>
                    <a:pt x="796" y="34"/>
                    <a:pt x="732" y="36"/>
                    <a:pt x="668" y="39"/>
                  </a:cubicBezTo>
                  <a:cubicBezTo>
                    <a:pt x="621" y="39"/>
                    <a:pt x="590" y="70"/>
                    <a:pt x="558" y="117"/>
                  </a:cubicBezTo>
                  <a:cubicBezTo>
                    <a:pt x="492" y="39"/>
                    <a:pt x="394" y="0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8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8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8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8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1" name="Google Shape;8081;p283"/>
          <p:cNvGrpSpPr/>
          <p:nvPr/>
        </p:nvGrpSpPr>
        <p:grpSpPr>
          <a:xfrm rot="774136">
            <a:off x="1633044" y="2577318"/>
            <a:ext cx="1303213" cy="585343"/>
            <a:chOff x="4345425" y="2175475"/>
            <a:chExt cx="800750" cy="176025"/>
          </a:xfrm>
        </p:grpSpPr>
        <p:sp>
          <p:nvSpPr>
            <p:cNvPr id="8082" name="Google Shape;8082;p28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3" name="Google Shape;8083;p28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4" name="Google Shape;8084;p283"/>
          <p:cNvGrpSpPr/>
          <p:nvPr/>
        </p:nvGrpSpPr>
        <p:grpSpPr>
          <a:xfrm rot="774136">
            <a:off x="6244644" y="2577318"/>
            <a:ext cx="1303213" cy="585343"/>
            <a:chOff x="4345425" y="2175475"/>
            <a:chExt cx="800750" cy="176025"/>
          </a:xfrm>
        </p:grpSpPr>
        <p:sp>
          <p:nvSpPr>
            <p:cNvPr id="8085" name="Google Shape;8085;p28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6" name="Google Shape;8086;p28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87" name="Google Shape;8087;p283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Inclusive</a:t>
            </a:r>
            <a:endParaRPr sz="2600"/>
          </a:p>
        </p:txBody>
      </p:sp>
      <p:sp>
        <p:nvSpPr>
          <p:cNvPr id="8088" name="Google Shape;8088;p283"/>
          <p:cNvSpPr txBox="1">
            <a:spLocks noGrp="1"/>
          </p:cNvSpPr>
          <p:nvPr>
            <p:ph type="body" idx="1"/>
          </p:nvPr>
        </p:nvSpPr>
        <p:spPr>
          <a:xfrm>
            <a:off x="314600" y="2993200"/>
            <a:ext cx="3807900" cy="22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Inclusive index means the element at the specified position is considered a part of the selection</a:t>
            </a:r>
            <a:endParaRPr sz="2300"/>
          </a:p>
        </p:txBody>
      </p:sp>
      <p:sp>
        <p:nvSpPr>
          <p:cNvPr id="8089" name="Google Shape;8089;p283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Exclusive</a:t>
            </a:r>
            <a:endParaRPr sz="2600"/>
          </a:p>
        </p:txBody>
      </p:sp>
      <p:sp>
        <p:nvSpPr>
          <p:cNvPr id="8090" name="Google Shape;8090;p28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What is a Inclusive &amp; Exclusive</a:t>
            </a:r>
            <a:endParaRPr/>
          </a:p>
        </p:txBody>
      </p:sp>
      <p:sp>
        <p:nvSpPr>
          <p:cNvPr id="8091" name="Google Shape;8091;p283"/>
          <p:cNvSpPr txBox="1">
            <a:spLocks noGrp="1"/>
          </p:cNvSpPr>
          <p:nvPr>
            <p:ph type="body" idx="2"/>
          </p:nvPr>
        </p:nvSpPr>
        <p:spPr>
          <a:xfrm>
            <a:off x="5045400" y="2993200"/>
            <a:ext cx="38079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Exclusive index means the element at the specified position is not included in the selection </a:t>
            </a:r>
            <a:endParaRPr sz="2300"/>
          </a:p>
        </p:txBody>
      </p:sp>
      <p:grpSp>
        <p:nvGrpSpPr>
          <p:cNvPr id="8092" name="Google Shape;8092;p283"/>
          <p:cNvGrpSpPr/>
          <p:nvPr/>
        </p:nvGrpSpPr>
        <p:grpSpPr>
          <a:xfrm>
            <a:off x="6682192" y="859247"/>
            <a:ext cx="1491960" cy="454575"/>
            <a:chOff x="6157325" y="1245050"/>
            <a:chExt cx="554900" cy="169075"/>
          </a:xfrm>
        </p:grpSpPr>
        <p:sp>
          <p:nvSpPr>
            <p:cNvPr id="8093" name="Google Shape;8093;p283"/>
            <p:cNvSpPr/>
            <p:nvPr/>
          </p:nvSpPr>
          <p:spPr>
            <a:xfrm>
              <a:off x="6157325" y="1320350"/>
              <a:ext cx="47050" cy="41875"/>
            </a:xfrm>
            <a:custGeom>
              <a:avLst/>
              <a:gdLst/>
              <a:ahLst/>
              <a:cxnLst/>
              <a:rect l="l" t="t" r="r" b="b"/>
              <a:pathLst>
                <a:path w="1882" h="1675" extrusionOk="0">
                  <a:moveTo>
                    <a:pt x="1759" y="0"/>
                  </a:moveTo>
                  <a:cubicBezTo>
                    <a:pt x="1737" y="0"/>
                    <a:pt x="1714" y="11"/>
                    <a:pt x="1694" y="37"/>
                  </a:cubicBezTo>
                  <a:cubicBezTo>
                    <a:pt x="1494" y="263"/>
                    <a:pt x="1268" y="463"/>
                    <a:pt x="1042" y="689"/>
                  </a:cubicBezTo>
                  <a:cubicBezTo>
                    <a:pt x="842" y="463"/>
                    <a:pt x="641" y="263"/>
                    <a:pt x="416" y="62"/>
                  </a:cubicBezTo>
                  <a:cubicBezTo>
                    <a:pt x="387" y="26"/>
                    <a:pt x="349" y="10"/>
                    <a:pt x="313" y="10"/>
                  </a:cubicBezTo>
                  <a:cubicBezTo>
                    <a:pt x="226" y="10"/>
                    <a:pt x="152" y="99"/>
                    <a:pt x="240" y="188"/>
                  </a:cubicBezTo>
                  <a:cubicBezTo>
                    <a:pt x="441" y="413"/>
                    <a:pt x="641" y="639"/>
                    <a:pt x="842" y="839"/>
                  </a:cubicBezTo>
                  <a:cubicBezTo>
                    <a:pt x="591" y="1040"/>
                    <a:pt x="316" y="1190"/>
                    <a:pt x="90" y="1416"/>
                  </a:cubicBezTo>
                  <a:cubicBezTo>
                    <a:pt x="1" y="1505"/>
                    <a:pt x="91" y="1674"/>
                    <a:pt x="200" y="1674"/>
                  </a:cubicBezTo>
                  <a:cubicBezTo>
                    <a:pt x="213" y="1674"/>
                    <a:pt x="227" y="1672"/>
                    <a:pt x="240" y="1666"/>
                  </a:cubicBezTo>
                  <a:cubicBezTo>
                    <a:pt x="541" y="1541"/>
                    <a:pt x="817" y="1290"/>
                    <a:pt x="1068" y="1065"/>
                  </a:cubicBezTo>
                  <a:cubicBezTo>
                    <a:pt x="1193" y="1215"/>
                    <a:pt x="1343" y="1366"/>
                    <a:pt x="1494" y="1466"/>
                  </a:cubicBezTo>
                  <a:cubicBezTo>
                    <a:pt x="1525" y="1481"/>
                    <a:pt x="1556" y="1488"/>
                    <a:pt x="1584" y="1488"/>
                  </a:cubicBezTo>
                  <a:cubicBezTo>
                    <a:pt x="1694" y="1488"/>
                    <a:pt x="1769" y="1385"/>
                    <a:pt x="1669" y="1265"/>
                  </a:cubicBezTo>
                  <a:cubicBezTo>
                    <a:pt x="1569" y="1115"/>
                    <a:pt x="1418" y="990"/>
                    <a:pt x="1268" y="864"/>
                  </a:cubicBezTo>
                  <a:cubicBezTo>
                    <a:pt x="1469" y="639"/>
                    <a:pt x="1669" y="413"/>
                    <a:pt x="1844" y="163"/>
                  </a:cubicBezTo>
                  <a:cubicBezTo>
                    <a:pt x="1882" y="88"/>
                    <a:pt x="1823" y="0"/>
                    <a:pt x="1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4" name="Google Shape;8094;p283"/>
            <p:cNvSpPr/>
            <p:nvPr/>
          </p:nvSpPr>
          <p:spPr>
            <a:xfrm>
              <a:off x="6224725" y="1327375"/>
              <a:ext cx="46400" cy="9125"/>
            </a:xfrm>
            <a:custGeom>
              <a:avLst/>
              <a:gdLst/>
              <a:ahLst/>
              <a:cxnLst/>
              <a:rect l="l" t="t" r="r" b="b"/>
              <a:pathLst>
                <a:path w="1856" h="365" extrusionOk="0">
                  <a:moveTo>
                    <a:pt x="1282" y="1"/>
                  </a:moveTo>
                  <a:cubicBezTo>
                    <a:pt x="1160" y="1"/>
                    <a:pt x="1041" y="7"/>
                    <a:pt x="928" y="7"/>
                  </a:cubicBezTo>
                  <a:lnTo>
                    <a:pt x="151" y="7"/>
                  </a:lnTo>
                  <a:cubicBezTo>
                    <a:pt x="1" y="7"/>
                    <a:pt x="26" y="258"/>
                    <a:pt x="151" y="258"/>
                  </a:cubicBezTo>
                  <a:cubicBezTo>
                    <a:pt x="427" y="283"/>
                    <a:pt x="677" y="308"/>
                    <a:pt x="953" y="308"/>
                  </a:cubicBezTo>
                  <a:cubicBezTo>
                    <a:pt x="1135" y="328"/>
                    <a:pt x="1334" y="365"/>
                    <a:pt x="1536" y="365"/>
                  </a:cubicBezTo>
                  <a:cubicBezTo>
                    <a:pt x="1584" y="365"/>
                    <a:pt x="1632" y="363"/>
                    <a:pt x="1680" y="358"/>
                  </a:cubicBezTo>
                  <a:cubicBezTo>
                    <a:pt x="1855" y="308"/>
                    <a:pt x="1780" y="82"/>
                    <a:pt x="1655" y="32"/>
                  </a:cubicBezTo>
                  <a:cubicBezTo>
                    <a:pt x="1529" y="7"/>
                    <a:pt x="1404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5" name="Google Shape;8095;p283"/>
            <p:cNvSpPr/>
            <p:nvPr/>
          </p:nvSpPr>
          <p:spPr>
            <a:xfrm>
              <a:off x="6217875" y="1343050"/>
              <a:ext cx="49475" cy="9600"/>
            </a:xfrm>
            <a:custGeom>
              <a:avLst/>
              <a:gdLst/>
              <a:ahLst/>
              <a:cxnLst/>
              <a:rect l="l" t="t" r="r" b="b"/>
              <a:pathLst>
                <a:path w="1979" h="384" extrusionOk="0">
                  <a:moveTo>
                    <a:pt x="134" y="0"/>
                  </a:moveTo>
                  <a:cubicBezTo>
                    <a:pt x="0" y="0"/>
                    <a:pt x="13" y="236"/>
                    <a:pt x="174" y="282"/>
                  </a:cubicBezTo>
                  <a:cubicBezTo>
                    <a:pt x="475" y="357"/>
                    <a:pt x="801" y="382"/>
                    <a:pt x="1102" y="382"/>
                  </a:cubicBezTo>
                  <a:cubicBezTo>
                    <a:pt x="1157" y="382"/>
                    <a:pt x="1215" y="383"/>
                    <a:pt x="1274" y="383"/>
                  </a:cubicBezTo>
                  <a:cubicBezTo>
                    <a:pt x="1512" y="383"/>
                    <a:pt x="1768" y="367"/>
                    <a:pt x="1929" y="207"/>
                  </a:cubicBezTo>
                  <a:cubicBezTo>
                    <a:pt x="1979" y="157"/>
                    <a:pt x="1954" y="32"/>
                    <a:pt x="1854" y="32"/>
                  </a:cubicBezTo>
                  <a:cubicBezTo>
                    <a:pt x="1787" y="12"/>
                    <a:pt x="1721" y="4"/>
                    <a:pt x="1655" y="4"/>
                  </a:cubicBezTo>
                  <a:cubicBezTo>
                    <a:pt x="1471" y="4"/>
                    <a:pt x="1286" y="63"/>
                    <a:pt x="1102" y="82"/>
                  </a:cubicBezTo>
                  <a:cubicBezTo>
                    <a:pt x="801" y="82"/>
                    <a:pt x="500" y="57"/>
                    <a:pt x="174" y="7"/>
                  </a:cubicBezTo>
                  <a:cubicBezTo>
                    <a:pt x="160" y="2"/>
                    <a:pt x="147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6" name="Google Shape;8096;p283"/>
            <p:cNvSpPr/>
            <p:nvPr/>
          </p:nvSpPr>
          <p:spPr>
            <a:xfrm>
              <a:off x="6284250" y="1264050"/>
              <a:ext cx="44700" cy="50275"/>
            </a:xfrm>
            <a:custGeom>
              <a:avLst/>
              <a:gdLst/>
              <a:ahLst/>
              <a:cxnLst/>
              <a:rect l="l" t="t" r="r" b="b"/>
              <a:pathLst>
                <a:path w="1788" h="2011" extrusionOk="0">
                  <a:moveTo>
                    <a:pt x="495" y="0"/>
                  </a:moveTo>
                  <a:cubicBezTo>
                    <a:pt x="458" y="0"/>
                    <a:pt x="427" y="25"/>
                    <a:pt x="427" y="84"/>
                  </a:cubicBezTo>
                  <a:cubicBezTo>
                    <a:pt x="402" y="510"/>
                    <a:pt x="402" y="911"/>
                    <a:pt x="376" y="1337"/>
                  </a:cubicBezTo>
                  <a:cubicBezTo>
                    <a:pt x="376" y="1411"/>
                    <a:pt x="445" y="1499"/>
                    <a:pt x="522" y="1499"/>
                  </a:cubicBezTo>
                  <a:cubicBezTo>
                    <a:pt x="548" y="1499"/>
                    <a:pt x="576" y="1488"/>
                    <a:pt x="602" y="1462"/>
                  </a:cubicBezTo>
                  <a:cubicBezTo>
                    <a:pt x="727" y="1387"/>
                    <a:pt x="878" y="1262"/>
                    <a:pt x="1028" y="1212"/>
                  </a:cubicBezTo>
                  <a:cubicBezTo>
                    <a:pt x="1080" y="1186"/>
                    <a:pt x="1128" y="1173"/>
                    <a:pt x="1173" y="1173"/>
                  </a:cubicBezTo>
                  <a:cubicBezTo>
                    <a:pt x="1300" y="1173"/>
                    <a:pt x="1392" y="1276"/>
                    <a:pt x="1429" y="1462"/>
                  </a:cubicBezTo>
                  <a:cubicBezTo>
                    <a:pt x="1354" y="1537"/>
                    <a:pt x="1279" y="1588"/>
                    <a:pt x="1204" y="1613"/>
                  </a:cubicBezTo>
                  <a:cubicBezTo>
                    <a:pt x="878" y="1713"/>
                    <a:pt x="502" y="1713"/>
                    <a:pt x="176" y="1713"/>
                  </a:cubicBezTo>
                  <a:cubicBezTo>
                    <a:pt x="1" y="1713"/>
                    <a:pt x="51" y="1963"/>
                    <a:pt x="176" y="1989"/>
                  </a:cubicBezTo>
                  <a:cubicBezTo>
                    <a:pt x="271" y="2000"/>
                    <a:pt x="413" y="2011"/>
                    <a:pt x="573" y="2011"/>
                  </a:cubicBezTo>
                  <a:cubicBezTo>
                    <a:pt x="1087" y="2011"/>
                    <a:pt x="1787" y="1903"/>
                    <a:pt x="1730" y="1387"/>
                  </a:cubicBezTo>
                  <a:cubicBezTo>
                    <a:pt x="1730" y="1136"/>
                    <a:pt x="1479" y="936"/>
                    <a:pt x="1254" y="911"/>
                  </a:cubicBezTo>
                  <a:cubicBezTo>
                    <a:pt x="1213" y="902"/>
                    <a:pt x="1173" y="898"/>
                    <a:pt x="1134" y="898"/>
                  </a:cubicBezTo>
                  <a:cubicBezTo>
                    <a:pt x="957" y="898"/>
                    <a:pt x="796" y="984"/>
                    <a:pt x="652" y="1086"/>
                  </a:cubicBezTo>
                  <a:cubicBezTo>
                    <a:pt x="652" y="760"/>
                    <a:pt x="627" y="460"/>
                    <a:pt x="627" y="134"/>
                  </a:cubicBezTo>
                  <a:cubicBezTo>
                    <a:pt x="627" y="58"/>
                    <a:pt x="553" y="0"/>
                    <a:pt x="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7" name="Google Shape;8097;p283"/>
            <p:cNvSpPr/>
            <p:nvPr/>
          </p:nvSpPr>
          <p:spPr>
            <a:xfrm>
              <a:off x="6255000" y="1287300"/>
              <a:ext cx="30525" cy="9800"/>
            </a:xfrm>
            <a:custGeom>
              <a:avLst/>
              <a:gdLst/>
              <a:ahLst/>
              <a:cxnLst/>
              <a:rect l="l" t="t" r="r" b="b"/>
              <a:pathLst>
                <a:path w="1221" h="392" extrusionOk="0">
                  <a:moveTo>
                    <a:pt x="633" y="1"/>
                  </a:moveTo>
                  <a:cubicBezTo>
                    <a:pt x="472" y="1"/>
                    <a:pt x="310" y="20"/>
                    <a:pt x="193" y="31"/>
                  </a:cubicBezTo>
                  <a:cubicBezTo>
                    <a:pt x="1" y="55"/>
                    <a:pt x="62" y="333"/>
                    <a:pt x="245" y="333"/>
                  </a:cubicBezTo>
                  <a:cubicBezTo>
                    <a:pt x="252" y="333"/>
                    <a:pt x="260" y="333"/>
                    <a:pt x="268" y="332"/>
                  </a:cubicBezTo>
                  <a:cubicBezTo>
                    <a:pt x="444" y="332"/>
                    <a:pt x="619" y="332"/>
                    <a:pt x="820" y="357"/>
                  </a:cubicBezTo>
                  <a:cubicBezTo>
                    <a:pt x="888" y="371"/>
                    <a:pt x="949" y="392"/>
                    <a:pt x="1011" y="392"/>
                  </a:cubicBezTo>
                  <a:cubicBezTo>
                    <a:pt x="1062" y="392"/>
                    <a:pt x="1114" y="377"/>
                    <a:pt x="1171" y="332"/>
                  </a:cubicBezTo>
                  <a:cubicBezTo>
                    <a:pt x="1221" y="307"/>
                    <a:pt x="1196" y="231"/>
                    <a:pt x="1171" y="181"/>
                  </a:cubicBezTo>
                  <a:cubicBezTo>
                    <a:pt x="1069" y="37"/>
                    <a:pt x="852" y="1"/>
                    <a:pt x="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8" name="Google Shape;8098;p283"/>
            <p:cNvSpPr/>
            <p:nvPr/>
          </p:nvSpPr>
          <p:spPr>
            <a:xfrm>
              <a:off x="6334375" y="1284100"/>
              <a:ext cx="37000" cy="37050"/>
            </a:xfrm>
            <a:custGeom>
              <a:avLst/>
              <a:gdLst/>
              <a:ahLst/>
              <a:cxnLst/>
              <a:rect l="l" t="t" r="r" b="b"/>
              <a:pathLst>
                <a:path w="1480" h="1482" extrusionOk="0">
                  <a:moveTo>
                    <a:pt x="916" y="0"/>
                  </a:moveTo>
                  <a:cubicBezTo>
                    <a:pt x="875" y="0"/>
                    <a:pt x="838" y="25"/>
                    <a:pt x="828" y="84"/>
                  </a:cubicBezTo>
                  <a:cubicBezTo>
                    <a:pt x="803" y="334"/>
                    <a:pt x="752" y="560"/>
                    <a:pt x="677" y="786"/>
                  </a:cubicBezTo>
                  <a:cubicBezTo>
                    <a:pt x="502" y="811"/>
                    <a:pt x="326" y="836"/>
                    <a:pt x="176" y="836"/>
                  </a:cubicBezTo>
                  <a:cubicBezTo>
                    <a:pt x="1" y="861"/>
                    <a:pt x="76" y="1111"/>
                    <a:pt x="201" y="1111"/>
                  </a:cubicBezTo>
                  <a:cubicBezTo>
                    <a:pt x="326" y="1086"/>
                    <a:pt x="452" y="1061"/>
                    <a:pt x="577" y="1061"/>
                  </a:cubicBezTo>
                  <a:cubicBezTo>
                    <a:pt x="527" y="1161"/>
                    <a:pt x="502" y="1262"/>
                    <a:pt x="527" y="1362"/>
                  </a:cubicBezTo>
                  <a:cubicBezTo>
                    <a:pt x="527" y="1435"/>
                    <a:pt x="581" y="1482"/>
                    <a:pt x="639" y="1482"/>
                  </a:cubicBezTo>
                  <a:cubicBezTo>
                    <a:pt x="660" y="1482"/>
                    <a:pt x="682" y="1476"/>
                    <a:pt x="702" y="1462"/>
                  </a:cubicBezTo>
                  <a:cubicBezTo>
                    <a:pt x="828" y="1362"/>
                    <a:pt x="903" y="1187"/>
                    <a:pt x="928" y="1011"/>
                  </a:cubicBezTo>
                  <a:cubicBezTo>
                    <a:pt x="1103" y="1011"/>
                    <a:pt x="1304" y="1011"/>
                    <a:pt x="1429" y="911"/>
                  </a:cubicBezTo>
                  <a:cubicBezTo>
                    <a:pt x="1479" y="861"/>
                    <a:pt x="1479" y="786"/>
                    <a:pt x="1429" y="760"/>
                  </a:cubicBezTo>
                  <a:cubicBezTo>
                    <a:pt x="1341" y="731"/>
                    <a:pt x="1253" y="719"/>
                    <a:pt x="1165" y="719"/>
                  </a:cubicBezTo>
                  <a:cubicBezTo>
                    <a:pt x="1103" y="719"/>
                    <a:pt x="1040" y="725"/>
                    <a:pt x="978" y="735"/>
                  </a:cubicBezTo>
                  <a:cubicBezTo>
                    <a:pt x="1028" y="535"/>
                    <a:pt x="1053" y="334"/>
                    <a:pt x="1053" y="134"/>
                  </a:cubicBezTo>
                  <a:cubicBezTo>
                    <a:pt x="1053" y="58"/>
                    <a:pt x="979" y="0"/>
                    <a:pt x="9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9" name="Google Shape;8099;p283"/>
            <p:cNvSpPr/>
            <p:nvPr/>
          </p:nvSpPr>
          <p:spPr>
            <a:xfrm>
              <a:off x="6379900" y="1245050"/>
              <a:ext cx="273425" cy="77750"/>
            </a:xfrm>
            <a:custGeom>
              <a:avLst/>
              <a:gdLst/>
              <a:ahLst/>
              <a:cxnLst/>
              <a:rect l="l" t="t" r="r" b="b"/>
              <a:pathLst>
                <a:path w="10937" h="3110" extrusionOk="0">
                  <a:moveTo>
                    <a:pt x="2086" y="1"/>
                  </a:moveTo>
                  <a:cubicBezTo>
                    <a:pt x="1680" y="1"/>
                    <a:pt x="1294" y="60"/>
                    <a:pt x="1087" y="292"/>
                  </a:cubicBezTo>
                  <a:cubicBezTo>
                    <a:pt x="886" y="518"/>
                    <a:pt x="886" y="944"/>
                    <a:pt x="861" y="1195"/>
                  </a:cubicBezTo>
                  <a:cubicBezTo>
                    <a:pt x="811" y="1671"/>
                    <a:pt x="761" y="2147"/>
                    <a:pt x="711" y="2623"/>
                  </a:cubicBezTo>
                  <a:cubicBezTo>
                    <a:pt x="535" y="2348"/>
                    <a:pt x="360" y="2047"/>
                    <a:pt x="185" y="1746"/>
                  </a:cubicBezTo>
                  <a:cubicBezTo>
                    <a:pt x="168" y="1721"/>
                    <a:pt x="140" y="1710"/>
                    <a:pt x="112" y="1710"/>
                  </a:cubicBezTo>
                  <a:cubicBezTo>
                    <a:pt x="57" y="1710"/>
                    <a:pt x="1" y="1754"/>
                    <a:pt x="34" y="1821"/>
                  </a:cubicBezTo>
                  <a:cubicBezTo>
                    <a:pt x="235" y="2222"/>
                    <a:pt x="460" y="2623"/>
                    <a:pt x="686" y="3024"/>
                  </a:cubicBezTo>
                  <a:cubicBezTo>
                    <a:pt x="712" y="3077"/>
                    <a:pt x="774" y="3109"/>
                    <a:pt x="826" y="3109"/>
                  </a:cubicBezTo>
                  <a:cubicBezTo>
                    <a:pt x="872" y="3109"/>
                    <a:pt x="911" y="3083"/>
                    <a:pt x="911" y="3024"/>
                  </a:cubicBezTo>
                  <a:cubicBezTo>
                    <a:pt x="1037" y="2072"/>
                    <a:pt x="836" y="718"/>
                    <a:pt x="1889" y="317"/>
                  </a:cubicBezTo>
                  <a:cubicBezTo>
                    <a:pt x="2002" y="272"/>
                    <a:pt x="2155" y="257"/>
                    <a:pt x="2325" y="257"/>
                  </a:cubicBezTo>
                  <a:cubicBezTo>
                    <a:pt x="2723" y="257"/>
                    <a:pt x="3212" y="343"/>
                    <a:pt x="3493" y="343"/>
                  </a:cubicBezTo>
                  <a:cubicBezTo>
                    <a:pt x="3969" y="343"/>
                    <a:pt x="4445" y="343"/>
                    <a:pt x="4921" y="368"/>
                  </a:cubicBezTo>
                  <a:cubicBezTo>
                    <a:pt x="6342" y="386"/>
                    <a:pt x="7775" y="445"/>
                    <a:pt x="9213" y="445"/>
                  </a:cubicBezTo>
                  <a:cubicBezTo>
                    <a:pt x="9728" y="445"/>
                    <a:pt x="10245" y="438"/>
                    <a:pt x="10761" y="418"/>
                  </a:cubicBezTo>
                  <a:cubicBezTo>
                    <a:pt x="10937" y="418"/>
                    <a:pt x="10886" y="117"/>
                    <a:pt x="10736" y="117"/>
                  </a:cubicBezTo>
                  <a:cubicBezTo>
                    <a:pt x="9580" y="47"/>
                    <a:pt x="8412" y="26"/>
                    <a:pt x="7244" y="26"/>
                  </a:cubicBezTo>
                  <a:cubicBezTo>
                    <a:pt x="5906" y="26"/>
                    <a:pt x="4567" y="53"/>
                    <a:pt x="3242" y="67"/>
                  </a:cubicBezTo>
                  <a:cubicBezTo>
                    <a:pt x="2960" y="67"/>
                    <a:pt x="2512" y="1"/>
                    <a:pt x="20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0" name="Google Shape;8100;p283"/>
            <p:cNvSpPr/>
            <p:nvPr/>
          </p:nvSpPr>
          <p:spPr>
            <a:xfrm>
              <a:off x="6441975" y="1278000"/>
              <a:ext cx="42800" cy="51575"/>
            </a:xfrm>
            <a:custGeom>
              <a:avLst/>
              <a:gdLst/>
              <a:ahLst/>
              <a:cxnLst/>
              <a:rect l="l" t="t" r="r" b="b"/>
              <a:pathLst>
                <a:path w="1712" h="2063" extrusionOk="0">
                  <a:moveTo>
                    <a:pt x="405" y="1"/>
                  </a:moveTo>
                  <a:cubicBezTo>
                    <a:pt x="367" y="1"/>
                    <a:pt x="333" y="22"/>
                    <a:pt x="333" y="77"/>
                  </a:cubicBezTo>
                  <a:cubicBezTo>
                    <a:pt x="333" y="528"/>
                    <a:pt x="283" y="979"/>
                    <a:pt x="283" y="1456"/>
                  </a:cubicBezTo>
                  <a:cubicBezTo>
                    <a:pt x="283" y="1525"/>
                    <a:pt x="368" y="1619"/>
                    <a:pt x="445" y="1619"/>
                  </a:cubicBezTo>
                  <a:cubicBezTo>
                    <a:pt x="479" y="1619"/>
                    <a:pt x="511" y="1602"/>
                    <a:pt x="534" y="1556"/>
                  </a:cubicBezTo>
                  <a:cubicBezTo>
                    <a:pt x="634" y="1405"/>
                    <a:pt x="709" y="1255"/>
                    <a:pt x="860" y="1155"/>
                  </a:cubicBezTo>
                  <a:cubicBezTo>
                    <a:pt x="933" y="1106"/>
                    <a:pt x="1002" y="1081"/>
                    <a:pt x="1063" y="1081"/>
                  </a:cubicBezTo>
                  <a:cubicBezTo>
                    <a:pt x="1189" y="1081"/>
                    <a:pt x="1285" y="1186"/>
                    <a:pt x="1336" y="1405"/>
                  </a:cubicBezTo>
                  <a:cubicBezTo>
                    <a:pt x="1311" y="1506"/>
                    <a:pt x="1235" y="1581"/>
                    <a:pt x="1160" y="1631"/>
                  </a:cubicBezTo>
                  <a:cubicBezTo>
                    <a:pt x="1042" y="1705"/>
                    <a:pt x="802" y="1770"/>
                    <a:pt x="589" y="1770"/>
                  </a:cubicBezTo>
                  <a:cubicBezTo>
                    <a:pt x="440" y="1770"/>
                    <a:pt x="305" y="1738"/>
                    <a:pt x="233" y="1656"/>
                  </a:cubicBezTo>
                  <a:cubicBezTo>
                    <a:pt x="209" y="1638"/>
                    <a:pt x="182" y="1630"/>
                    <a:pt x="156" y="1630"/>
                  </a:cubicBezTo>
                  <a:cubicBezTo>
                    <a:pt x="74" y="1630"/>
                    <a:pt x="0" y="1711"/>
                    <a:pt x="58" y="1806"/>
                  </a:cubicBezTo>
                  <a:cubicBezTo>
                    <a:pt x="158" y="2007"/>
                    <a:pt x="347" y="2063"/>
                    <a:pt x="559" y="2063"/>
                  </a:cubicBezTo>
                  <a:cubicBezTo>
                    <a:pt x="665" y="2063"/>
                    <a:pt x="776" y="2049"/>
                    <a:pt x="885" y="2032"/>
                  </a:cubicBezTo>
                  <a:cubicBezTo>
                    <a:pt x="1235" y="2007"/>
                    <a:pt x="1586" y="1806"/>
                    <a:pt x="1662" y="1431"/>
                  </a:cubicBezTo>
                  <a:cubicBezTo>
                    <a:pt x="1712" y="1105"/>
                    <a:pt x="1511" y="854"/>
                    <a:pt x="1210" y="804"/>
                  </a:cubicBezTo>
                  <a:cubicBezTo>
                    <a:pt x="1154" y="789"/>
                    <a:pt x="1101" y="782"/>
                    <a:pt x="1049" y="782"/>
                  </a:cubicBezTo>
                  <a:cubicBezTo>
                    <a:pt x="846" y="782"/>
                    <a:pt x="679" y="890"/>
                    <a:pt x="559" y="1030"/>
                  </a:cubicBezTo>
                  <a:cubicBezTo>
                    <a:pt x="534" y="704"/>
                    <a:pt x="534" y="403"/>
                    <a:pt x="509" y="77"/>
                  </a:cubicBezTo>
                  <a:cubicBezTo>
                    <a:pt x="509" y="35"/>
                    <a:pt x="454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1" name="Google Shape;8101;p283"/>
            <p:cNvSpPr/>
            <p:nvPr/>
          </p:nvSpPr>
          <p:spPr>
            <a:xfrm>
              <a:off x="6481950" y="1268900"/>
              <a:ext cx="35400" cy="27425"/>
            </a:xfrm>
            <a:custGeom>
              <a:avLst/>
              <a:gdLst/>
              <a:ahLst/>
              <a:cxnLst/>
              <a:rect l="l" t="t" r="r" b="b"/>
              <a:pathLst>
                <a:path w="1416" h="1097" extrusionOk="0">
                  <a:moveTo>
                    <a:pt x="256" y="0"/>
                  </a:moveTo>
                  <a:cubicBezTo>
                    <a:pt x="175" y="0"/>
                    <a:pt x="97" y="47"/>
                    <a:pt x="37" y="165"/>
                  </a:cubicBezTo>
                  <a:cubicBezTo>
                    <a:pt x="1" y="221"/>
                    <a:pt x="86" y="303"/>
                    <a:pt x="153" y="303"/>
                  </a:cubicBezTo>
                  <a:cubicBezTo>
                    <a:pt x="177" y="303"/>
                    <a:pt x="200" y="292"/>
                    <a:pt x="213" y="266"/>
                  </a:cubicBezTo>
                  <a:cubicBezTo>
                    <a:pt x="228" y="250"/>
                    <a:pt x="242" y="244"/>
                    <a:pt x="253" y="244"/>
                  </a:cubicBezTo>
                  <a:cubicBezTo>
                    <a:pt x="338" y="244"/>
                    <a:pt x="338" y="592"/>
                    <a:pt x="338" y="592"/>
                  </a:cubicBezTo>
                  <a:cubicBezTo>
                    <a:pt x="338" y="667"/>
                    <a:pt x="338" y="717"/>
                    <a:pt x="363" y="792"/>
                  </a:cubicBezTo>
                  <a:cubicBezTo>
                    <a:pt x="413" y="917"/>
                    <a:pt x="489" y="1018"/>
                    <a:pt x="614" y="1068"/>
                  </a:cubicBezTo>
                  <a:cubicBezTo>
                    <a:pt x="667" y="1089"/>
                    <a:pt x="720" y="1097"/>
                    <a:pt x="773" y="1097"/>
                  </a:cubicBezTo>
                  <a:cubicBezTo>
                    <a:pt x="845" y="1097"/>
                    <a:pt x="917" y="1082"/>
                    <a:pt x="990" y="1068"/>
                  </a:cubicBezTo>
                  <a:cubicBezTo>
                    <a:pt x="1115" y="1043"/>
                    <a:pt x="1291" y="1043"/>
                    <a:pt x="1391" y="917"/>
                  </a:cubicBezTo>
                  <a:cubicBezTo>
                    <a:pt x="1416" y="892"/>
                    <a:pt x="1391" y="842"/>
                    <a:pt x="1366" y="792"/>
                  </a:cubicBezTo>
                  <a:cubicBezTo>
                    <a:pt x="1306" y="718"/>
                    <a:pt x="1230" y="696"/>
                    <a:pt x="1146" y="696"/>
                  </a:cubicBezTo>
                  <a:cubicBezTo>
                    <a:pt x="1088" y="696"/>
                    <a:pt x="1026" y="707"/>
                    <a:pt x="965" y="717"/>
                  </a:cubicBezTo>
                  <a:cubicBezTo>
                    <a:pt x="898" y="730"/>
                    <a:pt x="824" y="758"/>
                    <a:pt x="762" y="758"/>
                  </a:cubicBezTo>
                  <a:cubicBezTo>
                    <a:pt x="707" y="758"/>
                    <a:pt x="662" y="737"/>
                    <a:pt x="639" y="667"/>
                  </a:cubicBezTo>
                  <a:cubicBezTo>
                    <a:pt x="614" y="566"/>
                    <a:pt x="639" y="441"/>
                    <a:pt x="614" y="366"/>
                  </a:cubicBezTo>
                  <a:cubicBezTo>
                    <a:pt x="581" y="183"/>
                    <a:pt x="415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2" name="Google Shape;8102;p283"/>
            <p:cNvSpPr/>
            <p:nvPr/>
          </p:nvSpPr>
          <p:spPr>
            <a:xfrm>
              <a:off x="6523800" y="1310425"/>
              <a:ext cx="53075" cy="12150"/>
            </a:xfrm>
            <a:custGeom>
              <a:avLst/>
              <a:gdLst/>
              <a:ahLst/>
              <a:cxnLst/>
              <a:rect l="l" t="t" r="r" b="b"/>
              <a:pathLst>
                <a:path w="2123" h="486" extrusionOk="0">
                  <a:moveTo>
                    <a:pt x="1513" y="0"/>
                  </a:moveTo>
                  <a:cubicBezTo>
                    <a:pt x="1075" y="0"/>
                    <a:pt x="597" y="107"/>
                    <a:pt x="193" y="184"/>
                  </a:cubicBezTo>
                  <a:cubicBezTo>
                    <a:pt x="1" y="208"/>
                    <a:pt x="85" y="486"/>
                    <a:pt x="248" y="486"/>
                  </a:cubicBezTo>
                  <a:cubicBezTo>
                    <a:pt x="254" y="486"/>
                    <a:pt x="261" y="485"/>
                    <a:pt x="268" y="484"/>
                  </a:cubicBezTo>
                  <a:cubicBezTo>
                    <a:pt x="544" y="434"/>
                    <a:pt x="820" y="409"/>
                    <a:pt x="1095" y="384"/>
                  </a:cubicBezTo>
                  <a:cubicBezTo>
                    <a:pt x="1164" y="378"/>
                    <a:pt x="1235" y="376"/>
                    <a:pt x="1306" y="376"/>
                  </a:cubicBezTo>
                  <a:cubicBezTo>
                    <a:pt x="1378" y="376"/>
                    <a:pt x="1451" y="378"/>
                    <a:pt x="1525" y="378"/>
                  </a:cubicBezTo>
                  <a:cubicBezTo>
                    <a:pt x="1672" y="378"/>
                    <a:pt x="1822" y="372"/>
                    <a:pt x="1973" y="334"/>
                  </a:cubicBezTo>
                  <a:cubicBezTo>
                    <a:pt x="2123" y="284"/>
                    <a:pt x="2023" y="58"/>
                    <a:pt x="1897" y="33"/>
                  </a:cubicBezTo>
                  <a:cubicBezTo>
                    <a:pt x="1775" y="10"/>
                    <a:pt x="1646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3" name="Google Shape;8103;p283"/>
            <p:cNvSpPr/>
            <p:nvPr/>
          </p:nvSpPr>
          <p:spPr>
            <a:xfrm>
              <a:off x="6581250" y="1283075"/>
              <a:ext cx="36800" cy="48550"/>
            </a:xfrm>
            <a:custGeom>
              <a:avLst/>
              <a:gdLst/>
              <a:ahLst/>
              <a:cxnLst/>
              <a:rect l="l" t="t" r="r" b="b"/>
              <a:pathLst>
                <a:path w="1472" h="1942" extrusionOk="0">
                  <a:moveTo>
                    <a:pt x="128" y="0"/>
                  </a:moveTo>
                  <a:cubicBezTo>
                    <a:pt x="94" y="0"/>
                    <a:pt x="61" y="22"/>
                    <a:pt x="50" y="75"/>
                  </a:cubicBezTo>
                  <a:cubicBezTo>
                    <a:pt x="0" y="375"/>
                    <a:pt x="151" y="726"/>
                    <a:pt x="451" y="877"/>
                  </a:cubicBezTo>
                  <a:cubicBezTo>
                    <a:pt x="534" y="918"/>
                    <a:pt x="647" y="937"/>
                    <a:pt x="766" y="937"/>
                  </a:cubicBezTo>
                  <a:cubicBezTo>
                    <a:pt x="863" y="937"/>
                    <a:pt x="963" y="924"/>
                    <a:pt x="1053" y="902"/>
                  </a:cubicBezTo>
                  <a:lnTo>
                    <a:pt x="1053" y="902"/>
                  </a:lnTo>
                  <a:cubicBezTo>
                    <a:pt x="1028" y="952"/>
                    <a:pt x="1003" y="1002"/>
                    <a:pt x="1003" y="1052"/>
                  </a:cubicBezTo>
                  <a:cubicBezTo>
                    <a:pt x="928" y="1303"/>
                    <a:pt x="827" y="1553"/>
                    <a:pt x="827" y="1804"/>
                  </a:cubicBezTo>
                  <a:cubicBezTo>
                    <a:pt x="827" y="1859"/>
                    <a:pt x="895" y="1942"/>
                    <a:pt x="961" y="1942"/>
                  </a:cubicBezTo>
                  <a:cubicBezTo>
                    <a:pt x="984" y="1942"/>
                    <a:pt x="1008" y="1931"/>
                    <a:pt x="1028" y="1904"/>
                  </a:cubicBezTo>
                  <a:cubicBezTo>
                    <a:pt x="1153" y="1679"/>
                    <a:pt x="1178" y="1428"/>
                    <a:pt x="1253" y="1177"/>
                  </a:cubicBezTo>
                  <a:cubicBezTo>
                    <a:pt x="1304" y="902"/>
                    <a:pt x="1379" y="626"/>
                    <a:pt x="1454" y="350"/>
                  </a:cubicBezTo>
                  <a:cubicBezTo>
                    <a:pt x="1472" y="262"/>
                    <a:pt x="1377" y="173"/>
                    <a:pt x="1302" y="173"/>
                  </a:cubicBezTo>
                  <a:cubicBezTo>
                    <a:pt x="1271" y="173"/>
                    <a:pt x="1243" y="188"/>
                    <a:pt x="1228" y="225"/>
                  </a:cubicBezTo>
                  <a:cubicBezTo>
                    <a:pt x="1203" y="325"/>
                    <a:pt x="1203" y="400"/>
                    <a:pt x="1178" y="476"/>
                  </a:cubicBezTo>
                  <a:lnTo>
                    <a:pt x="1153" y="476"/>
                  </a:lnTo>
                  <a:cubicBezTo>
                    <a:pt x="991" y="499"/>
                    <a:pt x="872" y="629"/>
                    <a:pt x="697" y="629"/>
                  </a:cubicBezTo>
                  <a:cubicBezTo>
                    <a:pt x="682" y="629"/>
                    <a:pt x="667" y="628"/>
                    <a:pt x="652" y="626"/>
                  </a:cubicBezTo>
                  <a:cubicBezTo>
                    <a:pt x="376" y="576"/>
                    <a:pt x="226" y="350"/>
                    <a:pt x="226" y="100"/>
                  </a:cubicBezTo>
                  <a:cubicBezTo>
                    <a:pt x="226" y="42"/>
                    <a:pt x="175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4" name="Google Shape;8104;p283"/>
            <p:cNvSpPr/>
            <p:nvPr/>
          </p:nvSpPr>
          <p:spPr>
            <a:xfrm>
              <a:off x="6626975" y="1299300"/>
              <a:ext cx="36375" cy="29225"/>
            </a:xfrm>
            <a:custGeom>
              <a:avLst/>
              <a:gdLst/>
              <a:ahLst/>
              <a:cxnLst/>
              <a:rect l="l" t="t" r="r" b="b"/>
              <a:pathLst>
                <a:path w="1455" h="1169" extrusionOk="0">
                  <a:moveTo>
                    <a:pt x="1032" y="0"/>
                  </a:moveTo>
                  <a:cubicBezTo>
                    <a:pt x="633" y="0"/>
                    <a:pt x="264" y="199"/>
                    <a:pt x="51" y="553"/>
                  </a:cubicBezTo>
                  <a:cubicBezTo>
                    <a:pt x="1" y="604"/>
                    <a:pt x="26" y="679"/>
                    <a:pt x="51" y="729"/>
                  </a:cubicBezTo>
                  <a:cubicBezTo>
                    <a:pt x="139" y="852"/>
                    <a:pt x="276" y="913"/>
                    <a:pt x="419" y="913"/>
                  </a:cubicBezTo>
                  <a:cubicBezTo>
                    <a:pt x="480" y="913"/>
                    <a:pt x="542" y="902"/>
                    <a:pt x="602" y="879"/>
                  </a:cubicBezTo>
                  <a:cubicBezTo>
                    <a:pt x="803" y="829"/>
                    <a:pt x="928" y="704"/>
                    <a:pt x="1079" y="579"/>
                  </a:cubicBezTo>
                  <a:cubicBezTo>
                    <a:pt x="1079" y="754"/>
                    <a:pt x="1079" y="954"/>
                    <a:pt x="1154" y="1080"/>
                  </a:cubicBezTo>
                  <a:cubicBezTo>
                    <a:pt x="1182" y="1136"/>
                    <a:pt x="1234" y="1169"/>
                    <a:pt x="1283" y="1169"/>
                  </a:cubicBezTo>
                  <a:cubicBezTo>
                    <a:pt x="1321" y="1169"/>
                    <a:pt x="1357" y="1149"/>
                    <a:pt x="1379" y="1105"/>
                  </a:cubicBezTo>
                  <a:cubicBezTo>
                    <a:pt x="1455" y="879"/>
                    <a:pt x="1379" y="579"/>
                    <a:pt x="1379" y="353"/>
                  </a:cubicBezTo>
                  <a:cubicBezTo>
                    <a:pt x="1357" y="263"/>
                    <a:pt x="1294" y="174"/>
                    <a:pt x="1192" y="174"/>
                  </a:cubicBezTo>
                  <a:cubicBezTo>
                    <a:pt x="1180" y="174"/>
                    <a:pt x="1167" y="175"/>
                    <a:pt x="1154" y="178"/>
                  </a:cubicBezTo>
                  <a:cubicBezTo>
                    <a:pt x="1003" y="228"/>
                    <a:pt x="878" y="353"/>
                    <a:pt x="728" y="453"/>
                  </a:cubicBezTo>
                  <a:cubicBezTo>
                    <a:pt x="659" y="522"/>
                    <a:pt x="507" y="632"/>
                    <a:pt x="386" y="632"/>
                  </a:cubicBezTo>
                  <a:cubicBezTo>
                    <a:pt x="374" y="632"/>
                    <a:pt x="363" y="631"/>
                    <a:pt x="352" y="629"/>
                  </a:cubicBezTo>
                  <a:cubicBezTo>
                    <a:pt x="527" y="353"/>
                    <a:pt x="803" y="203"/>
                    <a:pt x="1129" y="178"/>
                  </a:cubicBezTo>
                  <a:cubicBezTo>
                    <a:pt x="1229" y="152"/>
                    <a:pt x="1179" y="2"/>
                    <a:pt x="1104" y="2"/>
                  </a:cubicBezTo>
                  <a:cubicBezTo>
                    <a:pt x="1080" y="1"/>
                    <a:pt x="1056" y="0"/>
                    <a:pt x="1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5" name="Google Shape;8105;p283"/>
            <p:cNvSpPr/>
            <p:nvPr/>
          </p:nvSpPr>
          <p:spPr>
            <a:xfrm>
              <a:off x="6673350" y="1296825"/>
              <a:ext cx="38875" cy="34700"/>
            </a:xfrm>
            <a:custGeom>
              <a:avLst/>
              <a:gdLst/>
              <a:ahLst/>
              <a:cxnLst/>
              <a:rect l="l" t="t" r="r" b="b"/>
              <a:pathLst>
                <a:path w="1555" h="1388" extrusionOk="0">
                  <a:moveTo>
                    <a:pt x="1028" y="1"/>
                  </a:moveTo>
                  <a:cubicBezTo>
                    <a:pt x="552" y="1"/>
                    <a:pt x="1" y="402"/>
                    <a:pt x="101" y="953"/>
                  </a:cubicBezTo>
                  <a:cubicBezTo>
                    <a:pt x="151" y="1229"/>
                    <a:pt x="351" y="1354"/>
                    <a:pt x="602" y="1379"/>
                  </a:cubicBezTo>
                  <a:cubicBezTo>
                    <a:pt x="655" y="1384"/>
                    <a:pt x="715" y="1387"/>
                    <a:pt x="776" y="1387"/>
                  </a:cubicBezTo>
                  <a:cubicBezTo>
                    <a:pt x="1033" y="1387"/>
                    <a:pt x="1338" y="1336"/>
                    <a:pt x="1479" y="1154"/>
                  </a:cubicBezTo>
                  <a:cubicBezTo>
                    <a:pt x="1554" y="1079"/>
                    <a:pt x="1479" y="953"/>
                    <a:pt x="1404" y="953"/>
                  </a:cubicBezTo>
                  <a:cubicBezTo>
                    <a:pt x="1396" y="952"/>
                    <a:pt x="1387" y="952"/>
                    <a:pt x="1376" y="952"/>
                  </a:cubicBezTo>
                  <a:cubicBezTo>
                    <a:pt x="1232" y="952"/>
                    <a:pt x="901" y="1049"/>
                    <a:pt x="665" y="1049"/>
                  </a:cubicBezTo>
                  <a:cubicBezTo>
                    <a:pt x="514" y="1049"/>
                    <a:pt x="402" y="1009"/>
                    <a:pt x="402" y="878"/>
                  </a:cubicBezTo>
                  <a:cubicBezTo>
                    <a:pt x="402" y="552"/>
                    <a:pt x="777" y="277"/>
                    <a:pt x="1078" y="226"/>
                  </a:cubicBezTo>
                  <a:cubicBezTo>
                    <a:pt x="1204" y="201"/>
                    <a:pt x="1153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6" name="Google Shape;8106;p283"/>
            <p:cNvSpPr/>
            <p:nvPr/>
          </p:nvSpPr>
          <p:spPr>
            <a:xfrm>
              <a:off x="6295525" y="1342575"/>
              <a:ext cx="356550" cy="21250"/>
            </a:xfrm>
            <a:custGeom>
              <a:avLst/>
              <a:gdLst/>
              <a:ahLst/>
              <a:cxnLst/>
              <a:rect l="l" t="t" r="r" b="b"/>
              <a:pathLst>
                <a:path w="14262" h="850" extrusionOk="0">
                  <a:moveTo>
                    <a:pt x="126" y="0"/>
                  </a:moveTo>
                  <a:cubicBezTo>
                    <a:pt x="1" y="0"/>
                    <a:pt x="26" y="201"/>
                    <a:pt x="126" y="201"/>
                  </a:cubicBezTo>
                  <a:cubicBezTo>
                    <a:pt x="2507" y="477"/>
                    <a:pt x="4913" y="602"/>
                    <a:pt x="7319" y="702"/>
                  </a:cubicBezTo>
                  <a:cubicBezTo>
                    <a:pt x="8744" y="750"/>
                    <a:pt x="10221" y="849"/>
                    <a:pt x="11676" y="849"/>
                  </a:cubicBezTo>
                  <a:cubicBezTo>
                    <a:pt x="12499" y="849"/>
                    <a:pt x="13315" y="818"/>
                    <a:pt x="14111" y="727"/>
                  </a:cubicBezTo>
                  <a:cubicBezTo>
                    <a:pt x="14261" y="702"/>
                    <a:pt x="14236" y="502"/>
                    <a:pt x="14111" y="477"/>
                  </a:cubicBezTo>
                  <a:cubicBezTo>
                    <a:pt x="13055" y="385"/>
                    <a:pt x="11983" y="367"/>
                    <a:pt x="10909" y="367"/>
                  </a:cubicBezTo>
                  <a:cubicBezTo>
                    <a:pt x="10204" y="367"/>
                    <a:pt x="9497" y="374"/>
                    <a:pt x="8794" y="374"/>
                  </a:cubicBezTo>
                  <a:cubicBezTo>
                    <a:pt x="8233" y="374"/>
                    <a:pt x="7673" y="369"/>
                    <a:pt x="7119" y="351"/>
                  </a:cubicBezTo>
                  <a:cubicBezTo>
                    <a:pt x="4788" y="251"/>
                    <a:pt x="2457" y="101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7" name="Google Shape;8107;p283"/>
            <p:cNvSpPr/>
            <p:nvPr/>
          </p:nvSpPr>
          <p:spPr>
            <a:xfrm>
              <a:off x="6402675" y="1373100"/>
              <a:ext cx="75050" cy="40425"/>
            </a:xfrm>
            <a:custGeom>
              <a:avLst/>
              <a:gdLst/>
              <a:ahLst/>
              <a:cxnLst/>
              <a:rect l="l" t="t" r="r" b="b"/>
              <a:pathLst>
                <a:path w="3002" h="1617" extrusionOk="0">
                  <a:moveTo>
                    <a:pt x="1148" y="1"/>
                  </a:moveTo>
                  <a:cubicBezTo>
                    <a:pt x="943" y="1"/>
                    <a:pt x="707" y="104"/>
                    <a:pt x="552" y="208"/>
                  </a:cubicBezTo>
                  <a:cubicBezTo>
                    <a:pt x="444" y="273"/>
                    <a:pt x="522" y="449"/>
                    <a:pt x="625" y="449"/>
                  </a:cubicBezTo>
                  <a:cubicBezTo>
                    <a:pt x="642" y="449"/>
                    <a:pt x="660" y="444"/>
                    <a:pt x="677" y="434"/>
                  </a:cubicBezTo>
                  <a:cubicBezTo>
                    <a:pt x="746" y="385"/>
                    <a:pt x="811" y="359"/>
                    <a:pt x="871" y="359"/>
                  </a:cubicBezTo>
                  <a:cubicBezTo>
                    <a:pt x="966" y="359"/>
                    <a:pt x="1052" y="422"/>
                    <a:pt x="1128" y="559"/>
                  </a:cubicBezTo>
                  <a:cubicBezTo>
                    <a:pt x="1028" y="634"/>
                    <a:pt x="903" y="709"/>
                    <a:pt x="777" y="784"/>
                  </a:cubicBezTo>
                  <a:cubicBezTo>
                    <a:pt x="577" y="885"/>
                    <a:pt x="376" y="960"/>
                    <a:pt x="176" y="1010"/>
                  </a:cubicBezTo>
                  <a:cubicBezTo>
                    <a:pt x="0" y="1060"/>
                    <a:pt x="126" y="1286"/>
                    <a:pt x="226" y="1311"/>
                  </a:cubicBezTo>
                  <a:cubicBezTo>
                    <a:pt x="752" y="1436"/>
                    <a:pt x="1304" y="1536"/>
                    <a:pt x="1830" y="1586"/>
                  </a:cubicBezTo>
                  <a:cubicBezTo>
                    <a:pt x="1989" y="1597"/>
                    <a:pt x="2144" y="1617"/>
                    <a:pt x="2293" y="1617"/>
                  </a:cubicBezTo>
                  <a:cubicBezTo>
                    <a:pt x="2494" y="1617"/>
                    <a:pt x="2684" y="1580"/>
                    <a:pt x="2858" y="1436"/>
                  </a:cubicBezTo>
                  <a:cubicBezTo>
                    <a:pt x="3002" y="1333"/>
                    <a:pt x="2858" y="1128"/>
                    <a:pt x="2719" y="1128"/>
                  </a:cubicBezTo>
                  <a:cubicBezTo>
                    <a:pt x="2689" y="1128"/>
                    <a:pt x="2659" y="1138"/>
                    <a:pt x="2632" y="1160"/>
                  </a:cubicBezTo>
                  <a:cubicBezTo>
                    <a:pt x="2483" y="1267"/>
                    <a:pt x="2292" y="1301"/>
                    <a:pt x="2092" y="1301"/>
                  </a:cubicBezTo>
                  <a:cubicBezTo>
                    <a:pt x="1822" y="1301"/>
                    <a:pt x="1534" y="1239"/>
                    <a:pt x="1304" y="1211"/>
                  </a:cubicBezTo>
                  <a:cubicBezTo>
                    <a:pt x="1153" y="1185"/>
                    <a:pt x="1003" y="1160"/>
                    <a:pt x="853" y="1135"/>
                  </a:cubicBezTo>
                  <a:cubicBezTo>
                    <a:pt x="1228" y="985"/>
                    <a:pt x="1655" y="709"/>
                    <a:pt x="1554" y="358"/>
                  </a:cubicBezTo>
                  <a:cubicBezTo>
                    <a:pt x="1506" y="92"/>
                    <a:pt x="1340" y="1"/>
                    <a:pt x="1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8" name="Google Shape;8108;p283"/>
            <p:cNvSpPr/>
            <p:nvPr/>
          </p:nvSpPr>
          <p:spPr>
            <a:xfrm>
              <a:off x="6485375" y="1381475"/>
              <a:ext cx="44375" cy="32650"/>
            </a:xfrm>
            <a:custGeom>
              <a:avLst/>
              <a:gdLst/>
              <a:ahLst/>
              <a:cxnLst/>
              <a:rect l="l" t="t" r="r" b="b"/>
              <a:pathLst>
                <a:path w="1775" h="1306" extrusionOk="0">
                  <a:moveTo>
                    <a:pt x="978" y="0"/>
                  </a:moveTo>
                  <a:cubicBezTo>
                    <a:pt x="822" y="0"/>
                    <a:pt x="663" y="65"/>
                    <a:pt x="527" y="174"/>
                  </a:cubicBezTo>
                  <a:cubicBezTo>
                    <a:pt x="301" y="349"/>
                    <a:pt x="1" y="650"/>
                    <a:pt x="201" y="926"/>
                  </a:cubicBezTo>
                  <a:cubicBezTo>
                    <a:pt x="288" y="1070"/>
                    <a:pt x="440" y="1123"/>
                    <a:pt x="602" y="1123"/>
                  </a:cubicBezTo>
                  <a:cubicBezTo>
                    <a:pt x="722" y="1123"/>
                    <a:pt x="846" y="1094"/>
                    <a:pt x="953" y="1051"/>
                  </a:cubicBezTo>
                  <a:cubicBezTo>
                    <a:pt x="1078" y="1001"/>
                    <a:pt x="1204" y="951"/>
                    <a:pt x="1304" y="850"/>
                  </a:cubicBezTo>
                  <a:cubicBezTo>
                    <a:pt x="1304" y="1051"/>
                    <a:pt x="1379" y="1201"/>
                    <a:pt x="1580" y="1302"/>
                  </a:cubicBezTo>
                  <a:cubicBezTo>
                    <a:pt x="1590" y="1304"/>
                    <a:pt x="1601" y="1305"/>
                    <a:pt x="1611" y="1305"/>
                  </a:cubicBezTo>
                  <a:cubicBezTo>
                    <a:pt x="1699" y="1305"/>
                    <a:pt x="1775" y="1216"/>
                    <a:pt x="1730" y="1126"/>
                  </a:cubicBezTo>
                  <a:cubicBezTo>
                    <a:pt x="1605" y="876"/>
                    <a:pt x="1580" y="675"/>
                    <a:pt x="1655" y="374"/>
                  </a:cubicBezTo>
                  <a:cubicBezTo>
                    <a:pt x="1672" y="272"/>
                    <a:pt x="1573" y="170"/>
                    <a:pt x="1493" y="170"/>
                  </a:cubicBezTo>
                  <a:cubicBezTo>
                    <a:pt x="1454" y="170"/>
                    <a:pt x="1420" y="193"/>
                    <a:pt x="1404" y="249"/>
                  </a:cubicBezTo>
                  <a:cubicBezTo>
                    <a:pt x="1304" y="575"/>
                    <a:pt x="953" y="825"/>
                    <a:pt x="602" y="825"/>
                  </a:cubicBezTo>
                  <a:cubicBezTo>
                    <a:pt x="502" y="825"/>
                    <a:pt x="402" y="825"/>
                    <a:pt x="477" y="675"/>
                  </a:cubicBezTo>
                  <a:cubicBezTo>
                    <a:pt x="502" y="600"/>
                    <a:pt x="602" y="525"/>
                    <a:pt x="652" y="475"/>
                  </a:cubicBezTo>
                  <a:cubicBezTo>
                    <a:pt x="759" y="350"/>
                    <a:pt x="905" y="237"/>
                    <a:pt x="1070" y="237"/>
                  </a:cubicBezTo>
                  <a:cubicBezTo>
                    <a:pt x="1137" y="237"/>
                    <a:pt x="1207" y="256"/>
                    <a:pt x="1279" y="299"/>
                  </a:cubicBezTo>
                  <a:cubicBezTo>
                    <a:pt x="1296" y="312"/>
                    <a:pt x="1312" y="318"/>
                    <a:pt x="1326" y="318"/>
                  </a:cubicBezTo>
                  <a:cubicBezTo>
                    <a:pt x="1393" y="318"/>
                    <a:pt x="1416" y="190"/>
                    <a:pt x="1354" y="149"/>
                  </a:cubicBezTo>
                  <a:cubicBezTo>
                    <a:pt x="1240" y="46"/>
                    <a:pt x="1110" y="0"/>
                    <a:pt x="9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09" name="Google Shape;8109;p283"/>
          <p:cNvGrpSpPr/>
          <p:nvPr/>
        </p:nvGrpSpPr>
        <p:grpSpPr>
          <a:xfrm rot="1514788">
            <a:off x="5041770" y="1187651"/>
            <a:ext cx="1376274" cy="908487"/>
            <a:chOff x="5248525" y="821375"/>
            <a:chExt cx="1082824" cy="694544"/>
          </a:xfrm>
        </p:grpSpPr>
        <p:sp>
          <p:nvSpPr>
            <p:cNvPr id="8110" name="Google Shape;8110;p283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1" name="Google Shape;8111;p283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2" name="Google Shape;8112;p283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3" name="Google Shape;8113;p283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4" name="Google Shape;8114;p283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5" name="Google Shape;8115;p283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16" name="Google Shape;8116;p283"/>
          <p:cNvGrpSpPr/>
          <p:nvPr/>
        </p:nvGrpSpPr>
        <p:grpSpPr>
          <a:xfrm flipH="1">
            <a:off x="719922" y="934457"/>
            <a:ext cx="3253287" cy="176025"/>
            <a:chOff x="4345425" y="2175475"/>
            <a:chExt cx="800750" cy="176025"/>
          </a:xfrm>
        </p:grpSpPr>
        <p:sp>
          <p:nvSpPr>
            <p:cNvPr id="8117" name="Google Shape;8117;p28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8" name="Google Shape;8118;p28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19" name="Google Shape;8119;p283"/>
          <p:cNvGrpSpPr/>
          <p:nvPr/>
        </p:nvGrpSpPr>
        <p:grpSpPr>
          <a:xfrm flipH="1">
            <a:off x="719986" y="1396579"/>
            <a:ext cx="2997127" cy="176025"/>
            <a:chOff x="4345425" y="2175475"/>
            <a:chExt cx="800750" cy="176025"/>
          </a:xfrm>
        </p:grpSpPr>
        <p:sp>
          <p:nvSpPr>
            <p:cNvPr id="8120" name="Google Shape;8120;p28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1" name="Google Shape;8121;p28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6" name="Google Shape;8126;p28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Slicing a Tuple</a:t>
            </a:r>
            <a:endParaRPr/>
          </a:p>
        </p:txBody>
      </p:sp>
      <p:grpSp>
        <p:nvGrpSpPr>
          <p:cNvPr id="8127" name="Google Shape;8127;p284"/>
          <p:cNvGrpSpPr/>
          <p:nvPr/>
        </p:nvGrpSpPr>
        <p:grpSpPr>
          <a:xfrm flipH="1">
            <a:off x="704586" y="960694"/>
            <a:ext cx="5313136" cy="176025"/>
            <a:chOff x="4345425" y="2175475"/>
            <a:chExt cx="800750" cy="176025"/>
          </a:xfrm>
        </p:grpSpPr>
        <p:sp>
          <p:nvSpPr>
            <p:cNvPr id="8128" name="Google Shape;8128;p28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9" name="Google Shape;8129;p28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30" name="Google Shape;8130;p284"/>
          <p:cNvSpPr/>
          <p:nvPr/>
        </p:nvSpPr>
        <p:spPr>
          <a:xfrm>
            <a:off x="1175292" y="2888707"/>
            <a:ext cx="1124100" cy="298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1" name="Google Shape;8131;p284"/>
          <p:cNvSpPr/>
          <p:nvPr/>
        </p:nvSpPr>
        <p:spPr>
          <a:xfrm>
            <a:off x="2411280" y="2970256"/>
            <a:ext cx="1124100" cy="298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2" name="Google Shape;8132;p284"/>
          <p:cNvSpPr/>
          <p:nvPr/>
        </p:nvSpPr>
        <p:spPr>
          <a:xfrm>
            <a:off x="3643830" y="2888707"/>
            <a:ext cx="1124100" cy="298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3" name="Google Shape;8133;p284"/>
          <p:cNvSpPr/>
          <p:nvPr/>
        </p:nvSpPr>
        <p:spPr>
          <a:xfrm>
            <a:off x="4876405" y="2997439"/>
            <a:ext cx="1124100" cy="298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4" name="Google Shape;8134;p284"/>
          <p:cNvSpPr/>
          <p:nvPr/>
        </p:nvSpPr>
        <p:spPr>
          <a:xfrm>
            <a:off x="6108955" y="2888707"/>
            <a:ext cx="1124100" cy="298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5" name="Google Shape;8135;p284"/>
          <p:cNvSpPr/>
          <p:nvPr/>
        </p:nvSpPr>
        <p:spPr>
          <a:xfrm>
            <a:off x="1126167" y="2924828"/>
            <a:ext cx="1229175" cy="298166"/>
          </a:xfrm>
          <a:custGeom>
            <a:avLst/>
            <a:gdLst/>
            <a:ahLst/>
            <a:cxnLst/>
            <a:rect l="l" t="t" r="r" b="b"/>
            <a:pathLst>
              <a:path w="49167" h="6026" extrusionOk="0">
                <a:moveTo>
                  <a:pt x="2055" y="502"/>
                </a:moveTo>
                <a:cubicBezTo>
                  <a:pt x="1873" y="685"/>
                  <a:pt x="1667" y="867"/>
                  <a:pt x="1485" y="1073"/>
                </a:cubicBezTo>
                <a:lnTo>
                  <a:pt x="1028" y="502"/>
                </a:lnTo>
                <a:close/>
                <a:moveTo>
                  <a:pt x="3265" y="502"/>
                </a:moveTo>
                <a:cubicBezTo>
                  <a:pt x="2854" y="913"/>
                  <a:pt x="2443" y="1347"/>
                  <a:pt x="2032" y="1758"/>
                </a:cubicBezTo>
                <a:lnTo>
                  <a:pt x="1576" y="1187"/>
                </a:lnTo>
                <a:cubicBezTo>
                  <a:pt x="1804" y="959"/>
                  <a:pt x="2055" y="731"/>
                  <a:pt x="2284" y="502"/>
                </a:cubicBezTo>
                <a:close/>
                <a:moveTo>
                  <a:pt x="4771" y="502"/>
                </a:moveTo>
                <a:cubicBezTo>
                  <a:pt x="4064" y="1187"/>
                  <a:pt x="3379" y="1895"/>
                  <a:pt x="2694" y="2579"/>
                </a:cubicBezTo>
                <a:lnTo>
                  <a:pt x="2238" y="2032"/>
                </a:lnTo>
                <a:cubicBezTo>
                  <a:pt x="2740" y="1529"/>
                  <a:pt x="3242" y="1004"/>
                  <a:pt x="3767" y="502"/>
                </a:cubicBezTo>
                <a:close/>
                <a:moveTo>
                  <a:pt x="6164" y="502"/>
                </a:moveTo>
                <a:cubicBezTo>
                  <a:pt x="4498" y="2169"/>
                  <a:pt x="2854" y="3835"/>
                  <a:pt x="1211" y="5547"/>
                </a:cubicBezTo>
                <a:lnTo>
                  <a:pt x="1028" y="5547"/>
                </a:lnTo>
                <a:lnTo>
                  <a:pt x="3037" y="3013"/>
                </a:lnTo>
                <a:lnTo>
                  <a:pt x="2854" y="2785"/>
                </a:lnTo>
                <a:cubicBezTo>
                  <a:pt x="3607" y="2032"/>
                  <a:pt x="4361" y="1256"/>
                  <a:pt x="5137" y="502"/>
                </a:cubicBezTo>
                <a:close/>
                <a:moveTo>
                  <a:pt x="7556" y="502"/>
                </a:moveTo>
                <a:cubicBezTo>
                  <a:pt x="5844" y="2169"/>
                  <a:pt x="4110" y="3858"/>
                  <a:pt x="2420" y="5547"/>
                </a:cubicBezTo>
                <a:lnTo>
                  <a:pt x="1599" y="5547"/>
                </a:lnTo>
                <a:cubicBezTo>
                  <a:pt x="3356" y="3880"/>
                  <a:pt x="5114" y="2191"/>
                  <a:pt x="6849" y="502"/>
                </a:cubicBezTo>
                <a:close/>
                <a:moveTo>
                  <a:pt x="8629" y="502"/>
                </a:moveTo>
                <a:cubicBezTo>
                  <a:pt x="7008" y="2169"/>
                  <a:pt x="5365" y="3835"/>
                  <a:pt x="3767" y="5547"/>
                </a:cubicBezTo>
                <a:lnTo>
                  <a:pt x="2649" y="5547"/>
                </a:lnTo>
                <a:cubicBezTo>
                  <a:pt x="4383" y="3858"/>
                  <a:pt x="6095" y="2191"/>
                  <a:pt x="7807" y="502"/>
                </a:cubicBezTo>
                <a:close/>
                <a:moveTo>
                  <a:pt x="9998" y="502"/>
                </a:moveTo>
                <a:cubicBezTo>
                  <a:pt x="8355" y="2169"/>
                  <a:pt x="6689" y="3835"/>
                  <a:pt x="5068" y="5547"/>
                </a:cubicBezTo>
                <a:lnTo>
                  <a:pt x="4155" y="5547"/>
                </a:lnTo>
                <a:cubicBezTo>
                  <a:pt x="5753" y="3858"/>
                  <a:pt x="7351" y="2169"/>
                  <a:pt x="8949" y="502"/>
                </a:cubicBezTo>
                <a:close/>
                <a:moveTo>
                  <a:pt x="12327" y="502"/>
                </a:moveTo>
                <a:cubicBezTo>
                  <a:pt x="10569" y="2191"/>
                  <a:pt x="8789" y="3858"/>
                  <a:pt x="7031" y="5547"/>
                </a:cubicBezTo>
                <a:lnTo>
                  <a:pt x="5456" y="5547"/>
                </a:lnTo>
                <a:cubicBezTo>
                  <a:pt x="7077" y="3835"/>
                  <a:pt x="8720" y="2169"/>
                  <a:pt x="10364" y="502"/>
                </a:cubicBezTo>
                <a:close/>
                <a:moveTo>
                  <a:pt x="14130" y="502"/>
                </a:moveTo>
                <a:cubicBezTo>
                  <a:pt x="12349" y="2191"/>
                  <a:pt x="10569" y="3858"/>
                  <a:pt x="8812" y="5547"/>
                </a:cubicBezTo>
                <a:lnTo>
                  <a:pt x="7396" y="5547"/>
                </a:lnTo>
                <a:cubicBezTo>
                  <a:pt x="9108" y="3858"/>
                  <a:pt x="10843" y="2191"/>
                  <a:pt x="12555" y="502"/>
                </a:cubicBezTo>
                <a:close/>
                <a:moveTo>
                  <a:pt x="15887" y="502"/>
                </a:moveTo>
                <a:cubicBezTo>
                  <a:pt x="14084" y="2169"/>
                  <a:pt x="12281" y="3812"/>
                  <a:pt x="10569" y="5547"/>
                </a:cubicBezTo>
                <a:lnTo>
                  <a:pt x="9108" y="5547"/>
                </a:lnTo>
                <a:cubicBezTo>
                  <a:pt x="10820" y="3858"/>
                  <a:pt x="12555" y="2169"/>
                  <a:pt x="14290" y="502"/>
                </a:cubicBezTo>
                <a:close/>
                <a:moveTo>
                  <a:pt x="17006" y="502"/>
                </a:moveTo>
                <a:cubicBezTo>
                  <a:pt x="15362" y="2169"/>
                  <a:pt x="13696" y="3858"/>
                  <a:pt x="12053" y="5547"/>
                </a:cubicBezTo>
                <a:lnTo>
                  <a:pt x="10911" y="5547"/>
                </a:lnTo>
                <a:cubicBezTo>
                  <a:pt x="12669" y="3835"/>
                  <a:pt x="14427" y="2169"/>
                  <a:pt x="16184" y="502"/>
                </a:cubicBezTo>
                <a:close/>
                <a:moveTo>
                  <a:pt x="18535" y="502"/>
                </a:moveTo>
                <a:cubicBezTo>
                  <a:pt x="16869" y="2169"/>
                  <a:pt x="15203" y="3858"/>
                  <a:pt x="13536" y="5547"/>
                </a:cubicBezTo>
                <a:lnTo>
                  <a:pt x="12167" y="5547"/>
                </a:lnTo>
                <a:cubicBezTo>
                  <a:pt x="13856" y="3858"/>
                  <a:pt x="15545" y="2169"/>
                  <a:pt x="17257" y="502"/>
                </a:cubicBezTo>
                <a:close/>
                <a:moveTo>
                  <a:pt x="19539" y="502"/>
                </a:moveTo>
                <a:cubicBezTo>
                  <a:pt x="17850" y="2146"/>
                  <a:pt x="16230" y="3835"/>
                  <a:pt x="14632" y="5547"/>
                </a:cubicBezTo>
                <a:lnTo>
                  <a:pt x="13787" y="5547"/>
                </a:lnTo>
                <a:cubicBezTo>
                  <a:pt x="15454" y="3858"/>
                  <a:pt x="17120" y="2169"/>
                  <a:pt x="18786" y="502"/>
                </a:cubicBezTo>
                <a:close/>
                <a:moveTo>
                  <a:pt x="21480" y="502"/>
                </a:moveTo>
                <a:cubicBezTo>
                  <a:pt x="21092" y="867"/>
                  <a:pt x="20704" y="1256"/>
                  <a:pt x="20338" y="1621"/>
                </a:cubicBezTo>
                <a:cubicBezTo>
                  <a:pt x="19014" y="2922"/>
                  <a:pt x="17691" y="4246"/>
                  <a:pt x="16344" y="5547"/>
                </a:cubicBezTo>
                <a:lnTo>
                  <a:pt x="14860" y="5547"/>
                </a:lnTo>
                <a:cubicBezTo>
                  <a:pt x="16207" y="4109"/>
                  <a:pt x="17554" y="2693"/>
                  <a:pt x="18946" y="1324"/>
                </a:cubicBezTo>
                <a:cubicBezTo>
                  <a:pt x="19220" y="1050"/>
                  <a:pt x="19517" y="776"/>
                  <a:pt x="19791" y="502"/>
                </a:cubicBezTo>
                <a:close/>
                <a:moveTo>
                  <a:pt x="23191" y="502"/>
                </a:moveTo>
                <a:cubicBezTo>
                  <a:pt x="22735" y="959"/>
                  <a:pt x="22301" y="1415"/>
                  <a:pt x="21845" y="1895"/>
                </a:cubicBezTo>
                <a:cubicBezTo>
                  <a:pt x="20681" y="3104"/>
                  <a:pt x="19494" y="4337"/>
                  <a:pt x="18284" y="5547"/>
                </a:cubicBezTo>
                <a:lnTo>
                  <a:pt x="16504" y="5547"/>
                </a:lnTo>
                <a:cubicBezTo>
                  <a:pt x="17645" y="4451"/>
                  <a:pt x="18763" y="3378"/>
                  <a:pt x="19859" y="2283"/>
                </a:cubicBezTo>
                <a:cubicBezTo>
                  <a:pt x="20452" y="1689"/>
                  <a:pt x="21046" y="1096"/>
                  <a:pt x="21639" y="502"/>
                </a:cubicBezTo>
                <a:close/>
                <a:moveTo>
                  <a:pt x="25428" y="502"/>
                </a:moveTo>
                <a:cubicBezTo>
                  <a:pt x="24310" y="1644"/>
                  <a:pt x="23169" y="2762"/>
                  <a:pt x="22027" y="3880"/>
                </a:cubicBezTo>
                <a:cubicBezTo>
                  <a:pt x="21457" y="4428"/>
                  <a:pt x="20909" y="4976"/>
                  <a:pt x="20338" y="5547"/>
                </a:cubicBezTo>
                <a:lnTo>
                  <a:pt x="18512" y="5547"/>
                </a:lnTo>
                <a:cubicBezTo>
                  <a:pt x="19654" y="4360"/>
                  <a:pt x="20818" y="3173"/>
                  <a:pt x="21959" y="1986"/>
                </a:cubicBezTo>
                <a:cubicBezTo>
                  <a:pt x="22438" y="1484"/>
                  <a:pt x="22918" y="1004"/>
                  <a:pt x="23420" y="502"/>
                </a:cubicBezTo>
                <a:close/>
                <a:moveTo>
                  <a:pt x="26912" y="502"/>
                </a:moveTo>
                <a:cubicBezTo>
                  <a:pt x="25520" y="1917"/>
                  <a:pt x="24127" y="3310"/>
                  <a:pt x="22689" y="4679"/>
                </a:cubicBezTo>
                <a:cubicBezTo>
                  <a:pt x="22393" y="4976"/>
                  <a:pt x="22096" y="5250"/>
                  <a:pt x="21776" y="5547"/>
                </a:cubicBezTo>
                <a:lnTo>
                  <a:pt x="20589" y="5547"/>
                </a:lnTo>
                <a:cubicBezTo>
                  <a:pt x="22324" y="3858"/>
                  <a:pt x="24036" y="2191"/>
                  <a:pt x="25771" y="502"/>
                </a:cubicBezTo>
                <a:close/>
                <a:moveTo>
                  <a:pt x="27916" y="502"/>
                </a:moveTo>
                <a:cubicBezTo>
                  <a:pt x="26570" y="1826"/>
                  <a:pt x="25246" y="3127"/>
                  <a:pt x="23899" y="4451"/>
                </a:cubicBezTo>
                <a:cubicBezTo>
                  <a:pt x="23534" y="4816"/>
                  <a:pt x="23146" y="5181"/>
                  <a:pt x="22781" y="5547"/>
                </a:cubicBezTo>
                <a:lnTo>
                  <a:pt x="22005" y="5547"/>
                </a:lnTo>
                <a:cubicBezTo>
                  <a:pt x="22073" y="5455"/>
                  <a:pt x="22164" y="5387"/>
                  <a:pt x="22233" y="5318"/>
                </a:cubicBezTo>
                <a:cubicBezTo>
                  <a:pt x="23899" y="3743"/>
                  <a:pt x="25543" y="2123"/>
                  <a:pt x="27186" y="502"/>
                </a:cubicBezTo>
                <a:close/>
                <a:moveTo>
                  <a:pt x="28966" y="502"/>
                </a:moveTo>
                <a:cubicBezTo>
                  <a:pt x="27323" y="2169"/>
                  <a:pt x="25657" y="3858"/>
                  <a:pt x="24036" y="5547"/>
                </a:cubicBezTo>
                <a:lnTo>
                  <a:pt x="22986" y="5547"/>
                </a:lnTo>
                <a:cubicBezTo>
                  <a:pt x="23123" y="5387"/>
                  <a:pt x="23283" y="5250"/>
                  <a:pt x="23420" y="5113"/>
                </a:cubicBezTo>
                <a:cubicBezTo>
                  <a:pt x="24995" y="3561"/>
                  <a:pt x="26570" y="2032"/>
                  <a:pt x="28145" y="502"/>
                </a:cubicBezTo>
                <a:close/>
                <a:moveTo>
                  <a:pt x="30427" y="502"/>
                </a:moveTo>
                <a:cubicBezTo>
                  <a:pt x="28898" y="2009"/>
                  <a:pt x="27369" y="3515"/>
                  <a:pt x="25862" y="5044"/>
                </a:cubicBezTo>
                <a:cubicBezTo>
                  <a:pt x="25702" y="5204"/>
                  <a:pt x="25543" y="5364"/>
                  <a:pt x="25383" y="5547"/>
                </a:cubicBezTo>
                <a:lnTo>
                  <a:pt x="24812" y="5547"/>
                </a:lnTo>
                <a:cubicBezTo>
                  <a:pt x="26456" y="3858"/>
                  <a:pt x="28099" y="2191"/>
                  <a:pt x="29742" y="502"/>
                </a:cubicBezTo>
                <a:close/>
                <a:moveTo>
                  <a:pt x="31934" y="502"/>
                </a:moveTo>
                <a:cubicBezTo>
                  <a:pt x="30267" y="2191"/>
                  <a:pt x="28578" y="3858"/>
                  <a:pt x="26912" y="5547"/>
                </a:cubicBezTo>
                <a:lnTo>
                  <a:pt x="25611" y="5547"/>
                </a:lnTo>
                <a:cubicBezTo>
                  <a:pt x="25748" y="5410"/>
                  <a:pt x="25862" y="5296"/>
                  <a:pt x="25976" y="5159"/>
                </a:cubicBezTo>
                <a:cubicBezTo>
                  <a:pt x="27528" y="3584"/>
                  <a:pt x="29126" y="2032"/>
                  <a:pt x="30747" y="502"/>
                </a:cubicBezTo>
                <a:close/>
                <a:moveTo>
                  <a:pt x="34056" y="502"/>
                </a:moveTo>
                <a:cubicBezTo>
                  <a:pt x="32299" y="2191"/>
                  <a:pt x="30518" y="3858"/>
                  <a:pt x="28761" y="5547"/>
                </a:cubicBezTo>
                <a:lnTo>
                  <a:pt x="27232" y="5547"/>
                </a:lnTo>
                <a:cubicBezTo>
                  <a:pt x="28943" y="3858"/>
                  <a:pt x="30678" y="2191"/>
                  <a:pt x="32390" y="502"/>
                </a:cubicBezTo>
                <a:close/>
                <a:moveTo>
                  <a:pt x="35517" y="502"/>
                </a:moveTo>
                <a:cubicBezTo>
                  <a:pt x="33805" y="2191"/>
                  <a:pt x="32071" y="3880"/>
                  <a:pt x="30336" y="5547"/>
                </a:cubicBezTo>
                <a:lnTo>
                  <a:pt x="28966" y="5547"/>
                </a:lnTo>
                <a:cubicBezTo>
                  <a:pt x="30724" y="3858"/>
                  <a:pt x="32504" y="2191"/>
                  <a:pt x="34285" y="502"/>
                </a:cubicBezTo>
                <a:close/>
                <a:moveTo>
                  <a:pt x="37686" y="502"/>
                </a:moveTo>
                <a:cubicBezTo>
                  <a:pt x="35996" y="2169"/>
                  <a:pt x="34307" y="3858"/>
                  <a:pt x="32618" y="5547"/>
                </a:cubicBezTo>
                <a:lnTo>
                  <a:pt x="30587" y="5547"/>
                </a:lnTo>
                <a:cubicBezTo>
                  <a:pt x="32322" y="3880"/>
                  <a:pt x="34056" y="2191"/>
                  <a:pt x="35768" y="502"/>
                </a:cubicBezTo>
                <a:close/>
                <a:moveTo>
                  <a:pt x="39032" y="502"/>
                </a:moveTo>
                <a:cubicBezTo>
                  <a:pt x="38987" y="571"/>
                  <a:pt x="38918" y="616"/>
                  <a:pt x="38872" y="685"/>
                </a:cubicBezTo>
                <a:cubicBezTo>
                  <a:pt x="37252" y="2305"/>
                  <a:pt x="35631" y="3926"/>
                  <a:pt x="34011" y="5547"/>
                </a:cubicBezTo>
                <a:lnTo>
                  <a:pt x="32847" y="5547"/>
                </a:lnTo>
                <a:cubicBezTo>
                  <a:pt x="34559" y="3858"/>
                  <a:pt x="36270" y="2169"/>
                  <a:pt x="37982" y="502"/>
                </a:cubicBezTo>
                <a:close/>
                <a:moveTo>
                  <a:pt x="40470" y="502"/>
                </a:moveTo>
                <a:cubicBezTo>
                  <a:pt x="39763" y="1278"/>
                  <a:pt x="39032" y="2032"/>
                  <a:pt x="38302" y="2785"/>
                </a:cubicBezTo>
                <a:cubicBezTo>
                  <a:pt x="37389" y="3698"/>
                  <a:pt x="36476" y="4611"/>
                  <a:pt x="35563" y="5547"/>
                </a:cubicBezTo>
                <a:lnTo>
                  <a:pt x="34285" y="5547"/>
                </a:lnTo>
                <a:cubicBezTo>
                  <a:pt x="35860" y="3972"/>
                  <a:pt x="37434" y="2397"/>
                  <a:pt x="39009" y="822"/>
                </a:cubicBezTo>
                <a:cubicBezTo>
                  <a:pt x="39124" y="708"/>
                  <a:pt x="39215" y="616"/>
                  <a:pt x="39306" y="502"/>
                </a:cubicBezTo>
                <a:close/>
                <a:moveTo>
                  <a:pt x="41566" y="502"/>
                </a:moveTo>
                <a:cubicBezTo>
                  <a:pt x="39831" y="2191"/>
                  <a:pt x="38096" y="3858"/>
                  <a:pt x="36362" y="5547"/>
                </a:cubicBezTo>
                <a:lnTo>
                  <a:pt x="35700" y="5547"/>
                </a:lnTo>
                <a:cubicBezTo>
                  <a:pt x="37320" y="3858"/>
                  <a:pt x="38964" y="2169"/>
                  <a:pt x="40607" y="502"/>
                </a:cubicBezTo>
                <a:close/>
                <a:moveTo>
                  <a:pt x="43643" y="502"/>
                </a:moveTo>
                <a:cubicBezTo>
                  <a:pt x="41931" y="2191"/>
                  <a:pt x="40242" y="3858"/>
                  <a:pt x="38553" y="5547"/>
                </a:cubicBezTo>
                <a:lnTo>
                  <a:pt x="36955" y="5547"/>
                </a:lnTo>
                <a:cubicBezTo>
                  <a:pt x="38644" y="3858"/>
                  <a:pt x="40310" y="2191"/>
                  <a:pt x="41977" y="502"/>
                </a:cubicBezTo>
                <a:close/>
                <a:moveTo>
                  <a:pt x="44944" y="502"/>
                </a:moveTo>
                <a:cubicBezTo>
                  <a:pt x="43323" y="2214"/>
                  <a:pt x="41634" y="3880"/>
                  <a:pt x="39945" y="5547"/>
                </a:cubicBezTo>
                <a:lnTo>
                  <a:pt x="38781" y="5547"/>
                </a:lnTo>
                <a:cubicBezTo>
                  <a:pt x="40516" y="3880"/>
                  <a:pt x="42205" y="2191"/>
                  <a:pt x="43917" y="502"/>
                </a:cubicBezTo>
                <a:close/>
                <a:moveTo>
                  <a:pt x="45834" y="502"/>
                </a:moveTo>
                <a:cubicBezTo>
                  <a:pt x="44739" y="1735"/>
                  <a:pt x="43643" y="2990"/>
                  <a:pt x="42525" y="4200"/>
                </a:cubicBezTo>
                <a:cubicBezTo>
                  <a:pt x="42114" y="4656"/>
                  <a:pt x="41680" y="5090"/>
                  <a:pt x="41246" y="5547"/>
                </a:cubicBezTo>
                <a:lnTo>
                  <a:pt x="40402" y="5547"/>
                </a:lnTo>
                <a:cubicBezTo>
                  <a:pt x="42091" y="3903"/>
                  <a:pt x="43734" y="2214"/>
                  <a:pt x="45332" y="502"/>
                </a:cubicBezTo>
                <a:close/>
                <a:moveTo>
                  <a:pt x="46610" y="502"/>
                </a:moveTo>
                <a:lnTo>
                  <a:pt x="46793" y="731"/>
                </a:lnTo>
                <a:cubicBezTo>
                  <a:pt x="45629" y="2077"/>
                  <a:pt x="44510" y="3447"/>
                  <a:pt x="43301" y="4702"/>
                </a:cubicBezTo>
                <a:cubicBezTo>
                  <a:pt x="43027" y="4976"/>
                  <a:pt x="42753" y="5273"/>
                  <a:pt x="42479" y="5547"/>
                </a:cubicBezTo>
                <a:lnTo>
                  <a:pt x="41406" y="5547"/>
                </a:lnTo>
                <a:cubicBezTo>
                  <a:pt x="42981" y="3880"/>
                  <a:pt x="44533" y="2191"/>
                  <a:pt x="46108" y="502"/>
                </a:cubicBezTo>
                <a:close/>
                <a:moveTo>
                  <a:pt x="46930" y="913"/>
                </a:moveTo>
                <a:lnTo>
                  <a:pt x="47386" y="1484"/>
                </a:lnTo>
                <a:cubicBezTo>
                  <a:pt x="46062" y="2808"/>
                  <a:pt x="44784" y="4177"/>
                  <a:pt x="43483" y="5547"/>
                </a:cubicBezTo>
                <a:lnTo>
                  <a:pt x="42707" y="5547"/>
                </a:lnTo>
                <a:cubicBezTo>
                  <a:pt x="42935" y="5296"/>
                  <a:pt x="43186" y="5067"/>
                  <a:pt x="43415" y="4839"/>
                </a:cubicBezTo>
                <a:cubicBezTo>
                  <a:pt x="44647" y="3584"/>
                  <a:pt x="45789" y="2237"/>
                  <a:pt x="46930" y="913"/>
                </a:cubicBezTo>
                <a:close/>
                <a:moveTo>
                  <a:pt x="47523" y="1644"/>
                </a:moveTo>
                <a:lnTo>
                  <a:pt x="48162" y="2488"/>
                </a:lnTo>
                <a:cubicBezTo>
                  <a:pt x="47295" y="3515"/>
                  <a:pt x="46382" y="4542"/>
                  <a:pt x="45469" y="5547"/>
                </a:cubicBezTo>
                <a:lnTo>
                  <a:pt x="43803" y="5547"/>
                </a:lnTo>
                <a:cubicBezTo>
                  <a:pt x="45035" y="4246"/>
                  <a:pt x="46268" y="2945"/>
                  <a:pt x="47523" y="1644"/>
                </a:cubicBezTo>
                <a:close/>
                <a:moveTo>
                  <a:pt x="48277" y="2625"/>
                </a:moveTo>
                <a:lnTo>
                  <a:pt x="48550" y="2967"/>
                </a:lnTo>
                <a:lnTo>
                  <a:pt x="46610" y="5547"/>
                </a:lnTo>
                <a:lnTo>
                  <a:pt x="45743" y="5547"/>
                </a:lnTo>
                <a:cubicBezTo>
                  <a:pt x="46610" y="4588"/>
                  <a:pt x="47455" y="3607"/>
                  <a:pt x="48277" y="2625"/>
                </a:cubicBezTo>
                <a:close/>
                <a:moveTo>
                  <a:pt x="1" y="0"/>
                </a:moveTo>
                <a:lnTo>
                  <a:pt x="2398" y="3013"/>
                </a:lnTo>
                <a:lnTo>
                  <a:pt x="1" y="6026"/>
                </a:lnTo>
                <a:lnTo>
                  <a:pt x="46861" y="6026"/>
                </a:lnTo>
                <a:lnTo>
                  <a:pt x="49167" y="2967"/>
                </a:lnTo>
                <a:lnTo>
                  <a:pt x="468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6" name="Google Shape;8136;p284"/>
          <p:cNvSpPr/>
          <p:nvPr/>
        </p:nvSpPr>
        <p:spPr>
          <a:xfrm>
            <a:off x="3591317" y="2924828"/>
            <a:ext cx="1229175" cy="298166"/>
          </a:xfrm>
          <a:custGeom>
            <a:avLst/>
            <a:gdLst/>
            <a:ahLst/>
            <a:cxnLst/>
            <a:rect l="l" t="t" r="r" b="b"/>
            <a:pathLst>
              <a:path w="49167" h="6026" extrusionOk="0">
                <a:moveTo>
                  <a:pt x="2055" y="502"/>
                </a:moveTo>
                <a:cubicBezTo>
                  <a:pt x="1849" y="685"/>
                  <a:pt x="1667" y="867"/>
                  <a:pt x="1461" y="1073"/>
                </a:cubicBezTo>
                <a:lnTo>
                  <a:pt x="1027" y="502"/>
                </a:lnTo>
                <a:close/>
                <a:moveTo>
                  <a:pt x="3264" y="502"/>
                </a:moveTo>
                <a:cubicBezTo>
                  <a:pt x="2853" y="913"/>
                  <a:pt x="2443" y="1347"/>
                  <a:pt x="2032" y="1758"/>
                </a:cubicBezTo>
                <a:lnTo>
                  <a:pt x="1575" y="1187"/>
                </a:lnTo>
                <a:cubicBezTo>
                  <a:pt x="1804" y="959"/>
                  <a:pt x="2055" y="731"/>
                  <a:pt x="2283" y="502"/>
                </a:cubicBezTo>
                <a:close/>
                <a:moveTo>
                  <a:pt x="4771" y="502"/>
                </a:moveTo>
                <a:cubicBezTo>
                  <a:pt x="4063" y="1187"/>
                  <a:pt x="3378" y="1895"/>
                  <a:pt x="2694" y="2579"/>
                </a:cubicBezTo>
                <a:lnTo>
                  <a:pt x="2237" y="2032"/>
                </a:lnTo>
                <a:cubicBezTo>
                  <a:pt x="2739" y="1529"/>
                  <a:pt x="3242" y="1004"/>
                  <a:pt x="3744" y="502"/>
                </a:cubicBezTo>
                <a:close/>
                <a:moveTo>
                  <a:pt x="6163" y="502"/>
                </a:moveTo>
                <a:cubicBezTo>
                  <a:pt x="4497" y="2169"/>
                  <a:pt x="2853" y="3835"/>
                  <a:pt x="1210" y="5547"/>
                </a:cubicBezTo>
                <a:lnTo>
                  <a:pt x="1027" y="5547"/>
                </a:lnTo>
                <a:lnTo>
                  <a:pt x="3036" y="3013"/>
                </a:lnTo>
                <a:lnTo>
                  <a:pt x="2853" y="2785"/>
                </a:lnTo>
                <a:cubicBezTo>
                  <a:pt x="3607" y="2032"/>
                  <a:pt x="4360" y="1256"/>
                  <a:pt x="5136" y="502"/>
                </a:cubicBezTo>
                <a:close/>
                <a:moveTo>
                  <a:pt x="7555" y="502"/>
                </a:moveTo>
                <a:cubicBezTo>
                  <a:pt x="5844" y="2169"/>
                  <a:pt x="4109" y="3858"/>
                  <a:pt x="2397" y="5547"/>
                </a:cubicBezTo>
                <a:lnTo>
                  <a:pt x="1598" y="5547"/>
                </a:lnTo>
                <a:cubicBezTo>
                  <a:pt x="3356" y="3880"/>
                  <a:pt x="5090" y="2191"/>
                  <a:pt x="6848" y="502"/>
                </a:cubicBezTo>
                <a:close/>
                <a:moveTo>
                  <a:pt x="8628" y="502"/>
                </a:moveTo>
                <a:cubicBezTo>
                  <a:pt x="6985" y="2169"/>
                  <a:pt x="5364" y="3835"/>
                  <a:pt x="3766" y="5547"/>
                </a:cubicBezTo>
                <a:lnTo>
                  <a:pt x="2648" y="5547"/>
                </a:lnTo>
                <a:cubicBezTo>
                  <a:pt x="4383" y="3858"/>
                  <a:pt x="6095" y="2191"/>
                  <a:pt x="7807" y="502"/>
                </a:cubicBezTo>
                <a:close/>
                <a:moveTo>
                  <a:pt x="9998" y="502"/>
                </a:moveTo>
                <a:cubicBezTo>
                  <a:pt x="8332" y="2169"/>
                  <a:pt x="6688" y="3835"/>
                  <a:pt x="5068" y="5547"/>
                </a:cubicBezTo>
                <a:lnTo>
                  <a:pt x="4155" y="5547"/>
                </a:lnTo>
                <a:cubicBezTo>
                  <a:pt x="5752" y="3858"/>
                  <a:pt x="7350" y="2169"/>
                  <a:pt x="8948" y="502"/>
                </a:cubicBezTo>
                <a:close/>
                <a:moveTo>
                  <a:pt x="12326" y="502"/>
                </a:moveTo>
                <a:cubicBezTo>
                  <a:pt x="10568" y="2191"/>
                  <a:pt x="8788" y="3858"/>
                  <a:pt x="7031" y="5547"/>
                </a:cubicBezTo>
                <a:lnTo>
                  <a:pt x="5456" y="5547"/>
                </a:lnTo>
                <a:cubicBezTo>
                  <a:pt x="7076" y="3835"/>
                  <a:pt x="8720" y="2169"/>
                  <a:pt x="10363" y="502"/>
                </a:cubicBezTo>
                <a:close/>
                <a:moveTo>
                  <a:pt x="14106" y="502"/>
                </a:moveTo>
                <a:cubicBezTo>
                  <a:pt x="12349" y="2191"/>
                  <a:pt x="10568" y="3858"/>
                  <a:pt x="8811" y="5547"/>
                </a:cubicBezTo>
                <a:lnTo>
                  <a:pt x="7396" y="5547"/>
                </a:lnTo>
                <a:cubicBezTo>
                  <a:pt x="9108" y="3858"/>
                  <a:pt x="10842" y="2191"/>
                  <a:pt x="12554" y="502"/>
                </a:cubicBezTo>
                <a:close/>
                <a:moveTo>
                  <a:pt x="15864" y="502"/>
                </a:moveTo>
                <a:cubicBezTo>
                  <a:pt x="14084" y="2169"/>
                  <a:pt x="12280" y="3812"/>
                  <a:pt x="10568" y="5547"/>
                </a:cubicBezTo>
                <a:lnTo>
                  <a:pt x="9085" y="5547"/>
                </a:lnTo>
                <a:cubicBezTo>
                  <a:pt x="10820" y="3858"/>
                  <a:pt x="12554" y="2169"/>
                  <a:pt x="14289" y="502"/>
                </a:cubicBezTo>
                <a:close/>
                <a:moveTo>
                  <a:pt x="17005" y="502"/>
                </a:moveTo>
                <a:cubicBezTo>
                  <a:pt x="15339" y="2169"/>
                  <a:pt x="13695" y="3858"/>
                  <a:pt x="12052" y="5547"/>
                </a:cubicBezTo>
                <a:lnTo>
                  <a:pt x="10911" y="5547"/>
                </a:lnTo>
                <a:cubicBezTo>
                  <a:pt x="12646" y="3835"/>
                  <a:pt x="14403" y="2169"/>
                  <a:pt x="16161" y="502"/>
                </a:cubicBezTo>
                <a:close/>
                <a:moveTo>
                  <a:pt x="18534" y="502"/>
                </a:moveTo>
                <a:cubicBezTo>
                  <a:pt x="16868" y="2169"/>
                  <a:pt x="15202" y="3858"/>
                  <a:pt x="13536" y="5547"/>
                </a:cubicBezTo>
                <a:lnTo>
                  <a:pt x="12166" y="5547"/>
                </a:lnTo>
                <a:cubicBezTo>
                  <a:pt x="13832" y="3858"/>
                  <a:pt x="15544" y="2169"/>
                  <a:pt x="17233" y="502"/>
                </a:cubicBezTo>
                <a:close/>
                <a:moveTo>
                  <a:pt x="19539" y="502"/>
                </a:moveTo>
                <a:cubicBezTo>
                  <a:pt x="17850" y="2146"/>
                  <a:pt x="16229" y="3835"/>
                  <a:pt x="14631" y="5547"/>
                </a:cubicBezTo>
                <a:lnTo>
                  <a:pt x="13787" y="5547"/>
                </a:lnTo>
                <a:cubicBezTo>
                  <a:pt x="15453" y="3858"/>
                  <a:pt x="17096" y="2169"/>
                  <a:pt x="18786" y="502"/>
                </a:cubicBezTo>
                <a:close/>
                <a:moveTo>
                  <a:pt x="21479" y="502"/>
                </a:moveTo>
                <a:cubicBezTo>
                  <a:pt x="21091" y="867"/>
                  <a:pt x="20703" y="1256"/>
                  <a:pt x="20315" y="1621"/>
                </a:cubicBezTo>
                <a:cubicBezTo>
                  <a:pt x="19014" y="2922"/>
                  <a:pt x="17667" y="4246"/>
                  <a:pt x="16343" y="5547"/>
                </a:cubicBezTo>
                <a:lnTo>
                  <a:pt x="14860" y="5547"/>
                </a:lnTo>
                <a:cubicBezTo>
                  <a:pt x="16206" y="4109"/>
                  <a:pt x="17553" y="2693"/>
                  <a:pt x="18945" y="1324"/>
                </a:cubicBezTo>
                <a:cubicBezTo>
                  <a:pt x="19219" y="1050"/>
                  <a:pt x="19516" y="776"/>
                  <a:pt x="19790" y="502"/>
                </a:cubicBezTo>
                <a:close/>
                <a:moveTo>
                  <a:pt x="23191" y="502"/>
                </a:moveTo>
                <a:cubicBezTo>
                  <a:pt x="22734" y="959"/>
                  <a:pt x="22278" y="1415"/>
                  <a:pt x="21844" y="1895"/>
                </a:cubicBezTo>
                <a:cubicBezTo>
                  <a:pt x="20657" y="3104"/>
                  <a:pt x="19470" y="4337"/>
                  <a:pt x="18283" y="5547"/>
                </a:cubicBezTo>
                <a:lnTo>
                  <a:pt x="16503" y="5547"/>
                </a:lnTo>
                <a:cubicBezTo>
                  <a:pt x="17621" y="4451"/>
                  <a:pt x="18763" y="3378"/>
                  <a:pt x="19858" y="2283"/>
                </a:cubicBezTo>
                <a:cubicBezTo>
                  <a:pt x="20452" y="1689"/>
                  <a:pt x="21045" y="1096"/>
                  <a:pt x="21639" y="502"/>
                </a:cubicBezTo>
                <a:close/>
                <a:moveTo>
                  <a:pt x="25428" y="502"/>
                </a:moveTo>
                <a:cubicBezTo>
                  <a:pt x="24309" y="1644"/>
                  <a:pt x="23168" y="2762"/>
                  <a:pt x="22027" y="3880"/>
                </a:cubicBezTo>
                <a:cubicBezTo>
                  <a:pt x="21456" y="4428"/>
                  <a:pt x="20885" y="4976"/>
                  <a:pt x="20338" y="5547"/>
                </a:cubicBezTo>
                <a:lnTo>
                  <a:pt x="18512" y="5547"/>
                </a:lnTo>
                <a:cubicBezTo>
                  <a:pt x="19653" y="4360"/>
                  <a:pt x="20817" y="3173"/>
                  <a:pt x="21935" y="1986"/>
                </a:cubicBezTo>
                <a:cubicBezTo>
                  <a:pt x="22415" y="1484"/>
                  <a:pt x="22917" y="1004"/>
                  <a:pt x="23419" y="502"/>
                </a:cubicBezTo>
                <a:close/>
                <a:moveTo>
                  <a:pt x="26889" y="502"/>
                </a:moveTo>
                <a:cubicBezTo>
                  <a:pt x="25519" y="1917"/>
                  <a:pt x="24127" y="3310"/>
                  <a:pt x="22689" y="4679"/>
                </a:cubicBezTo>
                <a:cubicBezTo>
                  <a:pt x="22392" y="4976"/>
                  <a:pt x="22072" y="5250"/>
                  <a:pt x="21776" y="5547"/>
                </a:cubicBezTo>
                <a:lnTo>
                  <a:pt x="20589" y="5547"/>
                </a:lnTo>
                <a:cubicBezTo>
                  <a:pt x="22323" y="3858"/>
                  <a:pt x="24035" y="2191"/>
                  <a:pt x="25770" y="502"/>
                </a:cubicBezTo>
                <a:close/>
                <a:moveTo>
                  <a:pt x="27916" y="502"/>
                </a:moveTo>
                <a:cubicBezTo>
                  <a:pt x="26569" y="1826"/>
                  <a:pt x="25245" y="3127"/>
                  <a:pt x="23898" y="4451"/>
                </a:cubicBezTo>
                <a:cubicBezTo>
                  <a:pt x="23533" y="4816"/>
                  <a:pt x="23145" y="5181"/>
                  <a:pt x="22780" y="5547"/>
                </a:cubicBezTo>
                <a:lnTo>
                  <a:pt x="22004" y="5547"/>
                </a:lnTo>
                <a:cubicBezTo>
                  <a:pt x="22072" y="5455"/>
                  <a:pt x="22141" y="5387"/>
                  <a:pt x="22232" y="5318"/>
                </a:cubicBezTo>
                <a:cubicBezTo>
                  <a:pt x="23898" y="3743"/>
                  <a:pt x="25542" y="2123"/>
                  <a:pt x="27162" y="502"/>
                </a:cubicBezTo>
                <a:close/>
                <a:moveTo>
                  <a:pt x="28966" y="502"/>
                </a:moveTo>
                <a:cubicBezTo>
                  <a:pt x="27299" y="2169"/>
                  <a:pt x="25656" y="3858"/>
                  <a:pt x="24013" y="5547"/>
                </a:cubicBezTo>
                <a:lnTo>
                  <a:pt x="22985" y="5547"/>
                </a:lnTo>
                <a:cubicBezTo>
                  <a:pt x="23122" y="5387"/>
                  <a:pt x="23282" y="5250"/>
                  <a:pt x="23419" y="5113"/>
                </a:cubicBezTo>
                <a:cubicBezTo>
                  <a:pt x="24994" y="3561"/>
                  <a:pt x="26569" y="2032"/>
                  <a:pt x="28144" y="502"/>
                </a:cubicBezTo>
                <a:close/>
                <a:moveTo>
                  <a:pt x="30426" y="502"/>
                </a:moveTo>
                <a:cubicBezTo>
                  <a:pt x="28897" y="2009"/>
                  <a:pt x="27345" y="3515"/>
                  <a:pt x="25861" y="5044"/>
                </a:cubicBezTo>
                <a:cubicBezTo>
                  <a:pt x="25702" y="5204"/>
                  <a:pt x="25542" y="5364"/>
                  <a:pt x="25382" y="5547"/>
                </a:cubicBezTo>
                <a:lnTo>
                  <a:pt x="24789" y="5547"/>
                </a:lnTo>
                <a:cubicBezTo>
                  <a:pt x="26455" y="3858"/>
                  <a:pt x="28098" y="2191"/>
                  <a:pt x="29719" y="502"/>
                </a:cubicBezTo>
                <a:close/>
                <a:moveTo>
                  <a:pt x="31933" y="502"/>
                </a:moveTo>
                <a:cubicBezTo>
                  <a:pt x="30244" y="2191"/>
                  <a:pt x="28578" y="3858"/>
                  <a:pt x="26911" y="5547"/>
                </a:cubicBezTo>
                <a:lnTo>
                  <a:pt x="25610" y="5547"/>
                </a:lnTo>
                <a:cubicBezTo>
                  <a:pt x="25724" y="5410"/>
                  <a:pt x="25861" y="5296"/>
                  <a:pt x="25976" y="5159"/>
                </a:cubicBezTo>
                <a:cubicBezTo>
                  <a:pt x="27528" y="3584"/>
                  <a:pt x="29125" y="2032"/>
                  <a:pt x="30723" y="502"/>
                </a:cubicBezTo>
                <a:close/>
                <a:moveTo>
                  <a:pt x="34056" y="502"/>
                </a:moveTo>
                <a:cubicBezTo>
                  <a:pt x="32298" y="2191"/>
                  <a:pt x="30518" y="3858"/>
                  <a:pt x="28760" y="5547"/>
                </a:cubicBezTo>
                <a:lnTo>
                  <a:pt x="27231" y="5547"/>
                </a:lnTo>
                <a:cubicBezTo>
                  <a:pt x="28943" y="3858"/>
                  <a:pt x="30678" y="2191"/>
                  <a:pt x="32389" y="502"/>
                </a:cubicBezTo>
                <a:close/>
                <a:moveTo>
                  <a:pt x="35516" y="502"/>
                </a:moveTo>
                <a:cubicBezTo>
                  <a:pt x="33805" y="2191"/>
                  <a:pt x="32070" y="3880"/>
                  <a:pt x="30335" y="5547"/>
                </a:cubicBezTo>
                <a:lnTo>
                  <a:pt x="28966" y="5547"/>
                </a:lnTo>
                <a:cubicBezTo>
                  <a:pt x="30723" y="3858"/>
                  <a:pt x="32504" y="2191"/>
                  <a:pt x="34284" y="502"/>
                </a:cubicBezTo>
                <a:close/>
                <a:moveTo>
                  <a:pt x="37685" y="502"/>
                </a:moveTo>
                <a:cubicBezTo>
                  <a:pt x="35996" y="2169"/>
                  <a:pt x="34307" y="3858"/>
                  <a:pt x="32618" y="5547"/>
                </a:cubicBezTo>
                <a:lnTo>
                  <a:pt x="30563" y="5547"/>
                </a:lnTo>
                <a:cubicBezTo>
                  <a:pt x="32321" y="3880"/>
                  <a:pt x="34033" y="2191"/>
                  <a:pt x="35768" y="502"/>
                </a:cubicBezTo>
                <a:close/>
                <a:moveTo>
                  <a:pt x="39032" y="502"/>
                </a:moveTo>
                <a:cubicBezTo>
                  <a:pt x="38986" y="571"/>
                  <a:pt x="38917" y="616"/>
                  <a:pt x="38872" y="685"/>
                </a:cubicBezTo>
                <a:cubicBezTo>
                  <a:pt x="37251" y="2305"/>
                  <a:pt x="35631" y="3926"/>
                  <a:pt x="33987" y="5547"/>
                </a:cubicBezTo>
                <a:lnTo>
                  <a:pt x="32846" y="5547"/>
                </a:lnTo>
                <a:cubicBezTo>
                  <a:pt x="34558" y="3858"/>
                  <a:pt x="36270" y="2169"/>
                  <a:pt x="37959" y="502"/>
                </a:cubicBezTo>
                <a:close/>
                <a:moveTo>
                  <a:pt x="40470" y="502"/>
                </a:moveTo>
                <a:cubicBezTo>
                  <a:pt x="39762" y="1278"/>
                  <a:pt x="39032" y="2032"/>
                  <a:pt x="38301" y="2785"/>
                </a:cubicBezTo>
                <a:cubicBezTo>
                  <a:pt x="37388" y="3698"/>
                  <a:pt x="36475" y="4611"/>
                  <a:pt x="35562" y="5547"/>
                </a:cubicBezTo>
                <a:lnTo>
                  <a:pt x="34284" y="5547"/>
                </a:lnTo>
                <a:cubicBezTo>
                  <a:pt x="35859" y="3972"/>
                  <a:pt x="37434" y="2397"/>
                  <a:pt x="39009" y="822"/>
                </a:cubicBezTo>
                <a:cubicBezTo>
                  <a:pt x="39100" y="708"/>
                  <a:pt x="39214" y="616"/>
                  <a:pt x="39305" y="502"/>
                </a:cubicBezTo>
                <a:close/>
                <a:moveTo>
                  <a:pt x="41565" y="502"/>
                </a:moveTo>
                <a:cubicBezTo>
                  <a:pt x="39830" y="2191"/>
                  <a:pt x="38096" y="3858"/>
                  <a:pt x="36361" y="5547"/>
                </a:cubicBezTo>
                <a:lnTo>
                  <a:pt x="35699" y="5547"/>
                </a:lnTo>
                <a:cubicBezTo>
                  <a:pt x="37320" y="3858"/>
                  <a:pt x="38963" y="2169"/>
                  <a:pt x="40607" y="502"/>
                </a:cubicBezTo>
                <a:close/>
                <a:moveTo>
                  <a:pt x="43619" y="502"/>
                </a:moveTo>
                <a:cubicBezTo>
                  <a:pt x="41930" y="2191"/>
                  <a:pt x="40241" y="3858"/>
                  <a:pt x="38529" y="5547"/>
                </a:cubicBezTo>
                <a:lnTo>
                  <a:pt x="36954" y="5547"/>
                </a:lnTo>
                <a:cubicBezTo>
                  <a:pt x="38644" y="3858"/>
                  <a:pt x="40310" y="2191"/>
                  <a:pt x="41976" y="502"/>
                </a:cubicBezTo>
                <a:close/>
                <a:moveTo>
                  <a:pt x="44943" y="502"/>
                </a:moveTo>
                <a:cubicBezTo>
                  <a:pt x="43323" y="2214"/>
                  <a:pt x="41634" y="3880"/>
                  <a:pt x="39945" y="5547"/>
                </a:cubicBezTo>
                <a:lnTo>
                  <a:pt x="38781" y="5547"/>
                </a:lnTo>
                <a:cubicBezTo>
                  <a:pt x="40492" y="3880"/>
                  <a:pt x="42204" y="2191"/>
                  <a:pt x="43916" y="502"/>
                </a:cubicBezTo>
                <a:close/>
                <a:moveTo>
                  <a:pt x="45834" y="502"/>
                </a:moveTo>
                <a:cubicBezTo>
                  <a:pt x="44738" y="1735"/>
                  <a:pt x="43642" y="2990"/>
                  <a:pt x="42524" y="4200"/>
                </a:cubicBezTo>
                <a:cubicBezTo>
                  <a:pt x="42113" y="4656"/>
                  <a:pt x="41679" y="5090"/>
                  <a:pt x="41246" y="5547"/>
                </a:cubicBezTo>
                <a:lnTo>
                  <a:pt x="40401" y="5547"/>
                </a:lnTo>
                <a:cubicBezTo>
                  <a:pt x="42067" y="3903"/>
                  <a:pt x="43734" y="2214"/>
                  <a:pt x="45331" y="502"/>
                </a:cubicBezTo>
                <a:close/>
                <a:moveTo>
                  <a:pt x="46610" y="502"/>
                </a:moveTo>
                <a:lnTo>
                  <a:pt x="46792" y="731"/>
                </a:lnTo>
                <a:cubicBezTo>
                  <a:pt x="45628" y="2077"/>
                  <a:pt x="44487" y="3447"/>
                  <a:pt x="43277" y="4702"/>
                </a:cubicBezTo>
                <a:cubicBezTo>
                  <a:pt x="43026" y="4976"/>
                  <a:pt x="42752" y="5273"/>
                  <a:pt x="42478" y="5547"/>
                </a:cubicBezTo>
                <a:lnTo>
                  <a:pt x="41405" y="5547"/>
                </a:lnTo>
                <a:cubicBezTo>
                  <a:pt x="42980" y="3880"/>
                  <a:pt x="44532" y="2191"/>
                  <a:pt x="46107" y="502"/>
                </a:cubicBezTo>
                <a:close/>
                <a:moveTo>
                  <a:pt x="46929" y="913"/>
                </a:moveTo>
                <a:lnTo>
                  <a:pt x="47386" y="1484"/>
                </a:lnTo>
                <a:cubicBezTo>
                  <a:pt x="46062" y="2808"/>
                  <a:pt x="44784" y="4177"/>
                  <a:pt x="43483" y="5547"/>
                </a:cubicBezTo>
                <a:lnTo>
                  <a:pt x="42706" y="5547"/>
                </a:lnTo>
                <a:cubicBezTo>
                  <a:pt x="42935" y="5296"/>
                  <a:pt x="43186" y="5067"/>
                  <a:pt x="43414" y="4839"/>
                </a:cubicBezTo>
                <a:cubicBezTo>
                  <a:pt x="44647" y="3584"/>
                  <a:pt x="45788" y="2237"/>
                  <a:pt x="46929" y="913"/>
                </a:cubicBezTo>
                <a:close/>
                <a:moveTo>
                  <a:pt x="47523" y="1644"/>
                </a:moveTo>
                <a:lnTo>
                  <a:pt x="48162" y="2488"/>
                </a:lnTo>
                <a:cubicBezTo>
                  <a:pt x="47294" y="3515"/>
                  <a:pt x="46381" y="4542"/>
                  <a:pt x="45468" y="5547"/>
                </a:cubicBezTo>
                <a:lnTo>
                  <a:pt x="43802" y="5547"/>
                </a:lnTo>
                <a:cubicBezTo>
                  <a:pt x="45035" y="4246"/>
                  <a:pt x="46267" y="2945"/>
                  <a:pt x="47523" y="1644"/>
                </a:cubicBezTo>
                <a:close/>
                <a:moveTo>
                  <a:pt x="48276" y="2625"/>
                </a:moveTo>
                <a:lnTo>
                  <a:pt x="48550" y="2967"/>
                </a:lnTo>
                <a:lnTo>
                  <a:pt x="46610" y="5547"/>
                </a:lnTo>
                <a:lnTo>
                  <a:pt x="45742" y="5547"/>
                </a:lnTo>
                <a:cubicBezTo>
                  <a:pt x="46610" y="4588"/>
                  <a:pt x="47454" y="3607"/>
                  <a:pt x="48276" y="2625"/>
                </a:cubicBezTo>
                <a:close/>
                <a:moveTo>
                  <a:pt x="0" y="0"/>
                </a:moveTo>
                <a:lnTo>
                  <a:pt x="2397" y="3013"/>
                </a:lnTo>
                <a:lnTo>
                  <a:pt x="0" y="6026"/>
                </a:lnTo>
                <a:lnTo>
                  <a:pt x="46861" y="6026"/>
                </a:lnTo>
                <a:lnTo>
                  <a:pt x="49166" y="2967"/>
                </a:lnTo>
                <a:lnTo>
                  <a:pt x="468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7" name="Google Shape;8137;p284"/>
          <p:cNvSpPr/>
          <p:nvPr/>
        </p:nvSpPr>
        <p:spPr>
          <a:xfrm>
            <a:off x="2358742" y="2924828"/>
            <a:ext cx="1229175" cy="298166"/>
          </a:xfrm>
          <a:custGeom>
            <a:avLst/>
            <a:gdLst/>
            <a:ahLst/>
            <a:cxnLst/>
            <a:rect l="l" t="t" r="r" b="b"/>
            <a:pathLst>
              <a:path w="49167" h="6026" extrusionOk="0">
                <a:moveTo>
                  <a:pt x="2055" y="502"/>
                </a:moveTo>
                <a:cubicBezTo>
                  <a:pt x="1872" y="685"/>
                  <a:pt x="1667" y="867"/>
                  <a:pt x="1461" y="1073"/>
                </a:cubicBezTo>
                <a:lnTo>
                  <a:pt x="1028" y="502"/>
                </a:lnTo>
                <a:close/>
                <a:moveTo>
                  <a:pt x="3265" y="502"/>
                </a:moveTo>
                <a:cubicBezTo>
                  <a:pt x="2854" y="913"/>
                  <a:pt x="2443" y="1347"/>
                  <a:pt x="2032" y="1758"/>
                </a:cubicBezTo>
                <a:lnTo>
                  <a:pt x="1576" y="1187"/>
                </a:lnTo>
                <a:cubicBezTo>
                  <a:pt x="1804" y="959"/>
                  <a:pt x="2055" y="731"/>
                  <a:pt x="2283" y="502"/>
                </a:cubicBezTo>
                <a:close/>
                <a:moveTo>
                  <a:pt x="4771" y="502"/>
                </a:moveTo>
                <a:cubicBezTo>
                  <a:pt x="4064" y="1187"/>
                  <a:pt x="3379" y="1895"/>
                  <a:pt x="2694" y="2579"/>
                </a:cubicBezTo>
                <a:lnTo>
                  <a:pt x="2238" y="2032"/>
                </a:lnTo>
                <a:cubicBezTo>
                  <a:pt x="2740" y="1529"/>
                  <a:pt x="3242" y="1004"/>
                  <a:pt x="3744" y="502"/>
                </a:cubicBezTo>
                <a:close/>
                <a:moveTo>
                  <a:pt x="6163" y="502"/>
                </a:moveTo>
                <a:cubicBezTo>
                  <a:pt x="4497" y="2169"/>
                  <a:pt x="2854" y="3835"/>
                  <a:pt x="1210" y="5547"/>
                </a:cubicBezTo>
                <a:lnTo>
                  <a:pt x="1028" y="5547"/>
                </a:lnTo>
                <a:lnTo>
                  <a:pt x="3036" y="3013"/>
                </a:lnTo>
                <a:lnTo>
                  <a:pt x="2854" y="2785"/>
                </a:lnTo>
                <a:cubicBezTo>
                  <a:pt x="3607" y="2032"/>
                  <a:pt x="4360" y="1256"/>
                  <a:pt x="5136" y="502"/>
                </a:cubicBezTo>
                <a:close/>
                <a:moveTo>
                  <a:pt x="7556" y="502"/>
                </a:moveTo>
                <a:cubicBezTo>
                  <a:pt x="5844" y="2169"/>
                  <a:pt x="4109" y="3858"/>
                  <a:pt x="2420" y="5547"/>
                </a:cubicBezTo>
                <a:lnTo>
                  <a:pt x="1598" y="5547"/>
                </a:lnTo>
                <a:cubicBezTo>
                  <a:pt x="3356" y="3880"/>
                  <a:pt x="5114" y="2191"/>
                  <a:pt x="6848" y="502"/>
                </a:cubicBezTo>
                <a:close/>
                <a:moveTo>
                  <a:pt x="8629" y="502"/>
                </a:moveTo>
                <a:cubicBezTo>
                  <a:pt x="6985" y="2169"/>
                  <a:pt x="5365" y="3835"/>
                  <a:pt x="3767" y="5547"/>
                </a:cubicBezTo>
                <a:lnTo>
                  <a:pt x="2648" y="5547"/>
                </a:lnTo>
                <a:cubicBezTo>
                  <a:pt x="4383" y="3858"/>
                  <a:pt x="6095" y="2191"/>
                  <a:pt x="7807" y="502"/>
                </a:cubicBezTo>
                <a:close/>
                <a:moveTo>
                  <a:pt x="9998" y="502"/>
                </a:moveTo>
                <a:cubicBezTo>
                  <a:pt x="8332" y="2169"/>
                  <a:pt x="6688" y="3835"/>
                  <a:pt x="5068" y="5547"/>
                </a:cubicBezTo>
                <a:lnTo>
                  <a:pt x="4155" y="5547"/>
                </a:lnTo>
                <a:cubicBezTo>
                  <a:pt x="5753" y="3858"/>
                  <a:pt x="7350" y="2169"/>
                  <a:pt x="8948" y="502"/>
                </a:cubicBezTo>
                <a:close/>
                <a:moveTo>
                  <a:pt x="12326" y="502"/>
                </a:moveTo>
                <a:cubicBezTo>
                  <a:pt x="10569" y="2191"/>
                  <a:pt x="8788" y="3858"/>
                  <a:pt x="7031" y="5547"/>
                </a:cubicBezTo>
                <a:lnTo>
                  <a:pt x="5456" y="5547"/>
                </a:lnTo>
                <a:cubicBezTo>
                  <a:pt x="7076" y="3835"/>
                  <a:pt x="8720" y="2169"/>
                  <a:pt x="10363" y="502"/>
                </a:cubicBezTo>
                <a:close/>
                <a:moveTo>
                  <a:pt x="14130" y="502"/>
                </a:moveTo>
                <a:cubicBezTo>
                  <a:pt x="12349" y="2191"/>
                  <a:pt x="10569" y="3858"/>
                  <a:pt x="8811" y="5547"/>
                </a:cubicBezTo>
                <a:lnTo>
                  <a:pt x="7396" y="5547"/>
                </a:lnTo>
                <a:cubicBezTo>
                  <a:pt x="9108" y="3858"/>
                  <a:pt x="10843" y="2191"/>
                  <a:pt x="12555" y="502"/>
                </a:cubicBezTo>
                <a:close/>
                <a:moveTo>
                  <a:pt x="15887" y="502"/>
                </a:moveTo>
                <a:cubicBezTo>
                  <a:pt x="14084" y="2169"/>
                  <a:pt x="12281" y="3812"/>
                  <a:pt x="10569" y="5547"/>
                </a:cubicBezTo>
                <a:lnTo>
                  <a:pt x="9085" y="5547"/>
                </a:lnTo>
                <a:cubicBezTo>
                  <a:pt x="10820" y="3858"/>
                  <a:pt x="12555" y="2169"/>
                  <a:pt x="14289" y="502"/>
                </a:cubicBezTo>
                <a:close/>
                <a:moveTo>
                  <a:pt x="17006" y="502"/>
                </a:moveTo>
                <a:cubicBezTo>
                  <a:pt x="15339" y="2169"/>
                  <a:pt x="13696" y="3858"/>
                  <a:pt x="12052" y="5547"/>
                </a:cubicBezTo>
                <a:lnTo>
                  <a:pt x="10911" y="5547"/>
                </a:lnTo>
                <a:cubicBezTo>
                  <a:pt x="12646" y="3835"/>
                  <a:pt x="14426" y="2169"/>
                  <a:pt x="16161" y="502"/>
                </a:cubicBezTo>
                <a:close/>
                <a:moveTo>
                  <a:pt x="18535" y="502"/>
                </a:moveTo>
                <a:cubicBezTo>
                  <a:pt x="16869" y="2169"/>
                  <a:pt x="15202" y="3858"/>
                  <a:pt x="13536" y="5547"/>
                </a:cubicBezTo>
                <a:lnTo>
                  <a:pt x="12167" y="5547"/>
                </a:lnTo>
                <a:cubicBezTo>
                  <a:pt x="13833" y="3858"/>
                  <a:pt x="15545" y="2169"/>
                  <a:pt x="17234" y="502"/>
                </a:cubicBezTo>
                <a:close/>
                <a:moveTo>
                  <a:pt x="19539" y="502"/>
                </a:moveTo>
                <a:cubicBezTo>
                  <a:pt x="17850" y="2146"/>
                  <a:pt x="16229" y="3835"/>
                  <a:pt x="14632" y="5547"/>
                </a:cubicBezTo>
                <a:lnTo>
                  <a:pt x="13787" y="5547"/>
                </a:lnTo>
                <a:cubicBezTo>
                  <a:pt x="15453" y="3858"/>
                  <a:pt x="17097" y="2169"/>
                  <a:pt x="18786" y="502"/>
                </a:cubicBezTo>
                <a:close/>
                <a:moveTo>
                  <a:pt x="21479" y="502"/>
                </a:moveTo>
                <a:cubicBezTo>
                  <a:pt x="21091" y="867"/>
                  <a:pt x="20703" y="1256"/>
                  <a:pt x="20338" y="1621"/>
                </a:cubicBezTo>
                <a:cubicBezTo>
                  <a:pt x="19014" y="2922"/>
                  <a:pt x="17690" y="4246"/>
                  <a:pt x="16344" y="5547"/>
                </a:cubicBezTo>
                <a:lnTo>
                  <a:pt x="14860" y="5547"/>
                </a:lnTo>
                <a:cubicBezTo>
                  <a:pt x="16207" y="4109"/>
                  <a:pt x="17553" y="2693"/>
                  <a:pt x="18946" y="1324"/>
                </a:cubicBezTo>
                <a:cubicBezTo>
                  <a:pt x="19220" y="1050"/>
                  <a:pt x="19516" y="776"/>
                  <a:pt x="19790" y="502"/>
                </a:cubicBezTo>
                <a:close/>
                <a:moveTo>
                  <a:pt x="23191" y="502"/>
                </a:moveTo>
                <a:cubicBezTo>
                  <a:pt x="22735" y="959"/>
                  <a:pt x="22278" y="1415"/>
                  <a:pt x="21844" y="1895"/>
                </a:cubicBezTo>
                <a:cubicBezTo>
                  <a:pt x="20658" y="3104"/>
                  <a:pt x="19471" y="4337"/>
                  <a:pt x="18284" y="5547"/>
                </a:cubicBezTo>
                <a:lnTo>
                  <a:pt x="16503" y="5547"/>
                </a:lnTo>
                <a:cubicBezTo>
                  <a:pt x="17622" y="4451"/>
                  <a:pt x="18763" y="3378"/>
                  <a:pt x="19859" y="2283"/>
                </a:cubicBezTo>
                <a:cubicBezTo>
                  <a:pt x="20452" y="1689"/>
                  <a:pt x="21046" y="1096"/>
                  <a:pt x="21639" y="502"/>
                </a:cubicBezTo>
                <a:close/>
                <a:moveTo>
                  <a:pt x="25428" y="502"/>
                </a:moveTo>
                <a:cubicBezTo>
                  <a:pt x="24310" y="1644"/>
                  <a:pt x="23168" y="2762"/>
                  <a:pt x="22027" y="3880"/>
                </a:cubicBezTo>
                <a:cubicBezTo>
                  <a:pt x="21456" y="4428"/>
                  <a:pt x="20886" y="4976"/>
                  <a:pt x="20338" y="5547"/>
                </a:cubicBezTo>
                <a:lnTo>
                  <a:pt x="18512" y="5547"/>
                </a:lnTo>
                <a:cubicBezTo>
                  <a:pt x="19653" y="4360"/>
                  <a:pt x="20817" y="3173"/>
                  <a:pt x="21936" y="1986"/>
                </a:cubicBezTo>
                <a:cubicBezTo>
                  <a:pt x="22415" y="1484"/>
                  <a:pt x="22917" y="1004"/>
                  <a:pt x="23419" y="502"/>
                </a:cubicBezTo>
                <a:close/>
                <a:moveTo>
                  <a:pt x="26889" y="502"/>
                </a:moveTo>
                <a:cubicBezTo>
                  <a:pt x="25519" y="1917"/>
                  <a:pt x="24127" y="3310"/>
                  <a:pt x="22689" y="4679"/>
                </a:cubicBezTo>
                <a:cubicBezTo>
                  <a:pt x="22392" y="4976"/>
                  <a:pt x="22073" y="5250"/>
                  <a:pt x="21776" y="5547"/>
                </a:cubicBezTo>
                <a:lnTo>
                  <a:pt x="20589" y="5547"/>
                </a:lnTo>
                <a:cubicBezTo>
                  <a:pt x="22324" y="3858"/>
                  <a:pt x="24036" y="2191"/>
                  <a:pt x="25770" y="502"/>
                </a:cubicBezTo>
                <a:close/>
                <a:moveTo>
                  <a:pt x="27916" y="502"/>
                </a:moveTo>
                <a:cubicBezTo>
                  <a:pt x="26569" y="1826"/>
                  <a:pt x="25245" y="3127"/>
                  <a:pt x="23899" y="4451"/>
                </a:cubicBezTo>
                <a:cubicBezTo>
                  <a:pt x="23534" y="4816"/>
                  <a:pt x="23146" y="5181"/>
                  <a:pt x="22780" y="5547"/>
                </a:cubicBezTo>
                <a:lnTo>
                  <a:pt x="22004" y="5547"/>
                </a:lnTo>
                <a:cubicBezTo>
                  <a:pt x="22073" y="5455"/>
                  <a:pt x="22164" y="5387"/>
                  <a:pt x="22232" y="5318"/>
                </a:cubicBezTo>
                <a:cubicBezTo>
                  <a:pt x="23899" y="3743"/>
                  <a:pt x="25542" y="2123"/>
                  <a:pt x="27186" y="502"/>
                </a:cubicBezTo>
                <a:close/>
                <a:moveTo>
                  <a:pt x="28966" y="502"/>
                </a:moveTo>
                <a:cubicBezTo>
                  <a:pt x="27300" y="2169"/>
                  <a:pt x="25656" y="3858"/>
                  <a:pt x="24013" y="5547"/>
                </a:cubicBezTo>
                <a:lnTo>
                  <a:pt x="22986" y="5547"/>
                </a:lnTo>
                <a:cubicBezTo>
                  <a:pt x="23123" y="5387"/>
                  <a:pt x="23282" y="5250"/>
                  <a:pt x="23419" y="5113"/>
                </a:cubicBezTo>
                <a:cubicBezTo>
                  <a:pt x="24994" y="3561"/>
                  <a:pt x="26569" y="2032"/>
                  <a:pt x="28144" y="502"/>
                </a:cubicBezTo>
                <a:close/>
                <a:moveTo>
                  <a:pt x="30427" y="502"/>
                </a:moveTo>
                <a:cubicBezTo>
                  <a:pt x="28897" y="2009"/>
                  <a:pt x="27368" y="3515"/>
                  <a:pt x="25862" y="5044"/>
                </a:cubicBezTo>
                <a:cubicBezTo>
                  <a:pt x="25702" y="5204"/>
                  <a:pt x="25542" y="5364"/>
                  <a:pt x="25382" y="5547"/>
                </a:cubicBezTo>
                <a:lnTo>
                  <a:pt x="24789" y="5547"/>
                </a:lnTo>
                <a:cubicBezTo>
                  <a:pt x="26455" y="3858"/>
                  <a:pt x="28099" y="2191"/>
                  <a:pt x="29719" y="502"/>
                </a:cubicBezTo>
                <a:close/>
                <a:moveTo>
                  <a:pt x="31933" y="502"/>
                </a:moveTo>
                <a:cubicBezTo>
                  <a:pt x="30244" y="2191"/>
                  <a:pt x="28578" y="3858"/>
                  <a:pt x="26912" y="5547"/>
                </a:cubicBezTo>
                <a:lnTo>
                  <a:pt x="25611" y="5547"/>
                </a:lnTo>
                <a:cubicBezTo>
                  <a:pt x="25748" y="5410"/>
                  <a:pt x="25862" y="5296"/>
                  <a:pt x="25976" y="5159"/>
                </a:cubicBezTo>
                <a:cubicBezTo>
                  <a:pt x="27528" y="3584"/>
                  <a:pt x="29126" y="2032"/>
                  <a:pt x="30724" y="502"/>
                </a:cubicBezTo>
                <a:close/>
                <a:moveTo>
                  <a:pt x="34056" y="502"/>
                </a:moveTo>
                <a:cubicBezTo>
                  <a:pt x="32298" y="2191"/>
                  <a:pt x="30518" y="3858"/>
                  <a:pt x="28761" y="5547"/>
                </a:cubicBezTo>
                <a:lnTo>
                  <a:pt x="27231" y="5547"/>
                </a:lnTo>
                <a:cubicBezTo>
                  <a:pt x="28943" y="3858"/>
                  <a:pt x="30678" y="2191"/>
                  <a:pt x="32390" y="502"/>
                </a:cubicBezTo>
                <a:close/>
                <a:moveTo>
                  <a:pt x="35517" y="502"/>
                </a:moveTo>
                <a:cubicBezTo>
                  <a:pt x="33805" y="2191"/>
                  <a:pt x="32070" y="3880"/>
                  <a:pt x="30335" y="5547"/>
                </a:cubicBezTo>
                <a:lnTo>
                  <a:pt x="28966" y="5547"/>
                </a:lnTo>
                <a:cubicBezTo>
                  <a:pt x="30724" y="3858"/>
                  <a:pt x="32504" y="2191"/>
                  <a:pt x="34284" y="502"/>
                </a:cubicBezTo>
                <a:close/>
                <a:moveTo>
                  <a:pt x="37685" y="502"/>
                </a:moveTo>
                <a:cubicBezTo>
                  <a:pt x="35996" y="2169"/>
                  <a:pt x="34307" y="3858"/>
                  <a:pt x="32618" y="5547"/>
                </a:cubicBezTo>
                <a:lnTo>
                  <a:pt x="30564" y="5547"/>
                </a:lnTo>
                <a:cubicBezTo>
                  <a:pt x="32321" y="3880"/>
                  <a:pt x="34033" y="2191"/>
                  <a:pt x="35768" y="502"/>
                </a:cubicBezTo>
                <a:close/>
                <a:moveTo>
                  <a:pt x="39032" y="502"/>
                </a:moveTo>
                <a:cubicBezTo>
                  <a:pt x="38986" y="571"/>
                  <a:pt x="38918" y="616"/>
                  <a:pt x="38872" y="685"/>
                </a:cubicBezTo>
                <a:cubicBezTo>
                  <a:pt x="37252" y="2305"/>
                  <a:pt x="35631" y="3926"/>
                  <a:pt x="34010" y="5547"/>
                </a:cubicBezTo>
                <a:lnTo>
                  <a:pt x="32846" y="5547"/>
                </a:lnTo>
                <a:cubicBezTo>
                  <a:pt x="34558" y="3858"/>
                  <a:pt x="36270" y="2169"/>
                  <a:pt x="37959" y="502"/>
                </a:cubicBezTo>
                <a:close/>
                <a:moveTo>
                  <a:pt x="40470" y="502"/>
                </a:moveTo>
                <a:cubicBezTo>
                  <a:pt x="39762" y="1278"/>
                  <a:pt x="39032" y="2032"/>
                  <a:pt x="38302" y="2785"/>
                </a:cubicBezTo>
                <a:cubicBezTo>
                  <a:pt x="37388" y="3698"/>
                  <a:pt x="36475" y="4611"/>
                  <a:pt x="35562" y="5547"/>
                </a:cubicBezTo>
                <a:lnTo>
                  <a:pt x="34284" y="5547"/>
                </a:lnTo>
                <a:cubicBezTo>
                  <a:pt x="35859" y="3972"/>
                  <a:pt x="37434" y="2397"/>
                  <a:pt x="39009" y="822"/>
                </a:cubicBezTo>
                <a:cubicBezTo>
                  <a:pt x="39123" y="708"/>
                  <a:pt x="39215" y="616"/>
                  <a:pt x="39306" y="502"/>
                </a:cubicBezTo>
                <a:close/>
                <a:moveTo>
                  <a:pt x="41566" y="502"/>
                </a:moveTo>
                <a:cubicBezTo>
                  <a:pt x="39831" y="2191"/>
                  <a:pt x="38096" y="3858"/>
                  <a:pt x="36361" y="5547"/>
                </a:cubicBezTo>
                <a:lnTo>
                  <a:pt x="35699" y="5547"/>
                </a:lnTo>
                <a:cubicBezTo>
                  <a:pt x="37320" y="3858"/>
                  <a:pt x="38963" y="2169"/>
                  <a:pt x="40607" y="502"/>
                </a:cubicBezTo>
                <a:close/>
                <a:moveTo>
                  <a:pt x="43620" y="502"/>
                </a:moveTo>
                <a:cubicBezTo>
                  <a:pt x="41931" y="2191"/>
                  <a:pt x="40242" y="3858"/>
                  <a:pt x="38530" y="5547"/>
                </a:cubicBezTo>
                <a:lnTo>
                  <a:pt x="36955" y="5547"/>
                </a:lnTo>
                <a:cubicBezTo>
                  <a:pt x="38644" y="3858"/>
                  <a:pt x="40310" y="2191"/>
                  <a:pt x="41976" y="502"/>
                </a:cubicBezTo>
                <a:close/>
                <a:moveTo>
                  <a:pt x="44944" y="502"/>
                </a:moveTo>
                <a:cubicBezTo>
                  <a:pt x="43323" y="2214"/>
                  <a:pt x="41634" y="3880"/>
                  <a:pt x="39945" y="5547"/>
                </a:cubicBezTo>
                <a:lnTo>
                  <a:pt x="38781" y="5547"/>
                </a:lnTo>
                <a:cubicBezTo>
                  <a:pt x="40493" y="3880"/>
                  <a:pt x="42205" y="2191"/>
                  <a:pt x="43917" y="502"/>
                </a:cubicBezTo>
                <a:close/>
                <a:moveTo>
                  <a:pt x="45834" y="502"/>
                </a:moveTo>
                <a:cubicBezTo>
                  <a:pt x="44738" y="1735"/>
                  <a:pt x="43643" y="2990"/>
                  <a:pt x="42524" y="4200"/>
                </a:cubicBezTo>
                <a:cubicBezTo>
                  <a:pt x="42113" y="4656"/>
                  <a:pt x="41680" y="5090"/>
                  <a:pt x="41246" y="5547"/>
                </a:cubicBezTo>
                <a:lnTo>
                  <a:pt x="40401" y="5547"/>
                </a:lnTo>
                <a:cubicBezTo>
                  <a:pt x="42091" y="3903"/>
                  <a:pt x="43734" y="2214"/>
                  <a:pt x="45332" y="502"/>
                </a:cubicBezTo>
                <a:close/>
                <a:moveTo>
                  <a:pt x="46610" y="502"/>
                </a:moveTo>
                <a:lnTo>
                  <a:pt x="46793" y="731"/>
                </a:lnTo>
                <a:cubicBezTo>
                  <a:pt x="45628" y="2077"/>
                  <a:pt x="44510" y="3447"/>
                  <a:pt x="43300" y="4702"/>
                </a:cubicBezTo>
                <a:cubicBezTo>
                  <a:pt x="43026" y="4976"/>
                  <a:pt x="42752" y="5273"/>
                  <a:pt x="42479" y="5547"/>
                </a:cubicBezTo>
                <a:lnTo>
                  <a:pt x="41406" y="5547"/>
                </a:lnTo>
                <a:cubicBezTo>
                  <a:pt x="42981" y="3880"/>
                  <a:pt x="44533" y="2191"/>
                  <a:pt x="46108" y="502"/>
                </a:cubicBezTo>
                <a:close/>
                <a:moveTo>
                  <a:pt x="46929" y="913"/>
                </a:moveTo>
                <a:lnTo>
                  <a:pt x="47386" y="1484"/>
                </a:lnTo>
                <a:cubicBezTo>
                  <a:pt x="46062" y="2808"/>
                  <a:pt x="44784" y="4177"/>
                  <a:pt x="43483" y="5547"/>
                </a:cubicBezTo>
                <a:lnTo>
                  <a:pt x="42707" y="5547"/>
                </a:lnTo>
                <a:cubicBezTo>
                  <a:pt x="42935" y="5296"/>
                  <a:pt x="43186" y="5067"/>
                  <a:pt x="43414" y="4839"/>
                </a:cubicBezTo>
                <a:cubicBezTo>
                  <a:pt x="44647" y="3584"/>
                  <a:pt x="45788" y="2237"/>
                  <a:pt x="46929" y="913"/>
                </a:cubicBezTo>
                <a:close/>
                <a:moveTo>
                  <a:pt x="47523" y="1644"/>
                </a:moveTo>
                <a:lnTo>
                  <a:pt x="48162" y="2488"/>
                </a:lnTo>
                <a:cubicBezTo>
                  <a:pt x="47295" y="3515"/>
                  <a:pt x="46382" y="4542"/>
                  <a:pt x="45469" y="5547"/>
                </a:cubicBezTo>
                <a:lnTo>
                  <a:pt x="43802" y="5547"/>
                </a:lnTo>
                <a:cubicBezTo>
                  <a:pt x="45035" y="4246"/>
                  <a:pt x="46268" y="2945"/>
                  <a:pt x="47523" y="1644"/>
                </a:cubicBezTo>
                <a:close/>
                <a:moveTo>
                  <a:pt x="48276" y="2625"/>
                </a:moveTo>
                <a:lnTo>
                  <a:pt x="48550" y="2967"/>
                </a:lnTo>
                <a:lnTo>
                  <a:pt x="46610" y="5547"/>
                </a:lnTo>
                <a:lnTo>
                  <a:pt x="45743" y="5547"/>
                </a:lnTo>
                <a:cubicBezTo>
                  <a:pt x="46610" y="4588"/>
                  <a:pt x="47454" y="3607"/>
                  <a:pt x="48276" y="2625"/>
                </a:cubicBezTo>
                <a:close/>
                <a:moveTo>
                  <a:pt x="1" y="0"/>
                </a:moveTo>
                <a:lnTo>
                  <a:pt x="2397" y="3013"/>
                </a:lnTo>
                <a:lnTo>
                  <a:pt x="1" y="6026"/>
                </a:lnTo>
                <a:lnTo>
                  <a:pt x="46861" y="6026"/>
                </a:lnTo>
                <a:lnTo>
                  <a:pt x="49166" y="2967"/>
                </a:lnTo>
                <a:lnTo>
                  <a:pt x="468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8" name="Google Shape;8138;p284"/>
          <p:cNvSpPr/>
          <p:nvPr/>
        </p:nvSpPr>
        <p:spPr>
          <a:xfrm>
            <a:off x="4823867" y="2924828"/>
            <a:ext cx="1229175" cy="298166"/>
          </a:xfrm>
          <a:custGeom>
            <a:avLst/>
            <a:gdLst/>
            <a:ahLst/>
            <a:cxnLst/>
            <a:rect l="l" t="t" r="r" b="b"/>
            <a:pathLst>
              <a:path w="49167" h="6026" extrusionOk="0">
                <a:moveTo>
                  <a:pt x="2055" y="502"/>
                </a:moveTo>
                <a:cubicBezTo>
                  <a:pt x="1850" y="685"/>
                  <a:pt x="1667" y="867"/>
                  <a:pt x="1462" y="1073"/>
                </a:cubicBezTo>
                <a:lnTo>
                  <a:pt x="1028" y="502"/>
                </a:lnTo>
                <a:close/>
                <a:moveTo>
                  <a:pt x="3265" y="502"/>
                </a:moveTo>
                <a:cubicBezTo>
                  <a:pt x="2831" y="913"/>
                  <a:pt x="2420" y="1347"/>
                  <a:pt x="2032" y="1758"/>
                </a:cubicBezTo>
                <a:lnTo>
                  <a:pt x="1576" y="1187"/>
                </a:lnTo>
                <a:cubicBezTo>
                  <a:pt x="1804" y="959"/>
                  <a:pt x="2055" y="731"/>
                  <a:pt x="2284" y="502"/>
                </a:cubicBezTo>
                <a:close/>
                <a:moveTo>
                  <a:pt x="4771" y="502"/>
                </a:moveTo>
                <a:cubicBezTo>
                  <a:pt x="4064" y="1187"/>
                  <a:pt x="3379" y="1895"/>
                  <a:pt x="2672" y="2579"/>
                </a:cubicBezTo>
                <a:lnTo>
                  <a:pt x="2238" y="2032"/>
                </a:lnTo>
                <a:cubicBezTo>
                  <a:pt x="2740" y="1529"/>
                  <a:pt x="3242" y="1004"/>
                  <a:pt x="3744" y="502"/>
                </a:cubicBezTo>
                <a:close/>
                <a:moveTo>
                  <a:pt x="6164" y="502"/>
                </a:moveTo>
                <a:cubicBezTo>
                  <a:pt x="4498" y="2169"/>
                  <a:pt x="2854" y="3835"/>
                  <a:pt x="1211" y="5547"/>
                </a:cubicBezTo>
                <a:lnTo>
                  <a:pt x="1028" y="5547"/>
                </a:lnTo>
                <a:lnTo>
                  <a:pt x="3037" y="3013"/>
                </a:lnTo>
                <a:lnTo>
                  <a:pt x="2854" y="2785"/>
                </a:lnTo>
                <a:cubicBezTo>
                  <a:pt x="3607" y="2032"/>
                  <a:pt x="4361" y="1256"/>
                  <a:pt x="5137" y="502"/>
                </a:cubicBezTo>
                <a:close/>
                <a:moveTo>
                  <a:pt x="7556" y="502"/>
                </a:moveTo>
                <a:cubicBezTo>
                  <a:pt x="5821" y="2169"/>
                  <a:pt x="4110" y="3858"/>
                  <a:pt x="2398" y="5547"/>
                </a:cubicBezTo>
                <a:lnTo>
                  <a:pt x="1599" y="5547"/>
                </a:lnTo>
                <a:cubicBezTo>
                  <a:pt x="3356" y="3880"/>
                  <a:pt x="5091" y="2191"/>
                  <a:pt x="6849" y="502"/>
                </a:cubicBezTo>
                <a:close/>
                <a:moveTo>
                  <a:pt x="8629" y="502"/>
                </a:moveTo>
                <a:cubicBezTo>
                  <a:pt x="6986" y="2169"/>
                  <a:pt x="5365" y="3835"/>
                  <a:pt x="3767" y="5547"/>
                </a:cubicBezTo>
                <a:lnTo>
                  <a:pt x="2649" y="5547"/>
                </a:lnTo>
                <a:cubicBezTo>
                  <a:pt x="4383" y="3858"/>
                  <a:pt x="6095" y="2191"/>
                  <a:pt x="7807" y="502"/>
                </a:cubicBezTo>
                <a:close/>
                <a:moveTo>
                  <a:pt x="9998" y="502"/>
                </a:moveTo>
                <a:cubicBezTo>
                  <a:pt x="8332" y="2169"/>
                  <a:pt x="6689" y="3835"/>
                  <a:pt x="5068" y="5547"/>
                </a:cubicBezTo>
                <a:lnTo>
                  <a:pt x="4155" y="5547"/>
                </a:lnTo>
                <a:cubicBezTo>
                  <a:pt x="5753" y="3858"/>
                  <a:pt x="7351" y="2169"/>
                  <a:pt x="8948" y="502"/>
                </a:cubicBezTo>
                <a:close/>
                <a:moveTo>
                  <a:pt x="12327" y="502"/>
                </a:moveTo>
                <a:cubicBezTo>
                  <a:pt x="10569" y="2191"/>
                  <a:pt x="8789" y="3858"/>
                  <a:pt x="7031" y="5547"/>
                </a:cubicBezTo>
                <a:lnTo>
                  <a:pt x="5456" y="5547"/>
                </a:lnTo>
                <a:cubicBezTo>
                  <a:pt x="7077" y="3835"/>
                  <a:pt x="8720" y="2169"/>
                  <a:pt x="10364" y="502"/>
                </a:cubicBezTo>
                <a:close/>
                <a:moveTo>
                  <a:pt x="14107" y="502"/>
                </a:moveTo>
                <a:cubicBezTo>
                  <a:pt x="12349" y="2191"/>
                  <a:pt x="10569" y="3858"/>
                  <a:pt x="8812" y="5547"/>
                </a:cubicBezTo>
                <a:lnTo>
                  <a:pt x="7396" y="5547"/>
                </a:lnTo>
                <a:cubicBezTo>
                  <a:pt x="9108" y="3858"/>
                  <a:pt x="10843" y="2191"/>
                  <a:pt x="12555" y="502"/>
                </a:cubicBezTo>
                <a:close/>
                <a:moveTo>
                  <a:pt x="15865" y="502"/>
                </a:moveTo>
                <a:cubicBezTo>
                  <a:pt x="14084" y="2169"/>
                  <a:pt x="12281" y="3812"/>
                  <a:pt x="10569" y="5547"/>
                </a:cubicBezTo>
                <a:lnTo>
                  <a:pt x="9085" y="5547"/>
                </a:lnTo>
                <a:cubicBezTo>
                  <a:pt x="10820" y="3858"/>
                  <a:pt x="12555" y="2169"/>
                  <a:pt x="14290" y="502"/>
                </a:cubicBezTo>
                <a:close/>
                <a:moveTo>
                  <a:pt x="17006" y="502"/>
                </a:moveTo>
                <a:cubicBezTo>
                  <a:pt x="15340" y="2169"/>
                  <a:pt x="13696" y="3858"/>
                  <a:pt x="12053" y="5547"/>
                </a:cubicBezTo>
                <a:lnTo>
                  <a:pt x="10911" y="5547"/>
                </a:lnTo>
                <a:cubicBezTo>
                  <a:pt x="12646" y="3835"/>
                  <a:pt x="14404" y="2169"/>
                  <a:pt x="16161" y="502"/>
                </a:cubicBezTo>
                <a:close/>
                <a:moveTo>
                  <a:pt x="18535" y="502"/>
                </a:moveTo>
                <a:cubicBezTo>
                  <a:pt x="16846" y="2169"/>
                  <a:pt x="15180" y="3858"/>
                  <a:pt x="13536" y="5547"/>
                </a:cubicBezTo>
                <a:lnTo>
                  <a:pt x="12144" y="5547"/>
                </a:lnTo>
                <a:cubicBezTo>
                  <a:pt x="13833" y="3858"/>
                  <a:pt x="15545" y="2169"/>
                  <a:pt x="17234" y="502"/>
                </a:cubicBezTo>
                <a:close/>
                <a:moveTo>
                  <a:pt x="19517" y="502"/>
                </a:moveTo>
                <a:cubicBezTo>
                  <a:pt x="17850" y="2146"/>
                  <a:pt x="16230" y="3835"/>
                  <a:pt x="14632" y="5547"/>
                </a:cubicBezTo>
                <a:lnTo>
                  <a:pt x="13787" y="5547"/>
                </a:lnTo>
                <a:cubicBezTo>
                  <a:pt x="15454" y="3858"/>
                  <a:pt x="17097" y="2169"/>
                  <a:pt x="18786" y="502"/>
                </a:cubicBezTo>
                <a:close/>
                <a:moveTo>
                  <a:pt x="21480" y="502"/>
                </a:moveTo>
                <a:cubicBezTo>
                  <a:pt x="21092" y="867"/>
                  <a:pt x="20704" y="1256"/>
                  <a:pt x="20315" y="1621"/>
                </a:cubicBezTo>
                <a:cubicBezTo>
                  <a:pt x="19014" y="2922"/>
                  <a:pt x="17668" y="4246"/>
                  <a:pt x="16344" y="5547"/>
                </a:cubicBezTo>
                <a:lnTo>
                  <a:pt x="14860" y="5547"/>
                </a:lnTo>
                <a:cubicBezTo>
                  <a:pt x="16207" y="4109"/>
                  <a:pt x="17554" y="2693"/>
                  <a:pt x="18946" y="1324"/>
                </a:cubicBezTo>
                <a:cubicBezTo>
                  <a:pt x="19220" y="1050"/>
                  <a:pt x="19517" y="776"/>
                  <a:pt x="19791" y="502"/>
                </a:cubicBezTo>
                <a:close/>
                <a:moveTo>
                  <a:pt x="23191" y="502"/>
                </a:moveTo>
                <a:cubicBezTo>
                  <a:pt x="22735" y="959"/>
                  <a:pt x="22278" y="1415"/>
                  <a:pt x="21845" y="1895"/>
                </a:cubicBezTo>
                <a:cubicBezTo>
                  <a:pt x="20658" y="3104"/>
                  <a:pt x="19471" y="4337"/>
                  <a:pt x="18284" y="5547"/>
                </a:cubicBezTo>
                <a:lnTo>
                  <a:pt x="16504" y="5547"/>
                </a:lnTo>
                <a:cubicBezTo>
                  <a:pt x="17622" y="4451"/>
                  <a:pt x="18763" y="3378"/>
                  <a:pt x="19859" y="2283"/>
                </a:cubicBezTo>
                <a:cubicBezTo>
                  <a:pt x="20452" y="1689"/>
                  <a:pt x="21046" y="1096"/>
                  <a:pt x="21639" y="502"/>
                </a:cubicBezTo>
                <a:close/>
                <a:moveTo>
                  <a:pt x="25428" y="502"/>
                </a:moveTo>
                <a:cubicBezTo>
                  <a:pt x="24310" y="1644"/>
                  <a:pt x="23169" y="2762"/>
                  <a:pt x="22027" y="3880"/>
                </a:cubicBezTo>
                <a:cubicBezTo>
                  <a:pt x="21457" y="4428"/>
                  <a:pt x="20886" y="4976"/>
                  <a:pt x="20338" y="5547"/>
                </a:cubicBezTo>
                <a:lnTo>
                  <a:pt x="18512" y="5547"/>
                </a:lnTo>
                <a:cubicBezTo>
                  <a:pt x="19654" y="4360"/>
                  <a:pt x="20795" y="3173"/>
                  <a:pt x="21936" y="1986"/>
                </a:cubicBezTo>
                <a:cubicBezTo>
                  <a:pt x="22415" y="1484"/>
                  <a:pt x="22918" y="1004"/>
                  <a:pt x="23420" y="502"/>
                </a:cubicBezTo>
                <a:close/>
                <a:moveTo>
                  <a:pt x="26889" y="502"/>
                </a:moveTo>
                <a:cubicBezTo>
                  <a:pt x="25520" y="1917"/>
                  <a:pt x="24127" y="3310"/>
                  <a:pt x="22689" y="4679"/>
                </a:cubicBezTo>
                <a:cubicBezTo>
                  <a:pt x="22370" y="4976"/>
                  <a:pt x="22073" y="5250"/>
                  <a:pt x="21776" y="5547"/>
                </a:cubicBezTo>
                <a:lnTo>
                  <a:pt x="20589" y="5547"/>
                </a:lnTo>
                <a:cubicBezTo>
                  <a:pt x="22324" y="3858"/>
                  <a:pt x="24036" y="2191"/>
                  <a:pt x="25748" y="502"/>
                </a:cubicBezTo>
                <a:close/>
                <a:moveTo>
                  <a:pt x="27916" y="502"/>
                </a:moveTo>
                <a:cubicBezTo>
                  <a:pt x="26570" y="1826"/>
                  <a:pt x="25223" y="3127"/>
                  <a:pt x="23899" y="4451"/>
                </a:cubicBezTo>
                <a:cubicBezTo>
                  <a:pt x="23534" y="4816"/>
                  <a:pt x="23146" y="5181"/>
                  <a:pt x="22781" y="5547"/>
                </a:cubicBezTo>
                <a:lnTo>
                  <a:pt x="22005" y="5547"/>
                </a:lnTo>
                <a:cubicBezTo>
                  <a:pt x="22073" y="5455"/>
                  <a:pt x="22142" y="5387"/>
                  <a:pt x="22233" y="5318"/>
                </a:cubicBezTo>
                <a:cubicBezTo>
                  <a:pt x="23899" y="3743"/>
                  <a:pt x="25542" y="2123"/>
                  <a:pt x="27163" y="502"/>
                </a:cubicBezTo>
                <a:close/>
                <a:moveTo>
                  <a:pt x="28966" y="502"/>
                </a:moveTo>
                <a:cubicBezTo>
                  <a:pt x="27300" y="2169"/>
                  <a:pt x="25657" y="3858"/>
                  <a:pt x="24013" y="5547"/>
                </a:cubicBezTo>
                <a:lnTo>
                  <a:pt x="22986" y="5547"/>
                </a:lnTo>
                <a:cubicBezTo>
                  <a:pt x="23123" y="5387"/>
                  <a:pt x="23260" y="5250"/>
                  <a:pt x="23420" y="5113"/>
                </a:cubicBezTo>
                <a:cubicBezTo>
                  <a:pt x="24972" y="3561"/>
                  <a:pt x="26570" y="2032"/>
                  <a:pt x="28145" y="502"/>
                </a:cubicBezTo>
                <a:close/>
                <a:moveTo>
                  <a:pt x="30427" y="502"/>
                </a:moveTo>
                <a:cubicBezTo>
                  <a:pt x="28898" y="2009"/>
                  <a:pt x="27346" y="3515"/>
                  <a:pt x="25862" y="5044"/>
                </a:cubicBezTo>
                <a:cubicBezTo>
                  <a:pt x="25702" y="5204"/>
                  <a:pt x="25542" y="5364"/>
                  <a:pt x="25383" y="5547"/>
                </a:cubicBezTo>
                <a:lnTo>
                  <a:pt x="24789" y="5547"/>
                </a:lnTo>
                <a:cubicBezTo>
                  <a:pt x="26456" y="3858"/>
                  <a:pt x="28099" y="2191"/>
                  <a:pt x="29720" y="502"/>
                </a:cubicBezTo>
                <a:close/>
                <a:moveTo>
                  <a:pt x="31911" y="502"/>
                </a:moveTo>
                <a:cubicBezTo>
                  <a:pt x="30245" y="2191"/>
                  <a:pt x="28578" y="3858"/>
                  <a:pt x="26889" y="5547"/>
                </a:cubicBezTo>
                <a:lnTo>
                  <a:pt x="25611" y="5547"/>
                </a:lnTo>
                <a:cubicBezTo>
                  <a:pt x="25725" y="5410"/>
                  <a:pt x="25862" y="5296"/>
                  <a:pt x="25976" y="5159"/>
                </a:cubicBezTo>
                <a:cubicBezTo>
                  <a:pt x="27528" y="3584"/>
                  <a:pt x="29126" y="2032"/>
                  <a:pt x="30724" y="502"/>
                </a:cubicBezTo>
                <a:close/>
                <a:moveTo>
                  <a:pt x="34056" y="502"/>
                </a:moveTo>
                <a:cubicBezTo>
                  <a:pt x="32299" y="2191"/>
                  <a:pt x="30518" y="3858"/>
                  <a:pt x="28761" y="5547"/>
                </a:cubicBezTo>
                <a:lnTo>
                  <a:pt x="27232" y="5547"/>
                </a:lnTo>
                <a:cubicBezTo>
                  <a:pt x="28943" y="3858"/>
                  <a:pt x="30678" y="2191"/>
                  <a:pt x="32390" y="502"/>
                </a:cubicBezTo>
                <a:close/>
                <a:moveTo>
                  <a:pt x="35517" y="502"/>
                </a:moveTo>
                <a:cubicBezTo>
                  <a:pt x="33805" y="2191"/>
                  <a:pt x="32071" y="3880"/>
                  <a:pt x="30336" y="5547"/>
                </a:cubicBezTo>
                <a:lnTo>
                  <a:pt x="28966" y="5547"/>
                </a:lnTo>
                <a:cubicBezTo>
                  <a:pt x="30724" y="3858"/>
                  <a:pt x="32504" y="2191"/>
                  <a:pt x="34285" y="502"/>
                </a:cubicBezTo>
                <a:close/>
                <a:moveTo>
                  <a:pt x="37686" y="502"/>
                </a:moveTo>
                <a:cubicBezTo>
                  <a:pt x="35996" y="2169"/>
                  <a:pt x="34307" y="3858"/>
                  <a:pt x="32618" y="5547"/>
                </a:cubicBezTo>
                <a:lnTo>
                  <a:pt x="30564" y="5547"/>
                </a:lnTo>
                <a:cubicBezTo>
                  <a:pt x="32322" y="3880"/>
                  <a:pt x="34034" y="2191"/>
                  <a:pt x="35745" y="502"/>
                </a:cubicBezTo>
                <a:close/>
                <a:moveTo>
                  <a:pt x="39032" y="502"/>
                </a:moveTo>
                <a:cubicBezTo>
                  <a:pt x="38987" y="571"/>
                  <a:pt x="38918" y="616"/>
                  <a:pt x="38872" y="685"/>
                </a:cubicBezTo>
                <a:cubicBezTo>
                  <a:pt x="37252" y="2305"/>
                  <a:pt x="35631" y="3926"/>
                  <a:pt x="33988" y="5547"/>
                </a:cubicBezTo>
                <a:lnTo>
                  <a:pt x="32847" y="5547"/>
                </a:lnTo>
                <a:cubicBezTo>
                  <a:pt x="34558" y="3858"/>
                  <a:pt x="36248" y="2169"/>
                  <a:pt x="37959" y="502"/>
                </a:cubicBezTo>
                <a:close/>
                <a:moveTo>
                  <a:pt x="40470" y="502"/>
                </a:moveTo>
                <a:cubicBezTo>
                  <a:pt x="39763" y="1278"/>
                  <a:pt x="39032" y="2032"/>
                  <a:pt x="38302" y="2785"/>
                </a:cubicBezTo>
                <a:cubicBezTo>
                  <a:pt x="37389" y="3698"/>
                  <a:pt x="36476" y="4611"/>
                  <a:pt x="35563" y="5547"/>
                </a:cubicBezTo>
                <a:lnTo>
                  <a:pt x="34285" y="5547"/>
                </a:lnTo>
                <a:cubicBezTo>
                  <a:pt x="35860" y="3972"/>
                  <a:pt x="37434" y="2397"/>
                  <a:pt x="39009" y="822"/>
                </a:cubicBezTo>
                <a:cubicBezTo>
                  <a:pt x="39101" y="708"/>
                  <a:pt x="39215" y="616"/>
                  <a:pt x="39306" y="502"/>
                </a:cubicBezTo>
                <a:close/>
                <a:moveTo>
                  <a:pt x="41543" y="502"/>
                </a:moveTo>
                <a:cubicBezTo>
                  <a:pt x="39831" y="2191"/>
                  <a:pt x="38096" y="3858"/>
                  <a:pt x="36362" y="5547"/>
                </a:cubicBezTo>
                <a:lnTo>
                  <a:pt x="35700" y="5547"/>
                </a:lnTo>
                <a:cubicBezTo>
                  <a:pt x="37320" y="3858"/>
                  <a:pt x="38964" y="2169"/>
                  <a:pt x="40607" y="502"/>
                </a:cubicBezTo>
                <a:close/>
                <a:moveTo>
                  <a:pt x="43620" y="502"/>
                </a:moveTo>
                <a:cubicBezTo>
                  <a:pt x="41931" y="2191"/>
                  <a:pt x="40242" y="3858"/>
                  <a:pt x="38530" y="5547"/>
                </a:cubicBezTo>
                <a:lnTo>
                  <a:pt x="36955" y="5547"/>
                </a:lnTo>
                <a:cubicBezTo>
                  <a:pt x="38621" y="3858"/>
                  <a:pt x="40310" y="2191"/>
                  <a:pt x="41977" y="502"/>
                </a:cubicBezTo>
                <a:close/>
                <a:moveTo>
                  <a:pt x="44944" y="502"/>
                </a:moveTo>
                <a:cubicBezTo>
                  <a:pt x="43323" y="2214"/>
                  <a:pt x="41634" y="3880"/>
                  <a:pt x="39945" y="5547"/>
                </a:cubicBezTo>
                <a:lnTo>
                  <a:pt x="38781" y="5547"/>
                </a:lnTo>
                <a:cubicBezTo>
                  <a:pt x="40493" y="3880"/>
                  <a:pt x="42205" y="2191"/>
                  <a:pt x="43917" y="502"/>
                </a:cubicBezTo>
                <a:close/>
                <a:moveTo>
                  <a:pt x="45834" y="502"/>
                </a:moveTo>
                <a:cubicBezTo>
                  <a:pt x="44739" y="1735"/>
                  <a:pt x="43643" y="2990"/>
                  <a:pt x="42525" y="4200"/>
                </a:cubicBezTo>
                <a:cubicBezTo>
                  <a:pt x="42091" y="4656"/>
                  <a:pt x="41680" y="5090"/>
                  <a:pt x="41246" y="5547"/>
                </a:cubicBezTo>
                <a:lnTo>
                  <a:pt x="40402" y="5547"/>
                </a:lnTo>
                <a:cubicBezTo>
                  <a:pt x="42068" y="3903"/>
                  <a:pt x="43734" y="2214"/>
                  <a:pt x="45332" y="502"/>
                </a:cubicBezTo>
                <a:close/>
                <a:moveTo>
                  <a:pt x="46610" y="502"/>
                </a:moveTo>
                <a:lnTo>
                  <a:pt x="46793" y="731"/>
                </a:lnTo>
                <a:cubicBezTo>
                  <a:pt x="45629" y="2077"/>
                  <a:pt x="44487" y="3447"/>
                  <a:pt x="43278" y="4702"/>
                </a:cubicBezTo>
                <a:cubicBezTo>
                  <a:pt x="43027" y="4976"/>
                  <a:pt x="42753" y="5273"/>
                  <a:pt x="42479" y="5547"/>
                </a:cubicBezTo>
                <a:lnTo>
                  <a:pt x="41406" y="5547"/>
                </a:lnTo>
                <a:cubicBezTo>
                  <a:pt x="42981" y="3880"/>
                  <a:pt x="44533" y="2191"/>
                  <a:pt x="46108" y="502"/>
                </a:cubicBezTo>
                <a:close/>
                <a:moveTo>
                  <a:pt x="46930" y="913"/>
                </a:moveTo>
                <a:lnTo>
                  <a:pt x="47386" y="1484"/>
                </a:lnTo>
                <a:cubicBezTo>
                  <a:pt x="46062" y="2808"/>
                  <a:pt x="44784" y="4177"/>
                  <a:pt x="43483" y="5547"/>
                </a:cubicBezTo>
                <a:lnTo>
                  <a:pt x="42707" y="5547"/>
                </a:lnTo>
                <a:cubicBezTo>
                  <a:pt x="42935" y="5296"/>
                  <a:pt x="43186" y="5067"/>
                  <a:pt x="43415" y="4839"/>
                </a:cubicBezTo>
                <a:cubicBezTo>
                  <a:pt x="44647" y="3584"/>
                  <a:pt x="45766" y="2237"/>
                  <a:pt x="46930" y="913"/>
                </a:cubicBezTo>
                <a:close/>
                <a:moveTo>
                  <a:pt x="47523" y="1644"/>
                </a:moveTo>
                <a:lnTo>
                  <a:pt x="48162" y="2488"/>
                </a:lnTo>
                <a:cubicBezTo>
                  <a:pt x="47272" y="3515"/>
                  <a:pt x="46382" y="4542"/>
                  <a:pt x="45469" y="5547"/>
                </a:cubicBezTo>
                <a:lnTo>
                  <a:pt x="43803" y="5547"/>
                </a:lnTo>
                <a:cubicBezTo>
                  <a:pt x="45035" y="4246"/>
                  <a:pt x="46268" y="2945"/>
                  <a:pt x="47523" y="1644"/>
                </a:cubicBezTo>
                <a:close/>
                <a:moveTo>
                  <a:pt x="48276" y="2625"/>
                </a:moveTo>
                <a:lnTo>
                  <a:pt x="48550" y="2967"/>
                </a:lnTo>
                <a:lnTo>
                  <a:pt x="46610" y="5547"/>
                </a:lnTo>
                <a:lnTo>
                  <a:pt x="45743" y="5547"/>
                </a:lnTo>
                <a:cubicBezTo>
                  <a:pt x="46610" y="4588"/>
                  <a:pt x="47455" y="3607"/>
                  <a:pt x="48276" y="2625"/>
                </a:cubicBezTo>
                <a:close/>
                <a:moveTo>
                  <a:pt x="1" y="0"/>
                </a:moveTo>
                <a:lnTo>
                  <a:pt x="2398" y="3013"/>
                </a:lnTo>
                <a:lnTo>
                  <a:pt x="1" y="6026"/>
                </a:lnTo>
                <a:lnTo>
                  <a:pt x="46861" y="6026"/>
                </a:lnTo>
                <a:lnTo>
                  <a:pt x="49167" y="2967"/>
                </a:lnTo>
                <a:lnTo>
                  <a:pt x="468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9" name="Google Shape;8139;p284"/>
          <p:cNvSpPr/>
          <p:nvPr/>
        </p:nvSpPr>
        <p:spPr>
          <a:xfrm>
            <a:off x="6056442" y="2924828"/>
            <a:ext cx="1229175" cy="298166"/>
          </a:xfrm>
          <a:custGeom>
            <a:avLst/>
            <a:gdLst/>
            <a:ahLst/>
            <a:cxnLst/>
            <a:rect l="l" t="t" r="r" b="b"/>
            <a:pathLst>
              <a:path w="49167" h="6026" extrusionOk="0">
                <a:moveTo>
                  <a:pt x="2055" y="502"/>
                </a:moveTo>
                <a:cubicBezTo>
                  <a:pt x="1849" y="685"/>
                  <a:pt x="1667" y="867"/>
                  <a:pt x="1461" y="1073"/>
                </a:cubicBezTo>
                <a:lnTo>
                  <a:pt x="1028" y="502"/>
                </a:lnTo>
                <a:close/>
                <a:moveTo>
                  <a:pt x="3242" y="502"/>
                </a:moveTo>
                <a:cubicBezTo>
                  <a:pt x="2831" y="913"/>
                  <a:pt x="2420" y="1347"/>
                  <a:pt x="2032" y="1758"/>
                </a:cubicBezTo>
                <a:lnTo>
                  <a:pt x="1576" y="1187"/>
                </a:lnTo>
                <a:cubicBezTo>
                  <a:pt x="1804" y="959"/>
                  <a:pt x="2055" y="731"/>
                  <a:pt x="2283" y="502"/>
                </a:cubicBezTo>
                <a:close/>
                <a:moveTo>
                  <a:pt x="4771" y="502"/>
                </a:moveTo>
                <a:cubicBezTo>
                  <a:pt x="4064" y="1187"/>
                  <a:pt x="3356" y="1895"/>
                  <a:pt x="2671" y="2579"/>
                </a:cubicBezTo>
                <a:lnTo>
                  <a:pt x="2238" y="2032"/>
                </a:lnTo>
                <a:cubicBezTo>
                  <a:pt x="2740" y="1529"/>
                  <a:pt x="3242" y="1004"/>
                  <a:pt x="3744" y="502"/>
                </a:cubicBezTo>
                <a:close/>
                <a:moveTo>
                  <a:pt x="6163" y="502"/>
                </a:moveTo>
                <a:cubicBezTo>
                  <a:pt x="4497" y="2169"/>
                  <a:pt x="2831" y="3835"/>
                  <a:pt x="1210" y="5547"/>
                </a:cubicBezTo>
                <a:lnTo>
                  <a:pt x="1028" y="5547"/>
                </a:lnTo>
                <a:lnTo>
                  <a:pt x="3014" y="3013"/>
                </a:lnTo>
                <a:lnTo>
                  <a:pt x="2854" y="2785"/>
                </a:lnTo>
                <a:cubicBezTo>
                  <a:pt x="3607" y="2032"/>
                  <a:pt x="4360" y="1256"/>
                  <a:pt x="5136" y="502"/>
                </a:cubicBezTo>
                <a:close/>
                <a:moveTo>
                  <a:pt x="7556" y="502"/>
                </a:moveTo>
                <a:cubicBezTo>
                  <a:pt x="5821" y="2169"/>
                  <a:pt x="4109" y="3858"/>
                  <a:pt x="2397" y="5547"/>
                </a:cubicBezTo>
                <a:lnTo>
                  <a:pt x="1598" y="5547"/>
                </a:lnTo>
                <a:cubicBezTo>
                  <a:pt x="3356" y="3880"/>
                  <a:pt x="5091" y="2191"/>
                  <a:pt x="6848" y="502"/>
                </a:cubicBezTo>
                <a:close/>
                <a:moveTo>
                  <a:pt x="8629" y="502"/>
                </a:moveTo>
                <a:cubicBezTo>
                  <a:pt x="6985" y="2169"/>
                  <a:pt x="5365" y="3835"/>
                  <a:pt x="3767" y="5547"/>
                </a:cubicBezTo>
                <a:lnTo>
                  <a:pt x="2648" y="5547"/>
                </a:lnTo>
                <a:cubicBezTo>
                  <a:pt x="4383" y="3858"/>
                  <a:pt x="6095" y="2191"/>
                  <a:pt x="7807" y="502"/>
                </a:cubicBezTo>
                <a:close/>
                <a:moveTo>
                  <a:pt x="9998" y="502"/>
                </a:moveTo>
                <a:cubicBezTo>
                  <a:pt x="8332" y="2169"/>
                  <a:pt x="6688" y="3835"/>
                  <a:pt x="5068" y="5547"/>
                </a:cubicBezTo>
                <a:lnTo>
                  <a:pt x="4155" y="5547"/>
                </a:lnTo>
                <a:cubicBezTo>
                  <a:pt x="5753" y="3858"/>
                  <a:pt x="7350" y="2169"/>
                  <a:pt x="8948" y="502"/>
                </a:cubicBezTo>
                <a:close/>
                <a:moveTo>
                  <a:pt x="12326" y="502"/>
                </a:moveTo>
                <a:cubicBezTo>
                  <a:pt x="10569" y="2191"/>
                  <a:pt x="8788" y="3858"/>
                  <a:pt x="7031" y="5547"/>
                </a:cubicBezTo>
                <a:lnTo>
                  <a:pt x="5456" y="5547"/>
                </a:lnTo>
                <a:cubicBezTo>
                  <a:pt x="7076" y="3835"/>
                  <a:pt x="8720" y="2169"/>
                  <a:pt x="10363" y="502"/>
                </a:cubicBezTo>
                <a:close/>
                <a:moveTo>
                  <a:pt x="14107" y="502"/>
                </a:moveTo>
                <a:cubicBezTo>
                  <a:pt x="12349" y="2191"/>
                  <a:pt x="10569" y="3858"/>
                  <a:pt x="8811" y="5547"/>
                </a:cubicBezTo>
                <a:lnTo>
                  <a:pt x="7373" y="5547"/>
                </a:lnTo>
                <a:cubicBezTo>
                  <a:pt x="9108" y="3858"/>
                  <a:pt x="10843" y="2191"/>
                  <a:pt x="12555" y="502"/>
                </a:cubicBezTo>
                <a:close/>
                <a:moveTo>
                  <a:pt x="15864" y="502"/>
                </a:moveTo>
                <a:cubicBezTo>
                  <a:pt x="14084" y="2169"/>
                  <a:pt x="12281" y="3812"/>
                  <a:pt x="10546" y="5547"/>
                </a:cubicBezTo>
                <a:lnTo>
                  <a:pt x="9085" y="5547"/>
                </a:lnTo>
                <a:cubicBezTo>
                  <a:pt x="10820" y="3858"/>
                  <a:pt x="12555" y="2169"/>
                  <a:pt x="14289" y="502"/>
                </a:cubicBezTo>
                <a:close/>
                <a:moveTo>
                  <a:pt x="17005" y="502"/>
                </a:moveTo>
                <a:cubicBezTo>
                  <a:pt x="15339" y="2169"/>
                  <a:pt x="13696" y="3858"/>
                  <a:pt x="12052" y="5547"/>
                </a:cubicBezTo>
                <a:lnTo>
                  <a:pt x="10911" y="5547"/>
                </a:lnTo>
                <a:cubicBezTo>
                  <a:pt x="12646" y="3835"/>
                  <a:pt x="14403" y="2169"/>
                  <a:pt x="16161" y="502"/>
                </a:cubicBezTo>
                <a:close/>
                <a:moveTo>
                  <a:pt x="18535" y="502"/>
                </a:moveTo>
                <a:cubicBezTo>
                  <a:pt x="16846" y="2169"/>
                  <a:pt x="15179" y="3858"/>
                  <a:pt x="13536" y="5547"/>
                </a:cubicBezTo>
                <a:lnTo>
                  <a:pt x="12144" y="5547"/>
                </a:lnTo>
                <a:cubicBezTo>
                  <a:pt x="13833" y="3858"/>
                  <a:pt x="15545" y="2169"/>
                  <a:pt x="17234" y="502"/>
                </a:cubicBezTo>
                <a:close/>
                <a:moveTo>
                  <a:pt x="19516" y="502"/>
                </a:moveTo>
                <a:cubicBezTo>
                  <a:pt x="17850" y="2146"/>
                  <a:pt x="16229" y="3835"/>
                  <a:pt x="14632" y="5547"/>
                </a:cubicBezTo>
                <a:lnTo>
                  <a:pt x="13787" y="5547"/>
                </a:lnTo>
                <a:cubicBezTo>
                  <a:pt x="15453" y="3858"/>
                  <a:pt x="17097" y="2169"/>
                  <a:pt x="18763" y="502"/>
                </a:cubicBezTo>
                <a:close/>
                <a:moveTo>
                  <a:pt x="21479" y="502"/>
                </a:moveTo>
                <a:cubicBezTo>
                  <a:pt x="21091" y="867"/>
                  <a:pt x="20703" y="1256"/>
                  <a:pt x="20315" y="1621"/>
                </a:cubicBezTo>
                <a:cubicBezTo>
                  <a:pt x="18991" y="2922"/>
                  <a:pt x="17667" y="4246"/>
                  <a:pt x="16344" y="5547"/>
                </a:cubicBezTo>
                <a:lnTo>
                  <a:pt x="14860" y="5547"/>
                </a:lnTo>
                <a:cubicBezTo>
                  <a:pt x="16207" y="4109"/>
                  <a:pt x="17553" y="2693"/>
                  <a:pt x="18946" y="1324"/>
                </a:cubicBezTo>
                <a:cubicBezTo>
                  <a:pt x="19220" y="1050"/>
                  <a:pt x="19493" y="776"/>
                  <a:pt x="19790" y="502"/>
                </a:cubicBezTo>
                <a:close/>
                <a:moveTo>
                  <a:pt x="23191" y="502"/>
                </a:moveTo>
                <a:cubicBezTo>
                  <a:pt x="22735" y="959"/>
                  <a:pt x="22278" y="1415"/>
                  <a:pt x="21844" y="1895"/>
                </a:cubicBezTo>
                <a:cubicBezTo>
                  <a:pt x="20658" y="3104"/>
                  <a:pt x="19471" y="4337"/>
                  <a:pt x="18284" y="5547"/>
                </a:cubicBezTo>
                <a:lnTo>
                  <a:pt x="16503" y="5547"/>
                </a:lnTo>
                <a:cubicBezTo>
                  <a:pt x="17622" y="4451"/>
                  <a:pt x="18763" y="3378"/>
                  <a:pt x="19859" y="2283"/>
                </a:cubicBezTo>
                <a:cubicBezTo>
                  <a:pt x="20452" y="1689"/>
                  <a:pt x="21046" y="1096"/>
                  <a:pt x="21639" y="502"/>
                </a:cubicBezTo>
                <a:close/>
                <a:moveTo>
                  <a:pt x="25428" y="502"/>
                </a:moveTo>
                <a:cubicBezTo>
                  <a:pt x="24310" y="1644"/>
                  <a:pt x="23168" y="2762"/>
                  <a:pt x="22027" y="3880"/>
                </a:cubicBezTo>
                <a:cubicBezTo>
                  <a:pt x="21456" y="4428"/>
                  <a:pt x="20886" y="4976"/>
                  <a:pt x="20315" y="5547"/>
                </a:cubicBezTo>
                <a:lnTo>
                  <a:pt x="18512" y="5547"/>
                </a:lnTo>
                <a:cubicBezTo>
                  <a:pt x="19653" y="4360"/>
                  <a:pt x="20794" y="3173"/>
                  <a:pt x="21936" y="1986"/>
                </a:cubicBezTo>
                <a:cubicBezTo>
                  <a:pt x="22415" y="1484"/>
                  <a:pt x="22917" y="1004"/>
                  <a:pt x="23397" y="502"/>
                </a:cubicBezTo>
                <a:close/>
                <a:moveTo>
                  <a:pt x="26889" y="502"/>
                </a:moveTo>
                <a:cubicBezTo>
                  <a:pt x="25519" y="1917"/>
                  <a:pt x="24127" y="3310"/>
                  <a:pt x="22689" y="4679"/>
                </a:cubicBezTo>
                <a:cubicBezTo>
                  <a:pt x="22369" y="4976"/>
                  <a:pt x="22073" y="5250"/>
                  <a:pt x="21776" y="5547"/>
                </a:cubicBezTo>
                <a:lnTo>
                  <a:pt x="20566" y="5547"/>
                </a:lnTo>
                <a:cubicBezTo>
                  <a:pt x="22324" y="3858"/>
                  <a:pt x="24036" y="2191"/>
                  <a:pt x="25748" y="502"/>
                </a:cubicBezTo>
                <a:close/>
                <a:moveTo>
                  <a:pt x="27916" y="502"/>
                </a:moveTo>
                <a:cubicBezTo>
                  <a:pt x="26569" y="1826"/>
                  <a:pt x="25223" y="3127"/>
                  <a:pt x="23899" y="4451"/>
                </a:cubicBezTo>
                <a:cubicBezTo>
                  <a:pt x="23511" y="4816"/>
                  <a:pt x="23145" y="5181"/>
                  <a:pt x="22780" y="5547"/>
                </a:cubicBezTo>
                <a:lnTo>
                  <a:pt x="22004" y="5547"/>
                </a:lnTo>
                <a:cubicBezTo>
                  <a:pt x="22073" y="5455"/>
                  <a:pt x="22141" y="5387"/>
                  <a:pt x="22232" y="5318"/>
                </a:cubicBezTo>
                <a:cubicBezTo>
                  <a:pt x="23899" y="3743"/>
                  <a:pt x="25542" y="2123"/>
                  <a:pt x="27163" y="502"/>
                </a:cubicBezTo>
                <a:close/>
                <a:moveTo>
                  <a:pt x="28966" y="502"/>
                </a:moveTo>
                <a:cubicBezTo>
                  <a:pt x="27300" y="2169"/>
                  <a:pt x="25656" y="3858"/>
                  <a:pt x="24013" y="5547"/>
                </a:cubicBezTo>
                <a:lnTo>
                  <a:pt x="22963" y="5547"/>
                </a:lnTo>
                <a:cubicBezTo>
                  <a:pt x="23123" y="5387"/>
                  <a:pt x="23260" y="5250"/>
                  <a:pt x="23419" y="5113"/>
                </a:cubicBezTo>
                <a:cubicBezTo>
                  <a:pt x="24972" y="3561"/>
                  <a:pt x="26569" y="2032"/>
                  <a:pt x="28144" y="502"/>
                </a:cubicBezTo>
                <a:close/>
                <a:moveTo>
                  <a:pt x="30427" y="502"/>
                </a:moveTo>
                <a:cubicBezTo>
                  <a:pt x="28897" y="2009"/>
                  <a:pt x="27345" y="3515"/>
                  <a:pt x="25862" y="5044"/>
                </a:cubicBezTo>
                <a:cubicBezTo>
                  <a:pt x="25702" y="5204"/>
                  <a:pt x="25542" y="5364"/>
                  <a:pt x="25382" y="5547"/>
                </a:cubicBezTo>
                <a:lnTo>
                  <a:pt x="24789" y="5547"/>
                </a:lnTo>
                <a:cubicBezTo>
                  <a:pt x="26455" y="3858"/>
                  <a:pt x="28099" y="2191"/>
                  <a:pt x="29719" y="502"/>
                </a:cubicBezTo>
                <a:close/>
                <a:moveTo>
                  <a:pt x="31910" y="502"/>
                </a:moveTo>
                <a:cubicBezTo>
                  <a:pt x="30244" y="2191"/>
                  <a:pt x="28578" y="3858"/>
                  <a:pt x="26889" y="5547"/>
                </a:cubicBezTo>
                <a:lnTo>
                  <a:pt x="25611" y="5547"/>
                </a:lnTo>
                <a:cubicBezTo>
                  <a:pt x="25725" y="5410"/>
                  <a:pt x="25862" y="5296"/>
                  <a:pt x="25976" y="5159"/>
                </a:cubicBezTo>
                <a:cubicBezTo>
                  <a:pt x="27505" y="3584"/>
                  <a:pt x="29126" y="2032"/>
                  <a:pt x="30723" y="502"/>
                </a:cubicBezTo>
                <a:close/>
                <a:moveTo>
                  <a:pt x="34056" y="502"/>
                </a:moveTo>
                <a:cubicBezTo>
                  <a:pt x="32298" y="2191"/>
                  <a:pt x="30518" y="3858"/>
                  <a:pt x="28761" y="5547"/>
                </a:cubicBezTo>
                <a:lnTo>
                  <a:pt x="27231" y="5547"/>
                </a:lnTo>
                <a:cubicBezTo>
                  <a:pt x="28943" y="3858"/>
                  <a:pt x="30678" y="2191"/>
                  <a:pt x="32390" y="502"/>
                </a:cubicBezTo>
                <a:close/>
                <a:moveTo>
                  <a:pt x="35517" y="502"/>
                </a:moveTo>
                <a:cubicBezTo>
                  <a:pt x="33805" y="2191"/>
                  <a:pt x="32070" y="3880"/>
                  <a:pt x="30335" y="5547"/>
                </a:cubicBezTo>
                <a:lnTo>
                  <a:pt x="28966" y="5547"/>
                </a:lnTo>
                <a:cubicBezTo>
                  <a:pt x="30723" y="3858"/>
                  <a:pt x="32504" y="2191"/>
                  <a:pt x="34284" y="502"/>
                </a:cubicBezTo>
                <a:close/>
                <a:moveTo>
                  <a:pt x="37662" y="502"/>
                </a:moveTo>
                <a:cubicBezTo>
                  <a:pt x="35973" y="2169"/>
                  <a:pt x="34307" y="3858"/>
                  <a:pt x="32618" y="5547"/>
                </a:cubicBezTo>
                <a:lnTo>
                  <a:pt x="30564" y="5547"/>
                </a:lnTo>
                <a:cubicBezTo>
                  <a:pt x="32321" y="3880"/>
                  <a:pt x="34033" y="2191"/>
                  <a:pt x="35745" y="502"/>
                </a:cubicBezTo>
                <a:close/>
                <a:moveTo>
                  <a:pt x="39032" y="502"/>
                </a:moveTo>
                <a:cubicBezTo>
                  <a:pt x="38963" y="571"/>
                  <a:pt x="38918" y="616"/>
                  <a:pt x="38872" y="685"/>
                </a:cubicBezTo>
                <a:cubicBezTo>
                  <a:pt x="37252" y="2305"/>
                  <a:pt x="35631" y="3926"/>
                  <a:pt x="33988" y="5547"/>
                </a:cubicBezTo>
                <a:lnTo>
                  <a:pt x="32846" y="5547"/>
                </a:lnTo>
                <a:cubicBezTo>
                  <a:pt x="34558" y="3858"/>
                  <a:pt x="36247" y="2169"/>
                  <a:pt x="37959" y="502"/>
                </a:cubicBezTo>
                <a:close/>
                <a:moveTo>
                  <a:pt x="40470" y="502"/>
                </a:moveTo>
                <a:cubicBezTo>
                  <a:pt x="39762" y="1278"/>
                  <a:pt x="39032" y="2032"/>
                  <a:pt x="38302" y="2785"/>
                </a:cubicBezTo>
                <a:cubicBezTo>
                  <a:pt x="37388" y="3698"/>
                  <a:pt x="36475" y="4611"/>
                  <a:pt x="35562" y="5547"/>
                </a:cubicBezTo>
                <a:lnTo>
                  <a:pt x="34284" y="5547"/>
                </a:lnTo>
                <a:cubicBezTo>
                  <a:pt x="35859" y="3972"/>
                  <a:pt x="37434" y="2397"/>
                  <a:pt x="39009" y="822"/>
                </a:cubicBezTo>
                <a:cubicBezTo>
                  <a:pt x="39100" y="708"/>
                  <a:pt x="39215" y="616"/>
                  <a:pt x="39306" y="502"/>
                </a:cubicBezTo>
                <a:close/>
                <a:moveTo>
                  <a:pt x="41543" y="502"/>
                </a:moveTo>
                <a:cubicBezTo>
                  <a:pt x="39831" y="2191"/>
                  <a:pt x="38096" y="3858"/>
                  <a:pt x="36361" y="5547"/>
                </a:cubicBezTo>
                <a:lnTo>
                  <a:pt x="35677" y="5547"/>
                </a:lnTo>
                <a:cubicBezTo>
                  <a:pt x="37320" y="3858"/>
                  <a:pt x="38963" y="2169"/>
                  <a:pt x="40607" y="502"/>
                </a:cubicBezTo>
                <a:close/>
                <a:moveTo>
                  <a:pt x="43620" y="502"/>
                </a:moveTo>
                <a:cubicBezTo>
                  <a:pt x="41931" y="2191"/>
                  <a:pt x="40242" y="3858"/>
                  <a:pt x="38530" y="5547"/>
                </a:cubicBezTo>
                <a:lnTo>
                  <a:pt x="36955" y="5547"/>
                </a:lnTo>
                <a:cubicBezTo>
                  <a:pt x="38621" y="3858"/>
                  <a:pt x="40310" y="2191"/>
                  <a:pt x="41976" y="502"/>
                </a:cubicBezTo>
                <a:close/>
                <a:moveTo>
                  <a:pt x="44944" y="502"/>
                </a:moveTo>
                <a:cubicBezTo>
                  <a:pt x="43300" y="2214"/>
                  <a:pt x="41634" y="3880"/>
                  <a:pt x="39945" y="5547"/>
                </a:cubicBezTo>
                <a:lnTo>
                  <a:pt x="38781" y="5547"/>
                </a:lnTo>
                <a:cubicBezTo>
                  <a:pt x="40493" y="3880"/>
                  <a:pt x="42205" y="2191"/>
                  <a:pt x="43894" y="502"/>
                </a:cubicBezTo>
                <a:close/>
                <a:moveTo>
                  <a:pt x="45834" y="502"/>
                </a:moveTo>
                <a:cubicBezTo>
                  <a:pt x="44738" y="1735"/>
                  <a:pt x="43643" y="2990"/>
                  <a:pt x="42524" y="4200"/>
                </a:cubicBezTo>
                <a:cubicBezTo>
                  <a:pt x="42091" y="4656"/>
                  <a:pt x="41680" y="5090"/>
                  <a:pt x="41246" y="5547"/>
                </a:cubicBezTo>
                <a:lnTo>
                  <a:pt x="40379" y="5547"/>
                </a:lnTo>
                <a:cubicBezTo>
                  <a:pt x="42068" y="3903"/>
                  <a:pt x="43734" y="2214"/>
                  <a:pt x="45332" y="502"/>
                </a:cubicBezTo>
                <a:close/>
                <a:moveTo>
                  <a:pt x="46610" y="502"/>
                </a:moveTo>
                <a:lnTo>
                  <a:pt x="46793" y="731"/>
                </a:lnTo>
                <a:cubicBezTo>
                  <a:pt x="45628" y="2077"/>
                  <a:pt x="44487" y="3447"/>
                  <a:pt x="43277" y="4702"/>
                </a:cubicBezTo>
                <a:cubicBezTo>
                  <a:pt x="43026" y="4976"/>
                  <a:pt x="42752" y="5273"/>
                  <a:pt x="42479" y="5547"/>
                </a:cubicBezTo>
                <a:lnTo>
                  <a:pt x="41406" y="5547"/>
                </a:lnTo>
                <a:cubicBezTo>
                  <a:pt x="42981" y="3880"/>
                  <a:pt x="44533" y="2191"/>
                  <a:pt x="46085" y="502"/>
                </a:cubicBezTo>
                <a:close/>
                <a:moveTo>
                  <a:pt x="46929" y="913"/>
                </a:moveTo>
                <a:lnTo>
                  <a:pt x="47363" y="1484"/>
                </a:lnTo>
                <a:cubicBezTo>
                  <a:pt x="46062" y="2808"/>
                  <a:pt x="44784" y="4177"/>
                  <a:pt x="43483" y="5547"/>
                </a:cubicBezTo>
                <a:lnTo>
                  <a:pt x="42707" y="5547"/>
                </a:lnTo>
                <a:cubicBezTo>
                  <a:pt x="42935" y="5296"/>
                  <a:pt x="43186" y="5067"/>
                  <a:pt x="43414" y="4839"/>
                </a:cubicBezTo>
                <a:cubicBezTo>
                  <a:pt x="44647" y="3584"/>
                  <a:pt x="45765" y="2237"/>
                  <a:pt x="46929" y="913"/>
                </a:cubicBezTo>
                <a:close/>
                <a:moveTo>
                  <a:pt x="47523" y="1644"/>
                </a:moveTo>
                <a:lnTo>
                  <a:pt x="48162" y="2488"/>
                </a:lnTo>
                <a:cubicBezTo>
                  <a:pt x="47272" y="3515"/>
                  <a:pt x="46382" y="4542"/>
                  <a:pt x="45469" y="5547"/>
                </a:cubicBezTo>
                <a:lnTo>
                  <a:pt x="43802" y="5547"/>
                </a:lnTo>
                <a:cubicBezTo>
                  <a:pt x="45035" y="4246"/>
                  <a:pt x="46268" y="2945"/>
                  <a:pt x="47523" y="1644"/>
                </a:cubicBezTo>
                <a:close/>
                <a:moveTo>
                  <a:pt x="48276" y="2625"/>
                </a:moveTo>
                <a:lnTo>
                  <a:pt x="48550" y="2967"/>
                </a:lnTo>
                <a:lnTo>
                  <a:pt x="46610" y="5547"/>
                </a:lnTo>
                <a:lnTo>
                  <a:pt x="45743" y="5547"/>
                </a:lnTo>
                <a:cubicBezTo>
                  <a:pt x="46610" y="4588"/>
                  <a:pt x="47454" y="3607"/>
                  <a:pt x="48276" y="2625"/>
                </a:cubicBezTo>
                <a:close/>
                <a:moveTo>
                  <a:pt x="1" y="0"/>
                </a:moveTo>
                <a:lnTo>
                  <a:pt x="2397" y="3013"/>
                </a:lnTo>
                <a:lnTo>
                  <a:pt x="1" y="6026"/>
                </a:lnTo>
                <a:lnTo>
                  <a:pt x="46861" y="6026"/>
                </a:lnTo>
                <a:lnTo>
                  <a:pt x="49166" y="2967"/>
                </a:lnTo>
                <a:lnTo>
                  <a:pt x="468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0" name="Google Shape;8140;p284"/>
          <p:cNvSpPr txBox="1"/>
          <p:nvPr/>
        </p:nvSpPr>
        <p:spPr>
          <a:xfrm>
            <a:off x="914449" y="3618345"/>
            <a:ext cx="164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Index: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0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8141" name="Google Shape;8141;p284"/>
          <p:cNvSpPr txBox="1"/>
          <p:nvPr/>
        </p:nvSpPr>
        <p:spPr>
          <a:xfrm>
            <a:off x="5905680" y="3618358"/>
            <a:ext cx="164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Index: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4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8142" name="Google Shape;8142;p284"/>
          <p:cNvSpPr txBox="1"/>
          <p:nvPr/>
        </p:nvSpPr>
        <p:spPr>
          <a:xfrm>
            <a:off x="2150448" y="3618346"/>
            <a:ext cx="164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Index: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1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8143" name="Google Shape;8143;p284"/>
          <p:cNvSpPr txBox="1"/>
          <p:nvPr/>
        </p:nvSpPr>
        <p:spPr>
          <a:xfrm>
            <a:off x="3386434" y="3618358"/>
            <a:ext cx="164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Index: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2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8144" name="Google Shape;8144;p284"/>
          <p:cNvSpPr txBox="1"/>
          <p:nvPr/>
        </p:nvSpPr>
        <p:spPr>
          <a:xfrm>
            <a:off x="4616174" y="3618346"/>
            <a:ext cx="164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Index: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3</a:t>
            </a:r>
            <a:endParaRPr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8145" name="Google Shape;8145;p284"/>
          <p:cNvSpPr txBox="1"/>
          <p:nvPr/>
        </p:nvSpPr>
        <p:spPr>
          <a:xfrm>
            <a:off x="3716549" y="2448975"/>
            <a:ext cx="11241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“Bread”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8146" name="Google Shape;8146;p284"/>
          <p:cNvSpPr txBox="1"/>
          <p:nvPr/>
        </p:nvSpPr>
        <p:spPr>
          <a:xfrm>
            <a:off x="1208327" y="2412368"/>
            <a:ext cx="11658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“Eggs”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8147" name="Google Shape;8147;p284"/>
          <p:cNvSpPr txBox="1"/>
          <p:nvPr/>
        </p:nvSpPr>
        <p:spPr>
          <a:xfrm>
            <a:off x="2426084" y="2412382"/>
            <a:ext cx="11658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“Milk”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8148" name="Google Shape;8148;p284"/>
          <p:cNvSpPr txBox="1"/>
          <p:nvPr/>
        </p:nvSpPr>
        <p:spPr>
          <a:xfrm>
            <a:off x="4767925" y="2430675"/>
            <a:ext cx="13968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“Chicken”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8149" name="Google Shape;8149;p284"/>
          <p:cNvSpPr txBox="1"/>
          <p:nvPr/>
        </p:nvSpPr>
        <p:spPr>
          <a:xfrm>
            <a:off x="6112347" y="2430670"/>
            <a:ext cx="11658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“Water”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grpSp>
        <p:nvGrpSpPr>
          <p:cNvPr id="8150" name="Google Shape;8150;p284"/>
          <p:cNvGrpSpPr/>
          <p:nvPr/>
        </p:nvGrpSpPr>
        <p:grpSpPr>
          <a:xfrm rot="-4355879">
            <a:off x="7370609" y="3851189"/>
            <a:ext cx="1030978" cy="397998"/>
            <a:chOff x="-623075" y="2736900"/>
            <a:chExt cx="720250" cy="273275"/>
          </a:xfrm>
        </p:grpSpPr>
        <p:sp>
          <p:nvSpPr>
            <p:cNvPr id="8151" name="Google Shape;8151;p284"/>
            <p:cNvSpPr/>
            <p:nvPr/>
          </p:nvSpPr>
          <p:spPr>
            <a:xfrm>
              <a:off x="-623075" y="2736900"/>
              <a:ext cx="634575" cy="248050"/>
            </a:xfrm>
            <a:custGeom>
              <a:avLst/>
              <a:gdLst/>
              <a:ahLst/>
              <a:cxnLst/>
              <a:rect l="l" t="t" r="r" b="b"/>
              <a:pathLst>
                <a:path w="25383" h="9922" extrusionOk="0">
                  <a:moveTo>
                    <a:pt x="15637" y="2440"/>
                  </a:moveTo>
                  <a:lnTo>
                    <a:pt x="15637" y="2440"/>
                  </a:lnTo>
                  <a:cubicBezTo>
                    <a:pt x="16104" y="2907"/>
                    <a:pt x="16346" y="3595"/>
                    <a:pt x="16197" y="4444"/>
                  </a:cubicBezTo>
                  <a:cubicBezTo>
                    <a:pt x="16180" y="4536"/>
                    <a:pt x="16162" y="4625"/>
                    <a:pt x="16137" y="4714"/>
                  </a:cubicBezTo>
                  <a:cubicBezTo>
                    <a:pt x="16282" y="4326"/>
                    <a:pt x="16333" y="3905"/>
                    <a:pt x="16279" y="3463"/>
                  </a:cubicBezTo>
                  <a:cubicBezTo>
                    <a:pt x="16218" y="2985"/>
                    <a:pt x="15976" y="2650"/>
                    <a:pt x="15637" y="2440"/>
                  </a:cubicBezTo>
                  <a:close/>
                  <a:moveTo>
                    <a:pt x="14164" y="1"/>
                  </a:moveTo>
                  <a:cubicBezTo>
                    <a:pt x="12311" y="1"/>
                    <a:pt x="10317" y="906"/>
                    <a:pt x="9315" y="2318"/>
                  </a:cubicBezTo>
                  <a:cubicBezTo>
                    <a:pt x="8299" y="3755"/>
                    <a:pt x="8163" y="5753"/>
                    <a:pt x="9130" y="7242"/>
                  </a:cubicBezTo>
                  <a:cubicBezTo>
                    <a:pt x="9197" y="7346"/>
                    <a:pt x="9265" y="7446"/>
                    <a:pt x="9340" y="7539"/>
                  </a:cubicBezTo>
                  <a:cubicBezTo>
                    <a:pt x="6662" y="7321"/>
                    <a:pt x="4006" y="6323"/>
                    <a:pt x="2169" y="4376"/>
                  </a:cubicBezTo>
                  <a:cubicBezTo>
                    <a:pt x="1984" y="4180"/>
                    <a:pt x="1748" y="4097"/>
                    <a:pt x="1510" y="4097"/>
                  </a:cubicBezTo>
                  <a:cubicBezTo>
                    <a:pt x="768" y="4097"/>
                    <a:pt x="1" y="4889"/>
                    <a:pt x="643" y="5567"/>
                  </a:cubicBezTo>
                  <a:cubicBezTo>
                    <a:pt x="679" y="5606"/>
                    <a:pt x="715" y="5646"/>
                    <a:pt x="750" y="5681"/>
                  </a:cubicBezTo>
                  <a:cubicBezTo>
                    <a:pt x="818" y="5207"/>
                    <a:pt x="1460" y="4736"/>
                    <a:pt x="1980" y="4736"/>
                  </a:cubicBezTo>
                  <a:cubicBezTo>
                    <a:pt x="2152" y="4736"/>
                    <a:pt x="2305" y="4786"/>
                    <a:pt x="2426" y="4900"/>
                  </a:cubicBezTo>
                  <a:cubicBezTo>
                    <a:pt x="4462" y="6847"/>
                    <a:pt x="7072" y="7924"/>
                    <a:pt x="9735" y="7924"/>
                  </a:cubicBezTo>
                  <a:cubicBezTo>
                    <a:pt x="10952" y="7924"/>
                    <a:pt x="12182" y="7699"/>
                    <a:pt x="13373" y="7229"/>
                  </a:cubicBezTo>
                  <a:lnTo>
                    <a:pt x="13373" y="7229"/>
                  </a:lnTo>
                  <a:cubicBezTo>
                    <a:pt x="13091" y="7314"/>
                    <a:pt x="12806" y="7382"/>
                    <a:pt x="12517" y="7432"/>
                  </a:cubicBezTo>
                  <a:cubicBezTo>
                    <a:pt x="12471" y="7439"/>
                    <a:pt x="12428" y="7446"/>
                    <a:pt x="12378" y="7453"/>
                  </a:cubicBezTo>
                  <a:cubicBezTo>
                    <a:pt x="12321" y="7464"/>
                    <a:pt x="12264" y="7471"/>
                    <a:pt x="12204" y="7478"/>
                  </a:cubicBezTo>
                  <a:cubicBezTo>
                    <a:pt x="12200" y="7478"/>
                    <a:pt x="12196" y="7474"/>
                    <a:pt x="12189" y="7471"/>
                  </a:cubicBezTo>
                  <a:cubicBezTo>
                    <a:pt x="12150" y="7474"/>
                    <a:pt x="12115" y="7474"/>
                    <a:pt x="12075" y="7474"/>
                  </a:cubicBezTo>
                  <a:cubicBezTo>
                    <a:pt x="11815" y="7474"/>
                    <a:pt x="11562" y="7428"/>
                    <a:pt x="11401" y="7321"/>
                  </a:cubicBezTo>
                  <a:cubicBezTo>
                    <a:pt x="10068" y="6437"/>
                    <a:pt x="8716" y="5068"/>
                    <a:pt x="9793" y="3427"/>
                  </a:cubicBezTo>
                  <a:cubicBezTo>
                    <a:pt x="10563" y="2251"/>
                    <a:pt x="12136" y="1138"/>
                    <a:pt x="13551" y="1006"/>
                  </a:cubicBezTo>
                  <a:cubicBezTo>
                    <a:pt x="13797" y="982"/>
                    <a:pt x="14068" y="967"/>
                    <a:pt x="14350" y="967"/>
                  </a:cubicBezTo>
                  <a:cubicBezTo>
                    <a:pt x="15676" y="967"/>
                    <a:pt x="17274" y="1278"/>
                    <a:pt x="17916" y="2397"/>
                  </a:cubicBezTo>
                  <a:cubicBezTo>
                    <a:pt x="17987" y="2525"/>
                    <a:pt x="18051" y="2654"/>
                    <a:pt x="18101" y="2786"/>
                  </a:cubicBezTo>
                  <a:cubicBezTo>
                    <a:pt x="18084" y="2715"/>
                    <a:pt x="18058" y="2643"/>
                    <a:pt x="18037" y="2568"/>
                  </a:cubicBezTo>
                  <a:cubicBezTo>
                    <a:pt x="17434" y="756"/>
                    <a:pt x="15859" y="1"/>
                    <a:pt x="14164" y="1"/>
                  </a:cubicBezTo>
                  <a:close/>
                  <a:moveTo>
                    <a:pt x="18265" y="4390"/>
                  </a:moveTo>
                  <a:cubicBezTo>
                    <a:pt x="18122" y="5257"/>
                    <a:pt x="17630" y="6077"/>
                    <a:pt x="16942" y="6658"/>
                  </a:cubicBezTo>
                  <a:cubicBezTo>
                    <a:pt x="16803" y="6776"/>
                    <a:pt x="16582" y="6826"/>
                    <a:pt x="16340" y="6826"/>
                  </a:cubicBezTo>
                  <a:cubicBezTo>
                    <a:pt x="15833" y="6826"/>
                    <a:pt x="15242" y="6605"/>
                    <a:pt x="15127" y="6309"/>
                  </a:cubicBezTo>
                  <a:cubicBezTo>
                    <a:pt x="14956" y="6459"/>
                    <a:pt x="14767" y="6590"/>
                    <a:pt x="14571" y="6708"/>
                  </a:cubicBezTo>
                  <a:cubicBezTo>
                    <a:pt x="14660" y="6686"/>
                    <a:pt x="14742" y="6676"/>
                    <a:pt x="14821" y="6676"/>
                  </a:cubicBezTo>
                  <a:cubicBezTo>
                    <a:pt x="15551" y="6676"/>
                    <a:pt x="15844" y="7550"/>
                    <a:pt x="14945" y="8009"/>
                  </a:cubicBezTo>
                  <a:cubicBezTo>
                    <a:pt x="14906" y="8027"/>
                    <a:pt x="14870" y="8049"/>
                    <a:pt x="14832" y="8067"/>
                  </a:cubicBezTo>
                  <a:cubicBezTo>
                    <a:pt x="15723" y="8345"/>
                    <a:pt x="16560" y="8523"/>
                    <a:pt x="17424" y="8523"/>
                  </a:cubicBezTo>
                  <a:cubicBezTo>
                    <a:pt x="18073" y="8523"/>
                    <a:pt x="18732" y="8423"/>
                    <a:pt x="19442" y="8184"/>
                  </a:cubicBezTo>
                  <a:cubicBezTo>
                    <a:pt x="20943" y="7678"/>
                    <a:pt x="22287" y="6765"/>
                    <a:pt x="23603" y="5902"/>
                  </a:cubicBezTo>
                  <a:cubicBezTo>
                    <a:pt x="23810" y="5766"/>
                    <a:pt x="24006" y="5710"/>
                    <a:pt x="24177" y="5710"/>
                  </a:cubicBezTo>
                  <a:cubicBezTo>
                    <a:pt x="24434" y="5710"/>
                    <a:pt x="24641" y="5835"/>
                    <a:pt x="24762" y="6020"/>
                  </a:cubicBezTo>
                  <a:cubicBezTo>
                    <a:pt x="24922" y="5688"/>
                    <a:pt x="25086" y="5356"/>
                    <a:pt x="25251" y="5025"/>
                  </a:cubicBezTo>
                  <a:cubicBezTo>
                    <a:pt x="25254" y="5007"/>
                    <a:pt x="25261" y="4993"/>
                    <a:pt x="25272" y="4979"/>
                  </a:cubicBezTo>
                  <a:cubicBezTo>
                    <a:pt x="25272" y="4975"/>
                    <a:pt x="25276" y="4975"/>
                    <a:pt x="25276" y="4971"/>
                  </a:cubicBezTo>
                  <a:cubicBezTo>
                    <a:pt x="25297" y="4932"/>
                    <a:pt x="25315" y="4893"/>
                    <a:pt x="25336" y="4854"/>
                  </a:cubicBezTo>
                  <a:cubicBezTo>
                    <a:pt x="25343" y="4836"/>
                    <a:pt x="25358" y="4821"/>
                    <a:pt x="25379" y="4811"/>
                  </a:cubicBezTo>
                  <a:cubicBezTo>
                    <a:pt x="25383" y="4808"/>
                    <a:pt x="25383" y="4808"/>
                    <a:pt x="25383" y="4803"/>
                  </a:cubicBezTo>
                  <a:cubicBezTo>
                    <a:pt x="25264" y="4747"/>
                    <a:pt x="25144" y="4690"/>
                    <a:pt x="25026" y="4632"/>
                  </a:cubicBezTo>
                  <a:cubicBezTo>
                    <a:pt x="22576" y="6879"/>
                    <a:pt x="19410" y="8216"/>
                    <a:pt x="16068" y="8216"/>
                  </a:cubicBezTo>
                  <a:cubicBezTo>
                    <a:pt x="15918" y="8216"/>
                    <a:pt x="15765" y="8216"/>
                    <a:pt x="15612" y="8210"/>
                  </a:cubicBezTo>
                  <a:cubicBezTo>
                    <a:pt x="15523" y="8205"/>
                    <a:pt x="15434" y="8202"/>
                    <a:pt x="15345" y="8198"/>
                  </a:cubicBezTo>
                  <a:cubicBezTo>
                    <a:pt x="16881" y="7364"/>
                    <a:pt x="18105" y="6070"/>
                    <a:pt x="18265" y="4390"/>
                  </a:cubicBezTo>
                  <a:close/>
                  <a:moveTo>
                    <a:pt x="24644" y="7000"/>
                  </a:moveTo>
                  <a:cubicBezTo>
                    <a:pt x="24576" y="7079"/>
                    <a:pt x="24491" y="7153"/>
                    <a:pt x="24384" y="7221"/>
                  </a:cubicBezTo>
                  <a:cubicBezTo>
                    <a:pt x="23578" y="7749"/>
                    <a:pt x="22761" y="8277"/>
                    <a:pt x="21913" y="8737"/>
                  </a:cubicBezTo>
                  <a:cubicBezTo>
                    <a:pt x="22919" y="8309"/>
                    <a:pt x="23882" y="7774"/>
                    <a:pt x="24772" y="7143"/>
                  </a:cubicBezTo>
                  <a:cubicBezTo>
                    <a:pt x="24726" y="7097"/>
                    <a:pt x="24683" y="7046"/>
                    <a:pt x="24644" y="7000"/>
                  </a:cubicBezTo>
                  <a:close/>
                  <a:moveTo>
                    <a:pt x="12696" y="8916"/>
                  </a:moveTo>
                  <a:cubicBezTo>
                    <a:pt x="12125" y="9087"/>
                    <a:pt x="11547" y="9215"/>
                    <a:pt x="10970" y="9304"/>
                  </a:cubicBezTo>
                  <a:cubicBezTo>
                    <a:pt x="11219" y="9296"/>
                    <a:pt x="11468" y="9283"/>
                    <a:pt x="11718" y="9265"/>
                  </a:cubicBezTo>
                  <a:cubicBezTo>
                    <a:pt x="11733" y="9265"/>
                    <a:pt x="11747" y="9261"/>
                    <a:pt x="11761" y="9261"/>
                  </a:cubicBezTo>
                  <a:cubicBezTo>
                    <a:pt x="12346" y="9489"/>
                    <a:pt x="12963" y="9650"/>
                    <a:pt x="13565" y="9760"/>
                  </a:cubicBezTo>
                  <a:cubicBezTo>
                    <a:pt x="13976" y="9831"/>
                    <a:pt x="14389" y="9885"/>
                    <a:pt x="14799" y="9921"/>
                  </a:cubicBezTo>
                  <a:cubicBezTo>
                    <a:pt x="14250" y="9782"/>
                    <a:pt x="13693" y="9607"/>
                    <a:pt x="13116" y="9403"/>
                  </a:cubicBezTo>
                  <a:cubicBezTo>
                    <a:pt x="12821" y="9304"/>
                    <a:pt x="12696" y="9122"/>
                    <a:pt x="12696" y="8916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52" name="Google Shape;8152;p284"/>
            <p:cNvSpPr/>
            <p:nvPr/>
          </p:nvSpPr>
          <p:spPr>
            <a:xfrm>
              <a:off x="-134200" y="2744850"/>
              <a:ext cx="231375" cy="265325"/>
            </a:xfrm>
            <a:custGeom>
              <a:avLst/>
              <a:gdLst/>
              <a:ahLst/>
              <a:cxnLst/>
              <a:rect l="l" t="t" r="r" b="b"/>
              <a:pathLst>
                <a:path w="9255" h="10613" extrusionOk="0">
                  <a:moveTo>
                    <a:pt x="1556" y="0"/>
                  </a:moveTo>
                  <a:cubicBezTo>
                    <a:pt x="800" y="0"/>
                    <a:pt x="1" y="824"/>
                    <a:pt x="732" y="1366"/>
                  </a:cubicBezTo>
                  <a:cubicBezTo>
                    <a:pt x="928" y="1073"/>
                    <a:pt x="1812" y="521"/>
                    <a:pt x="2240" y="521"/>
                  </a:cubicBezTo>
                  <a:cubicBezTo>
                    <a:pt x="2304" y="521"/>
                    <a:pt x="2358" y="535"/>
                    <a:pt x="2401" y="560"/>
                  </a:cubicBezTo>
                  <a:cubicBezTo>
                    <a:pt x="4187" y="1801"/>
                    <a:pt x="6070" y="2874"/>
                    <a:pt x="8049" y="3784"/>
                  </a:cubicBezTo>
                  <a:cubicBezTo>
                    <a:pt x="8099" y="3805"/>
                    <a:pt x="8042" y="3898"/>
                    <a:pt x="7917" y="4015"/>
                  </a:cubicBezTo>
                  <a:cubicBezTo>
                    <a:pt x="7985" y="4097"/>
                    <a:pt x="8028" y="4207"/>
                    <a:pt x="7967" y="4304"/>
                  </a:cubicBezTo>
                  <a:cubicBezTo>
                    <a:pt x="7864" y="4464"/>
                    <a:pt x="7760" y="4622"/>
                    <a:pt x="7660" y="4782"/>
                  </a:cubicBezTo>
                  <a:cubicBezTo>
                    <a:pt x="7557" y="4939"/>
                    <a:pt x="7414" y="5025"/>
                    <a:pt x="7250" y="5092"/>
                  </a:cubicBezTo>
                  <a:cubicBezTo>
                    <a:pt x="7218" y="5135"/>
                    <a:pt x="7179" y="5178"/>
                    <a:pt x="7140" y="5221"/>
                  </a:cubicBezTo>
                  <a:cubicBezTo>
                    <a:pt x="7322" y="5420"/>
                    <a:pt x="7429" y="5624"/>
                    <a:pt x="7357" y="5766"/>
                  </a:cubicBezTo>
                  <a:cubicBezTo>
                    <a:pt x="7079" y="6330"/>
                    <a:pt x="6801" y="6893"/>
                    <a:pt x="6522" y="7456"/>
                  </a:cubicBezTo>
                  <a:cubicBezTo>
                    <a:pt x="6505" y="7495"/>
                    <a:pt x="6462" y="7513"/>
                    <a:pt x="6402" y="7513"/>
                  </a:cubicBezTo>
                  <a:cubicBezTo>
                    <a:pt x="6184" y="7513"/>
                    <a:pt x="5739" y="7274"/>
                    <a:pt x="5396" y="6985"/>
                  </a:cubicBezTo>
                  <a:cubicBezTo>
                    <a:pt x="5097" y="7902"/>
                    <a:pt x="4886" y="8850"/>
                    <a:pt x="4768" y="9831"/>
                  </a:cubicBezTo>
                  <a:cubicBezTo>
                    <a:pt x="4707" y="10362"/>
                    <a:pt x="5164" y="10612"/>
                    <a:pt x="5653" y="10612"/>
                  </a:cubicBezTo>
                  <a:cubicBezTo>
                    <a:pt x="6152" y="10612"/>
                    <a:pt x="6683" y="10355"/>
                    <a:pt x="6740" y="9874"/>
                  </a:cubicBezTo>
                  <a:cubicBezTo>
                    <a:pt x="7001" y="7678"/>
                    <a:pt x="7742" y="5691"/>
                    <a:pt x="8973" y="3855"/>
                  </a:cubicBezTo>
                  <a:cubicBezTo>
                    <a:pt x="9254" y="3430"/>
                    <a:pt x="8805" y="3006"/>
                    <a:pt x="8430" y="2907"/>
                  </a:cubicBezTo>
                  <a:cubicBezTo>
                    <a:pt x="6155" y="2282"/>
                    <a:pt x="4034" y="1348"/>
                    <a:pt x="2019" y="125"/>
                  </a:cubicBezTo>
                  <a:cubicBezTo>
                    <a:pt x="1876" y="35"/>
                    <a:pt x="1720" y="0"/>
                    <a:pt x="1556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53" name="Google Shape;8153;p284"/>
            <p:cNvSpPr/>
            <p:nvPr/>
          </p:nvSpPr>
          <p:spPr>
            <a:xfrm>
              <a:off x="42575" y="2872150"/>
              <a:ext cx="4475" cy="3225"/>
            </a:xfrm>
            <a:custGeom>
              <a:avLst/>
              <a:gdLst/>
              <a:ahLst/>
              <a:cxnLst/>
              <a:rect l="l" t="t" r="r" b="b"/>
              <a:pathLst>
                <a:path w="179" h="129" extrusionOk="0">
                  <a:moveTo>
                    <a:pt x="179" y="0"/>
                  </a:moveTo>
                  <a:lnTo>
                    <a:pt x="179" y="0"/>
                  </a:lnTo>
                  <a:cubicBezTo>
                    <a:pt x="169" y="4"/>
                    <a:pt x="158" y="7"/>
                    <a:pt x="151" y="11"/>
                  </a:cubicBezTo>
                  <a:cubicBezTo>
                    <a:pt x="101" y="32"/>
                    <a:pt x="51" y="46"/>
                    <a:pt x="1" y="61"/>
                  </a:cubicBezTo>
                  <a:lnTo>
                    <a:pt x="69" y="129"/>
                  </a:lnTo>
                  <a:cubicBezTo>
                    <a:pt x="108" y="86"/>
                    <a:pt x="147" y="43"/>
                    <a:pt x="179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54" name="Google Shape;8154;p284"/>
            <p:cNvSpPr/>
            <p:nvPr/>
          </p:nvSpPr>
          <p:spPr>
            <a:xfrm>
              <a:off x="-604975" y="2878900"/>
              <a:ext cx="346175" cy="94175"/>
            </a:xfrm>
            <a:custGeom>
              <a:avLst/>
              <a:gdLst/>
              <a:ahLst/>
              <a:cxnLst/>
              <a:rect l="l" t="t" r="r" b="b"/>
              <a:pathLst>
                <a:path w="13847" h="3767" extrusionOk="0">
                  <a:moveTo>
                    <a:pt x="13847" y="1028"/>
                  </a:moveTo>
                  <a:lnTo>
                    <a:pt x="13847" y="1028"/>
                  </a:lnTo>
                  <a:cubicBezTo>
                    <a:pt x="13751" y="1049"/>
                    <a:pt x="13651" y="1088"/>
                    <a:pt x="13544" y="1142"/>
                  </a:cubicBezTo>
                  <a:cubicBezTo>
                    <a:pt x="13248" y="1295"/>
                    <a:pt x="12948" y="1427"/>
                    <a:pt x="12649" y="1549"/>
                  </a:cubicBezTo>
                  <a:cubicBezTo>
                    <a:pt x="13070" y="1420"/>
                    <a:pt x="13480" y="1249"/>
                    <a:pt x="13847" y="1028"/>
                  </a:cubicBezTo>
                  <a:close/>
                  <a:moveTo>
                    <a:pt x="26" y="1"/>
                  </a:moveTo>
                  <a:lnTo>
                    <a:pt x="26" y="1"/>
                  </a:lnTo>
                  <a:cubicBezTo>
                    <a:pt x="1" y="172"/>
                    <a:pt x="51" y="340"/>
                    <a:pt x="208" y="489"/>
                  </a:cubicBezTo>
                  <a:cubicBezTo>
                    <a:pt x="2504" y="2686"/>
                    <a:pt x="5407" y="3766"/>
                    <a:pt x="8370" y="3766"/>
                  </a:cubicBezTo>
                  <a:cubicBezTo>
                    <a:pt x="8994" y="3766"/>
                    <a:pt x="9622" y="3720"/>
                    <a:pt x="10246" y="3624"/>
                  </a:cubicBezTo>
                  <a:lnTo>
                    <a:pt x="10246" y="3624"/>
                  </a:lnTo>
                  <a:cubicBezTo>
                    <a:pt x="10068" y="3627"/>
                    <a:pt x="9889" y="3631"/>
                    <a:pt x="9711" y="3631"/>
                  </a:cubicBezTo>
                  <a:cubicBezTo>
                    <a:pt x="6177" y="3631"/>
                    <a:pt x="2519" y="2561"/>
                    <a:pt x="26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55" name="Google Shape;8155;p284"/>
            <p:cNvSpPr/>
            <p:nvPr/>
          </p:nvSpPr>
          <p:spPr>
            <a:xfrm>
              <a:off x="-604350" y="2855275"/>
              <a:ext cx="377400" cy="114400"/>
            </a:xfrm>
            <a:custGeom>
              <a:avLst/>
              <a:gdLst/>
              <a:ahLst/>
              <a:cxnLst/>
              <a:rect l="l" t="t" r="r" b="b"/>
              <a:pathLst>
                <a:path w="15096" h="4576" extrusionOk="0">
                  <a:moveTo>
                    <a:pt x="1231" y="1"/>
                  </a:moveTo>
                  <a:cubicBezTo>
                    <a:pt x="711" y="1"/>
                    <a:pt x="69" y="472"/>
                    <a:pt x="1" y="946"/>
                  </a:cubicBezTo>
                  <a:cubicBezTo>
                    <a:pt x="2494" y="3506"/>
                    <a:pt x="6152" y="4576"/>
                    <a:pt x="9686" y="4576"/>
                  </a:cubicBezTo>
                  <a:cubicBezTo>
                    <a:pt x="9864" y="4576"/>
                    <a:pt x="10043" y="4572"/>
                    <a:pt x="10221" y="4569"/>
                  </a:cubicBezTo>
                  <a:cubicBezTo>
                    <a:pt x="10798" y="4480"/>
                    <a:pt x="11376" y="4352"/>
                    <a:pt x="11947" y="4181"/>
                  </a:cubicBezTo>
                  <a:cubicBezTo>
                    <a:pt x="11935" y="3695"/>
                    <a:pt x="12588" y="3082"/>
                    <a:pt x="13194" y="3082"/>
                  </a:cubicBezTo>
                  <a:cubicBezTo>
                    <a:pt x="13283" y="3082"/>
                    <a:pt x="13372" y="3096"/>
                    <a:pt x="13458" y="3124"/>
                  </a:cubicBezTo>
                  <a:cubicBezTo>
                    <a:pt x="13668" y="3196"/>
                    <a:pt x="13879" y="3267"/>
                    <a:pt x="14083" y="3332"/>
                  </a:cubicBezTo>
                  <a:cubicBezTo>
                    <a:pt x="14121" y="3314"/>
                    <a:pt x="14157" y="3292"/>
                    <a:pt x="14196" y="3274"/>
                  </a:cubicBezTo>
                  <a:cubicBezTo>
                    <a:pt x="15095" y="2815"/>
                    <a:pt x="14802" y="1941"/>
                    <a:pt x="14072" y="1941"/>
                  </a:cubicBezTo>
                  <a:cubicBezTo>
                    <a:pt x="13993" y="1941"/>
                    <a:pt x="13911" y="1951"/>
                    <a:pt x="13822" y="1973"/>
                  </a:cubicBezTo>
                  <a:cubicBezTo>
                    <a:pt x="13455" y="2194"/>
                    <a:pt x="13045" y="2365"/>
                    <a:pt x="12624" y="2494"/>
                  </a:cubicBezTo>
                  <a:cubicBezTo>
                    <a:pt x="11433" y="2964"/>
                    <a:pt x="10203" y="3189"/>
                    <a:pt x="8986" y="3189"/>
                  </a:cubicBezTo>
                  <a:cubicBezTo>
                    <a:pt x="6323" y="3189"/>
                    <a:pt x="3713" y="2112"/>
                    <a:pt x="1677" y="165"/>
                  </a:cubicBezTo>
                  <a:cubicBezTo>
                    <a:pt x="1556" y="51"/>
                    <a:pt x="1403" y="1"/>
                    <a:pt x="123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56" name="Google Shape;8156;p284"/>
            <p:cNvSpPr/>
            <p:nvPr/>
          </p:nvSpPr>
          <p:spPr>
            <a:xfrm>
              <a:off x="-382175" y="2780400"/>
              <a:ext cx="217875" cy="143275"/>
            </a:xfrm>
            <a:custGeom>
              <a:avLst/>
              <a:gdLst/>
              <a:ahLst/>
              <a:cxnLst/>
              <a:rect l="l" t="t" r="r" b="b"/>
              <a:pathLst>
                <a:path w="8715" h="5731" extrusionOk="0">
                  <a:moveTo>
                    <a:pt x="8465" y="1046"/>
                  </a:moveTo>
                  <a:lnTo>
                    <a:pt x="8465" y="1046"/>
                  </a:lnTo>
                  <a:cubicBezTo>
                    <a:pt x="8629" y="1613"/>
                    <a:pt x="8675" y="2148"/>
                    <a:pt x="8629" y="2650"/>
                  </a:cubicBezTo>
                  <a:cubicBezTo>
                    <a:pt x="8715" y="2119"/>
                    <a:pt x="8672" y="1570"/>
                    <a:pt x="8465" y="1046"/>
                  </a:cubicBezTo>
                  <a:close/>
                  <a:moveTo>
                    <a:pt x="6501" y="2974"/>
                  </a:moveTo>
                  <a:cubicBezTo>
                    <a:pt x="6333" y="3424"/>
                    <a:pt x="6040" y="3827"/>
                    <a:pt x="5648" y="4155"/>
                  </a:cubicBezTo>
                  <a:cubicBezTo>
                    <a:pt x="5477" y="4301"/>
                    <a:pt x="5441" y="4440"/>
                    <a:pt x="5491" y="4569"/>
                  </a:cubicBezTo>
                  <a:cubicBezTo>
                    <a:pt x="5966" y="4162"/>
                    <a:pt x="6325" y="3638"/>
                    <a:pt x="6501" y="2974"/>
                  </a:cubicBezTo>
                  <a:close/>
                  <a:moveTo>
                    <a:pt x="4172" y="1"/>
                  </a:moveTo>
                  <a:cubicBezTo>
                    <a:pt x="3908" y="1"/>
                    <a:pt x="3634" y="33"/>
                    <a:pt x="3359" y="104"/>
                  </a:cubicBezTo>
                  <a:cubicBezTo>
                    <a:pt x="1391" y="607"/>
                    <a:pt x="0" y="2932"/>
                    <a:pt x="1348" y="4732"/>
                  </a:cubicBezTo>
                  <a:cubicBezTo>
                    <a:pt x="1672" y="5160"/>
                    <a:pt x="2086" y="5485"/>
                    <a:pt x="2553" y="5731"/>
                  </a:cubicBezTo>
                  <a:cubicBezTo>
                    <a:pt x="2617" y="5728"/>
                    <a:pt x="2681" y="5724"/>
                    <a:pt x="2742" y="5713"/>
                  </a:cubicBezTo>
                  <a:cubicBezTo>
                    <a:pt x="2788" y="5706"/>
                    <a:pt x="2835" y="5699"/>
                    <a:pt x="2881" y="5692"/>
                  </a:cubicBezTo>
                  <a:cubicBezTo>
                    <a:pt x="3427" y="5581"/>
                    <a:pt x="3815" y="5282"/>
                    <a:pt x="3256" y="4908"/>
                  </a:cubicBezTo>
                  <a:cubicBezTo>
                    <a:pt x="2449" y="4373"/>
                    <a:pt x="1391" y="3616"/>
                    <a:pt x="1862" y="2497"/>
                  </a:cubicBezTo>
                  <a:cubicBezTo>
                    <a:pt x="2153" y="1798"/>
                    <a:pt x="3163" y="1003"/>
                    <a:pt x="3822" y="675"/>
                  </a:cubicBezTo>
                  <a:cubicBezTo>
                    <a:pt x="4161" y="511"/>
                    <a:pt x="4554" y="422"/>
                    <a:pt x="4939" y="422"/>
                  </a:cubicBezTo>
                  <a:cubicBezTo>
                    <a:pt x="5324" y="422"/>
                    <a:pt x="5698" y="511"/>
                    <a:pt x="6001" y="700"/>
                  </a:cubicBezTo>
                  <a:cubicBezTo>
                    <a:pt x="5552" y="247"/>
                    <a:pt x="4892" y="1"/>
                    <a:pt x="4172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57" name="Google Shape;8157;p284"/>
            <p:cNvSpPr/>
            <p:nvPr/>
          </p:nvSpPr>
          <p:spPr>
            <a:xfrm>
              <a:off x="-405175" y="2761075"/>
              <a:ext cx="239900" cy="162700"/>
            </a:xfrm>
            <a:custGeom>
              <a:avLst/>
              <a:gdLst/>
              <a:ahLst/>
              <a:cxnLst/>
              <a:rect l="l" t="t" r="r" b="b"/>
              <a:pathLst>
                <a:path w="9596" h="6508" extrusionOk="0">
                  <a:moveTo>
                    <a:pt x="3801" y="6465"/>
                  </a:moveTo>
                  <a:cubicBezTo>
                    <a:pt x="3754" y="6472"/>
                    <a:pt x="3708" y="6479"/>
                    <a:pt x="3662" y="6486"/>
                  </a:cubicBezTo>
                  <a:cubicBezTo>
                    <a:pt x="3712" y="6479"/>
                    <a:pt x="3754" y="6472"/>
                    <a:pt x="3801" y="6465"/>
                  </a:cubicBezTo>
                  <a:close/>
                  <a:moveTo>
                    <a:pt x="5634" y="0"/>
                  </a:moveTo>
                  <a:cubicBezTo>
                    <a:pt x="5352" y="0"/>
                    <a:pt x="5081" y="15"/>
                    <a:pt x="4835" y="39"/>
                  </a:cubicBezTo>
                  <a:cubicBezTo>
                    <a:pt x="3420" y="171"/>
                    <a:pt x="1847" y="1284"/>
                    <a:pt x="1077" y="2460"/>
                  </a:cubicBezTo>
                  <a:cubicBezTo>
                    <a:pt x="0" y="4101"/>
                    <a:pt x="1352" y="5470"/>
                    <a:pt x="2685" y="6354"/>
                  </a:cubicBezTo>
                  <a:cubicBezTo>
                    <a:pt x="2846" y="6461"/>
                    <a:pt x="3099" y="6507"/>
                    <a:pt x="3359" y="6507"/>
                  </a:cubicBezTo>
                  <a:cubicBezTo>
                    <a:pt x="3399" y="6507"/>
                    <a:pt x="3434" y="6507"/>
                    <a:pt x="3473" y="6504"/>
                  </a:cubicBezTo>
                  <a:cubicBezTo>
                    <a:pt x="3006" y="6258"/>
                    <a:pt x="2592" y="5933"/>
                    <a:pt x="2268" y="5505"/>
                  </a:cubicBezTo>
                  <a:cubicBezTo>
                    <a:pt x="920" y="3705"/>
                    <a:pt x="2311" y="1380"/>
                    <a:pt x="4279" y="877"/>
                  </a:cubicBezTo>
                  <a:cubicBezTo>
                    <a:pt x="4554" y="806"/>
                    <a:pt x="4828" y="774"/>
                    <a:pt x="5092" y="774"/>
                  </a:cubicBezTo>
                  <a:cubicBezTo>
                    <a:pt x="5812" y="774"/>
                    <a:pt x="6472" y="1020"/>
                    <a:pt x="6921" y="1473"/>
                  </a:cubicBezTo>
                  <a:cubicBezTo>
                    <a:pt x="7260" y="1683"/>
                    <a:pt x="7502" y="2018"/>
                    <a:pt x="7563" y="2496"/>
                  </a:cubicBezTo>
                  <a:cubicBezTo>
                    <a:pt x="7617" y="2938"/>
                    <a:pt x="7566" y="3359"/>
                    <a:pt x="7421" y="3747"/>
                  </a:cubicBezTo>
                  <a:cubicBezTo>
                    <a:pt x="7245" y="4411"/>
                    <a:pt x="6886" y="4935"/>
                    <a:pt x="6411" y="5342"/>
                  </a:cubicBezTo>
                  <a:cubicBezTo>
                    <a:pt x="6526" y="5638"/>
                    <a:pt x="7117" y="5859"/>
                    <a:pt x="7624" y="5859"/>
                  </a:cubicBezTo>
                  <a:cubicBezTo>
                    <a:pt x="7866" y="5859"/>
                    <a:pt x="8087" y="5809"/>
                    <a:pt x="8226" y="5691"/>
                  </a:cubicBezTo>
                  <a:cubicBezTo>
                    <a:pt x="8914" y="5110"/>
                    <a:pt x="9406" y="4290"/>
                    <a:pt x="9549" y="3423"/>
                  </a:cubicBezTo>
                  <a:cubicBezTo>
                    <a:pt x="9595" y="2921"/>
                    <a:pt x="9549" y="2386"/>
                    <a:pt x="9385" y="1819"/>
                  </a:cubicBezTo>
                  <a:cubicBezTo>
                    <a:pt x="9335" y="1687"/>
                    <a:pt x="9271" y="1558"/>
                    <a:pt x="9200" y="1430"/>
                  </a:cubicBezTo>
                  <a:cubicBezTo>
                    <a:pt x="8558" y="311"/>
                    <a:pt x="6960" y="0"/>
                    <a:pt x="5634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58" name="Google Shape;8158;p284"/>
            <p:cNvSpPr/>
            <p:nvPr/>
          </p:nvSpPr>
          <p:spPr>
            <a:xfrm>
              <a:off x="-253100" y="2955300"/>
              <a:ext cx="177875" cy="36925"/>
            </a:xfrm>
            <a:custGeom>
              <a:avLst/>
              <a:gdLst/>
              <a:ahLst/>
              <a:cxnLst/>
              <a:rect l="l" t="t" r="r" b="b"/>
              <a:pathLst>
                <a:path w="7115" h="1477" extrusionOk="0">
                  <a:moveTo>
                    <a:pt x="7114" y="1"/>
                  </a:moveTo>
                  <a:lnTo>
                    <a:pt x="7114" y="1"/>
                  </a:lnTo>
                  <a:cubicBezTo>
                    <a:pt x="5245" y="800"/>
                    <a:pt x="3224" y="1235"/>
                    <a:pt x="1191" y="1235"/>
                  </a:cubicBezTo>
                  <a:cubicBezTo>
                    <a:pt x="795" y="1235"/>
                    <a:pt x="400" y="1217"/>
                    <a:pt x="0" y="1185"/>
                  </a:cubicBezTo>
                  <a:lnTo>
                    <a:pt x="0" y="1185"/>
                  </a:lnTo>
                  <a:cubicBezTo>
                    <a:pt x="731" y="1367"/>
                    <a:pt x="1452" y="1477"/>
                    <a:pt x="2200" y="1477"/>
                  </a:cubicBezTo>
                  <a:cubicBezTo>
                    <a:pt x="2767" y="1477"/>
                    <a:pt x="3352" y="1413"/>
                    <a:pt x="3965" y="1266"/>
                  </a:cubicBezTo>
                  <a:cubicBezTo>
                    <a:pt x="5082" y="1003"/>
                    <a:pt x="6119" y="547"/>
                    <a:pt x="711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59" name="Google Shape;8159;p284"/>
            <p:cNvSpPr/>
            <p:nvPr/>
          </p:nvSpPr>
          <p:spPr>
            <a:xfrm>
              <a:off x="-305700" y="2879625"/>
              <a:ext cx="301700" cy="106550"/>
            </a:xfrm>
            <a:custGeom>
              <a:avLst/>
              <a:gdLst/>
              <a:ahLst/>
              <a:cxnLst/>
              <a:rect l="l" t="t" r="r" b="b"/>
              <a:pathLst>
                <a:path w="12068" h="4262" extrusionOk="0">
                  <a:moveTo>
                    <a:pt x="11482" y="1"/>
                  </a:moveTo>
                  <a:cubicBezTo>
                    <a:pt x="11311" y="1"/>
                    <a:pt x="11115" y="57"/>
                    <a:pt x="10908" y="193"/>
                  </a:cubicBezTo>
                  <a:cubicBezTo>
                    <a:pt x="9592" y="1056"/>
                    <a:pt x="8248" y="1969"/>
                    <a:pt x="6747" y="2475"/>
                  </a:cubicBezTo>
                  <a:cubicBezTo>
                    <a:pt x="6037" y="2714"/>
                    <a:pt x="5378" y="2814"/>
                    <a:pt x="4729" y="2814"/>
                  </a:cubicBezTo>
                  <a:cubicBezTo>
                    <a:pt x="3865" y="2814"/>
                    <a:pt x="3028" y="2636"/>
                    <a:pt x="2137" y="2358"/>
                  </a:cubicBezTo>
                  <a:cubicBezTo>
                    <a:pt x="1441" y="2707"/>
                    <a:pt x="725" y="2988"/>
                    <a:pt x="1" y="3207"/>
                  </a:cubicBezTo>
                  <a:cubicBezTo>
                    <a:pt x="1" y="3413"/>
                    <a:pt x="126" y="3595"/>
                    <a:pt x="421" y="3694"/>
                  </a:cubicBezTo>
                  <a:cubicBezTo>
                    <a:pt x="998" y="3898"/>
                    <a:pt x="1555" y="4073"/>
                    <a:pt x="2104" y="4212"/>
                  </a:cubicBezTo>
                  <a:cubicBezTo>
                    <a:pt x="2504" y="4244"/>
                    <a:pt x="2899" y="4262"/>
                    <a:pt x="3295" y="4262"/>
                  </a:cubicBezTo>
                  <a:cubicBezTo>
                    <a:pt x="5328" y="4262"/>
                    <a:pt x="7349" y="3827"/>
                    <a:pt x="9218" y="3028"/>
                  </a:cubicBezTo>
                  <a:cubicBezTo>
                    <a:pt x="10066" y="2568"/>
                    <a:pt x="10883" y="2040"/>
                    <a:pt x="11689" y="1512"/>
                  </a:cubicBezTo>
                  <a:cubicBezTo>
                    <a:pt x="11796" y="1444"/>
                    <a:pt x="11881" y="1370"/>
                    <a:pt x="11949" y="1291"/>
                  </a:cubicBezTo>
                  <a:cubicBezTo>
                    <a:pt x="11814" y="1120"/>
                    <a:pt x="11746" y="956"/>
                    <a:pt x="11807" y="835"/>
                  </a:cubicBezTo>
                  <a:cubicBezTo>
                    <a:pt x="11893" y="661"/>
                    <a:pt x="11982" y="485"/>
                    <a:pt x="12067" y="311"/>
                  </a:cubicBezTo>
                  <a:cubicBezTo>
                    <a:pt x="11946" y="126"/>
                    <a:pt x="11739" y="1"/>
                    <a:pt x="11482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60" name="Google Shape;8160;p284"/>
            <p:cNvSpPr/>
            <p:nvPr/>
          </p:nvSpPr>
          <p:spPr>
            <a:xfrm>
              <a:off x="-305975" y="2932300"/>
              <a:ext cx="53700" cy="27500"/>
            </a:xfrm>
            <a:custGeom>
              <a:avLst/>
              <a:gdLst/>
              <a:ahLst/>
              <a:cxnLst/>
              <a:rect l="l" t="t" r="r" b="b"/>
              <a:pathLst>
                <a:path w="2148" h="1100" extrusionOk="0">
                  <a:moveTo>
                    <a:pt x="1259" y="1"/>
                  </a:moveTo>
                  <a:cubicBezTo>
                    <a:pt x="653" y="1"/>
                    <a:pt x="0" y="614"/>
                    <a:pt x="12" y="1100"/>
                  </a:cubicBezTo>
                  <a:cubicBezTo>
                    <a:pt x="736" y="881"/>
                    <a:pt x="1452" y="600"/>
                    <a:pt x="2148" y="251"/>
                  </a:cubicBezTo>
                  <a:cubicBezTo>
                    <a:pt x="1944" y="186"/>
                    <a:pt x="1733" y="115"/>
                    <a:pt x="1523" y="43"/>
                  </a:cubicBezTo>
                  <a:cubicBezTo>
                    <a:pt x="1437" y="15"/>
                    <a:pt x="1348" y="1"/>
                    <a:pt x="1259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61" name="Google Shape;8161;p284"/>
            <p:cNvSpPr/>
            <p:nvPr/>
          </p:nvSpPr>
          <p:spPr>
            <a:xfrm>
              <a:off x="-117250" y="2779000"/>
              <a:ext cx="132575" cy="73725"/>
            </a:xfrm>
            <a:custGeom>
              <a:avLst/>
              <a:gdLst/>
              <a:ahLst/>
              <a:cxnLst/>
              <a:rect l="l" t="t" r="r" b="b"/>
              <a:pathLst>
                <a:path w="5303" h="2949" extrusionOk="0">
                  <a:moveTo>
                    <a:pt x="54" y="0"/>
                  </a:moveTo>
                  <a:cubicBezTo>
                    <a:pt x="7" y="71"/>
                    <a:pt x="0" y="124"/>
                    <a:pt x="43" y="153"/>
                  </a:cubicBezTo>
                  <a:cubicBezTo>
                    <a:pt x="1559" y="1205"/>
                    <a:pt x="3142" y="2135"/>
                    <a:pt x="4793" y="2948"/>
                  </a:cubicBezTo>
                  <a:cubicBezTo>
                    <a:pt x="4918" y="2831"/>
                    <a:pt x="5043" y="2713"/>
                    <a:pt x="5168" y="2592"/>
                  </a:cubicBezTo>
                  <a:cubicBezTo>
                    <a:pt x="5210" y="2550"/>
                    <a:pt x="5257" y="2510"/>
                    <a:pt x="5303" y="2478"/>
                  </a:cubicBezTo>
                  <a:cubicBezTo>
                    <a:pt x="3502" y="1861"/>
                    <a:pt x="1787" y="1062"/>
                    <a:pt x="147" y="64"/>
                  </a:cubicBezTo>
                  <a:cubicBezTo>
                    <a:pt x="114" y="43"/>
                    <a:pt x="83" y="22"/>
                    <a:pt x="54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62" name="Google Shape;8162;p284"/>
            <p:cNvSpPr/>
            <p:nvPr/>
          </p:nvSpPr>
          <p:spPr>
            <a:xfrm>
              <a:off x="2550" y="2840925"/>
              <a:ext cx="20275" cy="16075"/>
            </a:xfrm>
            <a:custGeom>
              <a:avLst/>
              <a:gdLst/>
              <a:ahLst/>
              <a:cxnLst/>
              <a:rect l="l" t="t" r="r" b="b"/>
              <a:pathLst>
                <a:path w="811" h="643" extrusionOk="0">
                  <a:moveTo>
                    <a:pt x="511" y="1"/>
                  </a:moveTo>
                  <a:cubicBezTo>
                    <a:pt x="465" y="33"/>
                    <a:pt x="418" y="73"/>
                    <a:pt x="376" y="115"/>
                  </a:cubicBezTo>
                  <a:cubicBezTo>
                    <a:pt x="251" y="236"/>
                    <a:pt x="126" y="354"/>
                    <a:pt x="1" y="471"/>
                  </a:cubicBezTo>
                  <a:cubicBezTo>
                    <a:pt x="119" y="529"/>
                    <a:pt x="239" y="586"/>
                    <a:pt x="358" y="642"/>
                  </a:cubicBezTo>
                  <a:cubicBezTo>
                    <a:pt x="425" y="543"/>
                    <a:pt x="489" y="440"/>
                    <a:pt x="554" y="340"/>
                  </a:cubicBezTo>
                  <a:cubicBezTo>
                    <a:pt x="621" y="233"/>
                    <a:pt x="710" y="162"/>
                    <a:pt x="810" y="104"/>
                  </a:cubicBezTo>
                  <a:cubicBezTo>
                    <a:pt x="710" y="69"/>
                    <a:pt x="611" y="37"/>
                    <a:pt x="51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63" name="Google Shape;8163;p284"/>
            <p:cNvSpPr/>
            <p:nvPr/>
          </p:nvSpPr>
          <p:spPr>
            <a:xfrm>
              <a:off x="-115900" y="2757850"/>
              <a:ext cx="184175" cy="87375"/>
            </a:xfrm>
            <a:custGeom>
              <a:avLst/>
              <a:gdLst/>
              <a:ahLst/>
              <a:cxnLst/>
              <a:rect l="l" t="t" r="r" b="b"/>
              <a:pathLst>
                <a:path w="7367" h="3495" extrusionOk="0">
                  <a:moveTo>
                    <a:pt x="1508" y="1"/>
                  </a:moveTo>
                  <a:cubicBezTo>
                    <a:pt x="1080" y="1"/>
                    <a:pt x="196" y="553"/>
                    <a:pt x="0" y="846"/>
                  </a:cubicBezTo>
                  <a:cubicBezTo>
                    <a:pt x="29" y="868"/>
                    <a:pt x="60" y="889"/>
                    <a:pt x="93" y="910"/>
                  </a:cubicBezTo>
                  <a:cubicBezTo>
                    <a:pt x="1733" y="1908"/>
                    <a:pt x="3448" y="2707"/>
                    <a:pt x="5249" y="3324"/>
                  </a:cubicBezTo>
                  <a:cubicBezTo>
                    <a:pt x="5409" y="3213"/>
                    <a:pt x="5580" y="3164"/>
                    <a:pt x="5751" y="3164"/>
                  </a:cubicBezTo>
                  <a:cubicBezTo>
                    <a:pt x="5884" y="3164"/>
                    <a:pt x="6012" y="3192"/>
                    <a:pt x="6129" y="3246"/>
                  </a:cubicBezTo>
                  <a:cubicBezTo>
                    <a:pt x="6208" y="3238"/>
                    <a:pt x="6290" y="3235"/>
                    <a:pt x="6368" y="3235"/>
                  </a:cubicBezTo>
                  <a:cubicBezTo>
                    <a:pt x="6411" y="3235"/>
                    <a:pt x="6454" y="3235"/>
                    <a:pt x="6497" y="3238"/>
                  </a:cubicBezTo>
                  <a:cubicBezTo>
                    <a:pt x="6686" y="3246"/>
                    <a:pt x="6949" y="3299"/>
                    <a:pt x="7107" y="3417"/>
                  </a:cubicBezTo>
                  <a:cubicBezTo>
                    <a:pt x="7135" y="3438"/>
                    <a:pt x="7163" y="3463"/>
                    <a:pt x="7185" y="3495"/>
                  </a:cubicBezTo>
                  <a:cubicBezTo>
                    <a:pt x="7310" y="3378"/>
                    <a:pt x="7367" y="3285"/>
                    <a:pt x="7317" y="3264"/>
                  </a:cubicBezTo>
                  <a:cubicBezTo>
                    <a:pt x="5338" y="2354"/>
                    <a:pt x="3455" y="1281"/>
                    <a:pt x="1669" y="40"/>
                  </a:cubicBezTo>
                  <a:cubicBezTo>
                    <a:pt x="1626" y="15"/>
                    <a:pt x="1572" y="1"/>
                    <a:pt x="150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64" name="Google Shape;8164;p284"/>
            <p:cNvSpPr/>
            <p:nvPr/>
          </p:nvSpPr>
          <p:spPr>
            <a:xfrm>
              <a:off x="15300" y="2836925"/>
              <a:ext cx="22050" cy="6625"/>
            </a:xfrm>
            <a:custGeom>
              <a:avLst/>
              <a:gdLst/>
              <a:ahLst/>
              <a:cxnLst/>
              <a:rect l="l" t="t" r="r" b="b"/>
              <a:pathLst>
                <a:path w="882" h="265" extrusionOk="0">
                  <a:moveTo>
                    <a:pt x="503" y="1"/>
                  </a:moveTo>
                  <a:cubicBezTo>
                    <a:pt x="332" y="1"/>
                    <a:pt x="161" y="50"/>
                    <a:pt x="1" y="161"/>
                  </a:cubicBezTo>
                  <a:cubicBezTo>
                    <a:pt x="101" y="197"/>
                    <a:pt x="200" y="229"/>
                    <a:pt x="300" y="264"/>
                  </a:cubicBezTo>
                  <a:cubicBezTo>
                    <a:pt x="358" y="229"/>
                    <a:pt x="418" y="203"/>
                    <a:pt x="482" y="175"/>
                  </a:cubicBezTo>
                  <a:cubicBezTo>
                    <a:pt x="607" y="126"/>
                    <a:pt x="743" y="96"/>
                    <a:pt x="881" y="83"/>
                  </a:cubicBezTo>
                  <a:cubicBezTo>
                    <a:pt x="764" y="29"/>
                    <a:pt x="636" y="1"/>
                    <a:pt x="503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65" name="Google Shape;8165;p284"/>
            <p:cNvSpPr/>
            <p:nvPr/>
          </p:nvSpPr>
          <p:spPr>
            <a:xfrm>
              <a:off x="8175" y="2856975"/>
              <a:ext cx="3500" cy="5575"/>
            </a:xfrm>
            <a:custGeom>
              <a:avLst/>
              <a:gdLst/>
              <a:ahLst/>
              <a:cxnLst/>
              <a:rect l="l" t="t" r="r" b="b"/>
              <a:pathLst>
                <a:path w="140" h="223" extrusionOk="0">
                  <a:moveTo>
                    <a:pt x="133" y="0"/>
                  </a:moveTo>
                  <a:cubicBezTo>
                    <a:pt x="133" y="5"/>
                    <a:pt x="133" y="5"/>
                    <a:pt x="129" y="8"/>
                  </a:cubicBezTo>
                  <a:cubicBezTo>
                    <a:pt x="133" y="8"/>
                    <a:pt x="136" y="5"/>
                    <a:pt x="139" y="5"/>
                  </a:cubicBezTo>
                  <a:cubicBezTo>
                    <a:pt x="136" y="5"/>
                    <a:pt x="136" y="0"/>
                    <a:pt x="133" y="0"/>
                  </a:cubicBezTo>
                  <a:close/>
                  <a:moveTo>
                    <a:pt x="26" y="168"/>
                  </a:moveTo>
                  <a:lnTo>
                    <a:pt x="26" y="168"/>
                  </a:lnTo>
                  <a:cubicBezTo>
                    <a:pt x="25" y="169"/>
                    <a:pt x="25" y="170"/>
                    <a:pt x="24" y="171"/>
                  </a:cubicBezTo>
                  <a:lnTo>
                    <a:pt x="24" y="171"/>
                  </a:lnTo>
                  <a:cubicBezTo>
                    <a:pt x="25" y="171"/>
                    <a:pt x="26" y="170"/>
                    <a:pt x="26" y="168"/>
                  </a:cubicBezTo>
                  <a:close/>
                  <a:moveTo>
                    <a:pt x="24" y="171"/>
                  </a:moveTo>
                  <a:cubicBezTo>
                    <a:pt x="23" y="172"/>
                    <a:pt x="22" y="173"/>
                    <a:pt x="22" y="176"/>
                  </a:cubicBezTo>
                  <a:lnTo>
                    <a:pt x="22" y="176"/>
                  </a:lnTo>
                  <a:cubicBezTo>
                    <a:pt x="23" y="174"/>
                    <a:pt x="24" y="173"/>
                    <a:pt x="24" y="171"/>
                  </a:cubicBezTo>
                  <a:close/>
                  <a:moveTo>
                    <a:pt x="22" y="176"/>
                  </a:moveTo>
                  <a:lnTo>
                    <a:pt x="22" y="176"/>
                  </a:lnTo>
                  <a:cubicBezTo>
                    <a:pt x="22" y="176"/>
                    <a:pt x="22" y="176"/>
                    <a:pt x="22" y="176"/>
                  </a:cubicBezTo>
                  <a:lnTo>
                    <a:pt x="22" y="176"/>
                  </a:lnTo>
                  <a:cubicBezTo>
                    <a:pt x="22" y="176"/>
                    <a:pt x="22" y="176"/>
                    <a:pt x="22" y="176"/>
                  </a:cubicBezTo>
                  <a:cubicBezTo>
                    <a:pt x="22" y="176"/>
                    <a:pt x="22" y="176"/>
                    <a:pt x="22" y="176"/>
                  </a:cubicBezTo>
                  <a:close/>
                  <a:moveTo>
                    <a:pt x="22" y="176"/>
                  </a:moveTo>
                  <a:cubicBezTo>
                    <a:pt x="11" y="190"/>
                    <a:pt x="4" y="204"/>
                    <a:pt x="1" y="222"/>
                  </a:cubicBezTo>
                  <a:cubicBezTo>
                    <a:pt x="7" y="207"/>
                    <a:pt x="15" y="191"/>
                    <a:pt x="22" y="176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66" name="Google Shape;8166;p284"/>
            <p:cNvSpPr/>
            <p:nvPr/>
          </p:nvSpPr>
          <p:spPr>
            <a:xfrm>
              <a:off x="47025" y="2845200"/>
              <a:ext cx="19475" cy="26975"/>
            </a:xfrm>
            <a:custGeom>
              <a:avLst/>
              <a:gdLst/>
              <a:ahLst/>
              <a:cxnLst/>
              <a:rect l="l" t="t" r="r" b="b"/>
              <a:pathLst>
                <a:path w="779" h="1079" extrusionOk="0">
                  <a:moveTo>
                    <a:pt x="668" y="1"/>
                  </a:moveTo>
                  <a:cubicBezTo>
                    <a:pt x="547" y="119"/>
                    <a:pt x="361" y="262"/>
                    <a:pt x="158" y="390"/>
                  </a:cubicBezTo>
                  <a:cubicBezTo>
                    <a:pt x="208" y="608"/>
                    <a:pt x="169" y="846"/>
                    <a:pt x="1" y="1078"/>
                  </a:cubicBezTo>
                  <a:cubicBezTo>
                    <a:pt x="165" y="1011"/>
                    <a:pt x="308" y="925"/>
                    <a:pt x="411" y="768"/>
                  </a:cubicBezTo>
                  <a:cubicBezTo>
                    <a:pt x="511" y="608"/>
                    <a:pt x="615" y="450"/>
                    <a:pt x="718" y="290"/>
                  </a:cubicBezTo>
                  <a:cubicBezTo>
                    <a:pt x="779" y="193"/>
                    <a:pt x="736" y="83"/>
                    <a:pt x="66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67" name="Google Shape;8167;p284"/>
            <p:cNvSpPr/>
            <p:nvPr/>
          </p:nvSpPr>
          <p:spPr>
            <a:xfrm>
              <a:off x="30200" y="2854950"/>
              <a:ext cx="22025" cy="18725"/>
            </a:xfrm>
            <a:custGeom>
              <a:avLst/>
              <a:gdLst/>
              <a:ahLst/>
              <a:cxnLst/>
              <a:rect l="l" t="t" r="r" b="b"/>
              <a:pathLst>
                <a:path w="881" h="749" extrusionOk="0">
                  <a:moveTo>
                    <a:pt x="831" y="0"/>
                  </a:moveTo>
                  <a:lnTo>
                    <a:pt x="831" y="0"/>
                  </a:lnTo>
                  <a:cubicBezTo>
                    <a:pt x="549" y="178"/>
                    <a:pt x="236" y="331"/>
                    <a:pt x="0" y="360"/>
                  </a:cubicBezTo>
                  <a:cubicBezTo>
                    <a:pt x="178" y="471"/>
                    <a:pt x="353" y="610"/>
                    <a:pt x="496" y="749"/>
                  </a:cubicBezTo>
                  <a:cubicBezTo>
                    <a:pt x="546" y="734"/>
                    <a:pt x="596" y="720"/>
                    <a:pt x="646" y="699"/>
                  </a:cubicBezTo>
                  <a:cubicBezTo>
                    <a:pt x="653" y="695"/>
                    <a:pt x="664" y="692"/>
                    <a:pt x="674" y="688"/>
                  </a:cubicBezTo>
                  <a:cubicBezTo>
                    <a:pt x="842" y="456"/>
                    <a:pt x="881" y="218"/>
                    <a:pt x="831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68" name="Google Shape;8168;p284"/>
            <p:cNvSpPr/>
            <p:nvPr/>
          </p:nvSpPr>
          <p:spPr>
            <a:xfrm>
              <a:off x="11475" y="2843525"/>
              <a:ext cx="22225" cy="17675"/>
            </a:xfrm>
            <a:custGeom>
              <a:avLst/>
              <a:gdLst/>
              <a:ahLst/>
              <a:cxnLst/>
              <a:rect l="l" t="t" r="r" b="b"/>
              <a:pathLst>
                <a:path w="889" h="707" extrusionOk="0">
                  <a:moveTo>
                    <a:pt x="453" y="0"/>
                  </a:moveTo>
                  <a:cubicBezTo>
                    <a:pt x="353" y="58"/>
                    <a:pt x="264" y="129"/>
                    <a:pt x="197" y="236"/>
                  </a:cubicBezTo>
                  <a:cubicBezTo>
                    <a:pt x="132" y="336"/>
                    <a:pt x="68" y="439"/>
                    <a:pt x="1" y="538"/>
                  </a:cubicBezTo>
                  <a:cubicBezTo>
                    <a:pt x="4" y="538"/>
                    <a:pt x="4" y="543"/>
                    <a:pt x="7" y="543"/>
                  </a:cubicBezTo>
                  <a:cubicBezTo>
                    <a:pt x="25" y="535"/>
                    <a:pt x="47" y="532"/>
                    <a:pt x="75" y="532"/>
                  </a:cubicBezTo>
                  <a:cubicBezTo>
                    <a:pt x="190" y="532"/>
                    <a:pt x="371" y="599"/>
                    <a:pt x="567" y="706"/>
                  </a:cubicBezTo>
                  <a:cubicBezTo>
                    <a:pt x="671" y="514"/>
                    <a:pt x="778" y="325"/>
                    <a:pt x="888" y="140"/>
                  </a:cubicBezTo>
                  <a:cubicBezTo>
                    <a:pt x="742" y="93"/>
                    <a:pt x="596" y="46"/>
                    <a:pt x="453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69" name="Google Shape;8169;p284"/>
            <p:cNvSpPr/>
            <p:nvPr/>
          </p:nvSpPr>
          <p:spPr>
            <a:xfrm>
              <a:off x="37325" y="2838700"/>
              <a:ext cx="26400" cy="16275"/>
            </a:xfrm>
            <a:custGeom>
              <a:avLst/>
              <a:gdLst/>
              <a:ahLst/>
              <a:cxnLst/>
              <a:rect l="l" t="t" r="r" b="b"/>
              <a:pathLst>
                <a:path w="1056" h="651" extrusionOk="0">
                  <a:moveTo>
                    <a:pt x="239" y="1"/>
                  </a:moveTo>
                  <a:cubicBezTo>
                    <a:pt x="161" y="1"/>
                    <a:pt x="79" y="4"/>
                    <a:pt x="0" y="12"/>
                  </a:cubicBezTo>
                  <a:cubicBezTo>
                    <a:pt x="268" y="132"/>
                    <a:pt x="482" y="372"/>
                    <a:pt x="546" y="650"/>
                  </a:cubicBezTo>
                  <a:cubicBezTo>
                    <a:pt x="749" y="522"/>
                    <a:pt x="935" y="379"/>
                    <a:pt x="1056" y="261"/>
                  </a:cubicBezTo>
                  <a:cubicBezTo>
                    <a:pt x="1034" y="229"/>
                    <a:pt x="1006" y="204"/>
                    <a:pt x="978" y="183"/>
                  </a:cubicBezTo>
                  <a:cubicBezTo>
                    <a:pt x="820" y="65"/>
                    <a:pt x="557" y="12"/>
                    <a:pt x="368" y="4"/>
                  </a:cubicBezTo>
                  <a:cubicBezTo>
                    <a:pt x="325" y="1"/>
                    <a:pt x="282" y="1"/>
                    <a:pt x="239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70" name="Google Shape;8170;p284"/>
            <p:cNvSpPr/>
            <p:nvPr/>
          </p:nvSpPr>
          <p:spPr>
            <a:xfrm>
              <a:off x="22800" y="2838975"/>
              <a:ext cx="28200" cy="24975"/>
            </a:xfrm>
            <a:custGeom>
              <a:avLst/>
              <a:gdLst/>
              <a:ahLst/>
              <a:cxnLst/>
              <a:rect l="l" t="t" r="r" b="b"/>
              <a:pathLst>
                <a:path w="1128" h="999" extrusionOk="0">
                  <a:moveTo>
                    <a:pt x="581" y="1"/>
                  </a:moveTo>
                  <a:cubicBezTo>
                    <a:pt x="443" y="14"/>
                    <a:pt x="307" y="44"/>
                    <a:pt x="182" y="93"/>
                  </a:cubicBezTo>
                  <a:cubicBezTo>
                    <a:pt x="118" y="121"/>
                    <a:pt x="58" y="147"/>
                    <a:pt x="0" y="182"/>
                  </a:cubicBezTo>
                  <a:cubicBezTo>
                    <a:pt x="143" y="228"/>
                    <a:pt x="289" y="275"/>
                    <a:pt x="435" y="322"/>
                  </a:cubicBezTo>
                  <a:cubicBezTo>
                    <a:pt x="325" y="507"/>
                    <a:pt x="218" y="696"/>
                    <a:pt x="114" y="888"/>
                  </a:cubicBezTo>
                  <a:cubicBezTo>
                    <a:pt x="175" y="921"/>
                    <a:pt x="236" y="956"/>
                    <a:pt x="296" y="999"/>
                  </a:cubicBezTo>
                  <a:cubicBezTo>
                    <a:pt x="532" y="970"/>
                    <a:pt x="845" y="817"/>
                    <a:pt x="1127" y="639"/>
                  </a:cubicBezTo>
                  <a:cubicBezTo>
                    <a:pt x="1063" y="361"/>
                    <a:pt x="849" y="121"/>
                    <a:pt x="58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71" name="Google Shape;8171;p284"/>
            <p:cNvSpPr/>
            <p:nvPr/>
          </p:nvSpPr>
          <p:spPr>
            <a:xfrm>
              <a:off x="-3775" y="2909925"/>
              <a:ext cx="7700" cy="9575"/>
            </a:xfrm>
            <a:custGeom>
              <a:avLst/>
              <a:gdLst/>
              <a:ahLst/>
              <a:cxnLst/>
              <a:rect l="l" t="t" r="r" b="b"/>
              <a:pathLst>
                <a:path w="308" h="383" extrusionOk="0">
                  <a:moveTo>
                    <a:pt x="308" y="1"/>
                  </a:moveTo>
                  <a:cubicBezTo>
                    <a:pt x="208" y="76"/>
                    <a:pt x="104" y="150"/>
                    <a:pt x="0" y="222"/>
                  </a:cubicBezTo>
                  <a:cubicBezTo>
                    <a:pt x="58" y="279"/>
                    <a:pt x="115" y="333"/>
                    <a:pt x="179" y="382"/>
                  </a:cubicBezTo>
                  <a:cubicBezTo>
                    <a:pt x="218" y="254"/>
                    <a:pt x="265" y="129"/>
                    <a:pt x="30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72" name="Google Shape;8172;p284"/>
            <p:cNvSpPr/>
            <p:nvPr/>
          </p:nvSpPr>
          <p:spPr>
            <a:xfrm>
              <a:off x="-6975" y="2857175"/>
              <a:ext cx="26125" cy="58325"/>
            </a:xfrm>
            <a:custGeom>
              <a:avLst/>
              <a:gdLst/>
              <a:ahLst/>
              <a:cxnLst/>
              <a:rect l="l" t="t" r="r" b="b"/>
              <a:pathLst>
                <a:path w="1045" h="2333" extrusionOk="0">
                  <a:moveTo>
                    <a:pt x="735" y="0"/>
                  </a:moveTo>
                  <a:cubicBezTo>
                    <a:pt x="714" y="10"/>
                    <a:pt x="699" y="25"/>
                    <a:pt x="692" y="43"/>
                  </a:cubicBezTo>
                  <a:cubicBezTo>
                    <a:pt x="671" y="82"/>
                    <a:pt x="653" y="121"/>
                    <a:pt x="632" y="160"/>
                  </a:cubicBezTo>
                  <a:cubicBezTo>
                    <a:pt x="667" y="107"/>
                    <a:pt x="703" y="53"/>
                    <a:pt x="735" y="0"/>
                  </a:cubicBezTo>
                  <a:close/>
                  <a:moveTo>
                    <a:pt x="607" y="214"/>
                  </a:moveTo>
                  <a:lnTo>
                    <a:pt x="607" y="214"/>
                  </a:lnTo>
                  <a:cubicBezTo>
                    <a:pt x="442" y="545"/>
                    <a:pt x="278" y="877"/>
                    <a:pt x="118" y="1209"/>
                  </a:cubicBezTo>
                  <a:cubicBezTo>
                    <a:pt x="289" y="1476"/>
                    <a:pt x="286" y="1865"/>
                    <a:pt x="0" y="2189"/>
                  </a:cubicBezTo>
                  <a:cubicBezTo>
                    <a:pt x="39" y="2235"/>
                    <a:pt x="82" y="2286"/>
                    <a:pt x="128" y="2332"/>
                  </a:cubicBezTo>
                  <a:cubicBezTo>
                    <a:pt x="232" y="2260"/>
                    <a:pt x="336" y="2186"/>
                    <a:pt x="436" y="2111"/>
                  </a:cubicBezTo>
                  <a:cubicBezTo>
                    <a:pt x="614" y="1618"/>
                    <a:pt x="816" y="1138"/>
                    <a:pt x="1045" y="663"/>
                  </a:cubicBezTo>
                  <a:cubicBezTo>
                    <a:pt x="938" y="634"/>
                    <a:pt x="834" y="592"/>
                    <a:pt x="757" y="532"/>
                  </a:cubicBezTo>
                  <a:cubicBezTo>
                    <a:pt x="667" y="467"/>
                    <a:pt x="571" y="335"/>
                    <a:pt x="607" y="214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73" name="Google Shape;8173;p284"/>
            <p:cNvSpPr/>
            <p:nvPr/>
          </p:nvSpPr>
          <p:spPr>
            <a:xfrm>
              <a:off x="700" y="2875350"/>
              <a:ext cx="50825" cy="57350"/>
            </a:xfrm>
            <a:custGeom>
              <a:avLst/>
              <a:gdLst/>
              <a:ahLst/>
              <a:cxnLst/>
              <a:rect l="l" t="t" r="r" b="b"/>
              <a:pathLst>
                <a:path w="2033" h="2294" extrusionOk="0">
                  <a:moveTo>
                    <a:pt x="1744" y="1"/>
                  </a:moveTo>
                  <a:cubicBezTo>
                    <a:pt x="1737" y="7"/>
                    <a:pt x="1729" y="14"/>
                    <a:pt x="1726" y="19"/>
                  </a:cubicBezTo>
                  <a:cubicBezTo>
                    <a:pt x="1227" y="511"/>
                    <a:pt x="692" y="967"/>
                    <a:pt x="129" y="1384"/>
                  </a:cubicBezTo>
                  <a:cubicBezTo>
                    <a:pt x="86" y="1512"/>
                    <a:pt x="39" y="1637"/>
                    <a:pt x="0" y="1765"/>
                  </a:cubicBezTo>
                  <a:cubicBezTo>
                    <a:pt x="343" y="2054"/>
                    <a:pt x="788" y="2293"/>
                    <a:pt x="1006" y="2293"/>
                  </a:cubicBezTo>
                  <a:cubicBezTo>
                    <a:pt x="1066" y="2293"/>
                    <a:pt x="1109" y="2275"/>
                    <a:pt x="1126" y="2236"/>
                  </a:cubicBezTo>
                  <a:cubicBezTo>
                    <a:pt x="1405" y="1673"/>
                    <a:pt x="1683" y="1110"/>
                    <a:pt x="1961" y="546"/>
                  </a:cubicBezTo>
                  <a:cubicBezTo>
                    <a:pt x="2033" y="404"/>
                    <a:pt x="1926" y="200"/>
                    <a:pt x="1744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74" name="Google Shape;8174;p284"/>
            <p:cNvSpPr/>
            <p:nvPr/>
          </p:nvSpPr>
          <p:spPr>
            <a:xfrm>
              <a:off x="3900" y="2873650"/>
              <a:ext cx="40400" cy="36300"/>
            </a:xfrm>
            <a:custGeom>
              <a:avLst/>
              <a:gdLst/>
              <a:ahLst/>
              <a:cxnLst/>
              <a:rect l="l" t="t" r="r" b="b"/>
              <a:pathLst>
                <a:path w="1616" h="1452" extrusionOk="0">
                  <a:moveTo>
                    <a:pt x="1548" y="1"/>
                  </a:moveTo>
                  <a:cubicBezTo>
                    <a:pt x="1391" y="44"/>
                    <a:pt x="1224" y="57"/>
                    <a:pt x="1059" y="57"/>
                  </a:cubicBezTo>
                  <a:cubicBezTo>
                    <a:pt x="1016" y="57"/>
                    <a:pt x="974" y="57"/>
                    <a:pt x="931" y="54"/>
                  </a:cubicBezTo>
                  <a:cubicBezTo>
                    <a:pt x="835" y="51"/>
                    <a:pt x="720" y="36"/>
                    <a:pt x="610" y="4"/>
                  </a:cubicBezTo>
                  <a:cubicBezTo>
                    <a:pt x="381" y="479"/>
                    <a:pt x="179" y="959"/>
                    <a:pt x="1" y="1452"/>
                  </a:cubicBezTo>
                  <a:cubicBezTo>
                    <a:pt x="564" y="1035"/>
                    <a:pt x="1099" y="579"/>
                    <a:pt x="1598" y="87"/>
                  </a:cubicBezTo>
                  <a:cubicBezTo>
                    <a:pt x="1601" y="82"/>
                    <a:pt x="1609" y="75"/>
                    <a:pt x="1616" y="69"/>
                  </a:cubicBezTo>
                  <a:lnTo>
                    <a:pt x="1548" y="1"/>
                  </a:ln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75" name="Google Shape;8175;p284"/>
            <p:cNvSpPr/>
            <p:nvPr/>
          </p:nvSpPr>
          <p:spPr>
            <a:xfrm>
              <a:off x="-12050" y="2887375"/>
              <a:ext cx="12325" cy="24550"/>
            </a:xfrm>
            <a:custGeom>
              <a:avLst/>
              <a:gdLst/>
              <a:ahLst/>
              <a:cxnLst/>
              <a:rect l="l" t="t" r="r" b="b"/>
              <a:pathLst>
                <a:path w="493" h="982" extrusionOk="0">
                  <a:moveTo>
                    <a:pt x="321" y="1"/>
                  </a:moveTo>
                  <a:lnTo>
                    <a:pt x="321" y="1"/>
                  </a:lnTo>
                  <a:cubicBezTo>
                    <a:pt x="236" y="175"/>
                    <a:pt x="147" y="351"/>
                    <a:pt x="61" y="525"/>
                  </a:cubicBezTo>
                  <a:cubicBezTo>
                    <a:pt x="0" y="646"/>
                    <a:pt x="68" y="810"/>
                    <a:pt x="203" y="981"/>
                  </a:cubicBezTo>
                  <a:cubicBezTo>
                    <a:pt x="489" y="657"/>
                    <a:pt x="492" y="268"/>
                    <a:pt x="321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76" name="Google Shape;8176;p284"/>
            <p:cNvSpPr/>
            <p:nvPr/>
          </p:nvSpPr>
          <p:spPr>
            <a:xfrm>
              <a:off x="7275" y="2857075"/>
              <a:ext cx="17325" cy="16700"/>
            </a:xfrm>
            <a:custGeom>
              <a:avLst/>
              <a:gdLst/>
              <a:ahLst/>
              <a:cxnLst/>
              <a:rect l="l" t="t" r="r" b="b"/>
              <a:pathLst>
                <a:path w="693" h="668" extrusionOk="0">
                  <a:moveTo>
                    <a:pt x="175" y="1"/>
                  </a:moveTo>
                  <a:cubicBezTo>
                    <a:pt x="172" y="1"/>
                    <a:pt x="169" y="4"/>
                    <a:pt x="165" y="4"/>
                  </a:cubicBezTo>
                  <a:cubicBezTo>
                    <a:pt x="133" y="57"/>
                    <a:pt x="97" y="111"/>
                    <a:pt x="62" y="164"/>
                  </a:cubicBezTo>
                  <a:cubicBezTo>
                    <a:pt x="54" y="182"/>
                    <a:pt x="44" y="200"/>
                    <a:pt x="37" y="218"/>
                  </a:cubicBezTo>
                  <a:cubicBezTo>
                    <a:pt x="1" y="339"/>
                    <a:pt x="97" y="471"/>
                    <a:pt x="187" y="536"/>
                  </a:cubicBezTo>
                  <a:cubicBezTo>
                    <a:pt x="264" y="596"/>
                    <a:pt x="368" y="638"/>
                    <a:pt x="475" y="667"/>
                  </a:cubicBezTo>
                  <a:cubicBezTo>
                    <a:pt x="546" y="525"/>
                    <a:pt x="618" y="386"/>
                    <a:pt x="692" y="243"/>
                  </a:cubicBezTo>
                  <a:cubicBezTo>
                    <a:pt x="518" y="164"/>
                    <a:pt x="347" y="82"/>
                    <a:pt x="175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77" name="Google Shape;8177;p284"/>
            <p:cNvSpPr/>
            <p:nvPr/>
          </p:nvSpPr>
          <p:spPr>
            <a:xfrm>
              <a:off x="19125" y="2863125"/>
              <a:ext cx="23475" cy="11975"/>
            </a:xfrm>
            <a:custGeom>
              <a:avLst/>
              <a:gdLst/>
              <a:ahLst/>
              <a:cxnLst/>
              <a:rect l="l" t="t" r="r" b="b"/>
              <a:pathLst>
                <a:path w="939" h="479" extrusionOk="0">
                  <a:moveTo>
                    <a:pt x="218" y="1"/>
                  </a:moveTo>
                  <a:cubicBezTo>
                    <a:pt x="144" y="144"/>
                    <a:pt x="72" y="283"/>
                    <a:pt x="1" y="425"/>
                  </a:cubicBezTo>
                  <a:cubicBezTo>
                    <a:pt x="111" y="457"/>
                    <a:pt x="226" y="472"/>
                    <a:pt x="322" y="475"/>
                  </a:cubicBezTo>
                  <a:cubicBezTo>
                    <a:pt x="365" y="478"/>
                    <a:pt x="407" y="478"/>
                    <a:pt x="450" y="478"/>
                  </a:cubicBezTo>
                  <a:cubicBezTo>
                    <a:pt x="615" y="478"/>
                    <a:pt x="782" y="465"/>
                    <a:pt x="939" y="422"/>
                  </a:cubicBezTo>
                  <a:cubicBezTo>
                    <a:pt x="796" y="283"/>
                    <a:pt x="621" y="144"/>
                    <a:pt x="443" y="33"/>
                  </a:cubicBezTo>
                  <a:cubicBezTo>
                    <a:pt x="422" y="33"/>
                    <a:pt x="397" y="37"/>
                    <a:pt x="376" y="37"/>
                  </a:cubicBezTo>
                  <a:cubicBezTo>
                    <a:pt x="322" y="37"/>
                    <a:pt x="276" y="26"/>
                    <a:pt x="236" y="8"/>
                  </a:cubicBezTo>
                  <a:cubicBezTo>
                    <a:pt x="229" y="4"/>
                    <a:pt x="226" y="4"/>
                    <a:pt x="21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78" name="Google Shape;8178;p284"/>
            <p:cNvSpPr/>
            <p:nvPr/>
          </p:nvSpPr>
          <p:spPr>
            <a:xfrm>
              <a:off x="11650" y="2856800"/>
              <a:ext cx="14025" cy="6350"/>
            </a:xfrm>
            <a:custGeom>
              <a:avLst/>
              <a:gdLst/>
              <a:ahLst/>
              <a:cxnLst/>
              <a:rect l="l" t="t" r="r" b="b"/>
              <a:pathLst>
                <a:path w="561" h="254" extrusionOk="0">
                  <a:moveTo>
                    <a:pt x="68" y="1"/>
                  </a:moveTo>
                  <a:cubicBezTo>
                    <a:pt x="40" y="1"/>
                    <a:pt x="18" y="4"/>
                    <a:pt x="0" y="12"/>
                  </a:cubicBezTo>
                  <a:cubicBezTo>
                    <a:pt x="172" y="93"/>
                    <a:pt x="343" y="175"/>
                    <a:pt x="517" y="254"/>
                  </a:cubicBezTo>
                  <a:cubicBezTo>
                    <a:pt x="532" y="229"/>
                    <a:pt x="546" y="200"/>
                    <a:pt x="560" y="175"/>
                  </a:cubicBezTo>
                  <a:cubicBezTo>
                    <a:pt x="364" y="68"/>
                    <a:pt x="183" y="1"/>
                    <a:pt x="68" y="1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  <p:sp>
          <p:nvSpPr>
            <p:cNvPr id="8179" name="Google Shape;8179;p284"/>
            <p:cNvSpPr/>
            <p:nvPr/>
          </p:nvSpPr>
          <p:spPr>
            <a:xfrm>
              <a:off x="24575" y="2861175"/>
              <a:ext cx="5650" cy="2875"/>
            </a:xfrm>
            <a:custGeom>
              <a:avLst/>
              <a:gdLst/>
              <a:ahLst/>
              <a:cxnLst/>
              <a:rect l="l" t="t" r="r" b="b"/>
              <a:pathLst>
                <a:path w="226" h="115" extrusionOk="0">
                  <a:moveTo>
                    <a:pt x="43" y="0"/>
                  </a:moveTo>
                  <a:cubicBezTo>
                    <a:pt x="29" y="25"/>
                    <a:pt x="15" y="54"/>
                    <a:pt x="0" y="79"/>
                  </a:cubicBezTo>
                  <a:cubicBezTo>
                    <a:pt x="8" y="82"/>
                    <a:pt x="11" y="82"/>
                    <a:pt x="18" y="86"/>
                  </a:cubicBezTo>
                  <a:cubicBezTo>
                    <a:pt x="58" y="104"/>
                    <a:pt x="104" y="115"/>
                    <a:pt x="158" y="115"/>
                  </a:cubicBezTo>
                  <a:cubicBezTo>
                    <a:pt x="179" y="115"/>
                    <a:pt x="204" y="111"/>
                    <a:pt x="225" y="111"/>
                  </a:cubicBezTo>
                  <a:cubicBezTo>
                    <a:pt x="165" y="68"/>
                    <a:pt x="104" y="33"/>
                    <a:pt x="43" y="0"/>
                  </a:cubicBezTo>
                  <a:close/>
                </a:path>
              </a:pathLst>
            </a:custGeom>
            <a:solidFill>
              <a:srgbClr val="B0D5F7"/>
            </a:solidFill>
            <a:ln w="9525" cap="flat" cmpd="sng">
              <a:solidFill>
                <a:srgbClr val="B0D5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0D5F7"/>
                </a:solidFill>
              </a:endParaRPr>
            </a:p>
          </p:txBody>
        </p:sp>
      </p:grpSp>
      <p:sp>
        <p:nvSpPr>
          <p:cNvPr id="8180" name="Google Shape;8180;p284"/>
          <p:cNvSpPr/>
          <p:nvPr/>
        </p:nvSpPr>
        <p:spPr>
          <a:xfrm>
            <a:off x="1715292" y="3219817"/>
            <a:ext cx="151875" cy="470890"/>
          </a:xfrm>
          <a:custGeom>
            <a:avLst/>
            <a:gdLst/>
            <a:ahLst/>
            <a:cxnLst/>
            <a:rect l="l" t="t" r="r" b="b"/>
            <a:pathLst>
              <a:path w="6075" h="24500" extrusionOk="0">
                <a:moveTo>
                  <a:pt x="1240" y="24500"/>
                </a:moveTo>
                <a:cubicBezTo>
                  <a:pt x="736" y="22231"/>
                  <a:pt x="-568" y="19748"/>
                  <a:pt x="297" y="17590"/>
                </a:cubicBezTo>
                <a:cubicBezTo>
                  <a:pt x="1561" y="14436"/>
                  <a:pt x="5471" y="12472"/>
                  <a:pt x="5951" y="9109"/>
                </a:cubicBezTo>
                <a:cubicBezTo>
                  <a:pt x="6449" y="5625"/>
                  <a:pt x="3101" y="2489"/>
                  <a:pt x="612" y="0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181" name="Google Shape;8181;p284"/>
          <p:cNvSpPr/>
          <p:nvPr/>
        </p:nvSpPr>
        <p:spPr>
          <a:xfrm>
            <a:off x="6652642" y="3219821"/>
            <a:ext cx="151875" cy="470890"/>
          </a:xfrm>
          <a:custGeom>
            <a:avLst/>
            <a:gdLst/>
            <a:ahLst/>
            <a:cxnLst/>
            <a:rect l="l" t="t" r="r" b="b"/>
            <a:pathLst>
              <a:path w="6075" h="24500" extrusionOk="0">
                <a:moveTo>
                  <a:pt x="1240" y="24500"/>
                </a:moveTo>
                <a:cubicBezTo>
                  <a:pt x="736" y="22231"/>
                  <a:pt x="-568" y="19748"/>
                  <a:pt x="297" y="17590"/>
                </a:cubicBezTo>
                <a:cubicBezTo>
                  <a:pt x="1561" y="14436"/>
                  <a:pt x="5471" y="12472"/>
                  <a:pt x="5951" y="9109"/>
                </a:cubicBezTo>
                <a:cubicBezTo>
                  <a:pt x="6449" y="5625"/>
                  <a:pt x="3101" y="2489"/>
                  <a:pt x="612" y="0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182" name="Google Shape;8182;p284"/>
          <p:cNvSpPr/>
          <p:nvPr/>
        </p:nvSpPr>
        <p:spPr>
          <a:xfrm flipH="1">
            <a:off x="4130267" y="3219821"/>
            <a:ext cx="151875" cy="470890"/>
          </a:xfrm>
          <a:custGeom>
            <a:avLst/>
            <a:gdLst/>
            <a:ahLst/>
            <a:cxnLst/>
            <a:rect l="l" t="t" r="r" b="b"/>
            <a:pathLst>
              <a:path w="6075" h="24500" extrusionOk="0">
                <a:moveTo>
                  <a:pt x="1240" y="24500"/>
                </a:moveTo>
                <a:cubicBezTo>
                  <a:pt x="736" y="22231"/>
                  <a:pt x="-568" y="19748"/>
                  <a:pt x="297" y="17590"/>
                </a:cubicBezTo>
                <a:cubicBezTo>
                  <a:pt x="1561" y="14436"/>
                  <a:pt x="5471" y="12472"/>
                  <a:pt x="5951" y="9109"/>
                </a:cubicBezTo>
                <a:cubicBezTo>
                  <a:pt x="6449" y="5625"/>
                  <a:pt x="3101" y="2489"/>
                  <a:pt x="612" y="0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183" name="Google Shape;8183;p284"/>
          <p:cNvSpPr/>
          <p:nvPr/>
        </p:nvSpPr>
        <p:spPr>
          <a:xfrm flipH="1">
            <a:off x="5312967" y="3213641"/>
            <a:ext cx="151875" cy="464520"/>
          </a:xfrm>
          <a:custGeom>
            <a:avLst/>
            <a:gdLst/>
            <a:ahLst/>
            <a:cxnLst/>
            <a:rect l="l" t="t" r="r" b="b"/>
            <a:pathLst>
              <a:path w="6075" h="24500" extrusionOk="0">
                <a:moveTo>
                  <a:pt x="1240" y="24500"/>
                </a:moveTo>
                <a:cubicBezTo>
                  <a:pt x="736" y="22231"/>
                  <a:pt x="-568" y="19748"/>
                  <a:pt x="297" y="17590"/>
                </a:cubicBezTo>
                <a:cubicBezTo>
                  <a:pt x="1561" y="14436"/>
                  <a:pt x="5471" y="12472"/>
                  <a:pt x="5951" y="9109"/>
                </a:cubicBezTo>
                <a:cubicBezTo>
                  <a:pt x="6449" y="5625"/>
                  <a:pt x="3101" y="2489"/>
                  <a:pt x="612" y="0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184" name="Google Shape;8184;p284"/>
          <p:cNvSpPr/>
          <p:nvPr/>
        </p:nvSpPr>
        <p:spPr>
          <a:xfrm>
            <a:off x="2897392" y="3223000"/>
            <a:ext cx="151875" cy="464520"/>
          </a:xfrm>
          <a:custGeom>
            <a:avLst/>
            <a:gdLst/>
            <a:ahLst/>
            <a:cxnLst/>
            <a:rect l="l" t="t" r="r" b="b"/>
            <a:pathLst>
              <a:path w="6075" h="24500" extrusionOk="0">
                <a:moveTo>
                  <a:pt x="1240" y="24500"/>
                </a:moveTo>
                <a:cubicBezTo>
                  <a:pt x="736" y="22231"/>
                  <a:pt x="-568" y="19748"/>
                  <a:pt x="297" y="17590"/>
                </a:cubicBezTo>
                <a:cubicBezTo>
                  <a:pt x="1561" y="14436"/>
                  <a:pt x="5471" y="12472"/>
                  <a:pt x="5951" y="9109"/>
                </a:cubicBezTo>
                <a:cubicBezTo>
                  <a:pt x="6449" y="5625"/>
                  <a:pt x="3101" y="2489"/>
                  <a:pt x="612" y="0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185" name="Google Shape;8185;p284"/>
          <p:cNvSpPr txBox="1"/>
          <p:nvPr/>
        </p:nvSpPr>
        <p:spPr>
          <a:xfrm>
            <a:off x="629400" y="1207988"/>
            <a:ext cx="7885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Let's take the Tuple: (“Eggs”, “Milk”, “Bread”, “Chicken”, “Water”)</a:t>
            </a:r>
            <a:endParaRPr sz="2000" b="1" dirty="0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sp>
        <p:nvSpPr>
          <p:cNvPr id="8186" name="Google Shape;8186;p284"/>
          <p:cNvSpPr txBox="1"/>
          <p:nvPr/>
        </p:nvSpPr>
        <p:spPr>
          <a:xfrm>
            <a:off x="629400" y="1705113"/>
            <a:ext cx="7885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tuple[:3]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1" name="Google Shape;8191;p28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Slicing with List: #1 </a:t>
            </a:r>
            <a:endParaRPr/>
          </a:p>
        </p:txBody>
      </p:sp>
      <p:grpSp>
        <p:nvGrpSpPr>
          <p:cNvPr id="8192" name="Google Shape;8192;p285"/>
          <p:cNvGrpSpPr/>
          <p:nvPr/>
        </p:nvGrpSpPr>
        <p:grpSpPr>
          <a:xfrm flipH="1">
            <a:off x="704586" y="960694"/>
            <a:ext cx="5313136" cy="176025"/>
            <a:chOff x="4345425" y="2175475"/>
            <a:chExt cx="800750" cy="176025"/>
          </a:xfrm>
        </p:grpSpPr>
        <p:sp>
          <p:nvSpPr>
            <p:cNvPr id="8193" name="Google Shape;8193;p28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4" name="Google Shape;8194;p28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95" name="Google Shape;8195;p285"/>
          <p:cNvSpPr txBox="1"/>
          <p:nvPr/>
        </p:nvSpPr>
        <p:spPr>
          <a:xfrm>
            <a:off x="629400" y="1218163"/>
            <a:ext cx="7885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Slicing in Python is a way to extract a portion of a list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pic>
        <p:nvPicPr>
          <p:cNvPr id="8196" name="Google Shape;8196;p285"/>
          <p:cNvPicPr preferRelativeResize="0"/>
          <p:nvPr/>
        </p:nvPicPr>
        <p:blipFill rotWithShape="1">
          <a:blip r:embed="rId3">
            <a:alphaModFix/>
          </a:blip>
          <a:srcRect r="30487"/>
          <a:stretch/>
        </p:blipFill>
        <p:spPr>
          <a:xfrm>
            <a:off x="201650" y="2293380"/>
            <a:ext cx="8740700" cy="792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Google Shape;8201;p28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Slicing with List: #1 Answer</a:t>
            </a:r>
            <a:endParaRPr/>
          </a:p>
        </p:txBody>
      </p:sp>
      <p:grpSp>
        <p:nvGrpSpPr>
          <p:cNvPr id="8202" name="Google Shape;8202;p286"/>
          <p:cNvGrpSpPr/>
          <p:nvPr/>
        </p:nvGrpSpPr>
        <p:grpSpPr>
          <a:xfrm flipH="1">
            <a:off x="704586" y="960694"/>
            <a:ext cx="5313136" cy="176025"/>
            <a:chOff x="4345425" y="2175475"/>
            <a:chExt cx="800750" cy="176025"/>
          </a:xfrm>
        </p:grpSpPr>
        <p:sp>
          <p:nvSpPr>
            <p:cNvPr id="8203" name="Google Shape;8203;p28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4" name="Google Shape;8204;p28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205" name="Google Shape;8205;p286"/>
          <p:cNvPicPr preferRelativeResize="0"/>
          <p:nvPr/>
        </p:nvPicPr>
        <p:blipFill rotWithShape="1">
          <a:blip r:embed="rId3">
            <a:alphaModFix/>
          </a:blip>
          <a:srcRect r="30487"/>
          <a:stretch/>
        </p:blipFill>
        <p:spPr>
          <a:xfrm>
            <a:off x="201650" y="2293380"/>
            <a:ext cx="8740700" cy="792042"/>
          </a:xfrm>
          <a:prstGeom prst="rect">
            <a:avLst/>
          </a:prstGeom>
          <a:noFill/>
          <a:ln>
            <a:noFill/>
          </a:ln>
        </p:spPr>
      </p:pic>
      <p:sp>
        <p:nvSpPr>
          <p:cNvPr id="8206" name="Google Shape;8206;p286"/>
          <p:cNvSpPr txBox="1"/>
          <p:nvPr/>
        </p:nvSpPr>
        <p:spPr>
          <a:xfrm>
            <a:off x="629400" y="1218163"/>
            <a:ext cx="7885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Slicing in Python is a way to extract a portion of a list</a:t>
            </a:r>
            <a:endParaRPr sz="2000" b="1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pic>
        <p:nvPicPr>
          <p:cNvPr id="8207" name="Google Shape;8207;p286"/>
          <p:cNvPicPr preferRelativeResize="0"/>
          <p:nvPr/>
        </p:nvPicPr>
        <p:blipFill rotWithShape="1">
          <a:blip r:embed="rId3">
            <a:alphaModFix/>
          </a:blip>
          <a:srcRect l="70076"/>
          <a:stretch/>
        </p:blipFill>
        <p:spPr>
          <a:xfrm>
            <a:off x="1624426" y="3229750"/>
            <a:ext cx="5895148" cy="124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" name="Google Shape;8212;p287"/>
          <p:cNvSpPr txBox="1">
            <a:spLocks noGrp="1"/>
          </p:cNvSpPr>
          <p:nvPr>
            <p:ph type="title"/>
          </p:nvPr>
        </p:nvSpPr>
        <p:spPr>
          <a:xfrm>
            <a:off x="1378050" y="2344774"/>
            <a:ext cx="6387900" cy="9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Change Element</a:t>
            </a:r>
            <a:endParaRPr/>
          </a:p>
        </p:txBody>
      </p:sp>
      <p:sp>
        <p:nvSpPr>
          <p:cNvPr id="8213" name="Google Shape;8213;p287"/>
          <p:cNvSpPr txBox="1">
            <a:spLocks noGrp="1"/>
          </p:cNvSpPr>
          <p:nvPr>
            <p:ph type="title" idx="2"/>
          </p:nvPr>
        </p:nvSpPr>
        <p:spPr>
          <a:xfrm>
            <a:off x="3843750" y="1322001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8214" name="Google Shape;8214;p287"/>
          <p:cNvGrpSpPr/>
          <p:nvPr/>
        </p:nvGrpSpPr>
        <p:grpSpPr>
          <a:xfrm>
            <a:off x="3928443" y="2086030"/>
            <a:ext cx="1287126" cy="176025"/>
            <a:chOff x="4345425" y="2175475"/>
            <a:chExt cx="800750" cy="176025"/>
          </a:xfrm>
        </p:grpSpPr>
        <p:sp>
          <p:nvSpPr>
            <p:cNvPr id="8215" name="Google Shape;8215;p287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6" name="Google Shape;8216;p287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17" name="Google Shape;8217;p287"/>
          <p:cNvGrpSpPr/>
          <p:nvPr/>
        </p:nvGrpSpPr>
        <p:grpSpPr>
          <a:xfrm>
            <a:off x="1541738" y="3108974"/>
            <a:ext cx="6053350" cy="176025"/>
            <a:chOff x="4345425" y="2175475"/>
            <a:chExt cx="800750" cy="176025"/>
          </a:xfrm>
        </p:grpSpPr>
        <p:sp>
          <p:nvSpPr>
            <p:cNvPr id="8218" name="Google Shape;8218;p287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9" name="Google Shape;8219;p287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20" name="Google Shape;8220;p287"/>
          <p:cNvGrpSpPr/>
          <p:nvPr/>
        </p:nvGrpSpPr>
        <p:grpSpPr>
          <a:xfrm rot="372491" flipH="1">
            <a:off x="1097518" y="3478413"/>
            <a:ext cx="595061" cy="675849"/>
            <a:chOff x="5464100" y="4208075"/>
            <a:chExt cx="494625" cy="579650"/>
          </a:xfrm>
        </p:grpSpPr>
        <p:sp>
          <p:nvSpPr>
            <p:cNvPr id="8221" name="Google Shape;8221;p287"/>
            <p:cNvSpPr/>
            <p:nvPr/>
          </p:nvSpPr>
          <p:spPr>
            <a:xfrm>
              <a:off x="5594650" y="4504850"/>
              <a:ext cx="341250" cy="255800"/>
            </a:xfrm>
            <a:custGeom>
              <a:avLst/>
              <a:gdLst/>
              <a:ahLst/>
              <a:cxnLst/>
              <a:rect l="l" t="t" r="r" b="b"/>
              <a:pathLst>
                <a:path w="13650" h="10232" extrusionOk="0">
                  <a:moveTo>
                    <a:pt x="11619" y="0"/>
                  </a:moveTo>
                  <a:cubicBezTo>
                    <a:pt x="11538" y="0"/>
                    <a:pt x="11454" y="19"/>
                    <a:pt x="11367" y="60"/>
                  </a:cubicBezTo>
                  <a:cubicBezTo>
                    <a:pt x="10774" y="356"/>
                    <a:pt x="10157" y="653"/>
                    <a:pt x="9587" y="973"/>
                  </a:cubicBezTo>
                  <a:cubicBezTo>
                    <a:pt x="8423" y="1657"/>
                    <a:pt x="7327" y="2388"/>
                    <a:pt x="6254" y="3209"/>
                  </a:cubicBezTo>
                  <a:cubicBezTo>
                    <a:pt x="4177" y="4784"/>
                    <a:pt x="2100" y="6359"/>
                    <a:pt x="0" y="7934"/>
                  </a:cubicBezTo>
                  <a:cubicBezTo>
                    <a:pt x="584" y="8864"/>
                    <a:pt x="1080" y="10231"/>
                    <a:pt x="2001" y="10231"/>
                  </a:cubicBezTo>
                  <a:cubicBezTo>
                    <a:pt x="2232" y="10231"/>
                    <a:pt x="2491" y="10145"/>
                    <a:pt x="2785" y="9943"/>
                  </a:cubicBezTo>
                  <a:cubicBezTo>
                    <a:pt x="3972" y="9121"/>
                    <a:pt x="5159" y="8300"/>
                    <a:pt x="6323" y="7478"/>
                  </a:cubicBezTo>
                  <a:cubicBezTo>
                    <a:pt x="7281" y="6816"/>
                    <a:pt x="13650" y="2867"/>
                    <a:pt x="13011" y="1726"/>
                  </a:cubicBezTo>
                  <a:cubicBezTo>
                    <a:pt x="12806" y="1338"/>
                    <a:pt x="12310" y="0"/>
                    <a:pt x="11619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2" name="Google Shape;8222;p287"/>
            <p:cNvSpPr/>
            <p:nvPr/>
          </p:nvSpPr>
          <p:spPr>
            <a:xfrm>
              <a:off x="5518750" y="4363750"/>
              <a:ext cx="340700" cy="255675"/>
            </a:xfrm>
            <a:custGeom>
              <a:avLst/>
              <a:gdLst/>
              <a:ahLst/>
              <a:cxnLst/>
              <a:rect l="l" t="t" r="r" b="b"/>
              <a:pathLst>
                <a:path w="13628" h="10227" extrusionOk="0">
                  <a:moveTo>
                    <a:pt x="11606" y="0"/>
                  </a:moveTo>
                  <a:cubicBezTo>
                    <a:pt x="11522" y="0"/>
                    <a:pt x="11435" y="21"/>
                    <a:pt x="11345" y="66"/>
                  </a:cubicBezTo>
                  <a:cubicBezTo>
                    <a:pt x="10751" y="362"/>
                    <a:pt x="10158" y="659"/>
                    <a:pt x="9587" y="979"/>
                  </a:cubicBezTo>
                  <a:cubicBezTo>
                    <a:pt x="8423" y="1664"/>
                    <a:pt x="7304" y="2394"/>
                    <a:pt x="6232" y="3216"/>
                  </a:cubicBezTo>
                  <a:cubicBezTo>
                    <a:pt x="4155" y="4791"/>
                    <a:pt x="2077" y="6343"/>
                    <a:pt x="0" y="7940"/>
                  </a:cubicBezTo>
                  <a:cubicBezTo>
                    <a:pt x="563" y="8867"/>
                    <a:pt x="1054" y="10226"/>
                    <a:pt x="1967" y="10226"/>
                  </a:cubicBezTo>
                  <a:cubicBezTo>
                    <a:pt x="2201" y="10226"/>
                    <a:pt x="2464" y="10136"/>
                    <a:pt x="2762" y="9926"/>
                  </a:cubicBezTo>
                  <a:cubicBezTo>
                    <a:pt x="3949" y="9127"/>
                    <a:pt x="5136" y="8306"/>
                    <a:pt x="6323" y="7484"/>
                  </a:cubicBezTo>
                  <a:cubicBezTo>
                    <a:pt x="7282" y="6822"/>
                    <a:pt x="13627" y="2873"/>
                    <a:pt x="13011" y="1732"/>
                  </a:cubicBezTo>
                  <a:cubicBezTo>
                    <a:pt x="12787" y="1346"/>
                    <a:pt x="12292" y="0"/>
                    <a:pt x="11606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3" name="Google Shape;8223;p287"/>
            <p:cNvSpPr/>
            <p:nvPr/>
          </p:nvSpPr>
          <p:spPr>
            <a:xfrm>
              <a:off x="5475950" y="4235275"/>
              <a:ext cx="281925" cy="269375"/>
            </a:xfrm>
            <a:custGeom>
              <a:avLst/>
              <a:gdLst/>
              <a:ahLst/>
              <a:cxnLst/>
              <a:rect l="l" t="t" r="r" b="b"/>
              <a:pathLst>
                <a:path w="11277" h="10775" extrusionOk="0">
                  <a:moveTo>
                    <a:pt x="1210" y="1"/>
                  </a:moveTo>
                  <a:cubicBezTo>
                    <a:pt x="1233" y="23"/>
                    <a:pt x="1233" y="46"/>
                    <a:pt x="1233" y="92"/>
                  </a:cubicBezTo>
                  <a:cubicBezTo>
                    <a:pt x="1005" y="3653"/>
                    <a:pt x="503" y="7213"/>
                    <a:pt x="0" y="10774"/>
                  </a:cubicBezTo>
                  <a:cubicBezTo>
                    <a:pt x="3607" y="7989"/>
                    <a:pt x="7396" y="5456"/>
                    <a:pt x="11276" y="3082"/>
                  </a:cubicBezTo>
                  <a:cubicBezTo>
                    <a:pt x="7967" y="1918"/>
                    <a:pt x="4634" y="868"/>
                    <a:pt x="1210" y="1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4" name="Google Shape;8224;p287"/>
            <p:cNvSpPr/>
            <p:nvPr/>
          </p:nvSpPr>
          <p:spPr>
            <a:xfrm>
              <a:off x="5717000" y="4421125"/>
              <a:ext cx="42000" cy="94525"/>
            </a:xfrm>
            <a:custGeom>
              <a:avLst/>
              <a:gdLst/>
              <a:ahLst/>
              <a:cxnLst/>
              <a:rect l="l" t="t" r="r" b="b"/>
              <a:pathLst>
                <a:path w="1680" h="3781" extrusionOk="0">
                  <a:moveTo>
                    <a:pt x="1497" y="0"/>
                  </a:moveTo>
                  <a:cubicBezTo>
                    <a:pt x="1449" y="0"/>
                    <a:pt x="1398" y="23"/>
                    <a:pt x="1360" y="76"/>
                  </a:cubicBezTo>
                  <a:cubicBezTo>
                    <a:pt x="676" y="1103"/>
                    <a:pt x="265" y="2404"/>
                    <a:pt x="14" y="3614"/>
                  </a:cubicBezTo>
                  <a:cubicBezTo>
                    <a:pt x="0" y="3720"/>
                    <a:pt x="80" y="3780"/>
                    <a:pt x="162" y="3780"/>
                  </a:cubicBezTo>
                  <a:cubicBezTo>
                    <a:pt x="221" y="3780"/>
                    <a:pt x="282" y="3749"/>
                    <a:pt x="310" y="3683"/>
                  </a:cubicBezTo>
                  <a:cubicBezTo>
                    <a:pt x="698" y="2496"/>
                    <a:pt x="1201" y="1377"/>
                    <a:pt x="1634" y="213"/>
                  </a:cubicBezTo>
                  <a:cubicBezTo>
                    <a:pt x="1680" y="91"/>
                    <a:pt x="1594" y="0"/>
                    <a:pt x="1497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5" name="Google Shape;8225;p287"/>
            <p:cNvSpPr/>
            <p:nvPr/>
          </p:nvSpPr>
          <p:spPr>
            <a:xfrm>
              <a:off x="5750000" y="4392700"/>
              <a:ext cx="46925" cy="98950"/>
            </a:xfrm>
            <a:custGeom>
              <a:avLst/>
              <a:gdLst/>
              <a:ahLst/>
              <a:cxnLst/>
              <a:rect l="l" t="t" r="r" b="b"/>
              <a:pathLst>
                <a:path w="1877" h="3958" extrusionOk="0">
                  <a:moveTo>
                    <a:pt x="1669" y="1"/>
                  </a:moveTo>
                  <a:cubicBezTo>
                    <a:pt x="1627" y="1"/>
                    <a:pt x="1584" y="22"/>
                    <a:pt x="1547" y="72"/>
                  </a:cubicBezTo>
                  <a:cubicBezTo>
                    <a:pt x="771" y="1122"/>
                    <a:pt x="360" y="2446"/>
                    <a:pt x="40" y="3701"/>
                  </a:cubicBezTo>
                  <a:cubicBezTo>
                    <a:pt x="0" y="3860"/>
                    <a:pt x="130" y="3958"/>
                    <a:pt x="259" y="3958"/>
                  </a:cubicBezTo>
                  <a:cubicBezTo>
                    <a:pt x="353" y="3958"/>
                    <a:pt x="445" y="3907"/>
                    <a:pt x="474" y="3792"/>
                  </a:cubicBezTo>
                  <a:cubicBezTo>
                    <a:pt x="816" y="2560"/>
                    <a:pt x="1410" y="1464"/>
                    <a:pt x="1843" y="277"/>
                  </a:cubicBezTo>
                  <a:cubicBezTo>
                    <a:pt x="1877" y="145"/>
                    <a:pt x="1778" y="1"/>
                    <a:pt x="1669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6" name="Google Shape;8226;p287"/>
            <p:cNvSpPr/>
            <p:nvPr/>
          </p:nvSpPr>
          <p:spPr>
            <a:xfrm>
              <a:off x="5795175" y="4403700"/>
              <a:ext cx="30450" cy="52625"/>
            </a:xfrm>
            <a:custGeom>
              <a:avLst/>
              <a:gdLst/>
              <a:ahLst/>
              <a:cxnLst/>
              <a:rect l="l" t="t" r="r" b="b"/>
              <a:pathLst>
                <a:path w="1218" h="2105" extrusionOk="0">
                  <a:moveTo>
                    <a:pt x="977" y="1"/>
                  </a:moveTo>
                  <a:cubicBezTo>
                    <a:pt x="935" y="1"/>
                    <a:pt x="893" y="14"/>
                    <a:pt x="858" y="43"/>
                  </a:cubicBezTo>
                  <a:cubicBezTo>
                    <a:pt x="356" y="522"/>
                    <a:pt x="105" y="1138"/>
                    <a:pt x="14" y="1800"/>
                  </a:cubicBezTo>
                  <a:cubicBezTo>
                    <a:pt x="0" y="1988"/>
                    <a:pt x="160" y="2104"/>
                    <a:pt x="303" y="2104"/>
                  </a:cubicBezTo>
                  <a:cubicBezTo>
                    <a:pt x="404" y="2104"/>
                    <a:pt x="497" y="2046"/>
                    <a:pt x="516" y="1914"/>
                  </a:cubicBezTo>
                  <a:cubicBezTo>
                    <a:pt x="607" y="1321"/>
                    <a:pt x="835" y="773"/>
                    <a:pt x="1132" y="248"/>
                  </a:cubicBezTo>
                  <a:cubicBezTo>
                    <a:pt x="1217" y="112"/>
                    <a:pt x="1099" y="1"/>
                    <a:pt x="97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7" name="Google Shape;8227;p287"/>
            <p:cNvSpPr/>
            <p:nvPr/>
          </p:nvSpPr>
          <p:spPr>
            <a:xfrm>
              <a:off x="5783525" y="4580275"/>
              <a:ext cx="38225" cy="81675"/>
            </a:xfrm>
            <a:custGeom>
              <a:avLst/>
              <a:gdLst/>
              <a:ahLst/>
              <a:cxnLst/>
              <a:rect l="l" t="t" r="r" b="b"/>
              <a:pathLst>
                <a:path w="1529" h="3267" extrusionOk="0">
                  <a:moveTo>
                    <a:pt x="1258" y="1"/>
                  </a:moveTo>
                  <a:cubicBezTo>
                    <a:pt x="1191" y="1"/>
                    <a:pt x="1127" y="31"/>
                    <a:pt x="1096" y="101"/>
                  </a:cubicBezTo>
                  <a:cubicBezTo>
                    <a:pt x="845" y="649"/>
                    <a:pt x="617" y="1197"/>
                    <a:pt x="411" y="1745"/>
                  </a:cubicBezTo>
                  <a:cubicBezTo>
                    <a:pt x="251" y="2201"/>
                    <a:pt x="0" y="2680"/>
                    <a:pt x="23" y="3160"/>
                  </a:cubicBezTo>
                  <a:cubicBezTo>
                    <a:pt x="23" y="3231"/>
                    <a:pt x="77" y="3267"/>
                    <a:pt x="133" y="3267"/>
                  </a:cubicBezTo>
                  <a:cubicBezTo>
                    <a:pt x="168" y="3267"/>
                    <a:pt x="203" y="3254"/>
                    <a:pt x="229" y="3228"/>
                  </a:cubicBezTo>
                  <a:cubicBezTo>
                    <a:pt x="594" y="2863"/>
                    <a:pt x="754" y="2270"/>
                    <a:pt x="936" y="1790"/>
                  </a:cubicBezTo>
                  <a:cubicBezTo>
                    <a:pt x="1142" y="1288"/>
                    <a:pt x="1324" y="763"/>
                    <a:pt x="1484" y="261"/>
                  </a:cubicBezTo>
                  <a:cubicBezTo>
                    <a:pt x="1529" y="111"/>
                    <a:pt x="1387" y="1"/>
                    <a:pt x="125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8" name="Google Shape;8228;p287"/>
            <p:cNvSpPr/>
            <p:nvPr/>
          </p:nvSpPr>
          <p:spPr>
            <a:xfrm>
              <a:off x="5824600" y="4544075"/>
              <a:ext cx="49675" cy="96575"/>
            </a:xfrm>
            <a:custGeom>
              <a:avLst/>
              <a:gdLst/>
              <a:ahLst/>
              <a:cxnLst/>
              <a:rect l="l" t="t" r="r" b="b"/>
              <a:pathLst>
                <a:path w="1987" h="3863" extrusionOk="0">
                  <a:moveTo>
                    <a:pt x="1601" y="1"/>
                  </a:moveTo>
                  <a:cubicBezTo>
                    <a:pt x="1166" y="1"/>
                    <a:pt x="939" y="623"/>
                    <a:pt x="800" y="1001"/>
                  </a:cubicBezTo>
                  <a:cubicBezTo>
                    <a:pt x="457" y="1846"/>
                    <a:pt x="115" y="2759"/>
                    <a:pt x="1" y="3672"/>
                  </a:cubicBezTo>
                  <a:cubicBezTo>
                    <a:pt x="1" y="3777"/>
                    <a:pt x="100" y="3863"/>
                    <a:pt x="188" y="3863"/>
                  </a:cubicBezTo>
                  <a:cubicBezTo>
                    <a:pt x="233" y="3863"/>
                    <a:pt x="274" y="3840"/>
                    <a:pt x="297" y="3786"/>
                  </a:cubicBezTo>
                  <a:cubicBezTo>
                    <a:pt x="526" y="3215"/>
                    <a:pt x="708" y="2645"/>
                    <a:pt x="914" y="2074"/>
                  </a:cubicBezTo>
                  <a:cubicBezTo>
                    <a:pt x="1028" y="1823"/>
                    <a:pt x="1439" y="385"/>
                    <a:pt x="1735" y="362"/>
                  </a:cubicBezTo>
                  <a:cubicBezTo>
                    <a:pt x="1918" y="362"/>
                    <a:pt x="1987" y="111"/>
                    <a:pt x="1804" y="43"/>
                  </a:cubicBezTo>
                  <a:cubicBezTo>
                    <a:pt x="1731" y="14"/>
                    <a:pt x="1664" y="1"/>
                    <a:pt x="1601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9" name="Google Shape;8229;p287"/>
            <p:cNvSpPr/>
            <p:nvPr/>
          </p:nvSpPr>
          <p:spPr>
            <a:xfrm>
              <a:off x="5876375" y="4540750"/>
              <a:ext cx="23725" cy="54675"/>
            </a:xfrm>
            <a:custGeom>
              <a:avLst/>
              <a:gdLst/>
              <a:ahLst/>
              <a:cxnLst/>
              <a:rect l="l" t="t" r="r" b="b"/>
              <a:pathLst>
                <a:path w="949" h="2187" extrusionOk="0">
                  <a:moveTo>
                    <a:pt x="772" y="1"/>
                  </a:moveTo>
                  <a:cubicBezTo>
                    <a:pt x="721" y="1"/>
                    <a:pt x="671" y="26"/>
                    <a:pt x="646" y="84"/>
                  </a:cubicBezTo>
                  <a:cubicBezTo>
                    <a:pt x="372" y="701"/>
                    <a:pt x="167" y="1317"/>
                    <a:pt x="30" y="2002"/>
                  </a:cubicBezTo>
                  <a:cubicBezTo>
                    <a:pt x="1" y="2103"/>
                    <a:pt x="101" y="2187"/>
                    <a:pt x="195" y="2187"/>
                  </a:cubicBezTo>
                  <a:cubicBezTo>
                    <a:pt x="249" y="2187"/>
                    <a:pt x="302" y="2159"/>
                    <a:pt x="326" y="2093"/>
                  </a:cubicBezTo>
                  <a:cubicBezTo>
                    <a:pt x="577" y="1477"/>
                    <a:pt x="783" y="838"/>
                    <a:pt x="920" y="176"/>
                  </a:cubicBezTo>
                  <a:cubicBezTo>
                    <a:pt x="949" y="75"/>
                    <a:pt x="859" y="1"/>
                    <a:pt x="772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0" name="Google Shape;8230;p287"/>
            <p:cNvSpPr/>
            <p:nvPr/>
          </p:nvSpPr>
          <p:spPr>
            <a:xfrm>
              <a:off x="5464100" y="4208075"/>
              <a:ext cx="334850" cy="317675"/>
            </a:xfrm>
            <a:custGeom>
              <a:avLst/>
              <a:gdLst/>
              <a:ahLst/>
              <a:cxnLst/>
              <a:rect l="l" t="t" r="r" b="b"/>
              <a:pathLst>
                <a:path w="13394" h="12707" extrusionOk="0">
                  <a:moveTo>
                    <a:pt x="2027" y="792"/>
                  </a:moveTo>
                  <a:cubicBezTo>
                    <a:pt x="5450" y="1682"/>
                    <a:pt x="8783" y="2732"/>
                    <a:pt x="12115" y="3896"/>
                  </a:cubicBezTo>
                  <a:cubicBezTo>
                    <a:pt x="8212" y="6270"/>
                    <a:pt x="4423" y="8804"/>
                    <a:pt x="817" y="11588"/>
                  </a:cubicBezTo>
                  <a:cubicBezTo>
                    <a:pt x="1319" y="8027"/>
                    <a:pt x="1821" y="4467"/>
                    <a:pt x="2049" y="906"/>
                  </a:cubicBezTo>
                  <a:cubicBezTo>
                    <a:pt x="2049" y="860"/>
                    <a:pt x="2049" y="838"/>
                    <a:pt x="2027" y="792"/>
                  </a:cubicBezTo>
                  <a:close/>
                  <a:moveTo>
                    <a:pt x="1919" y="0"/>
                  </a:moveTo>
                  <a:cubicBezTo>
                    <a:pt x="1586" y="0"/>
                    <a:pt x="1459" y="471"/>
                    <a:pt x="1707" y="678"/>
                  </a:cubicBezTo>
                  <a:cubicBezTo>
                    <a:pt x="1616" y="701"/>
                    <a:pt x="1547" y="769"/>
                    <a:pt x="1547" y="860"/>
                  </a:cubicBezTo>
                  <a:cubicBezTo>
                    <a:pt x="954" y="4649"/>
                    <a:pt x="566" y="8484"/>
                    <a:pt x="18" y="12273"/>
                  </a:cubicBezTo>
                  <a:cubicBezTo>
                    <a:pt x="0" y="12483"/>
                    <a:pt x="158" y="12707"/>
                    <a:pt x="355" y="12707"/>
                  </a:cubicBezTo>
                  <a:cubicBezTo>
                    <a:pt x="415" y="12707"/>
                    <a:pt x="479" y="12686"/>
                    <a:pt x="543" y="12638"/>
                  </a:cubicBezTo>
                  <a:cubicBezTo>
                    <a:pt x="4560" y="9534"/>
                    <a:pt x="8760" y="6658"/>
                    <a:pt x="13165" y="4124"/>
                  </a:cubicBezTo>
                  <a:cubicBezTo>
                    <a:pt x="13371" y="3987"/>
                    <a:pt x="13394" y="3577"/>
                    <a:pt x="13120" y="3485"/>
                  </a:cubicBezTo>
                  <a:cubicBezTo>
                    <a:pt x="9490" y="2139"/>
                    <a:pt x="5770" y="997"/>
                    <a:pt x="2027" y="16"/>
                  </a:cubicBezTo>
                  <a:cubicBezTo>
                    <a:pt x="1989" y="5"/>
                    <a:pt x="1953" y="0"/>
                    <a:pt x="1919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1" name="Google Shape;8231;p287"/>
            <p:cNvSpPr/>
            <p:nvPr/>
          </p:nvSpPr>
          <p:spPr>
            <a:xfrm>
              <a:off x="5495775" y="4342975"/>
              <a:ext cx="376800" cy="309500"/>
            </a:xfrm>
            <a:custGeom>
              <a:avLst/>
              <a:gdLst/>
              <a:ahLst/>
              <a:cxnLst/>
              <a:rect l="l" t="t" r="r" b="b"/>
              <a:pathLst>
                <a:path w="15072" h="12380" extrusionOk="0">
                  <a:moveTo>
                    <a:pt x="12525" y="1060"/>
                  </a:moveTo>
                  <a:cubicBezTo>
                    <a:pt x="13211" y="1060"/>
                    <a:pt x="13706" y="2403"/>
                    <a:pt x="13930" y="2768"/>
                  </a:cubicBezTo>
                  <a:cubicBezTo>
                    <a:pt x="14546" y="3933"/>
                    <a:pt x="8201" y="7858"/>
                    <a:pt x="7242" y="8520"/>
                  </a:cubicBezTo>
                  <a:cubicBezTo>
                    <a:pt x="6055" y="9342"/>
                    <a:pt x="4868" y="10164"/>
                    <a:pt x="3681" y="10986"/>
                  </a:cubicBezTo>
                  <a:cubicBezTo>
                    <a:pt x="3388" y="11187"/>
                    <a:pt x="3129" y="11274"/>
                    <a:pt x="2897" y="11274"/>
                  </a:cubicBezTo>
                  <a:cubicBezTo>
                    <a:pt x="1977" y="11274"/>
                    <a:pt x="1485" y="9907"/>
                    <a:pt x="919" y="8977"/>
                  </a:cubicBezTo>
                  <a:cubicBezTo>
                    <a:pt x="2996" y="7402"/>
                    <a:pt x="5074" y="5827"/>
                    <a:pt x="7151" y="4252"/>
                  </a:cubicBezTo>
                  <a:cubicBezTo>
                    <a:pt x="8223" y="3453"/>
                    <a:pt x="9342" y="2700"/>
                    <a:pt x="10483" y="2038"/>
                  </a:cubicBezTo>
                  <a:cubicBezTo>
                    <a:pt x="11077" y="1696"/>
                    <a:pt x="11670" y="1399"/>
                    <a:pt x="12264" y="1125"/>
                  </a:cubicBezTo>
                  <a:cubicBezTo>
                    <a:pt x="12354" y="1080"/>
                    <a:pt x="12441" y="1060"/>
                    <a:pt x="12525" y="1060"/>
                  </a:cubicBezTo>
                  <a:close/>
                  <a:moveTo>
                    <a:pt x="12828" y="1"/>
                  </a:moveTo>
                  <a:cubicBezTo>
                    <a:pt x="11774" y="1"/>
                    <a:pt x="10261" y="1278"/>
                    <a:pt x="9525" y="1741"/>
                  </a:cubicBezTo>
                  <a:cubicBezTo>
                    <a:pt x="6215" y="3818"/>
                    <a:pt x="3248" y="6512"/>
                    <a:pt x="189" y="8908"/>
                  </a:cubicBezTo>
                  <a:cubicBezTo>
                    <a:pt x="1" y="9059"/>
                    <a:pt x="139" y="9365"/>
                    <a:pt x="334" y="9365"/>
                  </a:cubicBezTo>
                  <a:cubicBezTo>
                    <a:pt x="375" y="9365"/>
                    <a:pt x="419" y="9351"/>
                    <a:pt x="463" y="9319"/>
                  </a:cubicBezTo>
                  <a:cubicBezTo>
                    <a:pt x="486" y="9296"/>
                    <a:pt x="509" y="9274"/>
                    <a:pt x="531" y="9251"/>
                  </a:cubicBezTo>
                  <a:cubicBezTo>
                    <a:pt x="1125" y="10278"/>
                    <a:pt x="1741" y="11282"/>
                    <a:pt x="2426" y="12241"/>
                  </a:cubicBezTo>
                  <a:cubicBezTo>
                    <a:pt x="2485" y="12329"/>
                    <a:pt x="2582" y="12380"/>
                    <a:pt x="2680" y="12380"/>
                  </a:cubicBezTo>
                  <a:cubicBezTo>
                    <a:pt x="2734" y="12380"/>
                    <a:pt x="2788" y="12365"/>
                    <a:pt x="2837" y="12332"/>
                  </a:cubicBezTo>
                  <a:cubicBezTo>
                    <a:pt x="6991" y="9662"/>
                    <a:pt x="11396" y="6968"/>
                    <a:pt x="14934" y="3453"/>
                  </a:cubicBezTo>
                  <a:cubicBezTo>
                    <a:pt x="15071" y="3316"/>
                    <a:pt x="15048" y="3111"/>
                    <a:pt x="14957" y="2951"/>
                  </a:cubicBezTo>
                  <a:cubicBezTo>
                    <a:pt x="14592" y="2266"/>
                    <a:pt x="13930" y="212"/>
                    <a:pt x="13085" y="29"/>
                  </a:cubicBezTo>
                  <a:cubicBezTo>
                    <a:pt x="13003" y="10"/>
                    <a:pt x="12917" y="1"/>
                    <a:pt x="1282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2" name="Google Shape;8232;p287"/>
            <p:cNvSpPr/>
            <p:nvPr/>
          </p:nvSpPr>
          <p:spPr>
            <a:xfrm>
              <a:off x="5582050" y="4477650"/>
              <a:ext cx="376675" cy="310075"/>
            </a:xfrm>
            <a:custGeom>
              <a:avLst/>
              <a:gdLst/>
              <a:ahLst/>
              <a:cxnLst/>
              <a:rect l="l" t="t" r="r" b="b"/>
              <a:pathLst>
                <a:path w="15067" h="12403" extrusionOk="0">
                  <a:moveTo>
                    <a:pt x="12512" y="1065"/>
                  </a:moveTo>
                  <a:cubicBezTo>
                    <a:pt x="13207" y="1065"/>
                    <a:pt x="13721" y="2403"/>
                    <a:pt x="13925" y="2791"/>
                  </a:cubicBezTo>
                  <a:cubicBezTo>
                    <a:pt x="14542" y="3932"/>
                    <a:pt x="8196" y="7881"/>
                    <a:pt x="7238" y="8543"/>
                  </a:cubicBezTo>
                  <a:cubicBezTo>
                    <a:pt x="6051" y="9365"/>
                    <a:pt x="4864" y="10186"/>
                    <a:pt x="3677" y="11008"/>
                  </a:cubicBezTo>
                  <a:cubicBezTo>
                    <a:pt x="3383" y="11210"/>
                    <a:pt x="3124" y="11297"/>
                    <a:pt x="2893" y="11297"/>
                  </a:cubicBezTo>
                  <a:cubicBezTo>
                    <a:pt x="1973" y="11297"/>
                    <a:pt x="1480" y="9930"/>
                    <a:pt x="915" y="8999"/>
                  </a:cubicBezTo>
                  <a:cubicBezTo>
                    <a:pt x="2992" y="7425"/>
                    <a:pt x="5069" y="5850"/>
                    <a:pt x="7169" y="4275"/>
                  </a:cubicBezTo>
                  <a:cubicBezTo>
                    <a:pt x="8219" y="3453"/>
                    <a:pt x="9338" y="2723"/>
                    <a:pt x="10502" y="2038"/>
                  </a:cubicBezTo>
                  <a:cubicBezTo>
                    <a:pt x="11072" y="1718"/>
                    <a:pt x="11666" y="1422"/>
                    <a:pt x="12259" y="1125"/>
                  </a:cubicBezTo>
                  <a:cubicBezTo>
                    <a:pt x="12346" y="1084"/>
                    <a:pt x="12430" y="1065"/>
                    <a:pt x="12512" y="1065"/>
                  </a:cubicBezTo>
                  <a:close/>
                  <a:moveTo>
                    <a:pt x="12827" y="1"/>
                  </a:moveTo>
                  <a:cubicBezTo>
                    <a:pt x="11773" y="1"/>
                    <a:pt x="10258" y="1300"/>
                    <a:pt x="9520" y="1764"/>
                  </a:cubicBezTo>
                  <a:cubicBezTo>
                    <a:pt x="6233" y="3841"/>
                    <a:pt x="3266" y="6512"/>
                    <a:pt x="207" y="8931"/>
                  </a:cubicBezTo>
                  <a:cubicBezTo>
                    <a:pt x="0" y="9082"/>
                    <a:pt x="135" y="9388"/>
                    <a:pt x="329" y="9388"/>
                  </a:cubicBezTo>
                  <a:cubicBezTo>
                    <a:pt x="371" y="9388"/>
                    <a:pt x="415" y="9374"/>
                    <a:pt x="459" y="9342"/>
                  </a:cubicBezTo>
                  <a:cubicBezTo>
                    <a:pt x="481" y="9319"/>
                    <a:pt x="504" y="9296"/>
                    <a:pt x="550" y="9273"/>
                  </a:cubicBezTo>
                  <a:cubicBezTo>
                    <a:pt x="1120" y="10301"/>
                    <a:pt x="1737" y="11282"/>
                    <a:pt x="2421" y="12263"/>
                  </a:cubicBezTo>
                  <a:cubicBezTo>
                    <a:pt x="2480" y="12352"/>
                    <a:pt x="2577" y="12402"/>
                    <a:pt x="2676" y="12402"/>
                  </a:cubicBezTo>
                  <a:cubicBezTo>
                    <a:pt x="2730" y="12402"/>
                    <a:pt x="2784" y="12387"/>
                    <a:pt x="2832" y="12355"/>
                  </a:cubicBezTo>
                  <a:cubicBezTo>
                    <a:pt x="7009" y="9661"/>
                    <a:pt x="11392" y="6968"/>
                    <a:pt x="14930" y="3476"/>
                  </a:cubicBezTo>
                  <a:cubicBezTo>
                    <a:pt x="15067" y="3339"/>
                    <a:pt x="15067" y="3111"/>
                    <a:pt x="14975" y="2951"/>
                  </a:cubicBezTo>
                  <a:cubicBezTo>
                    <a:pt x="14587" y="2289"/>
                    <a:pt x="13925" y="235"/>
                    <a:pt x="13081" y="29"/>
                  </a:cubicBezTo>
                  <a:cubicBezTo>
                    <a:pt x="13000" y="10"/>
                    <a:pt x="12915" y="1"/>
                    <a:pt x="1282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3" name="Google Shape;8233;p287"/>
          <p:cNvGrpSpPr/>
          <p:nvPr/>
        </p:nvGrpSpPr>
        <p:grpSpPr>
          <a:xfrm rot="9456294">
            <a:off x="6849678" y="3273665"/>
            <a:ext cx="2306042" cy="512923"/>
            <a:chOff x="7051300" y="3461525"/>
            <a:chExt cx="2305989" cy="512912"/>
          </a:xfrm>
        </p:grpSpPr>
        <p:sp>
          <p:nvSpPr>
            <p:cNvPr id="8234" name="Google Shape;8234;p287"/>
            <p:cNvSpPr/>
            <p:nvPr/>
          </p:nvSpPr>
          <p:spPr>
            <a:xfrm>
              <a:off x="7075817" y="3564700"/>
              <a:ext cx="2271819" cy="396457"/>
            </a:xfrm>
            <a:custGeom>
              <a:avLst/>
              <a:gdLst/>
              <a:ahLst/>
              <a:cxnLst/>
              <a:rect l="l" t="t" r="r" b="b"/>
              <a:pathLst>
                <a:path w="46702" h="8150" extrusionOk="0">
                  <a:moveTo>
                    <a:pt x="46666" y="1"/>
                  </a:moveTo>
                  <a:lnTo>
                    <a:pt x="41068" y="704"/>
                  </a:lnTo>
                  <a:lnTo>
                    <a:pt x="39932" y="848"/>
                  </a:lnTo>
                  <a:lnTo>
                    <a:pt x="40221" y="3156"/>
                  </a:lnTo>
                  <a:lnTo>
                    <a:pt x="41357" y="3011"/>
                  </a:lnTo>
                  <a:lnTo>
                    <a:pt x="41303" y="2606"/>
                  </a:lnTo>
                  <a:lnTo>
                    <a:pt x="46702" y="271"/>
                  </a:lnTo>
                  <a:lnTo>
                    <a:pt x="46666" y="1"/>
                  </a:lnTo>
                  <a:close/>
                  <a:moveTo>
                    <a:pt x="1560" y="5644"/>
                  </a:moveTo>
                  <a:lnTo>
                    <a:pt x="1" y="5842"/>
                  </a:lnTo>
                  <a:lnTo>
                    <a:pt x="298" y="8149"/>
                  </a:lnTo>
                  <a:lnTo>
                    <a:pt x="1858" y="7960"/>
                  </a:lnTo>
                  <a:lnTo>
                    <a:pt x="1560" y="5644"/>
                  </a:lnTo>
                  <a:close/>
                </a:path>
              </a:pathLst>
            </a:custGeom>
            <a:solidFill>
              <a:srgbClr val="EE8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5" name="Google Shape;8235;p287"/>
            <p:cNvSpPr/>
            <p:nvPr/>
          </p:nvSpPr>
          <p:spPr>
            <a:xfrm>
              <a:off x="7056554" y="3473929"/>
              <a:ext cx="2293709" cy="379334"/>
            </a:xfrm>
            <a:custGeom>
              <a:avLst/>
              <a:gdLst/>
              <a:ahLst/>
              <a:cxnLst/>
              <a:rect l="l" t="t" r="r" b="b"/>
              <a:pathLst>
                <a:path w="47152" h="7798" extrusionOk="0">
                  <a:moveTo>
                    <a:pt x="43312" y="1515"/>
                  </a:moveTo>
                  <a:cubicBezTo>
                    <a:pt x="43664" y="1533"/>
                    <a:pt x="43682" y="1687"/>
                    <a:pt x="43691" y="1741"/>
                  </a:cubicBezTo>
                  <a:cubicBezTo>
                    <a:pt x="43700" y="1858"/>
                    <a:pt x="43682" y="1993"/>
                    <a:pt x="43393" y="2029"/>
                  </a:cubicBezTo>
                  <a:cubicBezTo>
                    <a:pt x="43361" y="2033"/>
                    <a:pt x="43331" y="2035"/>
                    <a:pt x="43305" y="2035"/>
                  </a:cubicBezTo>
                  <a:cubicBezTo>
                    <a:pt x="43091" y="2035"/>
                    <a:pt x="43041" y="1916"/>
                    <a:pt x="43033" y="1804"/>
                  </a:cubicBezTo>
                  <a:cubicBezTo>
                    <a:pt x="43006" y="1623"/>
                    <a:pt x="43069" y="1542"/>
                    <a:pt x="43231" y="1515"/>
                  </a:cubicBezTo>
                  <a:close/>
                  <a:moveTo>
                    <a:pt x="42113" y="1308"/>
                  </a:moveTo>
                  <a:cubicBezTo>
                    <a:pt x="42366" y="1335"/>
                    <a:pt x="42501" y="1479"/>
                    <a:pt x="42537" y="1750"/>
                  </a:cubicBezTo>
                  <a:cubicBezTo>
                    <a:pt x="42546" y="1858"/>
                    <a:pt x="42528" y="1966"/>
                    <a:pt x="42474" y="2065"/>
                  </a:cubicBezTo>
                  <a:cubicBezTo>
                    <a:pt x="42420" y="2164"/>
                    <a:pt x="42348" y="2218"/>
                    <a:pt x="42239" y="2236"/>
                  </a:cubicBezTo>
                  <a:cubicBezTo>
                    <a:pt x="42209" y="2239"/>
                    <a:pt x="42181" y="2241"/>
                    <a:pt x="42154" y="2241"/>
                  </a:cubicBezTo>
                  <a:cubicBezTo>
                    <a:pt x="42019" y="2241"/>
                    <a:pt x="41924" y="2203"/>
                    <a:pt x="41879" y="2128"/>
                  </a:cubicBezTo>
                  <a:cubicBezTo>
                    <a:pt x="41861" y="2092"/>
                    <a:pt x="41843" y="2029"/>
                    <a:pt x="41825" y="1858"/>
                  </a:cubicBezTo>
                  <a:cubicBezTo>
                    <a:pt x="41762" y="1353"/>
                    <a:pt x="41969" y="1326"/>
                    <a:pt x="42041" y="1317"/>
                  </a:cubicBezTo>
                  <a:cubicBezTo>
                    <a:pt x="42059" y="1308"/>
                    <a:pt x="42086" y="1308"/>
                    <a:pt x="42113" y="1308"/>
                  </a:cubicBezTo>
                  <a:close/>
                  <a:moveTo>
                    <a:pt x="41221" y="1"/>
                  </a:moveTo>
                  <a:lnTo>
                    <a:pt x="39932" y="163"/>
                  </a:lnTo>
                  <a:lnTo>
                    <a:pt x="40256" y="2795"/>
                  </a:lnTo>
                  <a:lnTo>
                    <a:pt x="47152" y="1930"/>
                  </a:lnTo>
                  <a:lnTo>
                    <a:pt x="47080" y="1335"/>
                  </a:lnTo>
                  <a:lnTo>
                    <a:pt x="41275" y="425"/>
                  </a:lnTo>
                  <a:lnTo>
                    <a:pt x="41221" y="1"/>
                  </a:lnTo>
                  <a:close/>
                  <a:moveTo>
                    <a:pt x="1713" y="4941"/>
                  </a:moveTo>
                  <a:lnTo>
                    <a:pt x="0" y="5157"/>
                  </a:lnTo>
                  <a:lnTo>
                    <a:pt x="334" y="7798"/>
                  </a:lnTo>
                  <a:lnTo>
                    <a:pt x="2046" y="7582"/>
                  </a:lnTo>
                  <a:lnTo>
                    <a:pt x="1713" y="4941"/>
                  </a:lnTo>
                  <a:close/>
                </a:path>
              </a:pathLst>
            </a:custGeom>
            <a:solidFill>
              <a:srgbClr val="EEA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6" name="Google Shape;8236;p287"/>
            <p:cNvSpPr/>
            <p:nvPr/>
          </p:nvSpPr>
          <p:spPr>
            <a:xfrm>
              <a:off x="9084585" y="3533956"/>
              <a:ext cx="102106" cy="52683"/>
            </a:xfrm>
            <a:custGeom>
              <a:avLst/>
              <a:gdLst/>
              <a:ahLst/>
              <a:cxnLst/>
              <a:rect l="l" t="t" r="r" b="b"/>
              <a:pathLst>
                <a:path w="2099" h="1083" extrusionOk="0">
                  <a:moveTo>
                    <a:pt x="1621" y="200"/>
                  </a:moveTo>
                  <a:cubicBezTo>
                    <a:pt x="1351" y="200"/>
                    <a:pt x="1233" y="326"/>
                    <a:pt x="1261" y="579"/>
                  </a:cubicBezTo>
                  <a:cubicBezTo>
                    <a:pt x="1284" y="782"/>
                    <a:pt x="1402" y="883"/>
                    <a:pt x="1609" y="883"/>
                  </a:cubicBezTo>
                  <a:cubicBezTo>
                    <a:pt x="1641" y="883"/>
                    <a:pt x="1675" y="881"/>
                    <a:pt x="1711" y="876"/>
                  </a:cubicBezTo>
                  <a:cubicBezTo>
                    <a:pt x="1982" y="840"/>
                    <a:pt x="2099" y="714"/>
                    <a:pt x="2072" y="498"/>
                  </a:cubicBezTo>
                  <a:cubicBezTo>
                    <a:pt x="2054" y="317"/>
                    <a:pt x="1900" y="218"/>
                    <a:pt x="1621" y="200"/>
                  </a:cubicBezTo>
                  <a:close/>
                  <a:moveTo>
                    <a:pt x="397" y="1"/>
                  </a:moveTo>
                  <a:cubicBezTo>
                    <a:pt x="115" y="1"/>
                    <a:pt x="1" y="217"/>
                    <a:pt x="53" y="633"/>
                  </a:cubicBezTo>
                  <a:cubicBezTo>
                    <a:pt x="71" y="777"/>
                    <a:pt x="89" y="867"/>
                    <a:pt x="116" y="921"/>
                  </a:cubicBezTo>
                  <a:cubicBezTo>
                    <a:pt x="182" y="1032"/>
                    <a:pt x="290" y="1082"/>
                    <a:pt x="446" y="1082"/>
                  </a:cubicBezTo>
                  <a:cubicBezTo>
                    <a:pt x="481" y="1082"/>
                    <a:pt x="518" y="1079"/>
                    <a:pt x="557" y="1075"/>
                  </a:cubicBezTo>
                  <a:cubicBezTo>
                    <a:pt x="693" y="1066"/>
                    <a:pt x="783" y="993"/>
                    <a:pt x="846" y="867"/>
                  </a:cubicBezTo>
                  <a:cubicBezTo>
                    <a:pt x="909" y="750"/>
                    <a:pt x="936" y="633"/>
                    <a:pt x="918" y="507"/>
                  </a:cubicBezTo>
                  <a:cubicBezTo>
                    <a:pt x="882" y="200"/>
                    <a:pt x="720" y="29"/>
                    <a:pt x="431" y="2"/>
                  </a:cubicBezTo>
                  <a:cubicBezTo>
                    <a:pt x="419" y="1"/>
                    <a:pt x="408" y="1"/>
                    <a:pt x="397" y="1"/>
                  </a:cubicBezTo>
                  <a:close/>
                </a:path>
              </a:pathLst>
            </a:custGeom>
            <a:solidFill>
              <a:srgbClr val="EECA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7" name="Google Shape;8237;p287"/>
            <p:cNvSpPr/>
            <p:nvPr/>
          </p:nvSpPr>
          <p:spPr>
            <a:xfrm>
              <a:off x="7151702" y="3605512"/>
              <a:ext cx="1882416" cy="359584"/>
            </a:xfrm>
            <a:custGeom>
              <a:avLst/>
              <a:gdLst/>
              <a:ahLst/>
              <a:cxnLst/>
              <a:rect l="l" t="t" r="r" b="b"/>
              <a:pathLst>
                <a:path w="38697" h="7392" extrusionOk="0">
                  <a:moveTo>
                    <a:pt x="38372" y="0"/>
                  </a:moveTo>
                  <a:lnTo>
                    <a:pt x="25555" y="1614"/>
                  </a:lnTo>
                  <a:cubicBezTo>
                    <a:pt x="25645" y="2506"/>
                    <a:pt x="25104" y="3353"/>
                    <a:pt x="23932" y="4156"/>
                  </a:cubicBezTo>
                  <a:cubicBezTo>
                    <a:pt x="23752" y="4282"/>
                    <a:pt x="23563" y="4399"/>
                    <a:pt x="23373" y="4507"/>
                  </a:cubicBezTo>
                  <a:lnTo>
                    <a:pt x="38697" y="2587"/>
                  </a:lnTo>
                  <a:lnTo>
                    <a:pt x="38661" y="2317"/>
                  </a:lnTo>
                  <a:lnTo>
                    <a:pt x="38372" y="0"/>
                  </a:lnTo>
                  <a:close/>
                  <a:moveTo>
                    <a:pt x="12593" y="3236"/>
                  </a:moveTo>
                  <a:lnTo>
                    <a:pt x="0" y="4805"/>
                  </a:lnTo>
                  <a:lnTo>
                    <a:pt x="298" y="7121"/>
                  </a:lnTo>
                  <a:lnTo>
                    <a:pt x="325" y="7392"/>
                  </a:lnTo>
                  <a:lnTo>
                    <a:pt x="15423" y="5499"/>
                  </a:lnTo>
                  <a:cubicBezTo>
                    <a:pt x="15207" y="5445"/>
                    <a:pt x="14999" y="5381"/>
                    <a:pt x="14792" y="5300"/>
                  </a:cubicBezTo>
                  <a:cubicBezTo>
                    <a:pt x="13458" y="4814"/>
                    <a:pt x="12728" y="4129"/>
                    <a:pt x="12593" y="3236"/>
                  </a:cubicBezTo>
                  <a:close/>
                </a:path>
              </a:pathLst>
            </a:custGeom>
            <a:solidFill>
              <a:srgbClr val="D76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8" name="Google Shape;8238;p287"/>
            <p:cNvSpPr/>
            <p:nvPr/>
          </p:nvSpPr>
          <p:spPr>
            <a:xfrm>
              <a:off x="7764232" y="3683976"/>
              <a:ext cx="634963" cy="189034"/>
            </a:xfrm>
            <a:custGeom>
              <a:avLst/>
              <a:gdLst/>
              <a:ahLst/>
              <a:cxnLst/>
              <a:rect l="l" t="t" r="r" b="b"/>
              <a:pathLst>
                <a:path w="13053" h="3886" extrusionOk="0">
                  <a:moveTo>
                    <a:pt x="12963" y="1"/>
                  </a:moveTo>
                  <a:lnTo>
                    <a:pt x="1" y="1623"/>
                  </a:lnTo>
                  <a:cubicBezTo>
                    <a:pt x="136" y="2516"/>
                    <a:pt x="866" y="3201"/>
                    <a:pt x="2200" y="3687"/>
                  </a:cubicBezTo>
                  <a:cubicBezTo>
                    <a:pt x="2407" y="3768"/>
                    <a:pt x="2615" y="3832"/>
                    <a:pt x="2831" y="3886"/>
                  </a:cubicBezTo>
                  <a:lnTo>
                    <a:pt x="10781" y="2894"/>
                  </a:lnTo>
                  <a:cubicBezTo>
                    <a:pt x="10971" y="2786"/>
                    <a:pt x="11160" y="2669"/>
                    <a:pt x="11340" y="2543"/>
                  </a:cubicBezTo>
                  <a:cubicBezTo>
                    <a:pt x="12512" y="1740"/>
                    <a:pt x="13053" y="893"/>
                    <a:pt x="12963" y="1"/>
                  </a:cubicBezTo>
                  <a:close/>
                </a:path>
              </a:pathLst>
            </a:custGeom>
            <a:solidFill>
              <a:srgbClr val="C2BC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9" name="Google Shape;8239;p287"/>
            <p:cNvSpPr/>
            <p:nvPr/>
          </p:nvSpPr>
          <p:spPr>
            <a:xfrm>
              <a:off x="7758540" y="3565575"/>
              <a:ext cx="636277" cy="197401"/>
            </a:xfrm>
            <a:custGeom>
              <a:avLst/>
              <a:gdLst/>
              <a:ahLst/>
              <a:cxnLst/>
              <a:rect l="l" t="t" r="r" b="b"/>
              <a:pathLst>
                <a:path w="13080" h="4058" extrusionOk="0">
                  <a:moveTo>
                    <a:pt x="9997" y="1"/>
                  </a:moveTo>
                  <a:lnTo>
                    <a:pt x="2506" y="938"/>
                  </a:lnTo>
                  <a:cubicBezTo>
                    <a:pt x="2227" y="1092"/>
                    <a:pt x="1966" y="1245"/>
                    <a:pt x="1722" y="1407"/>
                  </a:cubicBezTo>
                  <a:cubicBezTo>
                    <a:pt x="532" y="2218"/>
                    <a:pt x="0" y="3093"/>
                    <a:pt x="118" y="4012"/>
                  </a:cubicBezTo>
                  <a:cubicBezTo>
                    <a:pt x="118" y="4030"/>
                    <a:pt x="118" y="4039"/>
                    <a:pt x="118" y="4057"/>
                  </a:cubicBezTo>
                  <a:lnTo>
                    <a:pt x="13080" y="2435"/>
                  </a:lnTo>
                  <a:cubicBezTo>
                    <a:pt x="13071" y="2417"/>
                    <a:pt x="13071" y="2408"/>
                    <a:pt x="13071" y="2390"/>
                  </a:cubicBezTo>
                  <a:cubicBezTo>
                    <a:pt x="12953" y="1470"/>
                    <a:pt x="12223" y="758"/>
                    <a:pt x="10871" y="262"/>
                  </a:cubicBezTo>
                  <a:cubicBezTo>
                    <a:pt x="10583" y="172"/>
                    <a:pt x="10294" y="82"/>
                    <a:pt x="9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0" name="Google Shape;8240;p287"/>
            <p:cNvSpPr/>
            <p:nvPr/>
          </p:nvSpPr>
          <p:spPr>
            <a:xfrm>
              <a:off x="7130639" y="3466487"/>
              <a:ext cx="1892096" cy="377145"/>
            </a:xfrm>
            <a:custGeom>
              <a:avLst/>
              <a:gdLst/>
              <a:ahLst/>
              <a:cxnLst/>
              <a:rect l="l" t="t" r="r" b="b"/>
              <a:pathLst>
                <a:path w="38896" h="7753" extrusionOk="0">
                  <a:moveTo>
                    <a:pt x="38526" y="1"/>
                  </a:moveTo>
                  <a:lnTo>
                    <a:pt x="22896" y="1957"/>
                  </a:lnTo>
                  <a:lnTo>
                    <a:pt x="22878" y="2110"/>
                  </a:lnTo>
                  <a:cubicBezTo>
                    <a:pt x="23175" y="2191"/>
                    <a:pt x="23464" y="2281"/>
                    <a:pt x="23752" y="2371"/>
                  </a:cubicBezTo>
                  <a:cubicBezTo>
                    <a:pt x="25068" y="2858"/>
                    <a:pt x="25789" y="3552"/>
                    <a:pt x="25907" y="4481"/>
                  </a:cubicBezTo>
                  <a:lnTo>
                    <a:pt x="25916" y="4553"/>
                  </a:lnTo>
                  <a:lnTo>
                    <a:pt x="38896" y="2930"/>
                  </a:lnTo>
                  <a:lnTo>
                    <a:pt x="38526" y="1"/>
                  </a:lnTo>
                  <a:close/>
                  <a:moveTo>
                    <a:pt x="15405" y="2903"/>
                  </a:moveTo>
                  <a:lnTo>
                    <a:pt x="1" y="4823"/>
                  </a:lnTo>
                  <a:lnTo>
                    <a:pt x="370" y="7753"/>
                  </a:lnTo>
                  <a:lnTo>
                    <a:pt x="13035" y="6166"/>
                  </a:lnTo>
                  <a:lnTo>
                    <a:pt x="13107" y="6121"/>
                  </a:lnTo>
                  <a:lnTo>
                    <a:pt x="13098" y="6040"/>
                  </a:lnTo>
                  <a:cubicBezTo>
                    <a:pt x="12990" y="5157"/>
                    <a:pt x="13521" y="4300"/>
                    <a:pt x="14675" y="3507"/>
                  </a:cubicBezTo>
                  <a:cubicBezTo>
                    <a:pt x="14910" y="3354"/>
                    <a:pt x="15171" y="3192"/>
                    <a:pt x="15450" y="3047"/>
                  </a:cubicBezTo>
                  <a:lnTo>
                    <a:pt x="15405" y="2903"/>
                  </a:lnTo>
                  <a:close/>
                </a:path>
              </a:pathLst>
            </a:custGeom>
            <a:solidFill>
              <a:srgbClr val="EE87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1" name="Google Shape;8241;p287"/>
            <p:cNvSpPr/>
            <p:nvPr/>
          </p:nvSpPr>
          <p:spPr>
            <a:xfrm>
              <a:off x="8992842" y="3474999"/>
              <a:ext cx="35997" cy="141362"/>
            </a:xfrm>
            <a:custGeom>
              <a:avLst/>
              <a:gdLst/>
              <a:ahLst/>
              <a:cxnLst/>
              <a:rect l="l" t="t" r="r" b="b"/>
              <a:pathLst>
                <a:path w="740" h="2906" extrusionOk="0">
                  <a:moveTo>
                    <a:pt x="218" y="0"/>
                  </a:moveTo>
                  <a:cubicBezTo>
                    <a:pt x="203" y="0"/>
                    <a:pt x="187" y="2"/>
                    <a:pt x="172" y="6"/>
                  </a:cubicBezTo>
                  <a:cubicBezTo>
                    <a:pt x="73" y="24"/>
                    <a:pt x="1" y="123"/>
                    <a:pt x="19" y="231"/>
                  </a:cubicBezTo>
                  <a:cubicBezTo>
                    <a:pt x="91" y="637"/>
                    <a:pt x="163" y="1052"/>
                    <a:pt x="217" y="1466"/>
                  </a:cubicBezTo>
                  <a:cubicBezTo>
                    <a:pt x="271" y="1881"/>
                    <a:pt x="334" y="2296"/>
                    <a:pt x="334" y="2710"/>
                  </a:cubicBezTo>
                  <a:cubicBezTo>
                    <a:pt x="334" y="2728"/>
                    <a:pt x="334" y="2746"/>
                    <a:pt x="334" y="2764"/>
                  </a:cubicBezTo>
                  <a:cubicBezTo>
                    <a:pt x="357" y="2848"/>
                    <a:pt x="437" y="2906"/>
                    <a:pt x="527" y="2906"/>
                  </a:cubicBezTo>
                  <a:cubicBezTo>
                    <a:pt x="543" y="2906"/>
                    <a:pt x="561" y="2904"/>
                    <a:pt x="578" y="2899"/>
                  </a:cubicBezTo>
                  <a:cubicBezTo>
                    <a:pt x="677" y="2872"/>
                    <a:pt x="740" y="2764"/>
                    <a:pt x="713" y="2665"/>
                  </a:cubicBezTo>
                  <a:cubicBezTo>
                    <a:pt x="614" y="2259"/>
                    <a:pt x="569" y="1845"/>
                    <a:pt x="523" y="1430"/>
                  </a:cubicBezTo>
                  <a:cubicBezTo>
                    <a:pt x="469" y="1016"/>
                    <a:pt x="433" y="601"/>
                    <a:pt x="406" y="177"/>
                  </a:cubicBezTo>
                  <a:cubicBezTo>
                    <a:pt x="406" y="168"/>
                    <a:pt x="406" y="168"/>
                    <a:pt x="397" y="159"/>
                  </a:cubicBezTo>
                  <a:cubicBezTo>
                    <a:pt x="382" y="67"/>
                    <a:pt x="307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2" name="Google Shape;8242;p287"/>
            <p:cNvSpPr/>
            <p:nvPr/>
          </p:nvSpPr>
          <p:spPr>
            <a:xfrm>
              <a:off x="8234282" y="3461525"/>
              <a:ext cx="850704" cy="234469"/>
            </a:xfrm>
            <a:custGeom>
              <a:avLst/>
              <a:gdLst/>
              <a:ahLst/>
              <a:cxnLst/>
              <a:rect l="l" t="t" r="r" b="b"/>
              <a:pathLst>
                <a:path w="17488" h="4820" extrusionOk="0">
                  <a:moveTo>
                    <a:pt x="15781" y="1"/>
                  </a:moveTo>
                  <a:cubicBezTo>
                    <a:pt x="15770" y="1"/>
                    <a:pt x="15759" y="2"/>
                    <a:pt x="15748" y="4"/>
                  </a:cubicBezTo>
                  <a:lnTo>
                    <a:pt x="190" y="1951"/>
                  </a:lnTo>
                  <a:cubicBezTo>
                    <a:pt x="118" y="1960"/>
                    <a:pt x="55" y="2005"/>
                    <a:pt x="28" y="2086"/>
                  </a:cubicBezTo>
                  <a:cubicBezTo>
                    <a:pt x="1" y="2185"/>
                    <a:pt x="55" y="2293"/>
                    <a:pt x="163" y="2329"/>
                  </a:cubicBezTo>
                  <a:cubicBezTo>
                    <a:pt x="334" y="2356"/>
                    <a:pt x="505" y="2401"/>
                    <a:pt x="668" y="2437"/>
                  </a:cubicBezTo>
                  <a:cubicBezTo>
                    <a:pt x="839" y="2473"/>
                    <a:pt x="1010" y="2509"/>
                    <a:pt x="1172" y="2564"/>
                  </a:cubicBezTo>
                  <a:cubicBezTo>
                    <a:pt x="1488" y="2672"/>
                    <a:pt x="1812" y="2807"/>
                    <a:pt x="2101" y="2987"/>
                  </a:cubicBezTo>
                  <a:cubicBezTo>
                    <a:pt x="2245" y="3077"/>
                    <a:pt x="2380" y="3176"/>
                    <a:pt x="2506" y="3294"/>
                  </a:cubicBezTo>
                  <a:cubicBezTo>
                    <a:pt x="2642" y="3393"/>
                    <a:pt x="2750" y="3528"/>
                    <a:pt x="2849" y="3663"/>
                  </a:cubicBezTo>
                  <a:cubicBezTo>
                    <a:pt x="3038" y="3934"/>
                    <a:pt x="3137" y="4267"/>
                    <a:pt x="3101" y="4592"/>
                  </a:cubicBezTo>
                  <a:cubicBezTo>
                    <a:pt x="3101" y="4628"/>
                    <a:pt x="3101" y="4655"/>
                    <a:pt x="3110" y="4682"/>
                  </a:cubicBezTo>
                  <a:cubicBezTo>
                    <a:pt x="3139" y="4767"/>
                    <a:pt x="3218" y="4819"/>
                    <a:pt x="3304" y="4819"/>
                  </a:cubicBezTo>
                  <a:cubicBezTo>
                    <a:pt x="3326" y="4819"/>
                    <a:pt x="3349" y="4816"/>
                    <a:pt x="3372" y="4808"/>
                  </a:cubicBezTo>
                  <a:cubicBezTo>
                    <a:pt x="3471" y="4772"/>
                    <a:pt x="3525" y="4655"/>
                    <a:pt x="3489" y="4547"/>
                  </a:cubicBezTo>
                  <a:cubicBezTo>
                    <a:pt x="3426" y="4366"/>
                    <a:pt x="3372" y="4186"/>
                    <a:pt x="3282" y="4024"/>
                  </a:cubicBezTo>
                  <a:cubicBezTo>
                    <a:pt x="3201" y="3853"/>
                    <a:pt x="3101" y="3699"/>
                    <a:pt x="2984" y="3555"/>
                  </a:cubicBezTo>
                  <a:cubicBezTo>
                    <a:pt x="2768" y="3276"/>
                    <a:pt x="2497" y="3032"/>
                    <a:pt x="2200" y="2834"/>
                  </a:cubicBezTo>
                  <a:cubicBezTo>
                    <a:pt x="1903" y="2645"/>
                    <a:pt x="1578" y="2482"/>
                    <a:pt x="1254" y="2338"/>
                  </a:cubicBezTo>
                  <a:cubicBezTo>
                    <a:pt x="1170" y="2301"/>
                    <a:pt x="1086" y="2267"/>
                    <a:pt x="1002" y="2233"/>
                  </a:cubicBezTo>
                  <a:lnTo>
                    <a:pt x="1002" y="2233"/>
                  </a:lnTo>
                  <a:lnTo>
                    <a:pt x="15600" y="406"/>
                  </a:lnTo>
                  <a:lnTo>
                    <a:pt x="15600" y="406"/>
                  </a:lnTo>
                  <a:lnTo>
                    <a:pt x="15613" y="508"/>
                  </a:lnTo>
                  <a:lnTo>
                    <a:pt x="15667" y="617"/>
                  </a:lnTo>
                  <a:cubicBezTo>
                    <a:pt x="15686" y="660"/>
                    <a:pt x="15726" y="687"/>
                    <a:pt x="15770" y="687"/>
                  </a:cubicBezTo>
                  <a:cubicBezTo>
                    <a:pt x="15790" y="687"/>
                    <a:pt x="15810" y="682"/>
                    <a:pt x="15829" y="671"/>
                  </a:cubicBezTo>
                  <a:cubicBezTo>
                    <a:pt x="16009" y="589"/>
                    <a:pt x="16199" y="553"/>
                    <a:pt x="16388" y="526"/>
                  </a:cubicBezTo>
                  <a:cubicBezTo>
                    <a:pt x="16483" y="517"/>
                    <a:pt x="16577" y="511"/>
                    <a:pt x="16673" y="511"/>
                  </a:cubicBezTo>
                  <a:cubicBezTo>
                    <a:pt x="16710" y="511"/>
                    <a:pt x="16747" y="512"/>
                    <a:pt x="16784" y="514"/>
                  </a:cubicBezTo>
                  <a:lnTo>
                    <a:pt x="16784" y="514"/>
                  </a:lnTo>
                  <a:cubicBezTo>
                    <a:pt x="16865" y="872"/>
                    <a:pt x="16927" y="1235"/>
                    <a:pt x="16983" y="1599"/>
                  </a:cubicBezTo>
                  <a:cubicBezTo>
                    <a:pt x="17037" y="2005"/>
                    <a:pt x="17109" y="2419"/>
                    <a:pt x="17064" y="2843"/>
                  </a:cubicBezTo>
                  <a:cubicBezTo>
                    <a:pt x="17055" y="2879"/>
                    <a:pt x="17064" y="2906"/>
                    <a:pt x="17073" y="2933"/>
                  </a:cubicBezTo>
                  <a:cubicBezTo>
                    <a:pt x="17100" y="3015"/>
                    <a:pt x="17175" y="3066"/>
                    <a:pt x="17252" y="3066"/>
                  </a:cubicBezTo>
                  <a:cubicBezTo>
                    <a:pt x="17277" y="3066"/>
                    <a:pt x="17301" y="3061"/>
                    <a:pt x="17325" y="3050"/>
                  </a:cubicBezTo>
                  <a:cubicBezTo>
                    <a:pt x="17433" y="3014"/>
                    <a:pt x="17488" y="2897"/>
                    <a:pt x="17442" y="2798"/>
                  </a:cubicBezTo>
                  <a:cubicBezTo>
                    <a:pt x="17298" y="2392"/>
                    <a:pt x="17262" y="1978"/>
                    <a:pt x="17217" y="1563"/>
                  </a:cubicBezTo>
                  <a:cubicBezTo>
                    <a:pt x="17172" y="1148"/>
                    <a:pt x="17145" y="734"/>
                    <a:pt x="17136" y="319"/>
                  </a:cubicBezTo>
                  <a:cubicBezTo>
                    <a:pt x="17136" y="220"/>
                    <a:pt x="17055" y="148"/>
                    <a:pt x="16965" y="148"/>
                  </a:cubicBezTo>
                  <a:lnTo>
                    <a:pt x="16920" y="148"/>
                  </a:lnTo>
                  <a:cubicBezTo>
                    <a:pt x="16739" y="229"/>
                    <a:pt x="16550" y="265"/>
                    <a:pt x="16361" y="292"/>
                  </a:cubicBezTo>
                  <a:cubicBezTo>
                    <a:pt x="16260" y="307"/>
                    <a:pt x="16158" y="316"/>
                    <a:pt x="16056" y="316"/>
                  </a:cubicBezTo>
                  <a:cubicBezTo>
                    <a:pt x="16031" y="316"/>
                    <a:pt x="16007" y="315"/>
                    <a:pt x="15983" y="314"/>
                  </a:cubicBezTo>
                  <a:lnTo>
                    <a:pt x="15983" y="314"/>
                  </a:lnTo>
                  <a:lnTo>
                    <a:pt x="15964" y="166"/>
                  </a:lnTo>
                  <a:cubicBezTo>
                    <a:pt x="15948" y="69"/>
                    <a:pt x="15874" y="1"/>
                    <a:pt x="1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3" name="Google Shape;8243;p287"/>
            <p:cNvSpPr/>
            <p:nvPr/>
          </p:nvSpPr>
          <p:spPr>
            <a:xfrm>
              <a:off x="9007776" y="3586979"/>
              <a:ext cx="90772" cy="141168"/>
            </a:xfrm>
            <a:custGeom>
              <a:avLst/>
              <a:gdLst/>
              <a:ahLst/>
              <a:cxnLst/>
              <a:rect l="l" t="t" r="r" b="b"/>
              <a:pathLst>
                <a:path w="1866" h="2902" extrusionOk="0">
                  <a:moveTo>
                    <a:pt x="1344" y="0"/>
                  </a:moveTo>
                  <a:cubicBezTo>
                    <a:pt x="1323" y="0"/>
                    <a:pt x="1301" y="4"/>
                    <a:pt x="1280" y="12"/>
                  </a:cubicBezTo>
                  <a:cubicBezTo>
                    <a:pt x="1172" y="48"/>
                    <a:pt x="1118" y="165"/>
                    <a:pt x="1163" y="264"/>
                  </a:cubicBezTo>
                  <a:cubicBezTo>
                    <a:pt x="1298" y="643"/>
                    <a:pt x="1334" y="1030"/>
                    <a:pt x="1379" y="1409"/>
                  </a:cubicBezTo>
                  <a:cubicBezTo>
                    <a:pt x="1397" y="1607"/>
                    <a:pt x="1415" y="1796"/>
                    <a:pt x="1424" y="1995"/>
                  </a:cubicBezTo>
                  <a:cubicBezTo>
                    <a:pt x="1438" y="2136"/>
                    <a:pt x="1446" y="2283"/>
                    <a:pt x="1450" y="2430"/>
                  </a:cubicBezTo>
                  <a:lnTo>
                    <a:pt x="1450" y="2430"/>
                  </a:lnTo>
                  <a:cubicBezTo>
                    <a:pt x="1414" y="2442"/>
                    <a:pt x="1379" y="2453"/>
                    <a:pt x="1343" y="2463"/>
                  </a:cubicBezTo>
                  <a:cubicBezTo>
                    <a:pt x="1244" y="2481"/>
                    <a:pt x="1154" y="2499"/>
                    <a:pt x="1055" y="2508"/>
                  </a:cubicBezTo>
                  <a:cubicBezTo>
                    <a:pt x="960" y="2517"/>
                    <a:pt x="865" y="2524"/>
                    <a:pt x="770" y="2524"/>
                  </a:cubicBezTo>
                  <a:cubicBezTo>
                    <a:pt x="738" y="2524"/>
                    <a:pt x="705" y="2523"/>
                    <a:pt x="673" y="2522"/>
                  </a:cubicBezTo>
                  <a:lnTo>
                    <a:pt x="673" y="2522"/>
                  </a:lnTo>
                  <a:cubicBezTo>
                    <a:pt x="626" y="2191"/>
                    <a:pt x="579" y="1854"/>
                    <a:pt x="532" y="1517"/>
                  </a:cubicBezTo>
                  <a:cubicBezTo>
                    <a:pt x="478" y="1138"/>
                    <a:pt x="433" y="751"/>
                    <a:pt x="406" y="363"/>
                  </a:cubicBezTo>
                  <a:cubicBezTo>
                    <a:pt x="406" y="354"/>
                    <a:pt x="406" y="345"/>
                    <a:pt x="406" y="345"/>
                  </a:cubicBezTo>
                  <a:cubicBezTo>
                    <a:pt x="390" y="248"/>
                    <a:pt x="308" y="180"/>
                    <a:pt x="214" y="180"/>
                  </a:cubicBezTo>
                  <a:cubicBezTo>
                    <a:pt x="203" y="180"/>
                    <a:pt x="192" y="181"/>
                    <a:pt x="180" y="183"/>
                  </a:cubicBezTo>
                  <a:cubicBezTo>
                    <a:pt x="72" y="201"/>
                    <a:pt x="0" y="300"/>
                    <a:pt x="27" y="408"/>
                  </a:cubicBezTo>
                  <a:cubicBezTo>
                    <a:pt x="90" y="796"/>
                    <a:pt x="144" y="1174"/>
                    <a:pt x="189" y="1562"/>
                  </a:cubicBezTo>
                  <a:cubicBezTo>
                    <a:pt x="234" y="1950"/>
                    <a:pt x="280" y="2337"/>
                    <a:pt x="316" y="2716"/>
                  </a:cubicBezTo>
                  <a:lnTo>
                    <a:pt x="316" y="2770"/>
                  </a:lnTo>
                  <a:cubicBezTo>
                    <a:pt x="316" y="2779"/>
                    <a:pt x="325" y="2797"/>
                    <a:pt x="334" y="2815"/>
                  </a:cubicBezTo>
                  <a:cubicBezTo>
                    <a:pt x="353" y="2868"/>
                    <a:pt x="407" y="2901"/>
                    <a:pt x="466" y="2901"/>
                  </a:cubicBezTo>
                  <a:cubicBezTo>
                    <a:pt x="488" y="2901"/>
                    <a:pt x="510" y="2897"/>
                    <a:pt x="532" y="2887"/>
                  </a:cubicBezTo>
                  <a:cubicBezTo>
                    <a:pt x="712" y="2806"/>
                    <a:pt x="902" y="2770"/>
                    <a:pt x="1091" y="2734"/>
                  </a:cubicBezTo>
                  <a:cubicBezTo>
                    <a:pt x="1181" y="2725"/>
                    <a:pt x="1280" y="2716"/>
                    <a:pt x="1370" y="2716"/>
                  </a:cubicBezTo>
                  <a:cubicBezTo>
                    <a:pt x="1469" y="2716"/>
                    <a:pt x="1569" y="2725"/>
                    <a:pt x="1668" y="2743"/>
                  </a:cubicBezTo>
                  <a:cubicBezTo>
                    <a:pt x="1677" y="2747"/>
                    <a:pt x="1688" y="2750"/>
                    <a:pt x="1700" y="2750"/>
                  </a:cubicBezTo>
                  <a:cubicBezTo>
                    <a:pt x="1713" y="2750"/>
                    <a:pt x="1726" y="2747"/>
                    <a:pt x="1740" y="2743"/>
                  </a:cubicBezTo>
                  <a:cubicBezTo>
                    <a:pt x="1812" y="2725"/>
                    <a:pt x="1866" y="2644"/>
                    <a:pt x="1839" y="2563"/>
                  </a:cubicBezTo>
                  <a:lnTo>
                    <a:pt x="1830" y="2526"/>
                  </a:lnTo>
                  <a:cubicBezTo>
                    <a:pt x="1785" y="2337"/>
                    <a:pt x="1749" y="2148"/>
                    <a:pt x="1713" y="1959"/>
                  </a:cubicBezTo>
                  <a:cubicBezTo>
                    <a:pt x="1677" y="1769"/>
                    <a:pt x="1641" y="1580"/>
                    <a:pt x="1614" y="1382"/>
                  </a:cubicBezTo>
                  <a:cubicBezTo>
                    <a:pt x="1560" y="1003"/>
                    <a:pt x="1505" y="616"/>
                    <a:pt x="1541" y="219"/>
                  </a:cubicBezTo>
                  <a:cubicBezTo>
                    <a:pt x="1551" y="192"/>
                    <a:pt x="1541" y="156"/>
                    <a:pt x="1532" y="129"/>
                  </a:cubicBezTo>
                  <a:cubicBezTo>
                    <a:pt x="1504" y="51"/>
                    <a:pt x="1425" y="0"/>
                    <a:pt x="1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4" name="Google Shape;8244;p287"/>
            <p:cNvSpPr/>
            <p:nvPr/>
          </p:nvSpPr>
          <p:spPr>
            <a:xfrm>
              <a:off x="9050291" y="3487988"/>
              <a:ext cx="305685" cy="86102"/>
            </a:xfrm>
            <a:custGeom>
              <a:avLst/>
              <a:gdLst/>
              <a:ahLst/>
              <a:cxnLst/>
              <a:rect l="l" t="t" r="r" b="b"/>
              <a:pathLst>
                <a:path w="6284" h="1770" extrusionOk="0">
                  <a:moveTo>
                    <a:pt x="208" y="0"/>
                  </a:moveTo>
                  <a:cubicBezTo>
                    <a:pt x="100" y="0"/>
                    <a:pt x="9" y="82"/>
                    <a:pt x="0" y="190"/>
                  </a:cubicBezTo>
                  <a:cubicBezTo>
                    <a:pt x="0" y="298"/>
                    <a:pt x="82" y="388"/>
                    <a:pt x="190" y="388"/>
                  </a:cubicBezTo>
                  <a:cubicBezTo>
                    <a:pt x="1172" y="442"/>
                    <a:pt x="2137" y="613"/>
                    <a:pt x="3101" y="767"/>
                  </a:cubicBezTo>
                  <a:cubicBezTo>
                    <a:pt x="3588" y="848"/>
                    <a:pt x="4066" y="938"/>
                    <a:pt x="4552" y="1019"/>
                  </a:cubicBezTo>
                  <a:cubicBezTo>
                    <a:pt x="4982" y="1100"/>
                    <a:pt x="5412" y="1189"/>
                    <a:pt x="5849" y="1278"/>
                  </a:cubicBezTo>
                  <a:lnTo>
                    <a:pt x="5849" y="1278"/>
                  </a:lnTo>
                  <a:lnTo>
                    <a:pt x="5887" y="1605"/>
                  </a:lnTo>
                  <a:cubicBezTo>
                    <a:pt x="5903" y="1695"/>
                    <a:pt x="5978" y="1770"/>
                    <a:pt x="6073" y="1770"/>
                  </a:cubicBezTo>
                  <a:cubicBezTo>
                    <a:pt x="6083" y="1770"/>
                    <a:pt x="6093" y="1769"/>
                    <a:pt x="6103" y="1767"/>
                  </a:cubicBezTo>
                  <a:cubicBezTo>
                    <a:pt x="6211" y="1758"/>
                    <a:pt x="6283" y="1659"/>
                    <a:pt x="6274" y="1551"/>
                  </a:cubicBezTo>
                  <a:lnTo>
                    <a:pt x="6211" y="1091"/>
                  </a:lnTo>
                  <a:lnTo>
                    <a:pt x="6211" y="1082"/>
                  </a:lnTo>
                  <a:cubicBezTo>
                    <a:pt x="6202" y="1001"/>
                    <a:pt x="6139" y="929"/>
                    <a:pt x="6049" y="920"/>
                  </a:cubicBezTo>
                  <a:cubicBezTo>
                    <a:pt x="5562" y="875"/>
                    <a:pt x="5075" y="812"/>
                    <a:pt x="4589" y="749"/>
                  </a:cubicBezTo>
                  <a:cubicBezTo>
                    <a:pt x="4111" y="685"/>
                    <a:pt x="3624" y="622"/>
                    <a:pt x="3137" y="550"/>
                  </a:cubicBezTo>
                  <a:cubicBezTo>
                    <a:pt x="2173" y="397"/>
                    <a:pt x="1199" y="262"/>
                    <a:pt x="244" y="9"/>
                  </a:cubicBezTo>
                  <a:cubicBezTo>
                    <a:pt x="235" y="0"/>
                    <a:pt x="217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5" name="Google Shape;8245;p287"/>
            <p:cNvSpPr/>
            <p:nvPr/>
          </p:nvSpPr>
          <p:spPr>
            <a:xfrm>
              <a:off x="9073980" y="3552587"/>
              <a:ext cx="283308" cy="148610"/>
            </a:xfrm>
            <a:custGeom>
              <a:avLst/>
              <a:gdLst/>
              <a:ahLst/>
              <a:cxnLst/>
              <a:rect l="l" t="t" r="r" b="b"/>
              <a:pathLst>
                <a:path w="5824" h="3055" extrusionOk="0">
                  <a:moveTo>
                    <a:pt x="5588" y="1"/>
                  </a:moveTo>
                  <a:cubicBezTo>
                    <a:pt x="5570" y="1"/>
                    <a:pt x="5553" y="3"/>
                    <a:pt x="5535" y="6"/>
                  </a:cubicBezTo>
                  <a:cubicBezTo>
                    <a:pt x="5418" y="34"/>
                    <a:pt x="5336" y="160"/>
                    <a:pt x="5373" y="277"/>
                  </a:cubicBezTo>
                  <a:lnTo>
                    <a:pt x="5406" y="415"/>
                  </a:lnTo>
                  <a:lnTo>
                    <a:pt x="5406" y="415"/>
                  </a:lnTo>
                  <a:cubicBezTo>
                    <a:pt x="5013" y="613"/>
                    <a:pt x="4620" y="805"/>
                    <a:pt x="4228" y="989"/>
                  </a:cubicBezTo>
                  <a:cubicBezTo>
                    <a:pt x="3786" y="1196"/>
                    <a:pt x="3335" y="1395"/>
                    <a:pt x="2885" y="1584"/>
                  </a:cubicBezTo>
                  <a:cubicBezTo>
                    <a:pt x="2434" y="1773"/>
                    <a:pt x="1983" y="1972"/>
                    <a:pt x="1524" y="2152"/>
                  </a:cubicBezTo>
                  <a:cubicBezTo>
                    <a:pt x="1073" y="2332"/>
                    <a:pt x="613" y="2512"/>
                    <a:pt x="153" y="2675"/>
                  </a:cubicBezTo>
                  <a:cubicBezTo>
                    <a:pt x="144" y="2684"/>
                    <a:pt x="135" y="2684"/>
                    <a:pt x="126" y="2684"/>
                  </a:cubicBezTo>
                  <a:cubicBezTo>
                    <a:pt x="36" y="2738"/>
                    <a:pt x="0" y="2855"/>
                    <a:pt x="45" y="2945"/>
                  </a:cubicBezTo>
                  <a:cubicBezTo>
                    <a:pt x="77" y="3016"/>
                    <a:pt x="146" y="3054"/>
                    <a:pt x="219" y="3054"/>
                  </a:cubicBezTo>
                  <a:cubicBezTo>
                    <a:pt x="248" y="3054"/>
                    <a:pt x="278" y="3048"/>
                    <a:pt x="307" y="3035"/>
                  </a:cubicBezTo>
                  <a:cubicBezTo>
                    <a:pt x="748" y="2810"/>
                    <a:pt x="1190" y="2602"/>
                    <a:pt x="1632" y="2395"/>
                  </a:cubicBezTo>
                  <a:cubicBezTo>
                    <a:pt x="2073" y="2188"/>
                    <a:pt x="2524" y="1990"/>
                    <a:pt x="2975" y="1791"/>
                  </a:cubicBezTo>
                  <a:cubicBezTo>
                    <a:pt x="3416" y="1593"/>
                    <a:pt x="3876" y="1404"/>
                    <a:pt x="4327" y="1214"/>
                  </a:cubicBezTo>
                  <a:cubicBezTo>
                    <a:pt x="4778" y="1034"/>
                    <a:pt x="5237" y="854"/>
                    <a:pt x="5706" y="701"/>
                  </a:cubicBezTo>
                  <a:cubicBezTo>
                    <a:pt x="5769" y="674"/>
                    <a:pt x="5823" y="610"/>
                    <a:pt x="5823" y="529"/>
                  </a:cubicBezTo>
                  <a:lnTo>
                    <a:pt x="5823" y="493"/>
                  </a:lnTo>
                  <a:lnTo>
                    <a:pt x="5814" y="223"/>
                  </a:lnTo>
                  <a:cubicBezTo>
                    <a:pt x="5814" y="205"/>
                    <a:pt x="5814" y="187"/>
                    <a:pt x="5805" y="169"/>
                  </a:cubicBezTo>
                  <a:cubicBezTo>
                    <a:pt x="5782" y="68"/>
                    <a:pt x="5692" y="1"/>
                    <a:pt x="5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6" name="Google Shape;8246;p287"/>
            <p:cNvSpPr/>
            <p:nvPr/>
          </p:nvSpPr>
          <p:spPr>
            <a:xfrm>
              <a:off x="7051300" y="3556236"/>
              <a:ext cx="1992937" cy="418201"/>
            </a:xfrm>
            <a:custGeom>
              <a:avLst/>
              <a:gdLst/>
              <a:ahLst/>
              <a:cxnLst/>
              <a:rect l="l" t="t" r="r" b="b"/>
              <a:pathLst>
                <a:path w="40969" h="8597" extrusionOk="0">
                  <a:moveTo>
                    <a:pt x="24542" y="1"/>
                  </a:moveTo>
                  <a:cubicBezTo>
                    <a:pt x="24531" y="1"/>
                    <a:pt x="24520" y="2"/>
                    <a:pt x="24509" y="4"/>
                  </a:cubicBezTo>
                  <a:lnTo>
                    <a:pt x="18812" y="761"/>
                  </a:lnTo>
                  <a:lnTo>
                    <a:pt x="15964" y="1130"/>
                  </a:lnTo>
                  <a:lnTo>
                    <a:pt x="13115" y="1491"/>
                  </a:lnTo>
                  <a:cubicBezTo>
                    <a:pt x="11213" y="1734"/>
                    <a:pt x="9311" y="1978"/>
                    <a:pt x="7409" y="2203"/>
                  </a:cubicBezTo>
                  <a:cubicBezTo>
                    <a:pt x="5508" y="2437"/>
                    <a:pt x="3606" y="2654"/>
                    <a:pt x="1695" y="2861"/>
                  </a:cubicBezTo>
                  <a:cubicBezTo>
                    <a:pt x="1586" y="2870"/>
                    <a:pt x="1514" y="2969"/>
                    <a:pt x="1532" y="3068"/>
                  </a:cubicBezTo>
                  <a:lnTo>
                    <a:pt x="1532" y="3077"/>
                  </a:lnTo>
                  <a:lnTo>
                    <a:pt x="1544" y="3172"/>
                  </a:lnTo>
                  <a:lnTo>
                    <a:pt x="1544" y="3172"/>
                  </a:lnTo>
                  <a:lnTo>
                    <a:pt x="171" y="3339"/>
                  </a:lnTo>
                  <a:cubicBezTo>
                    <a:pt x="72" y="3357"/>
                    <a:pt x="0" y="3438"/>
                    <a:pt x="9" y="3537"/>
                  </a:cubicBezTo>
                  <a:lnTo>
                    <a:pt x="9" y="3555"/>
                  </a:lnTo>
                  <a:cubicBezTo>
                    <a:pt x="36" y="4366"/>
                    <a:pt x="117" y="5169"/>
                    <a:pt x="216" y="5962"/>
                  </a:cubicBezTo>
                  <a:cubicBezTo>
                    <a:pt x="316" y="6764"/>
                    <a:pt x="433" y="7557"/>
                    <a:pt x="604" y="8350"/>
                  </a:cubicBezTo>
                  <a:lnTo>
                    <a:pt x="613" y="8368"/>
                  </a:lnTo>
                  <a:cubicBezTo>
                    <a:pt x="630" y="8461"/>
                    <a:pt x="710" y="8523"/>
                    <a:pt x="802" y="8523"/>
                  </a:cubicBezTo>
                  <a:cubicBezTo>
                    <a:pt x="808" y="8523"/>
                    <a:pt x="814" y="8522"/>
                    <a:pt x="820" y="8522"/>
                  </a:cubicBezTo>
                  <a:lnTo>
                    <a:pt x="2189" y="8348"/>
                  </a:lnTo>
                  <a:lnTo>
                    <a:pt x="2189" y="8348"/>
                  </a:lnTo>
                  <a:lnTo>
                    <a:pt x="2199" y="8423"/>
                  </a:lnTo>
                  <a:lnTo>
                    <a:pt x="2199" y="8432"/>
                  </a:lnTo>
                  <a:lnTo>
                    <a:pt x="2199" y="8441"/>
                  </a:lnTo>
                  <a:cubicBezTo>
                    <a:pt x="2216" y="8529"/>
                    <a:pt x="2297" y="8597"/>
                    <a:pt x="2385" y="8597"/>
                  </a:cubicBezTo>
                  <a:cubicBezTo>
                    <a:pt x="2395" y="8597"/>
                    <a:pt x="2405" y="8596"/>
                    <a:pt x="2416" y="8594"/>
                  </a:cubicBezTo>
                  <a:cubicBezTo>
                    <a:pt x="5598" y="8089"/>
                    <a:pt x="8798" y="7701"/>
                    <a:pt x="11998" y="7305"/>
                  </a:cubicBezTo>
                  <a:lnTo>
                    <a:pt x="21588" y="6124"/>
                  </a:lnTo>
                  <a:lnTo>
                    <a:pt x="31188" y="4943"/>
                  </a:lnTo>
                  <a:lnTo>
                    <a:pt x="40779" y="3789"/>
                  </a:lnTo>
                  <a:lnTo>
                    <a:pt x="40788" y="3789"/>
                  </a:lnTo>
                  <a:cubicBezTo>
                    <a:pt x="40887" y="3780"/>
                    <a:pt x="40968" y="3681"/>
                    <a:pt x="40950" y="3573"/>
                  </a:cubicBezTo>
                  <a:lnTo>
                    <a:pt x="40914" y="3303"/>
                  </a:lnTo>
                  <a:cubicBezTo>
                    <a:pt x="40906" y="3201"/>
                    <a:pt x="40817" y="3131"/>
                    <a:pt x="40716" y="3131"/>
                  </a:cubicBezTo>
                  <a:cubicBezTo>
                    <a:pt x="40710" y="3131"/>
                    <a:pt x="40704" y="3131"/>
                    <a:pt x="40698" y="3131"/>
                  </a:cubicBezTo>
                  <a:cubicBezTo>
                    <a:pt x="40599" y="3149"/>
                    <a:pt x="40518" y="3249"/>
                    <a:pt x="40536" y="3348"/>
                  </a:cubicBezTo>
                  <a:lnTo>
                    <a:pt x="40544" y="3427"/>
                  </a:lnTo>
                  <a:lnTo>
                    <a:pt x="40544" y="3427"/>
                  </a:lnTo>
                  <a:lnTo>
                    <a:pt x="31152" y="4655"/>
                  </a:lnTo>
                  <a:lnTo>
                    <a:pt x="21561" y="5872"/>
                  </a:lnTo>
                  <a:lnTo>
                    <a:pt x="11971" y="7098"/>
                  </a:lnTo>
                  <a:cubicBezTo>
                    <a:pt x="8834" y="7495"/>
                    <a:pt x="5706" y="7893"/>
                    <a:pt x="2562" y="8188"/>
                  </a:cubicBezTo>
                  <a:lnTo>
                    <a:pt x="2562" y="8188"/>
                  </a:lnTo>
                  <a:lnTo>
                    <a:pt x="2551" y="8107"/>
                  </a:lnTo>
                  <a:cubicBezTo>
                    <a:pt x="2534" y="8005"/>
                    <a:pt x="2453" y="7935"/>
                    <a:pt x="2353" y="7935"/>
                  </a:cubicBezTo>
                  <a:cubicBezTo>
                    <a:pt x="2347" y="7935"/>
                    <a:pt x="2341" y="7935"/>
                    <a:pt x="2335" y="7936"/>
                  </a:cubicBezTo>
                  <a:lnTo>
                    <a:pt x="984" y="8108"/>
                  </a:lnTo>
                  <a:lnTo>
                    <a:pt x="984" y="8108"/>
                  </a:lnTo>
                  <a:cubicBezTo>
                    <a:pt x="950" y="7364"/>
                    <a:pt x="866" y="6627"/>
                    <a:pt x="775" y="5899"/>
                  </a:cubicBezTo>
                  <a:cubicBezTo>
                    <a:pt x="684" y="5161"/>
                    <a:pt x="578" y="4430"/>
                    <a:pt x="428" y="3701"/>
                  </a:cubicBezTo>
                  <a:lnTo>
                    <a:pt x="428" y="3701"/>
                  </a:lnTo>
                  <a:lnTo>
                    <a:pt x="1785" y="3528"/>
                  </a:lnTo>
                  <a:cubicBezTo>
                    <a:pt x="1884" y="3519"/>
                    <a:pt x="1965" y="3420"/>
                    <a:pt x="1947" y="3312"/>
                  </a:cubicBezTo>
                  <a:lnTo>
                    <a:pt x="1935" y="3213"/>
                  </a:lnTo>
                  <a:lnTo>
                    <a:pt x="1935" y="3213"/>
                  </a:lnTo>
                  <a:cubicBezTo>
                    <a:pt x="3766" y="2952"/>
                    <a:pt x="5606" y="2700"/>
                    <a:pt x="7437" y="2464"/>
                  </a:cubicBezTo>
                  <a:cubicBezTo>
                    <a:pt x="9338" y="2221"/>
                    <a:pt x="11240" y="1987"/>
                    <a:pt x="13142" y="1752"/>
                  </a:cubicBezTo>
                  <a:lnTo>
                    <a:pt x="16000" y="1401"/>
                  </a:lnTo>
                  <a:lnTo>
                    <a:pt x="18848" y="1058"/>
                  </a:lnTo>
                  <a:lnTo>
                    <a:pt x="24554" y="382"/>
                  </a:lnTo>
                  <a:lnTo>
                    <a:pt x="24563" y="382"/>
                  </a:lnTo>
                  <a:cubicBezTo>
                    <a:pt x="24671" y="373"/>
                    <a:pt x="24743" y="274"/>
                    <a:pt x="24725" y="166"/>
                  </a:cubicBezTo>
                  <a:cubicBezTo>
                    <a:pt x="24717" y="69"/>
                    <a:pt x="24637" y="1"/>
                    <a:pt x="2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7" name="Google Shape;8247;p287"/>
            <p:cNvSpPr/>
            <p:nvPr/>
          </p:nvSpPr>
          <p:spPr>
            <a:xfrm>
              <a:off x="7753724" y="3601377"/>
              <a:ext cx="138152" cy="171960"/>
            </a:xfrm>
            <a:custGeom>
              <a:avLst/>
              <a:gdLst/>
              <a:ahLst/>
              <a:cxnLst/>
              <a:rect l="l" t="t" r="r" b="b"/>
              <a:pathLst>
                <a:path w="2840" h="3535" extrusionOk="0">
                  <a:moveTo>
                    <a:pt x="2624" y="1"/>
                  </a:moveTo>
                  <a:cubicBezTo>
                    <a:pt x="2587" y="1"/>
                    <a:pt x="2549" y="11"/>
                    <a:pt x="2515" y="31"/>
                  </a:cubicBezTo>
                  <a:lnTo>
                    <a:pt x="2065" y="329"/>
                  </a:lnTo>
                  <a:cubicBezTo>
                    <a:pt x="1920" y="428"/>
                    <a:pt x="1767" y="509"/>
                    <a:pt x="1623" y="626"/>
                  </a:cubicBezTo>
                  <a:cubicBezTo>
                    <a:pt x="1343" y="842"/>
                    <a:pt x="1064" y="1068"/>
                    <a:pt x="821" y="1338"/>
                  </a:cubicBezTo>
                  <a:cubicBezTo>
                    <a:pt x="577" y="1599"/>
                    <a:pt x="370" y="1897"/>
                    <a:pt x="217" y="2239"/>
                  </a:cubicBezTo>
                  <a:cubicBezTo>
                    <a:pt x="63" y="2582"/>
                    <a:pt x="0" y="2961"/>
                    <a:pt x="27" y="3339"/>
                  </a:cubicBezTo>
                  <a:lnTo>
                    <a:pt x="27" y="3348"/>
                  </a:lnTo>
                  <a:cubicBezTo>
                    <a:pt x="27" y="3357"/>
                    <a:pt x="27" y="3375"/>
                    <a:pt x="27" y="3384"/>
                  </a:cubicBezTo>
                  <a:cubicBezTo>
                    <a:pt x="51" y="3469"/>
                    <a:pt x="133" y="3534"/>
                    <a:pt x="224" y="3534"/>
                  </a:cubicBezTo>
                  <a:cubicBezTo>
                    <a:pt x="240" y="3534"/>
                    <a:pt x="255" y="3532"/>
                    <a:pt x="271" y="3528"/>
                  </a:cubicBezTo>
                  <a:cubicBezTo>
                    <a:pt x="370" y="3501"/>
                    <a:pt x="433" y="3393"/>
                    <a:pt x="415" y="3294"/>
                  </a:cubicBezTo>
                  <a:cubicBezTo>
                    <a:pt x="334" y="2979"/>
                    <a:pt x="361" y="2654"/>
                    <a:pt x="478" y="2348"/>
                  </a:cubicBezTo>
                  <a:cubicBezTo>
                    <a:pt x="595" y="2041"/>
                    <a:pt x="794" y="1762"/>
                    <a:pt x="1019" y="1518"/>
                  </a:cubicBezTo>
                  <a:cubicBezTo>
                    <a:pt x="1253" y="1275"/>
                    <a:pt x="1524" y="1059"/>
                    <a:pt x="1803" y="878"/>
                  </a:cubicBezTo>
                  <a:lnTo>
                    <a:pt x="1911" y="806"/>
                  </a:lnTo>
                  <a:lnTo>
                    <a:pt x="2019" y="743"/>
                  </a:lnTo>
                  <a:cubicBezTo>
                    <a:pt x="2092" y="698"/>
                    <a:pt x="2173" y="653"/>
                    <a:pt x="2245" y="617"/>
                  </a:cubicBezTo>
                  <a:cubicBezTo>
                    <a:pt x="2398" y="536"/>
                    <a:pt x="2542" y="455"/>
                    <a:pt x="2695" y="374"/>
                  </a:cubicBezTo>
                  <a:lnTo>
                    <a:pt x="2714" y="365"/>
                  </a:lnTo>
                  <a:cubicBezTo>
                    <a:pt x="2714" y="365"/>
                    <a:pt x="2723" y="365"/>
                    <a:pt x="2732" y="356"/>
                  </a:cubicBezTo>
                  <a:cubicBezTo>
                    <a:pt x="2822" y="301"/>
                    <a:pt x="2840" y="175"/>
                    <a:pt x="2786" y="85"/>
                  </a:cubicBezTo>
                  <a:cubicBezTo>
                    <a:pt x="2746" y="29"/>
                    <a:pt x="2686" y="1"/>
                    <a:pt x="2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8" name="Google Shape;8248;p287"/>
            <p:cNvSpPr/>
            <p:nvPr/>
          </p:nvSpPr>
          <p:spPr>
            <a:xfrm>
              <a:off x="8276797" y="3673322"/>
              <a:ext cx="127207" cy="161161"/>
            </a:xfrm>
            <a:custGeom>
              <a:avLst/>
              <a:gdLst/>
              <a:ahLst/>
              <a:cxnLst/>
              <a:rect l="l" t="t" r="r" b="b"/>
              <a:pathLst>
                <a:path w="2615" h="3313" extrusionOk="0">
                  <a:moveTo>
                    <a:pt x="2417" y="0"/>
                  </a:moveTo>
                  <a:cubicBezTo>
                    <a:pt x="2405" y="0"/>
                    <a:pt x="2393" y="1"/>
                    <a:pt x="2381" y="3"/>
                  </a:cubicBezTo>
                  <a:cubicBezTo>
                    <a:pt x="2272" y="30"/>
                    <a:pt x="2209" y="129"/>
                    <a:pt x="2227" y="238"/>
                  </a:cubicBezTo>
                  <a:cubicBezTo>
                    <a:pt x="2254" y="382"/>
                    <a:pt x="2272" y="526"/>
                    <a:pt x="2254" y="670"/>
                  </a:cubicBezTo>
                  <a:cubicBezTo>
                    <a:pt x="2245" y="815"/>
                    <a:pt x="2218" y="968"/>
                    <a:pt x="2155" y="1103"/>
                  </a:cubicBezTo>
                  <a:cubicBezTo>
                    <a:pt x="2056" y="1382"/>
                    <a:pt x="1876" y="1644"/>
                    <a:pt x="1668" y="1869"/>
                  </a:cubicBezTo>
                  <a:cubicBezTo>
                    <a:pt x="1461" y="2104"/>
                    <a:pt x="1218" y="2302"/>
                    <a:pt x="965" y="2473"/>
                  </a:cubicBezTo>
                  <a:cubicBezTo>
                    <a:pt x="830" y="2563"/>
                    <a:pt x="704" y="2653"/>
                    <a:pt x="569" y="2735"/>
                  </a:cubicBezTo>
                  <a:cubicBezTo>
                    <a:pt x="434" y="2807"/>
                    <a:pt x="298" y="2879"/>
                    <a:pt x="154" y="2942"/>
                  </a:cubicBezTo>
                  <a:cubicBezTo>
                    <a:pt x="145" y="2942"/>
                    <a:pt x="136" y="2951"/>
                    <a:pt x="127" y="2951"/>
                  </a:cubicBezTo>
                  <a:cubicBezTo>
                    <a:pt x="28" y="3005"/>
                    <a:pt x="1" y="3131"/>
                    <a:pt x="64" y="3221"/>
                  </a:cubicBezTo>
                  <a:cubicBezTo>
                    <a:pt x="99" y="3280"/>
                    <a:pt x="162" y="3312"/>
                    <a:pt x="226" y="3312"/>
                  </a:cubicBezTo>
                  <a:cubicBezTo>
                    <a:pt x="260" y="3312"/>
                    <a:pt x="294" y="3303"/>
                    <a:pt x="325" y="3284"/>
                  </a:cubicBezTo>
                  <a:lnTo>
                    <a:pt x="334" y="3284"/>
                  </a:lnTo>
                  <a:cubicBezTo>
                    <a:pt x="614" y="3104"/>
                    <a:pt x="875" y="2906"/>
                    <a:pt x="1128" y="2707"/>
                  </a:cubicBezTo>
                  <a:cubicBezTo>
                    <a:pt x="1389" y="2500"/>
                    <a:pt x="1632" y="2284"/>
                    <a:pt x="1849" y="2031"/>
                  </a:cubicBezTo>
                  <a:cubicBezTo>
                    <a:pt x="2065" y="1788"/>
                    <a:pt x="2263" y="1518"/>
                    <a:pt x="2399" y="1202"/>
                  </a:cubicBezTo>
                  <a:cubicBezTo>
                    <a:pt x="2543" y="896"/>
                    <a:pt x="2615" y="553"/>
                    <a:pt x="2615" y="193"/>
                  </a:cubicBezTo>
                  <a:cubicBezTo>
                    <a:pt x="2615" y="184"/>
                    <a:pt x="2615" y="166"/>
                    <a:pt x="2615" y="157"/>
                  </a:cubicBezTo>
                  <a:cubicBezTo>
                    <a:pt x="2591" y="61"/>
                    <a:pt x="2510" y="0"/>
                    <a:pt x="2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9" name="Google Shape;8249;p287"/>
            <p:cNvSpPr/>
            <p:nvPr/>
          </p:nvSpPr>
          <p:spPr>
            <a:xfrm>
              <a:off x="7126261" y="3708687"/>
              <a:ext cx="37311" cy="143746"/>
            </a:xfrm>
            <a:custGeom>
              <a:avLst/>
              <a:gdLst/>
              <a:ahLst/>
              <a:cxnLst/>
              <a:rect l="l" t="t" r="r" b="b"/>
              <a:pathLst>
                <a:path w="767" h="2955" extrusionOk="0">
                  <a:moveTo>
                    <a:pt x="226" y="1"/>
                  </a:moveTo>
                  <a:cubicBezTo>
                    <a:pt x="211" y="1"/>
                    <a:pt x="196" y="3"/>
                    <a:pt x="181" y="6"/>
                  </a:cubicBezTo>
                  <a:cubicBezTo>
                    <a:pt x="73" y="24"/>
                    <a:pt x="0" y="124"/>
                    <a:pt x="27" y="232"/>
                  </a:cubicBezTo>
                  <a:cubicBezTo>
                    <a:pt x="100" y="637"/>
                    <a:pt x="163" y="1052"/>
                    <a:pt x="217" y="1467"/>
                  </a:cubicBezTo>
                  <a:lnTo>
                    <a:pt x="307" y="2089"/>
                  </a:lnTo>
                  <a:cubicBezTo>
                    <a:pt x="325" y="2296"/>
                    <a:pt x="379" y="2494"/>
                    <a:pt x="334" y="2711"/>
                  </a:cubicBezTo>
                  <a:cubicBezTo>
                    <a:pt x="325" y="2756"/>
                    <a:pt x="334" y="2801"/>
                    <a:pt x="352" y="2837"/>
                  </a:cubicBezTo>
                  <a:cubicBezTo>
                    <a:pt x="384" y="2914"/>
                    <a:pt x="458" y="2955"/>
                    <a:pt x="534" y="2955"/>
                  </a:cubicBezTo>
                  <a:cubicBezTo>
                    <a:pt x="564" y="2955"/>
                    <a:pt x="594" y="2949"/>
                    <a:pt x="622" y="2936"/>
                  </a:cubicBezTo>
                  <a:cubicBezTo>
                    <a:pt x="722" y="2891"/>
                    <a:pt x="767" y="2765"/>
                    <a:pt x="722" y="2666"/>
                  </a:cubicBezTo>
                  <a:cubicBezTo>
                    <a:pt x="622" y="2467"/>
                    <a:pt x="622" y="2251"/>
                    <a:pt x="595" y="2053"/>
                  </a:cubicBezTo>
                  <a:lnTo>
                    <a:pt x="523" y="1431"/>
                  </a:lnTo>
                  <a:cubicBezTo>
                    <a:pt x="478" y="1016"/>
                    <a:pt x="433" y="601"/>
                    <a:pt x="406" y="178"/>
                  </a:cubicBezTo>
                  <a:cubicBezTo>
                    <a:pt x="406" y="178"/>
                    <a:pt x="406" y="169"/>
                    <a:pt x="406" y="160"/>
                  </a:cubicBezTo>
                  <a:cubicBezTo>
                    <a:pt x="391" y="67"/>
                    <a:pt x="316" y="1"/>
                    <a:pt x="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0" name="Google Shape;8250;p287"/>
            <p:cNvSpPr/>
            <p:nvPr/>
          </p:nvSpPr>
          <p:spPr>
            <a:xfrm>
              <a:off x="7753724" y="3752661"/>
              <a:ext cx="159215" cy="130125"/>
            </a:xfrm>
            <a:custGeom>
              <a:avLst/>
              <a:gdLst/>
              <a:ahLst/>
              <a:cxnLst/>
              <a:rect l="l" t="t" r="r" b="b"/>
              <a:pathLst>
                <a:path w="3273" h="2675" extrusionOk="0">
                  <a:moveTo>
                    <a:pt x="215" y="1"/>
                  </a:moveTo>
                  <a:cubicBezTo>
                    <a:pt x="203" y="1"/>
                    <a:pt x="192" y="2"/>
                    <a:pt x="181" y="4"/>
                  </a:cubicBezTo>
                  <a:cubicBezTo>
                    <a:pt x="72" y="31"/>
                    <a:pt x="0" y="130"/>
                    <a:pt x="27" y="238"/>
                  </a:cubicBezTo>
                  <a:cubicBezTo>
                    <a:pt x="99" y="581"/>
                    <a:pt x="253" y="905"/>
                    <a:pt x="460" y="1176"/>
                  </a:cubicBezTo>
                  <a:cubicBezTo>
                    <a:pt x="676" y="1446"/>
                    <a:pt x="938" y="1662"/>
                    <a:pt x="1208" y="1843"/>
                  </a:cubicBezTo>
                  <a:cubicBezTo>
                    <a:pt x="1488" y="2023"/>
                    <a:pt x="1776" y="2176"/>
                    <a:pt x="2083" y="2302"/>
                  </a:cubicBezTo>
                  <a:cubicBezTo>
                    <a:pt x="2371" y="2438"/>
                    <a:pt x="2677" y="2564"/>
                    <a:pt x="3002" y="2663"/>
                  </a:cubicBezTo>
                  <a:cubicBezTo>
                    <a:pt x="3011" y="2663"/>
                    <a:pt x="3020" y="2672"/>
                    <a:pt x="3029" y="2672"/>
                  </a:cubicBezTo>
                  <a:cubicBezTo>
                    <a:pt x="3039" y="2674"/>
                    <a:pt x="3049" y="2674"/>
                    <a:pt x="3059" y="2674"/>
                  </a:cubicBezTo>
                  <a:cubicBezTo>
                    <a:pt x="3155" y="2674"/>
                    <a:pt x="3238" y="2599"/>
                    <a:pt x="3254" y="2510"/>
                  </a:cubicBezTo>
                  <a:cubicBezTo>
                    <a:pt x="3272" y="2402"/>
                    <a:pt x="3191" y="2302"/>
                    <a:pt x="3092" y="2284"/>
                  </a:cubicBezTo>
                  <a:cubicBezTo>
                    <a:pt x="2939" y="2266"/>
                    <a:pt x="2786" y="2230"/>
                    <a:pt x="2641" y="2185"/>
                  </a:cubicBezTo>
                  <a:cubicBezTo>
                    <a:pt x="2488" y="2140"/>
                    <a:pt x="2335" y="2086"/>
                    <a:pt x="2191" y="2032"/>
                  </a:cubicBezTo>
                  <a:cubicBezTo>
                    <a:pt x="1902" y="1915"/>
                    <a:pt x="1623" y="1789"/>
                    <a:pt x="1361" y="1608"/>
                  </a:cubicBezTo>
                  <a:cubicBezTo>
                    <a:pt x="1118" y="1437"/>
                    <a:pt x="875" y="1239"/>
                    <a:pt x="712" y="986"/>
                  </a:cubicBezTo>
                  <a:cubicBezTo>
                    <a:pt x="622" y="869"/>
                    <a:pt x="559" y="734"/>
                    <a:pt x="505" y="599"/>
                  </a:cubicBezTo>
                  <a:cubicBezTo>
                    <a:pt x="451" y="464"/>
                    <a:pt x="424" y="319"/>
                    <a:pt x="415" y="175"/>
                  </a:cubicBezTo>
                  <a:lnTo>
                    <a:pt x="406" y="175"/>
                  </a:lnTo>
                  <a:cubicBezTo>
                    <a:pt x="406" y="166"/>
                    <a:pt x="406" y="166"/>
                    <a:pt x="406" y="157"/>
                  </a:cubicBezTo>
                  <a:cubicBezTo>
                    <a:pt x="390" y="61"/>
                    <a:pt x="303" y="1"/>
                    <a:pt x="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1" name="Google Shape;8251;p287"/>
            <p:cNvSpPr/>
            <p:nvPr/>
          </p:nvSpPr>
          <p:spPr>
            <a:xfrm>
              <a:off x="7140708" y="3828157"/>
              <a:ext cx="36046" cy="134163"/>
            </a:xfrm>
            <a:custGeom>
              <a:avLst/>
              <a:gdLst/>
              <a:ahLst/>
              <a:cxnLst/>
              <a:rect l="l" t="t" r="r" b="b"/>
              <a:pathLst>
                <a:path w="741" h="2758" extrusionOk="0">
                  <a:moveTo>
                    <a:pt x="230" y="0"/>
                  </a:moveTo>
                  <a:cubicBezTo>
                    <a:pt x="208" y="0"/>
                    <a:pt x="186" y="4"/>
                    <a:pt x="163" y="11"/>
                  </a:cubicBezTo>
                  <a:cubicBezTo>
                    <a:pt x="64" y="38"/>
                    <a:pt x="1" y="155"/>
                    <a:pt x="37" y="255"/>
                  </a:cubicBezTo>
                  <a:cubicBezTo>
                    <a:pt x="163" y="633"/>
                    <a:pt x="208" y="1021"/>
                    <a:pt x="253" y="1399"/>
                  </a:cubicBezTo>
                  <a:cubicBezTo>
                    <a:pt x="289" y="1787"/>
                    <a:pt x="325" y="2175"/>
                    <a:pt x="325" y="2562"/>
                  </a:cubicBezTo>
                  <a:cubicBezTo>
                    <a:pt x="325" y="2580"/>
                    <a:pt x="325" y="2598"/>
                    <a:pt x="334" y="2607"/>
                  </a:cubicBezTo>
                  <a:cubicBezTo>
                    <a:pt x="357" y="2698"/>
                    <a:pt x="431" y="2758"/>
                    <a:pt x="519" y="2758"/>
                  </a:cubicBezTo>
                  <a:cubicBezTo>
                    <a:pt x="535" y="2758"/>
                    <a:pt x="552" y="2756"/>
                    <a:pt x="569" y="2751"/>
                  </a:cubicBezTo>
                  <a:cubicBezTo>
                    <a:pt x="677" y="2724"/>
                    <a:pt x="740" y="2625"/>
                    <a:pt x="713" y="2517"/>
                  </a:cubicBezTo>
                  <a:cubicBezTo>
                    <a:pt x="623" y="2138"/>
                    <a:pt x="551" y="1760"/>
                    <a:pt x="497" y="1372"/>
                  </a:cubicBezTo>
                  <a:cubicBezTo>
                    <a:pt x="443" y="985"/>
                    <a:pt x="397" y="606"/>
                    <a:pt x="425" y="210"/>
                  </a:cubicBezTo>
                  <a:cubicBezTo>
                    <a:pt x="425" y="182"/>
                    <a:pt x="425" y="155"/>
                    <a:pt x="416" y="137"/>
                  </a:cubicBezTo>
                  <a:cubicBezTo>
                    <a:pt x="387" y="52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52" name="Google Shape;8252;p287"/>
          <p:cNvGrpSpPr/>
          <p:nvPr/>
        </p:nvGrpSpPr>
        <p:grpSpPr>
          <a:xfrm rot="854098">
            <a:off x="7782856" y="510397"/>
            <a:ext cx="639528" cy="438002"/>
            <a:chOff x="5501450" y="2545600"/>
            <a:chExt cx="639525" cy="438000"/>
          </a:xfrm>
        </p:grpSpPr>
        <p:sp>
          <p:nvSpPr>
            <p:cNvPr id="8253" name="Google Shape;8253;p287"/>
            <p:cNvSpPr/>
            <p:nvPr/>
          </p:nvSpPr>
          <p:spPr>
            <a:xfrm>
              <a:off x="5501450" y="2545600"/>
              <a:ext cx="639525" cy="438000"/>
            </a:xfrm>
            <a:custGeom>
              <a:avLst/>
              <a:gdLst/>
              <a:ahLst/>
              <a:cxnLst/>
              <a:rect l="l" t="t" r="r" b="b"/>
              <a:pathLst>
                <a:path w="25581" h="17520" extrusionOk="0">
                  <a:moveTo>
                    <a:pt x="2054" y="916"/>
                  </a:moveTo>
                  <a:cubicBezTo>
                    <a:pt x="4249" y="1273"/>
                    <a:pt x="6534" y="1376"/>
                    <a:pt x="8837" y="1376"/>
                  </a:cubicBezTo>
                  <a:cubicBezTo>
                    <a:pt x="11993" y="1376"/>
                    <a:pt x="15185" y="1183"/>
                    <a:pt x="18229" y="1183"/>
                  </a:cubicBezTo>
                  <a:cubicBezTo>
                    <a:pt x="18767" y="1183"/>
                    <a:pt x="19366" y="1142"/>
                    <a:pt x="19969" y="1142"/>
                  </a:cubicBezTo>
                  <a:cubicBezTo>
                    <a:pt x="21476" y="1142"/>
                    <a:pt x="23008" y="1398"/>
                    <a:pt x="23668" y="3189"/>
                  </a:cubicBezTo>
                  <a:cubicBezTo>
                    <a:pt x="24139" y="4443"/>
                    <a:pt x="23998" y="6292"/>
                    <a:pt x="24045" y="7625"/>
                  </a:cubicBezTo>
                  <a:cubicBezTo>
                    <a:pt x="24154" y="10242"/>
                    <a:pt x="24076" y="12876"/>
                    <a:pt x="23904" y="15493"/>
                  </a:cubicBezTo>
                  <a:cubicBezTo>
                    <a:pt x="19549" y="16044"/>
                    <a:pt x="15184" y="16308"/>
                    <a:pt x="10802" y="16308"/>
                  </a:cubicBezTo>
                  <a:cubicBezTo>
                    <a:pt x="9570" y="16308"/>
                    <a:pt x="8336" y="16287"/>
                    <a:pt x="7101" y="16246"/>
                  </a:cubicBezTo>
                  <a:cubicBezTo>
                    <a:pt x="5141" y="16167"/>
                    <a:pt x="2398" y="16543"/>
                    <a:pt x="1505" y="14036"/>
                  </a:cubicBezTo>
                  <a:cubicBezTo>
                    <a:pt x="1066" y="12782"/>
                    <a:pt x="1270" y="10916"/>
                    <a:pt x="1207" y="9600"/>
                  </a:cubicBezTo>
                  <a:cubicBezTo>
                    <a:pt x="1160" y="8659"/>
                    <a:pt x="235" y="1700"/>
                    <a:pt x="2054" y="916"/>
                  </a:cubicBezTo>
                  <a:close/>
                  <a:moveTo>
                    <a:pt x="1928" y="0"/>
                  </a:moveTo>
                  <a:cubicBezTo>
                    <a:pt x="478" y="0"/>
                    <a:pt x="29" y="2119"/>
                    <a:pt x="16" y="3518"/>
                  </a:cubicBezTo>
                  <a:cubicBezTo>
                    <a:pt x="0" y="5869"/>
                    <a:pt x="204" y="8252"/>
                    <a:pt x="282" y="10603"/>
                  </a:cubicBezTo>
                  <a:cubicBezTo>
                    <a:pt x="345" y="12139"/>
                    <a:pt x="157" y="14098"/>
                    <a:pt x="1003" y="15462"/>
                  </a:cubicBezTo>
                  <a:cubicBezTo>
                    <a:pt x="2119" y="17247"/>
                    <a:pt x="4806" y="17520"/>
                    <a:pt x="7212" y="17520"/>
                  </a:cubicBezTo>
                  <a:cubicBezTo>
                    <a:pt x="8268" y="17520"/>
                    <a:pt x="9269" y="17467"/>
                    <a:pt x="10061" y="17467"/>
                  </a:cubicBezTo>
                  <a:cubicBezTo>
                    <a:pt x="10126" y="17467"/>
                    <a:pt x="10189" y="17468"/>
                    <a:pt x="10251" y="17468"/>
                  </a:cubicBezTo>
                  <a:cubicBezTo>
                    <a:pt x="10550" y="17471"/>
                    <a:pt x="10848" y="17473"/>
                    <a:pt x="11146" y="17473"/>
                  </a:cubicBezTo>
                  <a:cubicBezTo>
                    <a:pt x="15785" y="17473"/>
                    <a:pt x="20422" y="17132"/>
                    <a:pt x="25016" y="16528"/>
                  </a:cubicBezTo>
                  <a:cubicBezTo>
                    <a:pt x="25581" y="16449"/>
                    <a:pt x="25549" y="15791"/>
                    <a:pt x="25189" y="15509"/>
                  </a:cubicBezTo>
                  <a:cubicBezTo>
                    <a:pt x="25440" y="11857"/>
                    <a:pt x="25534" y="8126"/>
                    <a:pt x="25110" y="4490"/>
                  </a:cubicBezTo>
                  <a:cubicBezTo>
                    <a:pt x="24907" y="2766"/>
                    <a:pt x="24515" y="995"/>
                    <a:pt x="22728" y="305"/>
                  </a:cubicBezTo>
                  <a:cubicBezTo>
                    <a:pt x="22098" y="64"/>
                    <a:pt x="21403" y="15"/>
                    <a:pt x="20716" y="15"/>
                  </a:cubicBezTo>
                  <a:cubicBezTo>
                    <a:pt x="20240" y="15"/>
                    <a:pt x="19769" y="38"/>
                    <a:pt x="19327" y="38"/>
                  </a:cubicBezTo>
                  <a:cubicBezTo>
                    <a:pt x="17132" y="38"/>
                    <a:pt x="14954" y="70"/>
                    <a:pt x="12759" y="70"/>
                  </a:cubicBezTo>
                  <a:cubicBezTo>
                    <a:pt x="12545" y="72"/>
                    <a:pt x="12330" y="73"/>
                    <a:pt x="12115" y="73"/>
                  </a:cubicBezTo>
                  <a:cubicBezTo>
                    <a:pt x="10641" y="73"/>
                    <a:pt x="9140" y="30"/>
                    <a:pt x="7640" y="30"/>
                  </a:cubicBezTo>
                  <a:cubicBezTo>
                    <a:pt x="6052" y="30"/>
                    <a:pt x="4466" y="78"/>
                    <a:pt x="2916" y="274"/>
                  </a:cubicBezTo>
                  <a:cubicBezTo>
                    <a:pt x="2544" y="84"/>
                    <a:pt x="2216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4" name="Google Shape;8254;p287"/>
            <p:cNvSpPr/>
            <p:nvPr/>
          </p:nvSpPr>
          <p:spPr>
            <a:xfrm>
              <a:off x="5714775" y="2654925"/>
              <a:ext cx="280075" cy="257600"/>
            </a:xfrm>
            <a:custGeom>
              <a:avLst/>
              <a:gdLst/>
              <a:ahLst/>
              <a:cxnLst/>
              <a:rect l="l" t="t" r="r" b="b"/>
              <a:pathLst>
                <a:path w="11203" h="10304" extrusionOk="0">
                  <a:moveTo>
                    <a:pt x="652" y="289"/>
                  </a:moveTo>
                  <a:cubicBezTo>
                    <a:pt x="809" y="415"/>
                    <a:pt x="966" y="540"/>
                    <a:pt x="1138" y="650"/>
                  </a:cubicBezTo>
                  <a:cubicBezTo>
                    <a:pt x="1076" y="697"/>
                    <a:pt x="1044" y="775"/>
                    <a:pt x="1029" y="854"/>
                  </a:cubicBezTo>
                  <a:cubicBezTo>
                    <a:pt x="1029" y="1042"/>
                    <a:pt x="1044" y="1214"/>
                    <a:pt x="1044" y="1387"/>
                  </a:cubicBezTo>
                  <a:cubicBezTo>
                    <a:pt x="919" y="1449"/>
                    <a:pt x="825" y="1543"/>
                    <a:pt x="778" y="1669"/>
                  </a:cubicBezTo>
                  <a:cubicBezTo>
                    <a:pt x="746" y="1214"/>
                    <a:pt x="699" y="760"/>
                    <a:pt x="652" y="305"/>
                  </a:cubicBezTo>
                  <a:cubicBezTo>
                    <a:pt x="652" y="305"/>
                    <a:pt x="652" y="289"/>
                    <a:pt x="652" y="289"/>
                  </a:cubicBezTo>
                  <a:close/>
                  <a:moveTo>
                    <a:pt x="5778" y="4208"/>
                  </a:moveTo>
                  <a:lnTo>
                    <a:pt x="5778" y="4208"/>
                  </a:lnTo>
                  <a:cubicBezTo>
                    <a:pt x="6217" y="4333"/>
                    <a:pt x="6671" y="4443"/>
                    <a:pt x="7126" y="4521"/>
                  </a:cubicBezTo>
                  <a:cubicBezTo>
                    <a:pt x="7142" y="4537"/>
                    <a:pt x="7142" y="4537"/>
                    <a:pt x="7157" y="4553"/>
                  </a:cubicBezTo>
                  <a:cubicBezTo>
                    <a:pt x="6844" y="4725"/>
                    <a:pt x="6530" y="4913"/>
                    <a:pt x="6232" y="5101"/>
                  </a:cubicBezTo>
                  <a:cubicBezTo>
                    <a:pt x="6138" y="4804"/>
                    <a:pt x="5966" y="4490"/>
                    <a:pt x="5778" y="4208"/>
                  </a:cubicBezTo>
                  <a:close/>
                  <a:moveTo>
                    <a:pt x="840" y="2296"/>
                  </a:moveTo>
                  <a:lnTo>
                    <a:pt x="840" y="2296"/>
                  </a:lnTo>
                  <a:cubicBezTo>
                    <a:pt x="919" y="2672"/>
                    <a:pt x="1013" y="3032"/>
                    <a:pt x="1076" y="3393"/>
                  </a:cubicBezTo>
                  <a:cubicBezTo>
                    <a:pt x="1123" y="4694"/>
                    <a:pt x="1201" y="5995"/>
                    <a:pt x="1264" y="7280"/>
                  </a:cubicBezTo>
                  <a:cubicBezTo>
                    <a:pt x="1279" y="7500"/>
                    <a:pt x="1436" y="7641"/>
                    <a:pt x="1609" y="7688"/>
                  </a:cubicBezTo>
                  <a:cubicBezTo>
                    <a:pt x="1624" y="7923"/>
                    <a:pt x="1656" y="8142"/>
                    <a:pt x="1671" y="8377"/>
                  </a:cubicBezTo>
                  <a:cubicBezTo>
                    <a:pt x="1671" y="8503"/>
                    <a:pt x="1734" y="8612"/>
                    <a:pt x="1812" y="8706"/>
                  </a:cubicBezTo>
                  <a:cubicBezTo>
                    <a:pt x="1781" y="8753"/>
                    <a:pt x="1765" y="8801"/>
                    <a:pt x="1734" y="8848"/>
                  </a:cubicBezTo>
                  <a:cubicBezTo>
                    <a:pt x="1718" y="8910"/>
                    <a:pt x="1718" y="8957"/>
                    <a:pt x="1703" y="9004"/>
                  </a:cubicBezTo>
                  <a:cubicBezTo>
                    <a:pt x="1577" y="9130"/>
                    <a:pt x="1436" y="9239"/>
                    <a:pt x="1295" y="9365"/>
                  </a:cubicBezTo>
                  <a:cubicBezTo>
                    <a:pt x="1154" y="7014"/>
                    <a:pt x="1029" y="4647"/>
                    <a:pt x="840" y="2296"/>
                  </a:cubicBezTo>
                  <a:close/>
                  <a:moveTo>
                    <a:pt x="299" y="0"/>
                  </a:moveTo>
                  <a:cubicBezTo>
                    <a:pt x="146" y="0"/>
                    <a:pt x="0" y="102"/>
                    <a:pt x="10" y="305"/>
                  </a:cubicBezTo>
                  <a:cubicBezTo>
                    <a:pt x="88" y="3440"/>
                    <a:pt x="355" y="6575"/>
                    <a:pt x="574" y="9710"/>
                  </a:cubicBezTo>
                  <a:cubicBezTo>
                    <a:pt x="590" y="9866"/>
                    <a:pt x="684" y="9976"/>
                    <a:pt x="793" y="10023"/>
                  </a:cubicBezTo>
                  <a:cubicBezTo>
                    <a:pt x="841" y="10176"/>
                    <a:pt x="985" y="10303"/>
                    <a:pt x="1148" y="10303"/>
                  </a:cubicBezTo>
                  <a:cubicBezTo>
                    <a:pt x="1201" y="10303"/>
                    <a:pt x="1256" y="10289"/>
                    <a:pt x="1311" y="10258"/>
                  </a:cubicBezTo>
                  <a:cubicBezTo>
                    <a:pt x="1718" y="10070"/>
                    <a:pt x="2110" y="9851"/>
                    <a:pt x="2486" y="9647"/>
                  </a:cubicBezTo>
                  <a:cubicBezTo>
                    <a:pt x="2627" y="9631"/>
                    <a:pt x="2753" y="9569"/>
                    <a:pt x="2847" y="9475"/>
                  </a:cubicBezTo>
                  <a:cubicBezTo>
                    <a:pt x="2894" y="9427"/>
                    <a:pt x="2941" y="9396"/>
                    <a:pt x="2988" y="9349"/>
                  </a:cubicBezTo>
                  <a:cubicBezTo>
                    <a:pt x="5417" y="7938"/>
                    <a:pt x="7721" y="6199"/>
                    <a:pt x="10151" y="4819"/>
                  </a:cubicBezTo>
                  <a:cubicBezTo>
                    <a:pt x="10229" y="4757"/>
                    <a:pt x="10292" y="4694"/>
                    <a:pt x="10323" y="4615"/>
                  </a:cubicBezTo>
                  <a:cubicBezTo>
                    <a:pt x="10383" y="4639"/>
                    <a:pt x="10441" y="4649"/>
                    <a:pt x="10497" y="4649"/>
                  </a:cubicBezTo>
                  <a:cubicBezTo>
                    <a:pt x="10925" y="4649"/>
                    <a:pt x="11203" y="4024"/>
                    <a:pt x="10731" y="3816"/>
                  </a:cubicBezTo>
                  <a:cubicBezTo>
                    <a:pt x="9101" y="3032"/>
                    <a:pt x="7439" y="2296"/>
                    <a:pt x="5762" y="1606"/>
                  </a:cubicBezTo>
                  <a:cubicBezTo>
                    <a:pt x="4238" y="987"/>
                    <a:pt x="2525" y="34"/>
                    <a:pt x="860" y="34"/>
                  </a:cubicBezTo>
                  <a:cubicBezTo>
                    <a:pt x="796" y="34"/>
                    <a:pt x="732" y="36"/>
                    <a:pt x="668" y="39"/>
                  </a:cubicBezTo>
                  <a:cubicBezTo>
                    <a:pt x="621" y="39"/>
                    <a:pt x="590" y="70"/>
                    <a:pt x="558" y="117"/>
                  </a:cubicBezTo>
                  <a:cubicBezTo>
                    <a:pt x="492" y="39"/>
                    <a:pt x="394" y="0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8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8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9" name="Google Shape;8259;p288"/>
          <p:cNvSpPr txBox="1">
            <a:spLocks noGrp="1"/>
          </p:cNvSpPr>
          <p:nvPr>
            <p:ph type="subTitle" idx="1"/>
          </p:nvPr>
        </p:nvSpPr>
        <p:spPr>
          <a:xfrm>
            <a:off x="615000" y="903975"/>
            <a:ext cx="79140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You CANNOT change the elements of a Tuple, because it is immutable.</a:t>
            </a:r>
            <a:endParaRPr sz="2300"/>
          </a:p>
        </p:txBody>
      </p:sp>
      <p:sp>
        <p:nvSpPr>
          <p:cNvPr id="8260" name="Google Shape;8260;p288"/>
          <p:cNvSpPr txBox="1">
            <a:spLocks noGrp="1"/>
          </p:cNvSpPr>
          <p:nvPr>
            <p:ph type="title"/>
          </p:nvPr>
        </p:nvSpPr>
        <p:spPr>
          <a:xfrm>
            <a:off x="443225" y="298100"/>
            <a:ext cx="9354000" cy="5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You Change Elements?</a:t>
            </a:r>
            <a:endParaRPr/>
          </a:p>
        </p:txBody>
      </p:sp>
      <p:grpSp>
        <p:nvGrpSpPr>
          <p:cNvPr id="8261" name="Google Shape;8261;p288"/>
          <p:cNvGrpSpPr/>
          <p:nvPr/>
        </p:nvGrpSpPr>
        <p:grpSpPr>
          <a:xfrm>
            <a:off x="588483" y="727950"/>
            <a:ext cx="4195530" cy="176025"/>
            <a:chOff x="4345425" y="2175475"/>
            <a:chExt cx="800750" cy="176025"/>
          </a:xfrm>
        </p:grpSpPr>
        <p:sp>
          <p:nvSpPr>
            <p:cNvPr id="8262" name="Google Shape;8262;p28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3" name="Google Shape;8263;p28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264" name="Google Shape;8264;p2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03900"/>
            <a:ext cx="8839204" cy="1661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9" name="Google Shape;8269;p289"/>
          <p:cNvSpPr txBox="1">
            <a:spLocks noGrp="1"/>
          </p:cNvSpPr>
          <p:nvPr>
            <p:ph type="title"/>
          </p:nvPr>
        </p:nvSpPr>
        <p:spPr>
          <a:xfrm>
            <a:off x="1207500" y="2344775"/>
            <a:ext cx="6762900" cy="9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Removing Elements</a:t>
            </a:r>
            <a:endParaRPr/>
          </a:p>
        </p:txBody>
      </p:sp>
      <p:sp>
        <p:nvSpPr>
          <p:cNvPr id="8270" name="Google Shape;8270;p289"/>
          <p:cNvSpPr txBox="1">
            <a:spLocks noGrp="1"/>
          </p:cNvSpPr>
          <p:nvPr>
            <p:ph type="title" idx="2"/>
          </p:nvPr>
        </p:nvSpPr>
        <p:spPr>
          <a:xfrm>
            <a:off x="3843750" y="1322001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8271" name="Google Shape;8271;p289"/>
          <p:cNvGrpSpPr/>
          <p:nvPr/>
        </p:nvGrpSpPr>
        <p:grpSpPr>
          <a:xfrm>
            <a:off x="3928443" y="2086030"/>
            <a:ext cx="1287126" cy="176025"/>
            <a:chOff x="4345425" y="2175475"/>
            <a:chExt cx="800750" cy="176025"/>
          </a:xfrm>
        </p:grpSpPr>
        <p:sp>
          <p:nvSpPr>
            <p:cNvPr id="8272" name="Google Shape;8272;p289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3" name="Google Shape;8273;p289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74" name="Google Shape;8274;p289"/>
          <p:cNvGrpSpPr/>
          <p:nvPr/>
        </p:nvGrpSpPr>
        <p:grpSpPr>
          <a:xfrm>
            <a:off x="1541738" y="3108974"/>
            <a:ext cx="6053350" cy="176025"/>
            <a:chOff x="4345425" y="2175475"/>
            <a:chExt cx="800750" cy="176025"/>
          </a:xfrm>
        </p:grpSpPr>
        <p:sp>
          <p:nvSpPr>
            <p:cNvPr id="8275" name="Google Shape;8275;p289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6" name="Google Shape;8276;p289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77" name="Google Shape;8277;p289"/>
          <p:cNvGrpSpPr/>
          <p:nvPr/>
        </p:nvGrpSpPr>
        <p:grpSpPr>
          <a:xfrm rot="372491" flipH="1">
            <a:off x="1097518" y="3478413"/>
            <a:ext cx="595061" cy="675849"/>
            <a:chOff x="5464100" y="4208075"/>
            <a:chExt cx="494625" cy="579650"/>
          </a:xfrm>
        </p:grpSpPr>
        <p:sp>
          <p:nvSpPr>
            <p:cNvPr id="8278" name="Google Shape;8278;p289"/>
            <p:cNvSpPr/>
            <p:nvPr/>
          </p:nvSpPr>
          <p:spPr>
            <a:xfrm>
              <a:off x="5594650" y="4504850"/>
              <a:ext cx="341250" cy="255800"/>
            </a:xfrm>
            <a:custGeom>
              <a:avLst/>
              <a:gdLst/>
              <a:ahLst/>
              <a:cxnLst/>
              <a:rect l="l" t="t" r="r" b="b"/>
              <a:pathLst>
                <a:path w="13650" h="10232" extrusionOk="0">
                  <a:moveTo>
                    <a:pt x="11619" y="0"/>
                  </a:moveTo>
                  <a:cubicBezTo>
                    <a:pt x="11538" y="0"/>
                    <a:pt x="11454" y="19"/>
                    <a:pt x="11367" y="60"/>
                  </a:cubicBezTo>
                  <a:cubicBezTo>
                    <a:pt x="10774" y="356"/>
                    <a:pt x="10157" y="653"/>
                    <a:pt x="9587" y="973"/>
                  </a:cubicBezTo>
                  <a:cubicBezTo>
                    <a:pt x="8423" y="1657"/>
                    <a:pt x="7327" y="2388"/>
                    <a:pt x="6254" y="3209"/>
                  </a:cubicBezTo>
                  <a:cubicBezTo>
                    <a:pt x="4177" y="4784"/>
                    <a:pt x="2100" y="6359"/>
                    <a:pt x="0" y="7934"/>
                  </a:cubicBezTo>
                  <a:cubicBezTo>
                    <a:pt x="584" y="8864"/>
                    <a:pt x="1080" y="10231"/>
                    <a:pt x="2001" y="10231"/>
                  </a:cubicBezTo>
                  <a:cubicBezTo>
                    <a:pt x="2232" y="10231"/>
                    <a:pt x="2491" y="10145"/>
                    <a:pt x="2785" y="9943"/>
                  </a:cubicBezTo>
                  <a:cubicBezTo>
                    <a:pt x="3972" y="9121"/>
                    <a:pt x="5159" y="8300"/>
                    <a:pt x="6323" y="7478"/>
                  </a:cubicBezTo>
                  <a:cubicBezTo>
                    <a:pt x="7281" y="6816"/>
                    <a:pt x="13650" y="2867"/>
                    <a:pt x="13011" y="1726"/>
                  </a:cubicBezTo>
                  <a:cubicBezTo>
                    <a:pt x="12806" y="1338"/>
                    <a:pt x="12310" y="0"/>
                    <a:pt x="11619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9" name="Google Shape;8279;p289"/>
            <p:cNvSpPr/>
            <p:nvPr/>
          </p:nvSpPr>
          <p:spPr>
            <a:xfrm>
              <a:off x="5518750" y="4363750"/>
              <a:ext cx="340700" cy="255675"/>
            </a:xfrm>
            <a:custGeom>
              <a:avLst/>
              <a:gdLst/>
              <a:ahLst/>
              <a:cxnLst/>
              <a:rect l="l" t="t" r="r" b="b"/>
              <a:pathLst>
                <a:path w="13628" h="10227" extrusionOk="0">
                  <a:moveTo>
                    <a:pt x="11606" y="0"/>
                  </a:moveTo>
                  <a:cubicBezTo>
                    <a:pt x="11522" y="0"/>
                    <a:pt x="11435" y="21"/>
                    <a:pt x="11345" y="66"/>
                  </a:cubicBezTo>
                  <a:cubicBezTo>
                    <a:pt x="10751" y="362"/>
                    <a:pt x="10158" y="659"/>
                    <a:pt x="9587" y="979"/>
                  </a:cubicBezTo>
                  <a:cubicBezTo>
                    <a:pt x="8423" y="1664"/>
                    <a:pt x="7304" y="2394"/>
                    <a:pt x="6232" y="3216"/>
                  </a:cubicBezTo>
                  <a:cubicBezTo>
                    <a:pt x="4155" y="4791"/>
                    <a:pt x="2077" y="6343"/>
                    <a:pt x="0" y="7940"/>
                  </a:cubicBezTo>
                  <a:cubicBezTo>
                    <a:pt x="563" y="8867"/>
                    <a:pt x="1054" y="10226"/>
                    <a:pt x="1967" y="10226"/>
                  </a:cubicBezTo>
                  <a:cubicBezTo>
                    <a:pt x="2201" y="10226"/>
                    <a:pt x="2464" y="10136"/>
                    <a:pt x="2762" y="9926"/>
                  </a:cubicBezTo>
                  <a:cubicBezTo>
                    <a:pt x="3949" y="9127"/>
                    <a:pt x="5136" y="8306"/>
                    <a:pt x="6323" y="7484"/>
                  </a:cubicBezTo>
                  <a:cubicBezTo>
                    <a:pt x="7282" y="6822"/>
                    <a:pt x="13627" y="2873"/>
                    <a:pt x="13011" y="1732"/>
                  </a:cubicBezTo>
                  <a:cubicBezTo>
                    <a:pt x="12787" y="1346"/>
                    <a:pt x="12292" y="0"/>
                    <a:pt x="11606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0" name="Google Shape;8280;p289"/>
            <p:cNvSpPr/>
            <p:nvPr/>
          </p:nvSpPr>
          <p:spPr>
            <a:xfrm>
              <a:off x="5475950" y="4235275"/>
              <a:ext cx="281925" cy="269375"/>
            </a:xfrm>
            <a:custGeom>
              <a:avLst/>
              <a:gdLst/>
              <a:ahLst/>
              <a:cxnLst/>
              <a:rect l="l" t="t" r="r" b="b"/>
              <a:pathLst>
                <a:path w="11277" h="10775" extrusionOk="0">
                  <a:moveTo>
                    <a:pt x="1210" y="1"/>
                  </a:moveTo>
                  <a:cubicBezTo>
                    <a:pt x="1233" y="23"/>
                    <a:pt x="1233" y="46"/>
                    <a:pt x="1233" y="92"/>
                  </a:cubicBezTo>
                  <a:cubicBezTo>
                    <a:pt x="1005" y="3653"/>
                    <a:pt x="503" y="7213"/>
                    <a:pt x="0" y="10774"/>
                  </a:cubicBezTo>
                  <a:cubicBezTo>
                    <a:pt x="3607" y="7989"/>
                    <a:pt x="7396" y="5456"/>
                    <a:pt x="11276" y="3082"/>
                  </a:cubicBezTo>
                  <a:cubicBezTo>
                    <a:pt x="7967" y="1918"/>
                    <a:pt x="4634" y="868"/>
                    <a:pt x="1210" y="1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1" name="Google Shape;8281;p289"/>
            <p:cNvSpPr/>
            <p:nvPr/>
          </p:nvSpPr>
          <p:spPr>
            <a:xfrm>
              <a:off x="5717000" y="4421125"/>
              <a:ext cx="42000" cy="94525"/>
            </a:xfrm>
            <a:custGeom>
              <a:avLst/>
              <a:gdLst/>
              <a:ahLst/>
              <a:cxnLst/>
              <a:rect l="l" t="t" r="r" b="b"/>
              <a:pathLst>
                <a:path w="1680" h="3781" extrusionOk="0">
                  <a:moveTo>
                    <a:pt x="1497" y="0"/>
                  </a:moveTo>
                  <a:cubicBezTo>
                    <a:pt x="1449" y="0"/>
                    <a:pt x="1398" y="23"/>
                    <a:pt x="1360" y="76"/>
                  </a:cubicBezTo>
                  <a:cubicBezTo>
                    <a:pt x="676" y="1103"/>
                    <a:pt x="265" y="2404"/>
                    <a:pt x="14" y="3614"/>
                  </a:cubicBezTo>
                  <a:cubicBezTo>
                    <a:pt x="0" y="3720"/>
                    <a:pt x="80" y="3780"/>
                    <a:pt x="162" y="3780"/>
                  </a:cubicBezTo>
                  <a:cubicBezTo>
                    <a:pt x="221" y="3780"/>
                    <a:pt x="282" y="3749"/>
                    <a:pt x="310" y="3683"/>
                  </a:cubicBezTo>
                  <a:cubicBezTo>
                    <a:pt x="698" y="2496"/>
                    <a:pt x="1201" y="1377"/>
                    <a:pt x="1634" y="213"/>
                  </a:cubicBezTo>
                  <a:cubicBezTo>
                    <a:pt x="1680" y="91"/>
                    <a:pt x="1594" y="0"/>
                    <a:pt x="1497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2" name="Google Shape;8282;p289"/>
            <p:cNvSpPr/>
            <p:nvPr/>
          </p:nvSpPr>
          <p:spPr>
            <a:xfrm>
              <a:off x="5750000" y="4392700"/>
              <a:ext cx="46925" cy="98950"/>
            </a:xfrm>
            <a:custGeom>
              <a:avLst/>
              <a:gdLst/>
              <a:ahLst/>
              <a:cxnLst/>
              <a:rect l="l" t="t" r="r" b="b"/>
              <a:pathLst>
                <a:path w="1877" h="3958" extrusionOk="0">
                  <a:moveTo>
                    <a:pt x="1669" y="1"/>
                  </a:moveTo>
                  <a:cubicBezTo>
                    <a:pt x="1627" y="1"/>
                    <a:pt x="1584" y="22"/>
                    <a:pt x="1547" y="72"/>
                  </a:cubicBezTo>
                  <a:cubicBezTo>
                    <a:pt x="771" y="1122"/>
                    <a:pt x="360" y="2446"/>
                    <a:pt x="40" y="3701"/>
                  </a:cubicBezTo>
                  <a:cubicBezTo>
                    <a:pt x="0" y="3860"/>
                    <a:pt x="130" y="3958"/>
                    <a:pt x="259" y="3958"/>
                  </a:cubicBezTo>
                  <a:cubicBezTo>
                    <a:pt x="353" y="3958"/>
                    <a:pt x="445" y="3907"/>
                    <a:pt x="474" y="3792"/>
                  </a:cubicBezTo>
                  <a:cubicBezTo>
                    <a:pt x="816" y="2560"/>
                    <a:pt x="1410" y="1464"/>
                    <a:pt x="1843" y="277"/>
                  </a:cubicBezTo>
                  <a:cubicBezTo>
                    <a:pt x="1877" y="145"/>
                    <a:pt x="1778" y="1"/>
                    <a:pt x="1669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3" name="Google Shape;8283;p289"/>
            <p:cNvSpPr/>
            <p:nvPr/>
          </p:nvSpPr>
          <p:spPr>
            <a:xfrm>
              <a:off x="5795175" y="4403700"/>
              <a:ext cx="30450" cy="52625"/>
            </a:xfrm>
            <a:custGeom>
              <a:avLst/>
              <a:gdLst/>
              <a:ahLst/>
              <a:cxnLst/>
              <a:rect l="l" t="t" r="r" b="b"/>
              <a:pathLst>
                <a:path w="1218" h="2105" extrusionOk="0">
                  <a:moveTo>
                    <a:pt x="977" y="1"/>
                  </a:moveTo>
                  <a:cubicBezTo>
                    <a:pt x="935" y="1"/>
                    <a:pt x="893" y="14"/>
                    <a:pt x="858" y="43"/>
                  </a:cubicBezTo>
                  <a:cubicBezTo>
                    <a:pt x="356" y="522"/>
                    <a:pt x="105" y="1138"/>
                    <a:pt x="14" y="1800"/>
                  </a:cubicBezTo>
                  <a:cubicBezTo>
                    <a:pt x="0" y="1988"/>
                    <a:pt x="160" y="2104"/>
                    <a:pt x="303" y="2104"/>
                  </a:cubicBezTo>
                  <a:cubicBezTo>
                    <a:pt x="404" y="2104"/>
                    <a:pt x="497" y="2046"/>
                    <a:pt x="516" y="1914"/>
                  </a:cubicBezTo>
                  <a:cubicBezTo>
                    <a:pt x="607" y="1321"/>
                    <a:pt x="835" y="773"/>
                    <a:pt x="1132" y="248"/>
                  </a:cubicBezTo>
                  <a:cubicBezTo>
                    <a:pt x="1217" y="112"/>
                    <a:pt x="1099" y="1"/>
                    <a:pt x="97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4" name="Google Shape;8284;p289"/>
            <p:cNvSpPr/>
            <p:nvPr/>
          </p:nvSpPr>
          <p:spPr>
            <a:xfrm>
              <a:off x="5783525" y="4580275"/>
              <a:ext cx="38225" cy="81675"/>
            </a:xfrm>
            <a:custGeom>
              <a:avLst/>
              <a:gdLst/>
              <a:ahLst/>
              <a:cxnLst/>
              <a:rect l="l" t="t" r="r" b="b"/>
              <a:pathLst>
                <a:path w="1529" h="3267" extrusionOk="0">
                  <a:moveTo>
                    <a:pt x="1258" y="1"/>
                  </a:moveTo>
                  <a:cubicBezTo>
                    <a:pt x="1191" y="1"/>
                    <a:pt x="1127" y="31"/>
                    <a:pt x="1096" y="101"/>
                  </a:cubicBezTo>
                  <a:cubicBezTo>
                    <a:pt x="845" y="649"/>
                    <a:pt x="617" y="1197"/>
                    <a:pt x="411" y="1745"/>
                  </a:cubicBezTo>
                  <a:cubicBezTo>
                    <a:pt x="251" y="2201"/>
                    <a:pt x="0" y="2680"/>
                    <a:pt x="23" y="3160"/>
                  </a:cubicBezTo>
                  <a:cubicBezTo>
                    <a:pt x="23" y="3231"/>
                    <a:pt x="77" y="3267"/>
                    <a:pt x="133" y="3267"/>
                  </a:cubicBezTo>
                  <a:cubicBezTo>
                    <a:pt x="168" y="3267"/>
                    <a:pt x="203" y="3254"/>
                    <a:pt x="229" y="3228"/>
                  </a:cubicBezTo>
                  <a:cubicBezTo>
                    <a:pt x="594" y="2863"/>
                    <a:pt x="754" y="2270"/>
                    <a:pt x="936" y="1790"/>
                  </a:cubicBezTo>
                  <a:cubicBezTo>
                    <a:pt x="1142" y="1288"/>
                    <a:pt x="1324" y="763"/>
                    <a:pt x="1484" y="261"/>
                  </a:cubicBezTo>
                  <a:cubicBezTo>
                    <a:pt x="1529" y="111"/>
                    <a:pt x="1387" y="1"/>
                    <a:pt x="125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5" name="Google Shape;8285;p289"/>
            <p:cNvSpPr/>
            <p:nvPr/>
          </p:nvSpPr>
          <p:spPr>
            <a:xfrm>
              <a:off x="5824600" y="4544075"/>
              <a:ext cx="49675" cy="96575"/>
            </a:xfrm>
            <a:custGeom>
              <a:avLst/>
              <a:gdLst/>
              <a:ahLst/>
              <a:cxnLst/>
              <a:rect l="l" t="t" r="r" b="b"/>
              <a:pathLst>
                <a:path w="1987" h="3863" extrusionOk="0">
                  <a:moveTo>
                    <a:pt x="1601" y="1"/>
                  </a:moveTo>
                  <a:cubicBezTo>
                    <a:pt x="1166" y="1"/>
                    <a:pt x="939" y="623"/>
                    <a:pt x="800" y="1001"/>
                  </a:cubicBezTo>
                  <a:cubicBezTo>
                    <a:pt x="457" y="1846"/>
                    <a:pt x="115" y="2759"/>
                    <a:pt x="1" y="3672"/>
                  </a:cubicBezTo>
                  <a:cubicBezTo>
                    <a:pt x="1" y="3777"/>
                    <a:pt x="100" y="3863"/>
                    <a:pt x="188" y="3863"/>
                  </a:cubicBezTo>
                  <a:cubicBezTo>
                    <a:pt x="233" y="3863"/>
                    <a:pt x="274" y="3840"/>
                    <a:pt x="297" y="3786"/>
                  </a:cubicBezTo>
                  <a:cubicBezTo>
                    <a:pt x="526" y="3215"/>
                    <a:pt x="708" y="2645"/>
                    <a:pt x="914" y="2074"/>
                  </a:cubicBezTo>
                  <a:cubicBezTo>
                    <a:pt x="1028" y="1823"/>
                    <a:pt x="1439" y="385"/>
                    <a:pt x="1735" y="362"/>
                  </a:cubicBezTo>
                  <a:cubicBezTo>
                    <a:pt x="1918" y="362"/>
                    <a:pt x="1987" y="111"/>
                    <a:pt x="1804" y="43"/>
                  </a:cubicBezTo>
                  <a:cubicBezTo>
                    <a:pt x="1731" y="14"/>
                    <a:pt x="1664" y="1"/>
                    <a:pt x="1601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6" name="Google Shape;8286;p289"/>
            <p:cNvSpPr/>
            <p:nvPr/>
          </p:nvSpPr>
          <p:spPr>
            <a:xfrm>
              <a:off x="5876375" y="4540750"/>
              <a:ext cx="23725" cy="54675"/>
            </a:xfrm>
            <a:custGeom>
              <a:avLst/>
              <a:gdLst/>
              <a:ahLst/>
              <a:cxnLst/>
              <a:rect l="l" t="t" r="r" b="b"/>
              <a:pathLst>
                <a:path w="949" h="2187" extrusionOk="0">
                  <a:moveTo>
                    <a:pt x="772" y="1"/>
                  </a:moveTo>
                  <a:cubicBezTo>
                    <a:pt x="721" y="1"/>
                    <a:pt x="671" y="26"/>
                    <a:pt x="646" y="84"/>
                  </a:cubicBezTo>
                  <a:cubicBezTo>
                    <a:pt x="372" y="701"/>
                    <a:pt x="167" y="1317"/>
                    <a:pt x="30" y="2002"/>
                  </a:cubicBezTo>
                  <a:cubicBezTo>
                    <a:pt x="1" y="2103"/>
                    <a:pt x="101" y="2187"/>
                    <a:pt x="195" y="2187"/>
                  </a:cubicBezTo>
                  <a:cubicBezTo>
                    <a:pt x="249" y="2187"/>
                    <a:pt x="302" y="2159"/>
                    <a:pt x="326" y="2093"/>
                  </a:cubicBezTo>
                  <a:cubicBezTo>
                    <a:pt x="577" y="1477"/>
                    <a:pt x="783" y="838"/>
                    <a:pt x="920" y="176"/>
                  </a:cubicBezTo>
                  <a:cubicBezTo>
                    <a:pt x="949" y="75"/>
                    <a:pt x="859" y="1"/>
                    <a:pt x="772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7" name="Google Shape;8287;p289"/>
            <p:cNvSpPr/>
            <p:nvPr/>
          </p:nvSpPr>
          <p:spPr>
            <a:xfrm>
              <a:off x="5464100" y="4208075"/>
              <a:ext cx="334850" cy="317675"/>
            </a:xfrm>
            <a:custGeom>
              <a:avLst/>
              <a:gdLst/>
              <a:ahLst/>
              <a:cxnLst/>
              <a:rect l="l" t="t" r="r" b="b"/>
              <a:pathLst>
                <a:path w="13394" h="12707" extrusionOk="0">
                  <a:moveTo>
                    <a:pt x="2027" y="792"/>
                  </a:moveTo>
                  <a:cubicBezTo>
                    <a:pt x="5450" y="1682"/>
                    <a:pt x="8783" y="2732"/>
                    <a:pt x="12115" y="3896"/>
                  </a:cubicBezTo>
                  <a:cubicBezTo>
                    <a:pt x="8212" y="6270"/>
                    <a:pt x="4423" y="8804"/>
                    <a:pt x="817" y="11588"/>
                  </a:cubicBezTo>
                  <a:cubicBezTo>
                    <a:pt x="1319" y="8027"/>
                    <a:pt x="1821" y="4467"/>
                    <a:pt x="2049" y="906"/>
                  </a:cubicBezTo>
                  <a:cubicBezTo>
                    <a:pt x="2049" y="860"/>
                    <a:pt x="2049" y="838"/>
                    <a:pt x="2027" y="792"/>
                  </a:cubicBezTo>
                  <a:close/>
                  <a:moveTo>
                    <a:pt x="1919" y="0"/>
                  </a:moveTo>
                  <a:cubicBezTo>
                    <a:pt x="1586" y="0"/>
                    <a:pt x="1459" y="471"/>
                    <a:pt x="1707" y="678"/>
                  </a:cubicBezTo>
                  <a:cubicBezTo>
                    <a:pt x="1616" y="701"/>
                    <a:pt x="1547" y="769"/>
                    <a:pt x="1547" y="860"/>
                  </a:cubicBezTo>
                  <a:cubicBezTo>
                    <a:pt x="954" y="4649"/>
                    <a:pt x="566" y="8484"/>
                    <a:pt x="18" y="12273"/>
                  </a:cubicBezTo>
                  <a:cubicBezTo>
                    <a:pt x="0" y="12483"/>
                    <a:pt x="158" y="12707"/>
                    <a:pt x="355" y="12707"/>
                  </a:cubicBezTo>
                  <a:cubicBezTo>
                    <a:pt x="415" y="12707"/>
                    <a:pt x="479" y="12686"/>
                    <a:pt x="543" y="12638"/>
                  </a:cubicBezTo>
                  <a:cubicBezTo>
                    <a:pt x="4560" y="9534"/>
                    <a:pt x="8760" y="6658"/>
                    <a:pt x="13165" y="4124"/>
                  </a:cubicBezTo>
                  <a:cubicBezTo>
                    <a:pt x="13371" y="3987"/>
                    <a:pt x="13394" y="3577"/>
                    <a:pt x="13120" y="3485"/>
                  </a:cubicBezTo>
                  <a:cubicBezTo>
                    <a:pt x="9490" y="2139"/>
                    <a:pt x="5770" y="997"/>
                    <a:pt x="2027" y="16"/>
                  </a:cubicBezTo>
                  <a:cubicBezTo>
                    <a:pt x="1989" y="5"/>
                    <a:pt x="1953" y="0"/>
                    <a:pt x="1919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8" name="Google Shape;8288;p289"/>
            <p:cNvSpPr/>
            <p:nvPr/>
          </p:nvSpPr>
          <p:spPr>
            <a:xfrm>
              <a:off x="5495775" y="4342975"/>
              <a:ext cx="376800" cy="309500"/>
            </a:xfrm>
            <a:custGeom>
              <a:avLst/>
              <a:gdLst/>
              <a:ahLst/>
              <a:cxnLst/>
              <a:rect l="l" t="t" r="r" b="b"/>
              <a:pathLst>
                <a:path w="15072" h="12380" extrusionOk="0">
                  <a:moveTo>
                    <a:pt x="12525" y="1060"/>
                  </a:moveTo>
                  <a:cubicBezTo>
                    <a:pt x="13211" y="1060"/>
                    <a:pt x="13706" y="2403"/>
                    <a:pt x="13930" y="2768"/>
                  </a:cubicBezTo>
                  <a:cubicBezTo>
                    <a:pt x="14546" y="3933"/>
                    <a:pt x="8201" y="7858"/>
                    <a:pt x="7242" y="8520"/>
                  </a:cubicBezTo>
                  <a:cubicBezTo>
                    <a:pt x="6055" y="9342"/>
                    <a:pt x="4868" y="10164"/>
                    <a:pt x="3681" y="10986"/>
                  </a:cubicBezTo>
                  <a:cubicBezTo>
                    <a:pt x="3388" y="11187"/>
                    <a:pt x="3129" y="11274"/>
                    <a:pt x="2897" y="11274"/>
                  </a:cubicBezTo>
                  <a:cubicBezTo>
                    <a:pt x="1977" y="11274"/>
                    <a:pt x="1485" y="9907"/>
                    <a:pt x="919" y="8977"/>
                  </a:cubicBezTo>
                  <a:cubicBezTo>
                    <a:pt x="2996" y="7402"/>
                    <a:pt x="5074" y="5827"/>
                    <a:pt x="7151" y="4252"/>
                  </a:cubicBezTo>
                  <a:cubicBezTo>
                    <a:pt x="8223" y="3453"/>
                    <a:pt x="9342" y="2700"/>
                    <a:pt x="10483" y="2038"/>
                  </a:cubicBezTo>
                  <a:cubicBezTo>
                    <a:pt x="11077" y="1696"/>
                    <a:pt x="11670" y="1399"/>
                    <a:pt x="12264" y="1125"/>
                  </a:cubicBezTo>
                  <a:cubicBezTo>
                    <a:pt x="12354" y="1080"/>
                    <a:pt x="12441" y="1060"/>
                    <a:pt x="12525" y="1060"/>
                  </a:cubicBezTo>
                  <a:close/>
                  <a:moveTo>
                    <a:pt x="12828" y="1"/>
                  </a:moveTo>
                  <a:cubicBezTo>
                    <a:pt x="11774" y="1"/>
                    <a:pt x="10261" y="1278"/>
                    <a:pt x="9525" y="1741"/>
                  </a:cubicBezTo>
                  <a:cubicBezTo>
                    <a:pt x="6215" y="3818"/>
                    <a:pt x="3248" y="6512"/>
                    <a:pt x="189" y="8908"/>
                  </a:cubicBezTo>
                  <a:cubicBezTo>
                    <a:pt x="1" y="9059"/>
                    <a:pt x="139" y="9365"/>
                    <a:pt x="334" y="9365"/>
                  </a:cubicBezTo>
                  <a:cubicBezTo>
                    <a:pt x="375" y="9365"/>
                    <a:pt x="419" y="9351"/>
                    <a:pt x="463" y="9319"/>
                  </a:cubicBezTo>
                  <a:cubicBezTo>
                    <a:pt x="486" y="9296"/>
                    <a:pt x="509" y="9274"/>
                    <a:pt x="531" y="9251"/>
                  </a:cubicBezTo>
                  <a:cubicBezTo>
                    <a:pt x="1125" y="10278"/>
                    <a:pt x="1741" y="11282"/>
                    <a:pt x="2426" y="12241"/>
                  </a:cubicBezTo>
                  <a:cubicBezTo>
                    <a:pt x="2485" y="12329"/>
                    <a:pt x="2582" y="12380"/>
                    <a:pt x="2680" y="12380"/>
                  </a:cubicBezTo>
                  <a:cubicBezTo>
                    <a:pt x="2734" y="12380"/>
                    <a:pt x="2788" y="12365"/>
                    <a:pt x="2837" y="12332"/>
                  </a:cubicBezTo>
                  <a:cubicBezTo>
                    <a:pt x="6991" y="9662"/>
                    <a:pt x="11396" y="6968"/>
                    <a:pt x="14934" y="3453"/>
                  </a:cubicBezTo>
                  <a:cubicBezTo>
                    <a:pt x="15071" y="3316"/>
                    <a:pt x="15048" y="3111"/>
                    <a:pt x="14957" y="2951"/>
                  </a:cubicBezTo>
                  <a:cubicBezTo>
                    <a:pt x="14592" y="2266"/>
                    <a:pt x="13930" y="212"/>
                    <a:pt x="13085" y="29"/>
                  </a:cubicBezTo>
                  <a:cubicBezTo>
                    <a:pt x="13003" y="10"/>
                    <a:pt x="12917" y="1"/>
                    <a:pt x="1282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9" name="Google Shape;8289;p289"/>
            <p:cNvSpPr/>
            <p:nvPr/>
          </p:nvSpPr>
          <p:spPr>
            <a:xfrm>
              <a:off x="5582050" y="4477650"/>
              <a:ext cx="376675" cy="310075"/>
            </a:xfrm>
            <a:custGeom>
              <a:avLst/>
              <a:gdLst/>
              <a:ahLst/>
              <a:cxnLst/>
              <a:rect l="l" t="t" r="r" b="b"/>
              <a:pathLst>
                <a:path w="15067" h="12403" extrusionOk="0">
                  <a:moveTo>
                    <a:pt x="12512" y="1065"/>
                  </a:moveTo>
                  <a:cubicBezTo>
                    <a:pt x="13207" y="1065"/>
                    <a:pt x="13721" y="2403"/>
                    <a:pt x="13925" y="2791"/>
                  </a:cubicBezTo>
                  <a:cubicBezTo>
                    <a:pt x="14542" y="3932"/>
                    <a:pt x="8196" y="7881"/>
                    <a:pt x="7238" y="8543"/>
                  </a:cubicBezTo>
                  <a:cubicBezTo>
                    <a:pt x="6051" y="9365"/>
                    <a:pt x="4864" y="10186"/>
                    <a:pt x="3677" y="11008"/>
                  </a:cubicBezTo>
                  <a:cubicBezTo>
                    <a:pt x="3383" y="11210"/>
                    <a:pt x="3124" y="11297"/>
                    <a:pt x="2893" y="11297"/>
                  </a:cubicBezTo>
                  <a:cubicBezTo>
                    <a:pt x="1973" y="11297"/>
                    <a:pt x="1480" y="9930"/>
                    <a:pt x="915" y="8999"/>
                  </a:cubicBezTo>
                  <a:cubicBezTo>
                    <a:pt x="2992" y="7425"/>
                    <a:pt x="5069" y="5850"/>
                    <a:pt x="7169" y="4275"/>
                  </a:cubicBezTo>
                  <a:cubicBezTo>
                    <a:pt x="8219" y="3453"/>
                    <a:pt x="9338" y="2723"/>
                    <a:pt x="10502" y="2038"/>
                  </a:cubicBezTo>
                  <a:cubicBezTo>
                    <a:pt x="11072" y="1718"/>
                    <a:pt x="11666" y="1422"/>
                    <a:pt x="12259" y="1125"/>
                  </a:cubicBezTo>
                  <a:cubicBezTo>
                    <a:pt x="12346" y="1084"/>
                    <a:pt x="12430" y="1065"/>
                    <a:pt x="12512" y="1065"/>
                  </a:cubicBezTo>
                  <a:close/>
                  <a:moveTo>
                    <a:pt x="12827" y="1"/>
                  </a:moveTo>
                  <a:cubicBezTo>
                    <a:pt x="11773" y="1"/>
                    <a:pt x="10258" y="1300"/>
                    <a:pt x="9520" y="1764"/>
                  </a:cubicBezTo>
                  <a:cubicBezTo>
                    <a:pt x="6233" y="3841"/>
                    <a:pt x="3266" y="6512"/>
                    <a:pt x="207" y="8931"/>
                  </a:cubicBezTo>
                  <a:cubicBezTo>
                    <a:pt x="0" y="9082"/>
                    <a:pt x="135" y="9388"/>
                    <a:pt x="329" y="9388"/>
                  </a:cubicBezTo>
                  <a:cubicBezTo>
                    <a:pt x="371" y="9388"/>
                    <a:pt x="415" y="9374"/>
                    <a:pt x="459" y="9342"/>
                  </a:cubicBezTo>
                  <a:cubicBezTo>
                    <a:pt x="481" y="9319"/>
                    <a:pt x="504" y="9296"/>
                    <a:pt x="550" y="9273"/>
                  </a:cubicBezTo>
                  <a:cubicBezTo>
                    <a:pt x="1120" y="10301"/>
                    <a:pt x="1737" y="11282"/>
                    <a:pt x="2421" y="12263"/>
                  </a:cubicBezTo>
                  <a:cubicBezTo>
                    <a:pt x="2480" y="12352"/>
                    <a:pt x="2577" y="12402"/>
                    <a:pt x="2676" y="12402"/>
                  </a:cubicBezTo>
                  <a:cubicBezTo>
                    <a:pt x="2730" y="12402"/>
                    <a:pt x="2784" y="12387"/>
                    <a:pt x="2832" y="12355"/>
                  </a:cubicBezTo>
                  <a:cubicBezTo>
                    <a:pt x="7009" y="9661"/>
                    <a:pt x="11392" y="6968"/>
                    <a:pt x="14930" y="3476"/>
                  </a:cubicBezTo>
                  <a:cubicBezTo>
                    <a:pt x="15067" y="3339"/>
                    <a:pt x="15067" y="3111"/>
                    <a:pt x="14975" y="2951"/>
                  </a:cubicBezTo>
                  <a:cubicBezTo>
                    <a:pt x="14587" y="2289"/>
                    <a:pt x="13925" y="235"/>
                    <a:pt x="13081" y="29"/>
                  </a:cubicBezTo>
                  <a:cubicBezTo>
                    <a:pt x="13000" y="10"/>
                    <a:pt x="12915" y="1"/>
                    <a:pt x="1282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0" name="Google Shape;8290;p289"/>
          <p:cNvGrpSpPr/>
          <p:nvPr/>
        </p:nvGrpSpPr>
        <p:grpSpPr>
          <a:xfrm rot="9456294">
            <a:off x="6849678" y="3273665"/>
            <a:ext cx="2306042" cy="512923"/>
            <a:chOff x="7051300" y="3461525"/>
            <a:chExt cx="2305989" cy="512912"/>
          </a:xfrm>
        </p:grpSpPr>
        <p:sp>
          <p:nvSpPr>
            <p:cNvPr id="8291" name="Google Shape;8291;p289"/>
            <p:cNvSpPr/>
            <p:nvPr/>
          </p:nvSpPr>
          <p:spPr>
            <a:xfrm>
              <a:off x="7075817" y="3564700"/>
              <a:ext cx="2271819" cy="396457"/>
            </a:xfrm>
            <a:custGeom>
              <a:avLst/>
              <a:gdLst/>
              <a:ahLst/>
              <a:cxnLst/>
              <a:rect l="l" t="t" r="r" b="b"/>
              <a:pathLst>
                <a:path w="46702" h="8150" extrusionOk="0">
                  <a:moveTo>
                    <a:pt x="46666" y="1"/>
                  </a:moveTo>
                  <a:lnTo>
                    <a:pt x="41068" y="704"/>
                  </a:lnTo>
                  <a:lnTo>
                    <a:pt x="39932" y="848"/>
                  </a:lnTo>
                  <a:lnTo>
                    <a:pt x="40221" y="3156"/>
                  </a:lnTo>
                  <a:lnTo>
                    <a:pt x="41357" y="3011"/>
                  </a:lnTo>
                  <a:lnTo>
                    <a:pt x="41303" y="2606"/>
                  </a:lnTo>
                  <a:lnTo>
                    <a:pt x="46702" y="271"/>
                  </a:lnTo>
                  <a:lnTo>
                    <a:pt x="46666" y="1"/>
                  </a:lnTo>
                  <a:close/>
                  <a:moveTo>
                    <a:pt x="1560" y="5644"/>
                  </a:moveTo>
                  <a:lnTo>
                    <a:pt x="1" y="5842"/>
                  </a:lnTo>
                  <a:lnTo>
                    <a:pt x="298" y="8149"/>
                  </a:lnTo>
                  <a:lnTo>
                    <a:pt x="1858" y="7960"/>
                  </a:lnTo>
                  <a:lnTo>
                    <a:pt x="1560" y="5644"/>
                  </a:lnTo>
                  <a:close/>
                </a:path>
              </a:pathLst>
            </a:custGeom>
            <a:solidFill>
              <a:srgbClr val="EE8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2" name="Google Shape;8292;p289"/>
            <p:cNvSpPr/>
            <p:nvPr/>
          </p:nvSpPr>
          <p:spPr>
            <a:xfrm>
              <a:off x="7056554" y="3473929"/>
              <a:ext cx="2293709" cy="379334"/>
            </a:xfrm>
            <a:custGeom>
              <a:avLst/>
              <a:gdLst/>
              <a:ahLst/>
              <a:cxnLst/>
              <a:rect l="l" t="t" r="r" b="b"/>
              <a:pathLst>
                <a:path w="47152" h="7798" extrusionOk="0">
                  <a:moveTo>
                    <a:pt x="43312" y="1515"/>
                  </a:moveTo>
                  <a:cubicBezTo>
                    <a:pt x="43664" y="1533"/>
                    <a:pt x="43682" y="1687"/>
                    <a:pt x="43691" y="1741"/>
                  </a:cubicBezTo>
                  <a:cubicBezTo>
                    <a:pt x="43700" y="1858"/>
                    <a:pt x="43682" y="1993"/>
                    <a:pt x="43393" y="2029"/>
                  </a:cubicBezTo>
                  <a:cubicBezTo>
                    <a:pt x="43361" y="2033"/>
                    <a:pt x="43331" y="2035"/>
                    <a:pt x="43305" y="2035"/>
                  </a:cubicBezTo>
                  <a:cubicBezTo>
                    <a:pt x="43091" y="2035"/>
                    <a:pt x="43041" y="1916"/>
                    <a:pt x="43033" y="1804"/>
                  </a:cubicBezTo>
                  <a:cubicBezTo>
                    <a:pt x="43006" y="1623"/>
                    <a:pt x="43069" y="1542"/>
                    <a:pt x="43231" y="1515"/>
                  </a:cubicBezTo>
                  <a:close/>
                  <a:moveTo>
                    <a:pt x="42113" y="1308"/>
                  </a:moveTo>
                  <a:cubicBezTo>
                    <a:pt x="42366" y="1335"/>
                    <a:pt x="42501" y="1479"/>
                    <a:pt x="42537" y="1750"/>
                  </a:cubicBezTo>
                  <a:cubicBezTo>
                    <a:pt x="42546" y="1858"/>
                    <a:pt x="42528" y="1966"/>
                    <a:pt x="42474" y="2065"/>
                  </a:cubicBezTo>
                  <a:cubicBezTo>
                    <a:pt x="42420" y="2164"/>
                    <a:pt x="42348" y="2218"/>
                    <a:pt x="42239" y="2236"/>
                  </a:cubicBezTo>
                  <a:cubicBezTo>
                    <a:pt x="42209" y="2239"/>
                    <a:pt x="42181" y="2241"/>
                    <a:pt x="42154" y="2241"/>
                  </a:cubicBezTo>
                  <a:cubicBezTo>
                    <a:pt x="42019" y="2241"/>
                    <a:pt x="41924" y="2203"/>
                    <a:pt x="41879" y="2128"/>
                  </a:cubicBezTo>
                  <a:cubicBezTo>
                    <a:pt x="41861" y="2092"/>
                    <a:pt x="41843" y="2029"/>
                    <a:pt x="41825" y="1858"/>
                  </a:cubicBezTo>
                  <a:cubicBezTo>
                    <a:pt x="41762" y="1353"/>
                    <a:pt x="41969" y="1326"/>
                    <a:pt x="42041" y="1317"/>
                  </a:cubicBezTo>
                  <a:cubicBezTo>
                    <a:pt x="42059" y="1308"/>
                    <a:pt x="42086" y="1308"/>
                    <a:pt x="42113" y="1308"/>
                  </a:cubicBezTo>
                  <a:close/>
                  <a:moveTo>
                    <a:pt x="41221" y="1"/>
                  </a:moveTo>
                  <a:lnTo>
                    <a:pt x="39932" y="163"/>
                  </a:lnTo>
                  <a:lnTo>
                    <a:pt x="40256" y="2795"/>
                  </a:lnTo>
                  <a:lnTo>
                    <a:pt x="47152" y="1930"/>
                  </a:lnTo>
                  <a:lnTo>
                    <a:pt x="47080" y="1335"/>
                  </a:lnTo>
                  <a:lnTo>
                    <a:pt x="41275" y="425"/>
                  </a:lnTo>
                  <a:lnTo>
                    <a:pt x="41221" y="1"/>
                  </a:lnTo>
                  <a:close/>
                  <a:moveTo>
                    <a:pt x="1713" y="4941"/>
                  </a:moveTo>
                  <a:lnTo>
                    <a:pt x="0" y="5157"/>
                  </a:lnTo>
                  <a:lnTo>
                    <a:pt x="334" y="7798"/>
                  </a:lnTo>
                  <a:lnTo>
                    <a:pt x="2046" y="7582"/>
                  </a:lnTo>
                  <a:lnTo>
                    <a:pt x="1713" y="4941"/>
                  </a:lnTo>
                  <a:close/>
                </a:path>
              </a:pathLst>
            </a:custGeom>
            <a:solidFill>
              <a:srgbClr val="EEA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3" name="Google Shape;8293;p289"/>
            <p:cNvSpPr/>
            <p:nvPr/>
          </p:nvSpPr>
          <p:spPr>
            <a:xfrm>
              <a:off x="9084585" y="3533956"/>
              <a:ext cx="102106" cy="52683"/>
            </a:xfrm>
            <a:custGeom>
              <a:avLst/>
              <a:gdLst/>
              <a:ahLst/>
              <a:cxnLst/>
              <a:rect l="l" t="t" r="r" b="b"/>
              <a:pathLst>
                <a:path w="2099" h="1083" extrusionOk="0">
                  <a:moveTo>
                    <a:pt x="1621" y="200"/>
                  </a:moveTo>
                  <a:cubicBezTo>
                    <a:pt x="1351" y="200"/>
                    <a:pt x="1233" y="326"/>
                    <a:pt x="1261" y="579"/>
                  </a:cubicBezTo>
                  <a:cubicBezTo>
                    <a:pt x="1284" y="782"/>
                    <a:pt x="1402" y="883"/>
                    <a:pt x="1609" y="883"/>
                  </a:cubicBezTo>
                  <a:cubicBezTo>
                    <a:pt x="1641" y="883"/>
                    <a:pt x="1675" y="881"/>
                    <a:pt x="1711" y="876"/>
                  </a:cubicBezTo>
                  <a:cubicBezTo>
                    <a:pt x="1982" y="840"/>
                    <a:pt x="2099" y="714"/>
                    <a:pt x="2072" y="498"/>
                  </a:cubicBezTo>
                  <a:cubicBezTo>
                    <a:pt x="2054" y="317"/>
                    <a:pt x="1900" y="218"/>
                    <a:pt x="1621" y="200"/>
                  </a:cubicBezTo>
                  <a:close/>
                  <a:moveTo>
                    <a:pt x="397" y="1"/>
                  </a:moveTo>
                  <a:cubicBezTo>
                    <a:pt x="115" y="1"/>
                    <a:pt x="1" y="217"/>
                    <a:pt x="53" y="633"/>
                  </a:cubicBezTo>
                  <a:cubicBezTo>
                    <a:pt x="71" y="777"/>
                    <a:pt x="89" y="867"/>
                    <a:pt x="116" y="921"/>
                  </a:cubicBezTo>
                  <a:cubicBezTo>
                    <a:pt x="182" y="1032"/>
                    <a:pt x="290" y="1082"/>
                    <a:pt x="446" y="1082"/>
                  </a:cubicBezTo>
                  <a:cubicBezTo>
                    <a:pt x="481" y="1082"/>
                    <a:pt x="518" y="1079"/>
                    <a:pt x="557" y="1075"/>
                  </a:cubicBezTo>
                  <a:cubicBezTo>
                    <a:pt x="693" y="1066"/>
                    <a:pt x="783" y="993"/>
                    <a:pt x="846" y="867"/>
                  </a:cubicBezTo>
                  <a:cubicBezTo>
                    <a:pt x="909" y="750"/>
                    <a:pt x="936" y="633"/>
                    <a:pt x="918" y="507"/>
                  </a:cubicBezTo>
                  <a:cubicBezTo>
                    <a:pt x="882" y="200"/>
                    <a:pt x="720" y="29"/>
                    <a:pt x="431" y="2"/>
                  </a:cubicBezTo>
                  <a:cubicBezTo>
                    <a:pt x="419" y="1"/>
                    <a:pt x="408" y="1"/>
                    <a:pt x="397" y="1"/>
                  </a:cubicBezTo>
                  <a:close/>
                </a:path>
              </a:pathLst>
            </a:custGeom>
            <a:solidFill>
              <a:srgbClr val="EECA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4" name="Google Shape;8294;p289"/>
            <p:cNvSpPr/>
            <p:nvPr/>
          </p:nvSpPr>
          <p:spPr>
            <a:xfrm>
              <a:off x="7151702" y="3605512"/>
              <a:ext cx="1882416" cy="359584"/>
            </a:xfrm>
            <a:custGeom>
              <a:avLst/>
              <a:gdLst/>
              <a:ahLst/>
              <a:cxnLst/>
              <a:rect l="l" t="t" r="r" b="b"/>
              <a:pathLst>
                <a:path w="38697" h="7392" extrusionOk="0">
                  <a:moveTo>
                    <a:pt x="38372" y="0"/>
                  </a:moveTo>
                  <a:lnTo>
                    <a:pt x="25555" y="1614"/>
                  </a:lnTo>
                  <a:cubicBezTo>
                    <a:pt x="25645" y="2506"/>
                    <a:pt x="25104" y="3353"/>
                    <a:pt x="23932" y="4156"/>
                  </a:cubicBezTo>
                  <a:cubicBezTo>
                    <a:pt x="23752" y="4282"/>
                    <a:pt x="23563" y="4399"/>
                    <a:pt x="23373" y="4507"/>
                  </a:cubicBezTo>
                  <a:lnTo>
                    <a:pt x="38697" y="2587"/>
                  </a:lnTo>
                  <a:lnTo>
                    <a:pt x="38661" y="2317"/>
                  </a:lnTo>
                  <a:lnTo>
                    <a:pt x="38372" y="0"/>
                  </a:lnTo>
                  <a:close/>
                  <a:moveTo>
                    <a:pt x="12593" y="3236"/>
                  </a:moveTo>
                  <a:lnTo>
                    <a:pt x="0" y="4805"/>
                  </a:lnTo>
                  <a:lnTo>
                    <a:pt x="298" y="7121"/>
                  </a:lnTo>
                  <a:lnTo>
                    <a:pt x="325" y="7392"/>
                  </a:lnTo>
                  <a:lnTo>
                    <a:pt x="15423" y="5499"/>
                  </a:lnTo>
                  <a:cubicBezTo>
                    <a:pt x="15207" y="5445"/>
                    <a:pt x="14999" y="5381"/>
                    <a:pt x="14792" y="5300"/>
                  </a:cubicBezTo>
                  <a:cubicBezTo>
                    <a:pt x="13458" y="4814"/>
                    <a:pt x="12728" y="4129"/>
                    <a:pt x="12593" y="3236"/>
                  </a:cubicBezTo>
                  <a:close/>
                </a:path>
              </a:pathLst>
            </a:custGeom>
            <a:solidFill>
              <a:srgbClr val="D76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5" name="Google Shape;8295;p289"/>
            <p:cNvSpPr/>
            <p:nvPr/>
          </p:nvSpPr>
          <p:spPr>
            <a:xfrm>
              <a:off x="7764232" y="3683976"/>
              <a:ext cx="634963" cy="189034"/>
            </a:xfrm>
            <a:custGeom>
              <a:avLst/>
              <a:gdLst/>
              <a:ahLst/>
              <a:cxnLst/>
              <a:rect l="l" t="t" r="r" b="b"/>
              <a:pathLst>
                <a:path w="13053" h="3886" extrusionOk="0">
                  <a:moveTo>
                    <a:pt x="12963" y="1"/>
                  </a:moveTo>
                  <a:lnTo>
                    <a:pt x="1" y="1623"/>
                  </a:lnTo>
                  <a:cubicBezTo>
                    <a:pt x="136" y="2516"/>
                    <a:pt x="866" y="3201"/>
                    <a:pt x="2200" y="3687"/>
                  </a:cubicBezTo>
                  <a:cubicBezTo>
                    <a:pt x="2407" y="3768"/>
                    <a:pt x="2615" y="3832"/>
                    <a:pt x="2831" y="3886"/>
                  </a:cubicBezTo>
                  <a:lnTo>
                    <a:pt x="10781" y="2894"/>
                  </a:lnTo>
                  <a:cubicBezTo>
                    <a:pt x="10971" y="2786"/>
                    <a:pt x="11160" y="2669"/>
                    <a:pt x="11340" y="2543"/>
                  </a:cubicBezTo>
                  <a:cubicBezTo>
                    <a:pt x="12512" y="1740"/>
                    <a:pt x="13053" y="893"/>
                    <a:pt x="12963" y="1"/>
                  </a:cubicBezTo>
                  <a:close/>
                </a:path>
              </a:pathLst>
            </a:custGeom>
            <a:solidFill>
              <a:srgbClr val="C2BC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6" name="Google Shape;8296;p289"/>
            <p:cNvSpPr/>
            <p:nvPr/>
          </p:nvSpPr>
          <p:spPr>
            <a:xfrm>
              <a:off x="7758540" y="3565575"/>
              <a:ext cx="636277" cy="197401"/>
            </a:xfrm>
            <a:custGeom>
              <a:avLst/>
              <a:gdLst/>
              <a:ahLst/>
              <a:cxnLst/>
              <a:rect l="l" t="t" r="r" b="b"/>
              <a:pathLst>
                <a:path w="13080" h="4058" extrusionOk="0">
                  <a:moveTo>
                    <a:pt x="9997" y="1"/>
                  </a:moveTo>
                  <a:lnTo>
                    <a:pt x="2506" y="938"/>
                  </a:lnTo>
                  <a:cubicBezTo>
                    <a:pt x="2227" y="1092"/>
                    <a:pt x="1966" y="1245"/>
                    <a:pt x="1722" y="1407"/>
                  </a:cubicBezTo>
                  <a:cubicBezTo>
                    <a:pt x="532" y="2218"/>
                    <a:pt x="0" y="3093"/>
                    <a:pt x="118" y="4012"/>
                  </a:cubicBezTo>
                  <a:cubicBezTo>
                    <a:pt x="118" y="4030"/>
                    <a:pt x="118" y="4039"/>
                    <a:pt x="118" y="4057"/>
                  </a:cubicBezTo>
                  <a:lnTo>
                    <a:pt x="13080" y="2435"/>
                  </a:lnTo>
                  <a:cubicBezTo>
                    <a:pt x="13071" y="2417"/>
                    <a:pt x="13071" y="2408"/>
                    <a:pt x="13071" y="2390"/>
                  </a:cubicBezTo>
                  <a:cubicBezTo>
                    <a:pt x="12953" y="1470"/>
                    <a:pt x="12223" y="758"/>
                    <a:pt x="10871" y="262"/>
                  </a:cubicBezTo>
                  <a:cubicBezTo>
                    <a:pt x="10583" y="172"/>
                    <a:pt x="10294" y="82"/>
                    <a:pt x="9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7" name="Google Shape;8297;p289"/>
            <p:cNvSpPr/>
            <p:nvPr/>
          </p:nvSpPr>
          <p:spPr>
            <a:xfrm>
              <a:off x="7130639" y="3466487"/>
              <a:ext cx="1892096" cy="377145"/>
            </a:xfrm>
            <a:custGeom>
              <a:avLst/>
              <a:gdLst/>
              <a:ahLst/>
              <a:cxnLst/>
              <a:rect l="l" t="t" r="r" b="b"/>
              <a:pathLst>
                <a:path w="38896" h="7753" extrusionOk="0">
                  <a:moveTo>
                    <a:pt x="38526" y="1"/>
                  </a:moveTo>
                  <a:lnTo>
                    <a:pt x="22896" y="1957"/>
                  </a:lnTo>
                  <a:lnTo>
                    <a:pt x="22878" y="2110"/>
                  </a:lnTo>
                  <a:cubicBezTo>
                    <a:pt x="23175" y="2191"/>
                    <a:pt x="23464" y="2281"/>
                    <a:pt x="23752" y="2371"/>
                  </a:cubicBezTo>
                  <a:cubicBezTo>
                    <a:pt x="25068" y="2858"/>
                    <a:pt x="25789" y="3552"/>
                    <a:pt x="25907" y="4481"/>
                  </a:cubicBezTo>
                  <a:lnTo>
                    <a:pt x="25916" y="4553"/>
                  </a:lnTo>
                  <a:lnTo>
                    <a:pt x="38896" y="2930"/>
                  </a:lnTo>
                  <a:lnTo>
                    <a:pt x="38526" y="1"/>
                  </a:lnTo>
                  <a:close/>
                  <a:moveTo>
                    <a:pt x="15405" y="2903"/>
                  </a:moveTo>
                  <a:lnTo>
                    <a:pt x="1" y="4823"/>
                  </a:lnTo>
                  <a:lnTo>
                    <a:pt x="370" y="7753"/>
                  </a:lnTo>
                  <a:lnTo>
                    <a:pt x="13035" y="6166"/>
                  </a:lnTo>
                  <a:lnTo>
                    <a:pt x="13107" y="6121"/>
                  </a:lnTo>
                  <a:lnTo>
                    <a:pt x="13098" y="6040"/>
                  </a:lnTo>
                  <a:cubicBezTo>
                    <a:pt x="12990" y="5157"/>
                    <a:pt x="13521" y="4300"/>
                    <a:pt x="14675" y="3507"/>
                  </a:cubicBezTo>
                  <a:cubicBezTo>
                    <a:pt x="14910" y="3354"/>
                    <a:pt x="15171" y="3192"/>
                    <a:pt x="15450" y="3047"/>
                  </a:cubicBezTo>
                  <a:lnTo>
                    <a:pt x="15405" y="2903"/>
                  </a:lnTo>
                  <a:close/>
                </a:path>
              </a:pathLst>
            </a:custGeom>
            <a:solidFill>
              <a:srgbClr val="EE87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8" name="Google Shape;8298;p289"/>
            <p:cNvSpPr/>
            <p:nvPr/>
          </p:nvSpPr>
          <p:spPr>
            <a:xfrm>
              <a:off x="8992842" y="3474999"/>
              <a:ext cx="35997" cy="141362"/>
            </a:xfrm>
            <a:custGeom>
              <a:avLst/>
              <a:gdLst/>
              <a:ahLst/>
              <a:cxnLst/>
              <a:rect l="l" t="t" r="r" b="b"/>
              <a:pathLst>
                <a:path w="740" h="2906" extrusionOk="0">
                  <a:moveTo>
                    <a:pt x="218" y="0"/>
                  </a:moveTo>
                  <a:cubicBezTo>
                    <a:pt x="203" y="0"/>
                    <a:pt x="187" y="2"/>
                    <a:pt x="172" y="6"/>
                  </a:cubicBezTo>
                  <a:cubicBezTo>
                    <a:pt x="73" y="24"/>
                    <a:pt x="1" y="123"/>
                    <a:pt x="19" y="231"/>
                  </a:cubicBezTo>
                  <a:cubicBezTo>
                    <a:pt x="91" y="637"/>
                    <a:pt x="163" y="1052"/>
                    <a:pt x="217" y="1466"/>
                  </a:cubicBezTo>
                  <a:cubicBezTo>
                    <a:pt x="271" y="1881"/>
                    <a:pt x="334" y="2296"/>
                    <a:pt x="334" y="2710"/>
                  </a:cubicBezTo>
                  <a:cubicBezTo>
                    <a:pt x="334" y="2728"/>
                    <a:pt x="334" y="2746"/>
                    <a:pt x="334" y="2764"/>
                  </a:cubicBezTo>
                  <a:cubicBezTo>
                    <a:pt x="357" y="2848"/>
                    <a:pt x="437" y="2906"/>
                    <a:pt x="527" y="2906"/>
                  </a:cubicBezTo>
                  <a:cubicBezTo>
                    <a:pt x="543" y="2906"/>
                    <a:pt x="561" y="2904"/>
                    <a:pt x="578" y="2899"/>
                  </a:cubicBezTo>
                  <a:cubicBezTo>
                    <a:pt x="677" y="2872"/>
                    <a:pt x="740" y="2764"/>
                    <a:pt x="713" y="2665"/>
                  </a:cubicBezTo>
                  <a:cubicBezTo>
                    <a:pt x="614" y="2259"/>
                    <a:pt x="569" y="1845"/>
                    <a:pt x="523" y="1430"/>
                  </a:cubicBezTo>
                  <a:cubicBezTo>
                    <a:pt x="469" y="1016"/>
                    <a:pt x="433" y="601"/>
                    <a:pt x="406" y="177"/>
                  </a:cubicBezTo>
                  <a:cubicBezTo>
                    <a:pt x="406" y="168"/>
                    <a:pt x="406" y="168"/>
                    <a:pt x="397" y="159"/>
                  </a:cubicBezTo>
                  <a:cubicBezTo>
                    <a:pt x="382" y="67"/>
                    <a:pt x="307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9" name="Google Shape;8299;p289"/>
            <p:cNvSpPr/>
            <p:nvPr/>
          </p:nvSpPr>
          <p:spPr>
            <a:xfrm>
              <a:off x="8234282" y="3461525"/>
              <a:ext cx="850704" cy="234469"/>
            </a:xfrm>
            <a:custGeom>
              <a:avLst/>
              <a:gdLst/>
              <a:ahLst/>
              <a:cxnLst/>
              <a:rect l="l" t="t" r="r" b="b"/>
              <a:pathLst>
                <a:path w="17488" h="4820" extrusionOk="0">
                  <a:moveTo>
                    <a:pt x="15781" y="1"/>
                  </a:moveTo>
                  <a:cubicBezTo>
                    <a:pt x="15770" y="1"/>
                    <a:pt x="15759" y="2"/>
                    <a:pt x="15748" y="4"/>
                  </a:cubicBezTo>
                  <a:lnTo>
                    <a:pt x="190" y="1951"/>
                  </a:lnTo>
                  <a:cubicBezTo>
                    <a:pt x="118" y="1960"/>
                    <a:pt x="55" y="2005"/>
                    <a:pt x="28" y="2086"/>
                  </a:cubicBezTo>
                  <a:cubicBezTo>
                    <a:pt x="1" y="2185"/>
                    <a:pt x="55" y="2293"/>
                    <a:pt x="163" y="2329"/>
                  </a:cubicBezTo>
                  <a:cubicBezTo>
                    <a:pt x="334" y="2356"/>
                    <a:pt x="505" y="2401"/>
                    <a:pt x="668" y="2437"/>
                  </a:cubicBezTo>
                  <a:cubicBezTo>
                    <a:pt x="839" y="2473"/>
                    <a:pt x="1010" y="2509"/>
                    <a:pt x="1172" y="2564"/>
                  </a:cubicBezTo>
                  <a:cubicBezTo>
                    <a:pt x="1488" y="2672"/>
                    <a:pt x="1812" y="2807"/>
                    <a:pt x="2101" y="2987"/>
                  </a:cubicBezTo>
                  <a:cubicBezTo>
                    <a:pt x="2245" y="3077"/>
                    <a:pt x="2380" y="3176"/>
                    <a:pt x="2506" y="3294"/>
                  </a:cubicBezTo>
                  <a:cubicBezTo>
                    <a:pt x="2642" y="3393"/>
                    <a:pt x="2750" y="3528"/>
                    <a:pt x="2849" y="3663"/>
                  </a:cubicBezTo>
                  <a:cubicBezTo>
                    <a:pt x="3038" y="3934"/>
                    <a:pt x="3137" y="4267"/>
                    <a:pt x="3101" y="4592"/>
                  </a:cubicBezTo>
                  <a:cubicBezTo>
                    <a:pt x="3101" y="4628"/>
                    <a:pt x="3101" y="4655"/>
                    <a:pt x="3110" y="4682"/>
                  </a:cubicBezTo>
                  <a:cubicBezTo>
                    <a:pt x="3139" y="4767"/>
                    <a:pt x="3218" y="4819"/>
                    <a:pt x="3304" y="4819"/>
                  </a:cubicBezTo>
                  <a:cubicBezTo>
                    <a:pt x="3326" y="4819"/>
                    <a:pt x="3349" y="4816"/>
                    <a:pt x="3372" y="4808"/>
                  </a:cubicBezTo>
                  <a:cubicBezTo>
                    <a:pt x="3471" y="4772"/>
                    <a:pt x="3525" y="4655"/>
                    <a:pt x="3489" y="4547"/>
                  </a:cubicBezTo>
                  <a:cubicBezTo>
                    <a:pt x="3426" y="4366"/>
                    <a:pt x="3372" y="4186"/>
                    <a:pt x="3282" y="4024"/>
                  </a:cubicBezTo>
                  <a:cubicBezTo>
                    <a:pt x="3201" y="3853"/>
                    <a:pt x="3101" y="3699"/>
                    <a:pt x="2984" y="3555"/>
                  </a:cubicBezTo>
                  <a:cubicBezTo>
                    <a:pt x="2768" y="3276"/>
                    <a:pt x="2497" y="3032"/>
                    <a:pt x="2200" y="2834"/>
                  </a:cubicBezTo>
                  <a:cubicBezTo>
                    <a:pt x="1903" y="2645"/>
                    <a:pt x="1578" y="2482"/>
                    <a:pt x="1254" y="2338"/>
                  </a:cubicBezTo>
                  <a:cubicBezTo>
                    <a:pt x="1170" y="2301"/>
                    <a:pt x="1086" y="2267"/>
                    <a:pt x="1002" y="2233"/>
                  </a:cubicBezTo>
                  <a:lnTo>
                    <a:pt x="1002" y="2233"/>
                  </a:lnTo>
                  <a:lnTo>
                    <a:pt x="15600" y="406"/>
                  </a:lnTo>
                  <a:lnTo>
                    <a:pt x="15600" y="406"/>
                  </a:lnTo>
                  <a:lnTo>
                    <a:pt x="15613" y="508"/>
                  </a:lnTo>
                  <a:lnTo>
                    <a:pt x="15667" y="617"/>
                  </a:lnTo>
                  <a:cubicBezTo>
                    <a:pt x="15686" y="660"/>
                    <a:pt x="15726" y="687"/>
                    <a:pt x="15770" y="687"/>
                  </a:cubicBezTo>
                  <a:cubicBezTo>
                    <a:pt x="15790" y="687"/>
                    <a:pt x="15810" y="682"/>
                    <a:pt x="15829" y="671"/>
                  </a:cubicBezTo>
                  <a:cubicBezTo>
                    <a:pt x="16009" y="589"/>
                    <a:pt x="16199" y="553"/>
                    <a:pt x="16388" y="526"/>
                  </a:cubicBezTo>
                  <a:cubicBezTo>
                    <a:pt x="16483" y="517"/>
                    <a:pt x="16577" y="511"/>
                    <a:pt x="16673" y="511"/>
                  </a:cubicBezTo>
                  <a:cubicBezTo>
                    <a:pt x="16710" y="511"/>
                    <a:pt x="16747" y="512"/>
                    <a:pt x="16784" y="514"/>
                  </a:cubicBezTo>
                  <a:lnTo>
                    <a:pt x="16784" y="514"/>
                  </a:lnTo>
                  <a:cubicBezTo>
                    <a:pt x="16865" y="872"/>
                    <a:pt x="16927" y="1235"/>
                    <a:pt x="16983" y="1599"/>
                  </a:cubicBezTo>
                  <a:cubicBezTo>
                    <a:pt x="17037" y="2005"/>
                    <a:pt x="17109" y="2419"/>
                    <a:pt x="17064" y="2843"/>
                  </a:cubicBezTo>
                  <a:cubicBezTo>
                    <a:pt x="17055" y="2879"/>
                    <a:pt x="17064" y="2906"/>
                    <a:pt x="17073" y="2933"/>
                  </a:cubicBezTo>
                  <a:cubicBezTo>
                    <a:pt x="17100" y="3015"/>
                    <a:pt x="17175" y="3066"/>
                    <a:pt x="17252" y="3066"/>
                  </a:cubicBezTo>
                  <a:cubicBezTo>
                    <a:pt x="17277" y="3066"/>
                    <a:pt x="17301" y="3061"/>
                    <a:pt x="17325" y="3050"/>
                  </a:cubicBezTo>
                  <a:cubicBezTo>
                    <a:pt x="17433" y="3014"/>
                    <a:pt x="17488" y="2897"/>
                    <a:pt x="17442" y="2798"/>
                  </a:cubicBezTo>
                  <a:cubicBezTo>
                    <a:pt x="17298" y="2392"/>
                    <a:pt x="17262" y="1978"/>
                    <a:pt x="17217" y="1563"/>
                  </a:cubicBezTo>
                  <a:cubicBezTo>
                    <a:pt x="17172" y="1148"/>
                    <a:pt x="17145" y="734"/>
                    <a:pt x="17136" y="319"/>
                  </a:cubicBezTo>
                  <a:cubicBezTo>
                    <a:pt x="17136" y="220"/>
                    <a:pt x="17055" y="148"/>
                    <a:pt x="16965" y="148"/>
                  </a:cubicBezTo>
                  <a:lnTo>
                    <a:pt x="16920" y="148"/>
                  </a:lnTo>
                  <a:cubicBezTo>
                    <a:pt x="16739" y="229"/>
                    <a:pt x="16550" y="265"/>
                    <a:pt x="16361" y="292"/>
                  </a:cubicBezTo>
                  <a:cubicBezTo>
                    <a:pt x="16260" y="307"/>
                    <a:pt x="16158" y="316"/>
                    <a:pt x="16056" y="316"/>
                  </a:cubicBezTo>
                  <a:cubicBezTo>
                    <a:pt x="16031" y="316"/>
                    <a:pt x="16007" y="315"/>
                    <a:pt x="15983" y="314"/>
                  </a:cubicBezTo>
                  <a:lnTo>
                    <a:pt x="15983" y="314"/>
                  </a:lnTo>
                  <a:lnTo>
                    <a:pt x="15964" y="166"/>
                  </a:lnTo>
                  <a:cubicBezTo>
                    <a:pt x="15948" y="69"/>
                    <a:pt x="15874" y="1"/>
                    <a:pt x="1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0" name="Google Shape;8300;p289"/>
            <p:cNvSpPr/>
            <p:nvPr/>
          </p:nvSpPr>
          <p:spPr>
            <a:xfrm>
              <a:off x="9007776" y="3586979"/>
              <a:ext cx="90772" cy="141168"/>
            </a:xfrm>
            <a:custGeom>
              <a:avLst/>
              <a:gdLst/>
              <a:ahLst/>
              <a:cxnLst/>
              <a:rect l="l" t="t" r="r" b="b"/>
              <a:pathLst>
                <a:path w="1866" h="2902" extrusionOk="0">
                  <a:moveTo>
                    <a:pt x="1344" y="0"/>
                  </a:moveTo>
                  <a:cubicBezTo>
                    <a:pt x="1323" y="0"/>
                    <a:pt x="1301" y="4"/>
                    <a:pt x="1280" y="12"/>
                  </a:cubicBezTo>
                  <a:cubicBezTo>
                    <a:pt x="1172" y="48"/>
                    <a:pt x="1118" y="165"/>
                    <a:pt x="1163" y="264"/>
                  </a:cubicBezTo>
                  <a:cubicBezTo>
                    <a:pt x="1298" y="643"/>
                    <a:pt x="1334" y="1030"/>
                    <a:pt x="1379" y="1409"/>
                  </a:cubicBezTo>
                  <a:cubicBezTo>
                    <a:pt x="1397" y="1607"/>
                    <a:pt x="1415" y="1796"/>
                    <a:pt x="1424" y="1995"/>
                  </a:cubicBezTo>
                  <a:cubicBezTo>
                    <a:pt x="1438" y="2136"/>
                    <a:pt x="1446" y="2283"/>
                    <a:pt x="1450" y="2430"/>
                  </a:cubicBezTo>
                  <a:lnTo>
                    <a:pt x="1450" y="2430"/>
                  </a:lnTo>
                  <a:cubicBezTo>
                    <a:pt x="1414" y="2442"/>
                    <a:pt x="1379" y="2453"/>
                    <a:pt x="1343" y="2463"/>
                  </a:cubicBezTo>
                  <a:cubicBezTo>
                    <a:pt x="1244" y="2481"/>
                    <a:pt x="1154" y="2499"/>
                    <a:pt x="1055" y="2508"/>
                  </a:cubicBezTo>
                  <a:cubicBezTo>
                    <a:pt x="960" y="2517"/>
                    <a:pt x="865" y="2524"/>
                    <a:pt x="770" y="2524"/>
                  </a:cubicBezTo>
                  <a:cubicBezTo>
                    <a:pt x="738" y="2524"/>
                    <a:pt x="705" y="2523"/>
                    <a:pt x="673" y="2522"/>
                  </a:cubicBezTo>
                  <a:lnTo>
                    <a:pt x="673" y="2522"/>
                  </a:lnTo>
                  <a:cubicBezTo>
                    <a:pt x="626" y="2191"/>
                    <a:pt x="579" y="1854"/>
                    <a:pt x="532" y="1517"/>
                  </a:cubicBezTo>
                  <a:cubicBezTo>
                    <a:pt x="478" y="1138"/>
                    <a:pt x="433" y="751"/>
                    <a:pt x="406" y="363"/>
                  </a:cubicBezTo>
                  <a:cubicBezTo>
                    <a:pt x="406" y="354"/>
                    <a:pt x="406" y="345"/>
                    <a:pt x="406" y="345"/>
                  </a:cubicBezTo>
                  <a:cubicBezTo>
                    <a:pt x="390" y="248"/>
                    <a:pt x="308" y="180"/>
                    <a:pt x="214" y="180"/>
                  </a:cubicBezTo>
                  <a:cubicBezTo>
                    <a:pt x="203" y="180"/>
                    <a:pt x="192" y="181"/>
                    <a:pt x="180" y="183"/>
                  </a:cubicBezTo>
                  <a:cubicBezTo>
                    <a:pt x="72" y="201"/>
                    <a:pt x="0" y="300"/>
                    <a:pt x="27" y="408"/>
                  </a:cubicBezTo>
                  <a:cubicBezTo>
                    <a:pt x="90" y="796"/>
                    <a:pt x="144" y="1174"/>
                    <a:pt x="189" y="1562"/>
                  </a:cubicBezTo>
                  <a:cubicBezTo>
                    <a:pt x="234" y="1950"/>
                    <a:pt x="280" y="2337"/>
                    <a:pt x="316" y="2716"/>
                  </a:cubicBezTo>
                  <a:lnTo>
                    <a:pt x="316" y="2770"/>
                  </a:lnTo>
                  <a:cubicBezTo>
                    <a:pt x="316" y="2779"/>
                    <a:pt x="325" y="2797"/>
                    <a:pt x="334" y="2815"/>
                  </a:cubicBezTo>
                  <a:cubicBezTo>
                    <a:pt x="353" y="2868"/>
                    <a:pt x="407" y="2901"/>
                    <a:pt x="466" y="2901"/>
                  </a:cubicBezTo>
                  <a:cubicBezTo>
                    <a:pt x="488" y="2901"/>
                    <a:pt x="510" y="2897"/>
                    <a:pt x="532" y="2887"/>
                  </a:cubicBezTo>
                  <a:cubicBezTo>
                    <a:pt x="712" y="2806"/>
                    <a:pt x="902" y="2770"/>
                    <a:pt x="1091" y="2734"/>
                  </a:cubicBezTo>
                  <a:cubicBezTo>
                    <a:pt x="1181" y="2725"/>
                    <a:pt x="1280" y="2716"/>
                    <a:pt x="1370" y="2716"/>
                  </a:cubicBezTo>
                  <a:cubicBezTo>
                    <a:pt x="1469" y="2716"/>
                    <a:pt x="1569" y="2725"/>
                    <a:pt x="1668" y="2743"/>
                  </a:cubicBezTo>
                  <a:cubicBezTo>
                    <a:pt x="1677" y="2747"/>
                    <a:pt x="1688" y="2750"/>
                    <a:pt x="1700" y="2750"/>
                  </a:cubicBezTo>
                  <a:cubicBezTo>
                    <a:pt x="1713" y="2750"/>
                    <a:pt x="1726" y="2747"/>
                    <a:pt x="1740" y="2743"/>
                  </a:cubicBezTo>
                  <a:cubicBezTo>
                    <a:pt x="1812" y="2725"/>
                    <a:pt x="1866" y="2644"/>
                    <a:pt x="1839" y="2563"/>
                  </a:cubicBezTo>
                  <a:lnTo>
                    <a:pt x="1830" y="2526"/>
                  </a:lnTo>
                  <a:cubicBezTo>
                    <a:pt x="1785" y="2337"/>
                    <a:pt x="1749" y="2148"/>
                    <a:pt x="1713" y="1959"/>
                  </a:cubicBezTo>
                  <a:cubicBezTo>
                    <a:pt x="1677" y="1769"/>
                    <a:pt x="1641" y="1580"/>
                    <a:pt x="1614" y="1382"/>
                  </a:cubicBezTo>
                  <a:cubicBezTo>
                    <a:pt x="1560" y="1003"/>
                    <a:pt x="1505" y="616"/>
                    <a:pt x="1541" y="219"/>
                  </a:cubicBezTo>
                  <a:cubicBezTo>
                    <a:pt x="1551" y="192"/>
                    <a:pt x="1541" y="156"/>
                    <a:pt x="1532" y="129"/>
                  </a:cubicBezTo>
                  <a:cubicBezTo>
                    <a:pt x="1504" y="51"/>
                    <a:pt x="1425" y="0"/>
                    <a:pt x="1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1" name="Google Shape;8301;p289"/>
            <p:cNvSpPr/>
            <p:nvPr/>
          </p:nvSpPr>
          <p:spPr>
            <a:xfrm>
              <a:off x="9050291" y="3487988"/>
              <a:ext cx="305685" cy="86102"/>
            </a:xfrm>
            <a:custGeom>
              <a:avLst/>
              <a:gdLst/>
              <a:ahLst/>
              <a:cxnLst/>
              <a:rect l="l" t="t" r="r" b="b"/>
              <a:pathLst>
                <a:path w="6284" h="1770" extrusionOk="0">
                  <a:moveTo>
                    <a:pt x="208" y="0"/>
                  </a:moveTo>
                  <a:cubicBezTo>
                    <a:pt x="100" y="0"/>
                    <a:pt x="9" y="82"/>
                    <a:pt x="0" y="190"/>
                  </a:cubicBezTo>
                  <a:cubicBezTo>
                    <a:pt x="0" y="298"/>
                    <a:pt x="82" y="388"/>
                    <a:pt x="190" y="388"/>
                  </a:cubicBezTo>
                  <a:cubicBezTo>
                    <a:pt x="1172" y="442"/>
                    <a:pt x="2137" y="613"/>
                    <a:pt x="3101" y="767"/>
                  </a:cubicBezTo>
                  <a:cubicBezTo>
                    <a:pt x="3588" y="848"/>
                    <a:pt x="4066" y="938"/>
                    <a:pt x="4552" y="1019"/>
                  </a:cubicBezTo>
                  <a:cubicBezTo>
                    <a:pt x="4982" y="1100"/>
                    <a:pt x="5412" y="1189"/>
                    <a:pt x="5849" y="1278"/>
                  </a:cubicBezTo>
                  <a:lnTo>
                    <a:pt x="5849" y="1278"/>
                  </a:lnTo>
                  <a:lnTo>
                    <a:pt x="5887" y="1605"/>
                  </a:lnTo>
                  <a:cubicBezTo>
                    <a:pt x="5903" y="1695"/>
                    <a:pt x="5978" y="1770"/>
                    <a:pt x="6073" y="1770"/>
                  </a:cubicBezTo>
                  <a:cubicBezTo>
                    <a:pt x="6083" y="1770"/>
                    <a:pt x="6093" y="1769"/>
                    <a:pt x="6103" y="1767"/>
                  </a:cubicBezTo>
                  <a:cubicBezTo>
                    <a:pt x="6211" y="1758"/>
                    <a:pt x="6283" y="1659"/>
                    <a:pt x="6274" y="1551"/>
                  </a:cubicBezTo>
                  <a:lnTo>
                    <a:pt x="6211" y="1091"/>
                  </a:lnTo>
                  <a:lnTo>
                    <a:pt x="6211" y="1082"/>
                  </a:lnTo>
                  <a:cubicBezTo>
                    <a:pt x="6202" y="1001"/>
                    <a:pt x="6139" y="929"/>
                    <a:pt x="6049" y="920"/>
                  </a:cubicBezTo>
                  <a:cubicBezTo>
                    <a:pt x="5562" y="875"/>
                    <a:pt x="5075" y="812"/>
                    <a:pt x="4589" y="749"/>
                  </a:cubicBezTo>
                  <a:cubicBezTo>
                    <a:pt x="4111" y="685"/>
                    <a:pt x="3624" y="622"/>
                    <a:pt x="3137" y="550"/>
                  </a:cubicBezTo>
                  <a:cubicBezTo>
                    <a:pt x="2173" y="397"/>
                    <a:pt x="1199" y="262"/>
                    <a:pt x="244" y="9"/>
                  </a:cubicBezTo>
                  <a:cubicBezTo>
                    <a:pt x="235" y="0"/>
                    <a:pt x="217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2" name="Google Shape;8302;p289"/>
            <p:cNvSpPr/>
            <p:nvPr/>
          </p:nvSpPr>
          <p:spPr>
            <a:xfrm>
              <a:off x="9073980" y="3552587"/>
              <a:ext cx="283308" cy="148610"/>
            </a:xfrm>
            <a:custGeom>
              <a:avLst/>
              <a:gdLst/>
              <a:ahLst/>
              <a:cxnLst/>
              <a:rect l="l" t="t" r="r" b="b"/>
              <a:pathLst>
                <a:path w="5824" h="3055" extrusionOk="0">
                  <a:moveTo>
                    <a:pt x="5588" y="1"/>
                  </a:moveTo>
                  <a:cubicBezTo>
                    <a:pt x="5570" y="1"/>
                    <a:pt x="5553" y="3"/>
                    <a:pt x="5535" y="6"/>
                  </a:cubicBezTo>
                  <a:cubicBezTo>
                    <a:pt x="5418" y="34"/>
                    <a:pt x="5336" y="160"/>
                    <a:pt x="5373" y="277"/>
                  </a:cubicBezTo>
                  <a:lnTo>
                    <a:pt x="5406" y="415"/>
                  </a:lnTo>
                  <a:lnTo>
                    <a:pt x="5406" y="415"/>
                  </a:lnTo>
                  <a:cubicBezTo>
                    <a:pt x="5013" y="613"/>
                    <a:pt x="4620" y="805"/>
                    <a:pt x="4228" y="989"/>
                  </a:cubicBezTo>
                  <a:cubicBezTo>
                    <a:pt x="3786" y="1196"/>
                    <a:pt x="3335" y="1395"/>
                    <a:pt x="2885" y="1584"/>
                  </a:cubicBezTo>
                  <a:cubicBezTo>
                    <a:pt x="2434" y="1773"/>
                    <a:pt x="1983" y="1972"/>
                    <a:pt x="1524" y="2152"/>
                  </a:cubicBezTo>
                  <a:cubicBezTo>
                    <a:pt x="1073" y="2332"/>
                    <a:pt x="613" y="2512"/>
                    <a:pt x="153" y="2675"/>
                  </a:cubicBezTo>
                  <a:cubicBezTo>
                    <a:pt x="144" y="2684"/>
                    <a:pt x="135" y="2684"/>
                    <a:pt x="126" y="2684"/>
                  </a:cubicBezTo>
                  <a:cubicBezTo>
                    <a:pt x="36" y="2738"/>
                    <a:pt x="0" y="2855"/>
                    <a:pt x="45" y="2945"/>
                  </a:cubicBezTo>
                  <a:cubicBezTo>
                    <a:pt x="77" y="3016"/>
                    <a:pt x="146" y="3054"/>
                    <a:pt x="219" y="3054"/>
                  </a:cubicBezTo>
                  <a:cubicBezTo>
                    <a:pt x="248" y="3054"/>
                    <a:pt x="278" y="3048"/>
                    <a:pt x="307" y="3035"/>
                  </a:cubicBezTo>
                  <a:cubicBezTo>
                    <a:pt x="748" y="2810"/>
                    <a:pt x="1190" y="2602"/>
                    <a:pt x="1632" y="2395"/>
                  </a:cubicBezTo>
                  <a:cubicBezTo>
                    <a:pt x="2073" y="2188"/>
                    <a:pt x="2524" y="1990"/>
                    <a:pt x="2975" y="1791"/>
                  </a:cubicBezTo>
                  <a:cubicBezTo>
                    <a:pt x="3416" y="1593"/>
                    <a:pt x="3876" y="1404"/>
                    <a:pt x="4327" y="1214"/>
                  </a:cubicBezTo>
                  <a:cubicBezTo>
                    <a:pt x="4778" y="1034"/>
                    <a:pt x="5237" y="854"/>
                    <a:pt x="5706" y="701"/>
                  </a:cubicBezTo>
                  <a:cubicBezTo>
                    <a:pt x="5769" y="674"/>
                    <a:pt x="5823" y="610"/>
                    <a:pt x="5823" y="529"/>
                  </a:cubicBezTo>
                  <a:lnTo>
                    <a:pt x="5823" y="493"/>
                  </a:lnTo>
                  <a:lnTo>
                    <a:pt x="5814" y="223"/>
                  </a:lnTo>
                  <a:cubicBezTo>
                    <a:pt x="5814" y="205"/>
                    <a:pt x="5814" y="187"/>
                    <a:pt x="5805" y="169"/>
                  </a:cubicBezTo>
                  <a:cubicBezTo>
                    <a:pt x="5782" y="68"/>
                    <a:pt x="5692" y="1"/>
                    <a:pt x="5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3" name="Google Shape;8303;p289"/>
            <p:cNvSpPr/>
            <p:nvPr/>
          </p:nvSpPr>
          <p:spPr>
            <a:xfrm>
              <a:off x="7051300" y="3556236"/>
              <a:ext cx="1992937" cy="418201"/>
            </a:xfrm>
            <a:custGeom>
              <a:avLst/>
              <a:gdLst/>
              <a:ahLst/>
              <a:cxnLst/>
              <a:rect l="l" t="t" r="r" b="b"/>
              <a:pathLst>
                <a:path w="40969" h="8597" extrusionOk="0">
                  <a:moveTo>
                    <a:pt x="24542" y="1"/>
                  </a:moveTo>
                  <a:cubicBezTo>
                    <a:pt x="24531" y="1"/>
                    <a:pt x="24520" y="2"/>
                    <a:pt x="24509" y="4"/>
                  </a:cubicBezTo>
                  <a:lnTo>
                    <a:pt x="18812" y="761"/>
                  </a:lnTo>
                  <a:lnTo>
                    <a:pt x="15964" y="1130"/>
                  </a:lnTo>
                  <a:lnTo>
                    <a:pt x="13115" y="1491"/>
                  </a:lnTo>
                  <a:cubicBezTo>
                    <a:pt x="11213" y="1734"/>
                    <a:pt x="9311" y="1978"/>
                    <a:pt x="7409" y="2203"/>
                  </a:cubicBezTo>
                  <a:cubicBezTo>
                    <a:pt x="5508" y="2437"/>
                    <a:pt x="3606" y="2654"/>
                    <a:pt x="1695" y="2861"/>
                  </a:cubicBezTo>
                  <a:cubicBezTo>
                    <a:pt x="1586" y="2870"/>
                    <a:pt x="1514" y="2969"/>
                    <a:pt x="1532" y="3068"/>
                  </a:cubicBezTo>
                  <a:lnTo>
                    <a:pt x="1532" y="3077"/>
                  </a:lnTo>
                  <a:lnTo>
                    <a:pt x="1544" y="3172"/>
                  </a:lnTo>
                  <a:lnTo>
                    <a:pt x="1544" y="3172"/>
                  </a:lnTo>
                  <a:lnTo>
                    <a:pt x="171" y="3339"/>
                  </a:lnTo>
                  <a:cubicBezTo>
                    <a:pt x="72" y="3357"/>
                    <a:pt x="0" y="3438"/>
                    <a:pt x="9" y="3537"/>
                  </a:cubicBezTo>
                  <a:lnTo>
                    <a:pt x="9" y="3555"/>
                  </a:lnTo>
                  <a:cubicBezTo>
                    <a:pt x="36" y="4366"/>
                    <a:pt x="117" y="5169"/>
                    <a:pt x="216" y="5962"/>
                  </a:cubicBezTo>
                  <a:cubicBezTo>
                    <a:pt x="316" y="6764"/>
                    <a:pt x="433" y="7557"/>
                    <a:pt x="604" y="8350"/>
                  </a:cubicBezTo>
                  <a:lnTo>
                    <a:pt x="613" y="8368"/>
                  </a:lnTo>
                  <a:cubicBezTo>
                    <a:pt x="630" y="8461"/>
                    <a:pt x="710" y="8523"/>
                    <a:pt x="802" y="8523"/>
                  </a:cubicBezTo>
                  <a:cubicBezTo>
                    <a:pt x="808" y="8523"/>
                    <a:pt x="814" y="8522"/>
                    <a:pt x="820" y="8522"/>
                  </a:cubicBezTo>
                  <a:lnTo>
                    <a:pt x="2189" y="8348"/>
                  </a:lnTo>
                  <a:lnTo>
                    <a:pt x="2189" y="8348"/>
                  </a:lnTo>
                  <a:lnTo>
                    <a:pt x="2199" y="8423"/>
                  </a:lnTo>
                  <a:lnTo>
                    <a:pt x="2199" y="8432"/>
                  </a:lnTo>
                  <a:lnTo>
                    <a:pt x="2199" y="8441"/>
                  </a:lnTo>
                  <a:cubicBezTo>
                    <a:pt x="2216" y="8529"/>
                    <a:pt x="2297" y="8597"/>
                    <a:pt x="2385" y="8597"/>
                  </a:cubicBezTo>
                  <a:cubicBezTo>
                    <a:pt x="2395" y="8597"/>
                    <a:pt x="2405" y="8596"/>
                    <a:pt x="2416" y="8594"/>
                  </a:cubicBezTo>
                  <a:cubicBezTo>
                    <a:pt x="5598" y="8089"/>
                    <a:pt x="8798" y="7701"/>
                    <a:pt x="11998" y="7305"/>
                  </a:cubicBezTo>
                  <a:lnTo>
                    <a:pt x="21588" y="6124"/>
                  </a:lnTo>
                  <a:lnTo>
                    <a:pt x="31188" y="4943"/>
                  </a:lnTo>
                  <a:lnTo>
                    <a:pt x="40779" y="3789"/>
                  </a:lnTo>
                  <a:lnTo>
                    <a:pt x="40788" y="3789"/>
                  </a:lnTo>
                  <a:cubicBezTo>
                    <a:pt x="40887" y="3780"/>
                    <a:pt x="40968" y="3681"/>
                    <a:pt x="40950" y="3573"/>
                  </a:cubicBezTo>
                  <a:lnTo>
                    <a:pt x="40914" y="3303"/>
                  </a:lnTo>
                  <a:cubicBezTo>
                    <a:pt x="40906" y="3201"/>
                    <a:pt x="40817" y="3131"/>
                    <a:pt x="40716" y="3131"/>
                  </a:cubicBezTo>
                  <a:cubicBezTo>
                    <a:pt x="40710" y="3131"/>
                    <a:pt x="40704" y="3131"/>
                    <a:pt x="40698" y="3131"/>
                  </a:cubicBezTo>
                  <a:cubicBezTo>
                    <a:pt x="40599" y="3149"/>
                    <a:pt x="40518" y="3249"/>
                    <a:pt x="40536" y="3348"/>
                  </a:cubicBezTo>
                  <a:lnTo>
                    <a:pt x="40544" y="3427"/>
                  </a:lnTo>
                  <a:lnTo>
                    <a:pt x="40544" y="3427"/>
                  </a:lnTo>
                  <a:lnTo>
                    <a:pt x="31152" y="4655"/>
                  </a:lnTo>
                  <a:lnTo>
                    <a:pt x="21561" y="5872"/>
                  </a:lnTo>
                  <a:lnTo>
                    <a:pt x="11971" y="7098"/>
                  </a:lnTo>
                  <a:cubicBezTo>
                    <a:pt x="8834" y="7495"/>
                    <a:pt x="5706" y="7893"/>
                    <a:pt x="2562" y="8188"/>
                  </a:cubicBezTo>
                  <a:lnTo>
                    <a:pt x="2562" y="8188"/>
                  </a:lnTo>
                  <a:lnTo>
                    <a:pt x="2551" y="8107"/>
                  </a:lnTo>
                  <a:cubicBezTo>
                    <a:pt x="2534" y="8005"/>
                    <a:pt x="2453" y="7935"/>
                    <a:pt x="2353" y="7935"/>
                  </a:cubicBezTo>
                  <a:cubicBezTo>
                    <a:pt x="2347" y="7935"/>
                    <a:pt x="2341" y="7935"/>
                    <a:pt x="2335" y="7936"/>
                  </a:cubicBezTo>
                  <a:lnTo>
                    <a:pt x="984" y="8108"/>
                  </a:lnTo>
                  <a:lnTo>
                    <a:pt x="984" y="8108"/>
                  </a:lnTo>
                  <a:cubicBezTo>
                    <a:pt x="950" y="7364"/>
                    <a:pt x="866" y="6627"/>
                    <a:pt x="775" y="5899"/>
                  </a:cubicBezTo>
                  <a:cubicBezTo>
                    <a:pt x="684" y="5161"/>
                    <a:pt x="578" y="4430"/>
                    <a:pt x="428" y="3701"/>
                  </a:cubicBezTo>
                  <a:lnTo>
                    <a:pt x="428" y="3701"/>
                  </a:lnTo>
                  <a:lnTo>
                    <a:pt x="1785" y="3528"/>
                  </a:lnTo>
                  <a:cubicBezTo>
                    <a:pt x="1884" y="3519"/>
                    <a:pt x="1965" y="3420"/>
                    <a:pt x="1947" y="3312"/>
                  </a:cubicBezTo>
                  <a:lnTo>
                    <a:pt x="1935" y="3213"/>
                  </a:lnTo>
                  <a:lnTo>
                    <a:pt x="1935" y="3213"/>
                  </a:lnTo>
                  <a:cubicBezTo>
                    <a:pt x="3766" y="2952"/>
                    <a:pt x="5606" y="2700"/>
                    <a:pt x="7437" y="2464"/>
                  </a:cubicBezTo>
                  <a:cubicBezTo>
                    <a:pt x="9338" y="2221"/>
                    <a:pt x="11240" y="1987"/>
                    <a:pt x="13142" y="1752"/>
                  </a:cubicBezTo>
                  <a:lnTo>
                    <a:pt x="16000" y="1401"/>
                  </a:lnTo>
                  <a:lnTo>
                    <a:pt x="18848" y="1058"/>
                  </a:lnTo>
                  <a:lnTo>
                    <a:pt x="24554" y="382"/>
                  </a:lnTo>
                  <a:lnTo>
                    <a:pt x="24563" y="382"/>
                  </a:lnTo>
                  <a:cubicBezTo>
                    <a:pt x="24671" y="373"/>
                    <a:pt x="24743" y="274"/>
                    <a:pt x="24725" y="166"/>
                  </a:cubicBezTo>
                  <a:cubicBezTo>
                    <a:pt x="24717" y="69"/>
                    <a:pt x="24637" y="1"/>
                    <a:pt x="2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4" name="Google Shape;8304;p289"/>
            <p:cNvSpPr/>
            <p:nvPr/>
          </p:nvSpPr>
          <p:spPr>
            <a:xfrm>
              <a:off x="7753724" y="3601377"/>
              <a:ext cx="138152" cy="171960"/>
            </a:xfrm>
            <a:custGeom>
              <a:avLst/>
              <a:gdLst/>
              <a:ahLst/>
              <a:cxnLst/>
              <a:rect l="l" t="t" r="r" b="b"/>
              <a:pathLst>
                <a:path w="2840" h="3535" extrusionOk="0">
                  <a:moveTo>
                    <a:pt x="2624" y="1"/>
                  </a:moveTo>
                  <a:cubicBezTo>
                    <a:pt x="2587" y="1"/>
                    <a:pt x="2549" y="11"/>
                    <a:pt x="2515" y="31"/>
                  </a:cubicBezTo>
                  <a:lnTo>
                    <a:pt x="2065" y="329"/>
                  </a:lnTo>
                  <a:cubicBezTo>
                    <a:pt x="1920" y="428"/>
                    <a:pt x="1767" y="509"/>
                    <a:pt x="1623" y="626"/>
                  </a:cubicBezTo>
                  <a:cubicBezTo>
                    <a:pt x="1343" y="842"/>
                    <a:pt x="1064" y="1068"/>
                    <a:pt x="821" y="1338"/>
                  </a:cubicBezTo>
                  <a:cubicBezTo>
                    <a:pt x="577" y="1599"/>
                    <a:pt x="370" y="1897"/>
                    <a:pt x="217" y="2239"/>
                  </a:cubicBezTo>
                  <a:cubicBezTo>
                    <a:pt x="63" y="2582"/>
                    <a:pt x="0" y="2961"/>
                    <a:pt x="27" y="3339"/>
                  </a:cubicBezTo>
                  <a:lnTo>
                    <a:pt x="27" y="3348"/>
                  </a:lnTo>
                  <a:cubicBezTo>
                    <a:pt x="27" y="3357"/>
                    <a:pt x="27" y="3375"/>
                    <a:pt x="27" y="3384"/>
                  </a:cubicBezTo>
                  <a:cubicBezTo>
                    <a:pt x="51" y="3469"/>
                    <a:pt x="133" y="3534"/>
                    <a:pt x="224" y="3534"/>
                  </a:cubicBezTo>
                  <a:cubicBezTo>
                    <a:pt x="240" y="3534"/>
                    <a:pt x="255" y="3532"/>
                    <a:pt x="271" y="3528"/>
                  </a:cubicBezTo>
                  <a:cubicBezTo>
                    <a:pt x="370" y="3501"/>
                    <a:pt x="433" y="3393"/>
                    <a:pt x="415" y="3294"/>
                  </a:cubicBezTo>
                  <a:cubicBezTo>
                    <a:pt x="334" y="2979"/>
                    <a:pt x="361" y="2654"/>
                    <a:pt x="478" y="2348"/>
                  </a:cubicBezTo>
                  <a:cubicBezTo>
                    <a:pt x="595" y="2041"/>
                    <a:pt x="794" y="1762"/>
                    <a:pt x="1019" y="1518"/>
                  </a:cubicBezTo>
                  <a:cubicBezTo>
                    <a:pt x="1253" y="1275"/>
                    <a:pt x="1524" y="1059"/>
                    <a:pt x="1803" y="878"/>
                  </a:cubicBezTo>
                  <a:lnTo>
                    <a:pt x="1911" y="806"/>
                  </a:lnTo>
                  <a:lnTo>
                    <a:pt x="2019" y="743"/>
                  </a:lnTo>
                  <a:cubicBezTo>
                    <a:pt x="2092" y="698"/>
                    <a:pt x="2173" y="653"/>
                    <a:pt x="2245" y="617"/>
                  </a:cubicBezTo>
                  <a:cubicBezTo>
                    <a:pt x="2398" y="536"/>
                    <a:pt x="2542" y="455"/>
                    <a:pt x="2695" y="374"/>
                  </a:cubicBezTo>
                  <a:lnTo>
                    <a:pt x="2714" y="365"/>
                  </a:lnTo>
                  <a:cubicBezTo>
                    <a:pt x="2714" y="365"/>
                    <a:pt x="2723" y="365"/>
                    <a:pt x="2732" y="356"/>
                  </a:cubicBezTo>
                  <a:cubicBezTo>
                    <a:pt x="2822" y="301"/>
                    <a:pt x="2840" y="175"/>
                    <a:pt x="2786" y="85"/>
                  </a:cubicBezTo>
                  <a:cubicBezTo>
                    <a:pt x="2746" y="29"/>
                    <a:pt x="2686" y="1"/>
                    <a:pt x="2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5" name="Google Shape;8305;p289"/>
            <p:cNvSpPr/>
            <p:nvPr/>
          </p:nvSpPr>
          <p:spPr>
            <a:xfrm>
              <a:off x="8276797" y="3673322"/>
              <a:ext cx="127207" cy="161161"/>
            </a:xfrm>
            <a:custGeom>
              <a:avLst/>
              <a:gdLst/>
              <a:ahLst/>
              <a:cxnLst/>
              <a:rect l="l" t="t" r="r" b="b"/>
              <a:pathLst>
                <a:path w="2615" h="3313" extrusionOk="0">
                  <a:moveTo>
                    <a:pt x="2417" y="0"/>
                  </a:moveTo>
                  <a:cubicBezTo>
                    <a:pt x="2405" y="0"/>
                    <a:pt x="2393" y="1"/>
                    <a:pt x="2381" y="3"/>
                  </a:cubicBezTo>
                  <a:cubicBezTo>
                    <a:pt x="2272" y="30"/>
                    <a:pt x="2209" y="129"/>
                    <a:pt x="2227" y="238"/>
                  </a:cubicBezTo>
                  <a:cubicBezTo>
                    <a:pt x="2254" y="382"/>
                    <a:pt x="2272" y="526"/>
                    <a:pt x="2254" y="670"/>
                  </a:cubicBezTo>
                  <a:cubicBezTo>
                    <a:pt x="2245" y="815"/>
                    <a:pt x="2218" y="968"/>
                    <a:pt x="2155" y="1103"/>
                  </a:cubicBezTo>
                  <a:cubicBezTo>
                    <a:pt x="2056" y="1382"/>
                    <a:pt x="1876" y="1644"/>
                    <a:pt x="1668" y="1869"/>
                  </a:cubicBezTo>
                  <a:cubicBezTo>
                    <a:pt x="1461" y="2104"/>
                    <a:pt x="1218" y="2302"/>
                    <a:pt x="965" y="2473"/>
                  </a:cubicBezTo>
                  <a:cubicBezTo>
                    <a:pt x="830" y="2563"/>
                    <a:pt x="704" y="2653"/>
                    <a:pt x="569" y="2735"/>
                  </a:cubicBezTo>
                  <a:cubicBezTo>
                    <a:pt x="434" y="2807"/>
                    <a:pt x="298" y="2879"/>
                    <a:pt x="154" y="2942"/>
                  </a:cubicBezTo>
                  <a:cubicBezTo>
                    <a:pt x="145" y="2942"/>
                    <a:pt x="136" y="2951"/>
                    <a:pt x="127" y="2951"/>
                  </a:cubicBezTo>
                  <a:cubicBezTo>
                    <a:pt x="28" y="3005"/>
                    <a:pt x="1" y="3131"/>
                    <a:pt x="64" y="3221"/>
                  </a:cubicBezTo>
                  <a:cubicBezTo>
                    <a:pt x="99" y="3280"/>
                    <a:pt x="162" y="3312"/>
                    <a:pt x="226" y="3312"/>
                  </a:cubicBezTo>
                  <a:cubicBezTo>
                    <a:pt x="260" y="3312"/>
                    <a:pt x="294" y="3303"/>
                    <a:pt x="325" y="3284"/>
                  </a:cubicBezTo>
                  <a:lnTo>
                    <a:pt x="334" y="3284"/>
                  </a:lnTo>
                  <a:cubicBezTo>
                    <a:pt x="614" y="3104"/>
                    <a:pt x="875" y="2906"/>
                    <a:pt x="1128" y="2707"/>
                  </a:cubicBezTo>
                  <a:cubicBezTo>
                    <a:pt x="1389" y="2500"/>
                    <a:pt x="1632" y="2284"/>
                    <a:pt x="1849" y="2031"/>
                  </a:cubicBezTo>
                  <a:cubicBezTo>
                    <a:pt x="2065" y="1788"/>
                    <a:pt x="2263" y="1518"/>
                    <a:pt x="2399" y="1202"/>
                  </a:cubicBezTo>
                  <a:cubicBezTo>
                    <a:pt x="2543" y="896"/>
                    <a:pt x="2615" y="553"/>
                    <a:pt x="2615" y="193"/>
                  </a:cubicBezTo>
                  <a:cubicBezTo>
                    <a:pt x="2615" y="184"/>
                    <a:pt x="2615" y="166"/>
                    <a:pt x="2615" y="157"/>
                  </a:cubicBezTo>
                  <a:cubicBezTo>
                    <a:pt x="2591" y="61"/>
                    <a:pt x="2510" y="0"/>
                    <a:pt x="2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6" name="Google Shape;8306;p289"/>
            <p:cNvSpPr/>
            <p:nvPr/>
          </p:nvSpPr>
          <p:spPr>
            <a:xfrm>
              <a:off x="7126261" y="3708687"/>
              <a:ext cx="37311" cy="143746"/>
            </a:xfrm>
            <a:custGeom>
              <a:avLst/>
              <a:gdLst/>
              <a:ahLst/>
              <a:cxnLst/>
              <a:rect l="l" t="t" r="r" b="b"/>
              <a:pathLst>
                <a:path w="767" h="2955" extrusionOk="0">
                  <a:moveTo>
                    <a:pt x="226" y="1"/>
                  </a:moveTo>
                  <a:cubicBezTo>
                    <a:pt x="211" y="1"/>
                    <a:pt x="196" y="3"/>
                    <a:pt x="181" y="6"/>
                  </a:cubicBezTo>
                  <a:cubicBezTo>
                    <a:pt x="73" y="24"/>
                    <a:pt x="0" y="124"/>
                    <a:pt x="27" y="232"/>
                  </a:cubicBezTo>
                  <a:cubicBezTo>
                    <a:pt x="100" y="637"/>
                    <a:pt x="163" y="1052"/>
                    <a:pt x="217" y="1467"/>
                  </a:cubicBezTo>
                  <a:lnTo>
                    <a:pt x="307" y="2089"/>
                  </a:lnTo>
                  <a:cubicBezTo>
                    <a:pt x="325" y="2296"/>
                    <a:pt x="379" y="2494"/>
                    <a:pt x="334" y="2711"/>
                  </a:cubicBezTo>
                  <a:cubicBezTo>
                    <a:pt x="325" y="2756"/>
                    <a:pt x="334" y="2801"/>
                    <a:pt x="352" y="2837"/>
                  </a:cubicBezTo>
                  <a:cubicBezTo>
                    <a:pt x="384" y="2914"/>
                    <a:pt x="458" y="2955"/>
                    <a:pt x="534" y="2955"/>
                  </a:cubicBezTo>
                  <a:cubicBezTo>
                    <a:pt x="564" y="2955"/>
                    <a:pt x="594" y="2949"/>
                    <a:pt x="622" y="2936"/>
                  </a:cubicBezTo>
                  <a:cubicBezTo>
                    <a:pt x="722" y="2891"/>
                    <a:pt x="767" y="2765"/>
                    <a:pt x="722" y="2666"/>
                  </a:cubicBezTo>
                  <a:cubicBezTo>
                    <a:pt x="622" y="2467"/>
                    <a:pt x="622" y="2251"/>
                    <a:pt x="595" y="2053"/>
                  </a:cubicBezTo>
                  <a:lnTo>
                    <a:pt x="523" y="1431"/>
                  </a:lnTo>
                  <a:cubicBezTo>
                    <a:pt x="478" y="1016"/>
                    <a:pt x="433" y="601"/>
                    <a:pt x="406" y="178"/>
                  </a:cubicBezTo>
                  <a:cubicBezTo>
                    <a:pt x="406" y="178"/>
                    <a:pt x="406" y="169"/>
                    <a:pt x="406" y="160"/>
                  </a:cubicBezTo>
                  <a:cubicBezTo>
                    <a:pt x="391" y="67"/>
                    <a:pt x="316" y="1"/>
                    <a:pt x="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7" name="Google Shape;8307;p289"/>
            <p:cNvSpPr/>
            <p:nvPr/>
          </p:nvSpPr>
          <p:spPr>
            <a:xfrm>
              <a:off x="7753724" y="3752661"/>
              <a:ext cx="159215" cy="130125"/>
            </a:xfrm>
            <a:custGeom>
              <a:avLst/>
              <a:gdLst/>
              <a:ahLst/>
              <a:cxnLst/>
              <a:rect l="l" t="t" r="r" b="b"/>
              <a:pathLst>
                <a:path w="3273" h="2675" extrusionOk="0">
                  <a:moveTo>
                    <a:pt x="215" y="1"/>
                  </a:moveTo>
                  <a:cubicBezTo>
                    <a:pt x="203" y="1"/>
                    <a:pt x="192" y="2"/>
                    <a:pt x="181" y="4"/>
                  </a:cubicBezTo>
                  <a:cubicBezTo>
                    <a:pt x="72" y="31"/>
                    <a:pt x="0" y="130"/>
                    <a:pt x="27" y="238"/>
                  </a:cubicBezTo>
                  <a:cubicBezTo>
                    <a:pt x="99" y="581"/>
                    <a:pt x="253" y="905"/>
                    <a:pt x="460" y="1176"/>
                  </a:cubicBezTo>
                  <a:cubicBezTo>
                    <a:pt x="676" y="1446"/>
                    <a:pt x="938" y="1662"/>
                    <a:pt x="1208" y="1843"/>
                  </a:cubicBezTo>
                  <a:cubicBezTo>
                    <a:pt x="1488" y="2023"/>
                    <a:pt x="1776" y="2176"/>
                    <a:pt x="2083" y="2302"/>
                  </a:cubicBezTo>
                  <a:cubicBezTo>
                    <a:pt x="2371" y="2438"/>
                    <a:pt x="2677" y="2564"/>
                    <a:pt x="3002" y="2663"/>
                  </a:cubicBezTo>
                  <a:cubicBezTo>
                    <a:pt x="3011" y="2663"/>
                    <a:pt x="3020" y="2672"/>
                    <a:pt x="3029" y="2672"/>
                  </a:cubicBezTo>
                  <a:cubicBezTo>
                    <a:pt x="3039" y="2674"/>
                    <a:pt x="3049" y="2674"/>
                    <a:pt x="3059" y="2674"/>
                  </a:cubicBezTo>
                  <a:cubicBezTo>
                    <a:pt x="3155" y="2674"/>
                    <a:pt x="3238" y="2599"/>
                    <a:pt x="3254" y="2510"/>
                  </a:cubicBezTo>
                  <a:cubicBezTo>
                    <a:pt x="3272" y="2402"/>
                    <a:pt x="3191" y="2302"/>
                    <a:pt x="3092" y="2284"/>
                  </a:cubicBezTo>
                  <a:cubicBezTo>
                    <a:pt x="2939" y="2266"/>
                    <a:pt x="2786" y="2230"/>
                    <a:pt x="2641" y="2185"/>
                  </a:cubicBezTo>
                  <a:cubicBezTo>
                    <a:pt x="2488" y="2140"/>
                    <a:pt x="2335" y="2086"/>
                    <a:pt x="2191" y="2032"/>
                  </a:cubicBezTo>
                  <a:cubicBezTo>
                    <a:pt x="1902" y="1915"/>
                    <a:pt x="1623" y="1789"/>
                    <a:pt x="1361" y="1608"/>
                  </a:cubicBezTo>
                  <a:cubicBezTo>
                    <a:pt x="1118" y="1437"/>
                    <a:pt x="875" y="1239"/>
                    <a:pt x="712" y="986"/>
                  </a:cubicBezTo>
                  <a:cubicBezTo>
                    <a:pt x="622" y="869"/>
                    <a:pt x="559" y="734"/>
                    <a:pt x="505" y="599"/>
                  </a:cubicBezTo>
                  <a:cubicBezTo>
                    <a:pt x="451" y="464"/>
                    <a:pt x="424" y="319"/>
                    <a:pt x="415" y="175"/>
                  </a:cubicBezTo>
                  <a:lnTo>
                    <a:pt x="406" y="175"/>
                  </a:lnTo>
                  <a:cubicBezTo>
                    <a:pt x="406" y="166"/>
                    <a:pt x="406" y="166"/>
                    <a:pt x="406" y="157"/>
                  </a:cubicBezTo>
                  <a:cubicBezTo>
                    <a:pt x="390" y="61"/>
                    <a:pt x="303" y="1"/>
                    <a:pt x="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8" name="Google Shape;8308;p289"/>
            <p:cNvSpPr/>
            <p:nvPr/>
          </p:nvSpPr>
          <p:spPr>
            <a:xfrm>
              <a:off x="7140708" y="3828157"/>
              <a:ext cx="36046" cy="134163"/>
            </a:xfrm>
            <a:custGeom>
              <a:avLst/>
              <a:gdLst/>
              <a:ahLst/>
              <a:cxnLst/>
              <a:rect l="l" t="t" r="r" b="b"/>
              <a:pathLst>
                <a:path w="741" h="2758" extrusionOk="0">
                  <a:moveTo>
                    <a:pt x="230" y="0"/>
                  </a:moveTo>
                  <a:cubicBezTo>
                    <a:pt x="208" y="0"/>
                    <a:pt x="186" y="4"/>
                    <a:pt x="163" y="11"/>
                  </a:cubicBezTo>
                  <a:cubicBezTo>
                    <a:pt x="64" y="38"/>
                    <a:pt x="1" y="155"/>
                    <a:pt x="37" y="255"/>
                  </a:cubicBezTo>
                  <a:cubicBezTo>
                    <a:pt x="163" y="633"/>
                    <a:pt x="208" y="1021"/>
                    <a:pt x="253" y="1399"/>
                  </a:cubicBezTo>
                  <a:cubicBezTo>
                    <a:pt x="289" y="1787"/>
                    <a:pt x="325" y="2175"/>
                    <a:pt x="325" y="2562"/>
                  </a:cubicBezTo>
                  <a:cubicBezTo>
                    <a:pt x="325" y="2580"/>
                    <a:pt x="325" y="2598"/>
                    <a:pt x="334" y="2607"/>
                  </a:cubicBezTo>
                  <a:cubicBezTo>
                    <a:pt x="357" y="2698"/>
                    <a:pt x="431" y="2758"/>
                    <a:pt x="519" y="2758"/>
                  </a:cubicBezTo>
                  <a:cubicBezTo>
                    <a:pt x="535" y="2758"/>
                    <a:pt x="552" y="2756"/>
                    <a:pt x="569" y="2751"/>
                  </a:cubicBezTo>
                  <a:cubicBezTo>
                    <a:pt x="677" y="2724"/>
                    <a:pt x="740" y="2625"/>
                    <a:pt x="713" y="2517"/>
                  </a:cubicBezTo>
                  <a:cubicBezTo>
                    <a:pt x="623" y="2138"/>
                    <a:pt x="551" y="1760"/>
                    <a:pt x="497" y="1372"/>
                  </a:cubicBezTo>
                  <a:cubicBezTo>
                    <a:pt x="443" y="985"/>
                    <a:pt x="397" y="606"/>
                    <a:pt x="425" y="210"/>
                  </a:cubicBezTo>
                  <a:cubicBezTo>
                    <a:pt x="425" y="182"/>
                    <a:pt x="425" y="155"/>
                    <a:pt x="416" y="137"/>
                  </a:cubicBezTo>
                  <a:cubicBezTo>
                    <a:pt x="387" y="52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09" name="Google Shape;8309;p289"/>
          <p:cNvGrpSpPr/>
          <p:nvPr/>
        </p:nvGrpSpPr>
        <p:grpSpPr>
          <a:xfrm rot="854098">
            <a:off x="7782856" y="510397"/>
            <a:ext cx="639528" cy="438002"/>
            <a:chOff x="5501450" y="2545600"/>
            <a:chExt cx="639525" cy="438000"/>
          </a:xfrm>
        </p:grpSpPr>
        <p:sp>
          <p:nvSpPr>
            <p:cNvPr id="8310" name="Google Shape;8310;p289"/>
            <p:cNvSpPr/>
            <p:nvPr/>
          </p:nvSpPr>
          <p:spPr>
            <a:xfrm>
              <a:off x="5501450" y="2545600"/>
              <a:ext cx="639525" cy="438000"/>
            </a:xfrm>
            <a:custGeom>
              <a:avLst/>
              <a:gdLst/>
              <a:ahLst/>
              <a:cxnLst/>
              <a:rect l="l" t="t" r="r" b="b"/>
              <a:pathLst>
                <a:path w="25581" h="17520" extrusionOk="0">
                  <a:moveTo>
                    <a:pt x="2054" y="916"/>
                  </a:moveTo>
                  <a:cubicBezTo>
                    <a:pt x="4249" y="1273"/>
                    <a:pt x="6534" y="1376"/>
                    <a:pt x="8837" y="1376"/>
                  </a:cubicBezTo>
                  <a:cubicBezTo>
                    <a:pt x="11993" y="1376"/>
                    <a:pt x="15185" y="1183"/>
                    <a:pt x="18229" y="1183"/>
                  </a:cubicBezTo>
                  <a:cubicBezTo>
                    <a:pt x="18767" y="1183"/>
                    <a:pt x="19366" y="1142"/>
                    <a:pt x="19969" y="1142"/>
                  </a:cubicBezTo>
                  <a:cubicBezTo>
                    <a:pt x="21476" y="1142"/>
                    <a:pt x="23008" y="1398"/>
                    <a:pt x="23668" y="3189"/>
                  </a:cubicBezTo>
                  <a:cubicBezTo>
                    <a:pt x="24139" y="4443"/>
                    <a:pt x="23998" y="6292"/>
                    <a:pt x="24045" y="7625"/>
                  </a:cubicBezTo>
                  <a:cubicBezTo>
                    <a:pt x="24154" y="10242"/>
                    <a:pt x="24076" y="12876"/>
                    <a:pt x="23904" y="15493"/>
                  </a:cubicBezTo>
                  <a:cubicBezTo>
                    <a:pt x="19549" y="16044"/>
                    <a:pt x="15184" y="16308"/>
                    <a:pt x="10802" y="16308"/>
                  </a:cubicBezTo>
                  <a:cubicBezTo>
                    <a:pt x="9570" y="16308"/>
                    <a:pt x="8336" y="16287"/>
                    <a:pt x="7101" y="16246"/>
                  </a:cubicBezTo>
                  <a:cubicBezTo>
                    <a:pt x="5141" y="16167"/>
                    <a:pt x="2398" y="16543"/>
                    <a:pt x="1505" y="14036"/>
                  </a:cubicBezTo>
                  <a:cubicBezTo>
                    <a:pt x="1066" y="12782"/>
                    <a:pt x="1270" y="10916"/>
                    <a:pt x="1207" y="9600"/>
                  </a:cubicBezTo>
                  <a:cubicBezTo>
                    <a:pt x="1160" y="8659"/>
                    <a:pt x="235" y="1700"/>
                    <a:pt x="2054" y="916"/>
                  </a:cubicBezTo>
                  <a:close/>
                  <a:moveTo>
                    <a:pt x="1928" y="0"/>
                  </a:moveTo>
                  <a:cubicBezTo>
                    <a:pt x="478" y="0"/>
                    <a:pt x="29" y="2119"/>
                    <a:pt x="16" y="3518"/>
                  </a:cubicBezTo>
                  <a:cubicBezTo>
                    <a:pt x="0" y="5869"/>
                    <a:pt x="204" y="8252"/>
                    <a:pt x="282" y="10603"/>
                  </a:cubicBezTo>
                  <a:cubicBezTo>
                    <a:pt x="345" y="12139"/>
                    <a:pt x="157" y="14098"/>
                    <a:pt x="1003" y="15462"/>
                  </a:cubicBezTo>
                  <a:cubicBezTo>
                    <a:pt x="2119" y="17247"/>
                    <a:pt x="4806" y="17520"/>
                    <a:pt x="7212" y="17520"/>
                  </a:cubicBezTo>
                  <a:cubicBezTo>
                    <a:pt x="8268" y="17520"/>
                    <a:pt x="9269" y="17467"/>
                    <a:pt x="10061" y="17467"/>
                  </a:cubicBezTo>
                  <a:cubicBezTo>
                    <a:pt x="10126" y="17467"/>
                    <a:pt x="10189" y="17468"/>
                    <a:pt x="10251" y="17468"/>
                  </a:cubicBezTo>
                  <a:cubicBezTo>
                    <a:pt x="10550" y="17471"/>
                    <a:pt x="10848" y="17473"/>
                    <a:pt x="11146" y="17473"/>
                  </a:cubicBezTo>
                  <a:cubicBezTo>
                    <a:pt x="15785" y="17473"/>
                    <a:pt x="20422" y="17132"/>
                    <a:pt x="25016" y="16528"/>
                  </a:cubicBezTo>
                  <a:cubicBezTo>
                    <a:pt x="25581" y="16449"/>
                    <a:pt x="25549" y="15791"/>
                    <a:pt x="25189" y="15509"/>
                  </a:cubicBezTo>
                  <a:cubicBezTo>
                    <a:pt x="25440" y="11857"/>
                    <a:pt x="25534" y="8126"/>
                    <a:pt x="25110" y="4490"/>
                  </a:cubicBezTo>
                  <a:cubicBezTo>
                    <a:pt x="24907" y="2766"/>
                    <a:pt x="24515" y="995"/>
                    <a:pt x="22728" y="305"/>
                  </a:cubicBezTo>
                  <a:cubicBezTo>
                    <a:pt x="22098" y="64"/>
                    <a:pt x="21403" y="15"/>
                    <a:pt x="20716" y="15"/>
                  </a:cubicBezTo>
                  <a:cubicBezTo>
                    <a:pt x="20240" y="15"/>
                    <a:pt x="19769" y="38"/>
                    <a:pt x="19327" y="38"/>
                  </a:cubicBezTo>
                  <a:cubicBezTo>
                    <a:pt x="17132" y="38"/>
                    <a:pt x="14954" y="70"/>
                    <a:pt x="12759" y="70"/>
                  </a:cubicBezTo>
                  <a:cubicBezTo>
                    <a:pt x="12545" y="72"/>
                    <a:pt x="12330" y="73"/>
                    <a:pt x="12115" y="73"/>
                  </a:cubicBezTo>
                  <a:cubicBezTo>
                    <a:pt x="10641" y="73"/>
                    <a:pt x="9140" y="30"/>
                    <a:pt x="7640" y="30"/>
                  </a:cubicBezTo>
                  <a:cubicBezTo>
                    <a:pt x="6052" y="30"/>
                    <a:pt x="4466" y="78"/>
                    <a:pt x="2916" y="274"/>
                  </a:cubicBezTo>
                  <a:cubicBezTo>
                    <a:pt x="2544" y="84"/>
                    <a:pt x="2216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1" name="Google Shape;8311;p289"/>
            <p:cNvSpPr/>
            <p:nvPr/>
          </p:nvSpPr>
          <p:spPr>
            <a:xfrm>
              <a:off x="5714775" y="2654925"/>
              <a:ext cx="280075" cy="257600"/>
            </a:xfrm>
            <a:custGeom>
              <a:avLst/>
              <a:gdLst/>
              <a:ahLst/>
              <a:cxnLst/>
              <a:rect l="l" t="t" r="r" b="b"/>
              <a:pathLst>
                <a:path w="11203" h="10304" extrusionOk="0">
                  <a:moveTo>
                    <a:pt x="652" y="289"/>
                  </a:moveTo>
                  <a:cubicBezTo>
                    <a:pt x="809" y="415"/>
                    <a:pt x="966" y="540"/>
                    <a:pt x="1138" y="650"/>
                  </a:cubicBezTo>
                  <a:cubicBezTo>
                    <a:pt x="1076" y="697"/>
                    <a:pt x="1044" y="775"/>
                    <a:pt x="1029" y="854"/>
                  </a:cubicBezTo>
                  <a:cubicBezTo>
                    <a:pt x="1029" y="1042"/>
                    <a:pt x="1044" y="1214"/>
                    <a:pt x="1044" y="1387"/>
                  </a:cubicBezTo>
                  <a:cubicBezTo>
                    <a:pt x="919" y="1449"/>
                    <a:pt x="825" y="1543"/>
                    <a:pt x="778" y="1669"/>
                  </a:cubicBezTo>
                  <a:cubicBezTo>
                    <a:pt x="746" y="1214"/>
                    <a:pt x="699" y="760"/>
                    <a:pt x="652" y="305"/>
                  </a:cubicBezTo>
                  <a:cubicBezTo>
                    <a:pt x="652" y="305"/>
                    <a:pt x="652" y="289"/>
                    <a:pt x="652" y="289"/>
                  </a:cubicBezTo>
                  <a:close/>
                  <a:moveTo>
                    <a:pt x="5778" y="4208"/>
                  </a:moveTo>
                  <a:lnTo>
                    <a:pt x="5778" y="4208"/>
                  </a:lnTo>
                  <a:cubicBezTo>
                    <a:pt x="6217" y="4333"/>
                    <a:pt x="6671" y="4443"/>
                    <a:pt x="7126" y="4521"/>
                  </a:cubicBezTo>
                  <a:cubicBezTo>
                    <a:pt x="7142" y="4537"/>
                    <a:pt x="7142" y="4537"/>
                    <a:pt x="7157" y="4553"/>
                  </a:cubicBezTo>
                  <a:cubicBezTo>
                    <a:pt x="6844" y="4725"/>
                    <a:pt x="6530" y="4913"/>
                    <a:pt x="6232" y="5101"/>
                  </a:cubicBezTo>
                  <a:cubicBezTo>
                    <a:pt x="6138" y="4804"/>
                    <a:pt x="5966" y="4490"/>
                    <a:pt x="5778" y="4208"/>
                  </a:cubicBezTo>
                  <a:close/>
                  <a:moveTo>
                    <a:pt x="840" y="2296"/>
                  </a:moveTo>
                  <a:lnTo>
                    <a:pt x="840" y="2296"/>
                  </a:lnTo>
                  <a:cubicBezTo>
                    <a:pt x="919" y="2672"/>
                    <a:pt x="1013" y="3032"/>
                    <a:pt x="1076" y="3393"/>
                  </a:cubicBezTo>
                  <a:cubicBezTo>
                    <a:pt x="1123" y="4694"/>
                    <a:pt x="1201" y="5995"/>
                    <a:pt x="1264" y="7280"/>
                  </a:cubicBezTo>
                  <a:cubicBezTo>
                    <a:pt x="1279" y="7500"/>
                    <a:pt x="1436" y="7641"/>
                    <a:pt x="1609" y="7688"/>
                  </a:cubicBezTo>
                  <a:cubicBezTo>
                    <a:pt x="1624" y="7923"/>
                    <a:pt x="1656" y="8142"/>
                    <a:pt x="1671" y="8377"/>
                  </a:cubicBezTo>
                  <a:cubicBezTo>
                    <a:pt x="1671" y="8503"/>
                    <a:pt x="1734" y="8612"/>
                    <a:pt x="1812" y="8706"/>
                  </a:cubicBezTo>
                  <a:cubicBezTo>
                    <a:pt x="1781" y="8753"/>
                    <a:pt x="1765" y="8801"/>
                    <a:pt x="1734" y="8848"/>
                  </a:cubicBezTo>
                  <a:cubicBezTo>
                    <a:pt x="1718" y="8910"/>
                    <a:pt x="1718" y="8957"/>
                    <a:pt x="1703" y="9004"/>
                  </a:cubicBezTo>
                  <a:cubicBezTo>
                    <a:pt x="1577" y="9130"/>
                    <a:pt x="1436" y="9239"/>
                    <a:pt x="1295" y="9365"/>
                  </a:cubicBezTo>
                  <a:cubicBezTo>
                    <a:pt x="1154" y="7014"/>
                    <a:pt x="1029" y="4647"/>
                    <a:pt x="840" y="2296"/>
                  </a:cubicBezTo>
                  <a:close/>
                  <a:moveTo>
                    <a:pt x="299" y="0"/>
                  </a:moveTo>
                  <a:cubicBezTo>
                    <a:pt x="146" y="0"/>
                    <a:pt x="0" y="102"/>
                    <a:pt x="10" y="305"/>
                  </a:cubicBezTo>
                  <a:cubicBezTo>
                    <a:pt x="88" y="3440"/>
                    <a:pt x="355" y="6575"/>
                    <a:pt x="574" y="9710"/>
                  </a:cubicBezTo>
                  <a:cubicBezTo>
                    <a:pt x="590" y="9866"/>
                    <a:pt x="684" y="9976"/>
                    <a:pt x="793" y="10023"/>
                  </a:cubicBezTo>
                  <a:cubicBezTo>
                    <a:pt x="841" y="10176"/>
                    <a:pt x="985" y="10303"/>
                    <a:pt x="1148" y="10303"/>
                  </a:cubicBezTo>
                  <a:cubicBezTo>
                    <a:pt x="1201" y="10303"/>
                    <a:pt x="1256" y="10289"/>
                    <a:pt x="1311" y="10258"/>
                  </a:cubicBezTo>
                  <a:cubicBezTo>
                    <a:pt x="1718" y="10070"/>
                    <a:pt x="2110" y="9851"/>
                    <a:pt x="2486" y="9647"/>
                  </a:cubicBezTo>
                  <a:cubicBezTo>
                    <a:pt x="2627" y="9631"/>
                    <a:pt x="2753" y="9569"/>
                    <a:pt x="2847" y="9475"/>
                  </a:cubicBezTo>
                  <a:cubicBezTo>
                    <a:pt x="2894" y="9427"/>
                    <a:pt x="2941" y="9396"/>
                    <a:pt x="2988" y="9349"/>
                  </a:cubicBezTo>
                  <a:cubicBezTo>
                    <a:pt x="5417" y="7938"/>
                    <a:pt x="7721" y="6199"/>
                    <a:pt x="10151" y="4819"/>
                  </a:cubicBezTo>
                  <a:cubicBezTo>
                    <a:pt x="10229" y="4757"/>
                    <a:pt x="10292" y="4694"/>
                    <a:pt x="10323" y="4615"/>
                  </a:cubicBezTo>
                  <a:cubicBezTo>
                    <a:pt x="10383" y="4639"/>
                    <a:pt x="10441" y="4649"/>
                    <a:pt x="10497" y="4649"/>
                  </a:cubicBezTo>
                  <a:cubicBezTo>
                    <a:pt x="10925" y="4649"/>
                    <a:pt x="11203" y="4024"/>
                    <a:pt x="10731" y="3816"/>
                  </a:cubicBezTo>
                  <a:cubicBezTo>
                    <a:pt x="9101" y="3032"/>
                    <a:pt x="7439" y="2296"/>
                    <a:pt x="5762" y="1606"/>
                  </a:cubicBezTo>
                  <a:cubicBezTo>
                    <a:pt x="4238" y="987"/>
                    <a:pt x="2525" y="34"/>
                    <a:pt x="860" y="34"/>
                  </a:cubicBezTo>
                  <a:cubicBezTo>
                    <a:pt x="796" y="34"/>
                    <a:pt x="732" y="36"/>
                    <a:pt x="668" y="39"/>
                  </a:cubicBezTo>
                  <a:cubicBezTo>
                    <a:pt x="621" y="39"/>
                    <a:pt x="590" y="70"/>
                    <a:pt x="558" y="117"/>
                  </a:cubicBezTo>
                  <a:cubicBezTo>
                    <a:pt x="492" y="39"/>
                    <a:pt x="394" y="0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8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8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8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6" name="Google Shape;8316;p290"/>
          <p:cNvSpPr txBox="1">
            <a:spLocks noGrp="1"/>
          </p:cNvSpPr>
          <p:nvPr>
            <p:ph type="subTitle" idx="1"/>
          </p:nvPr>
        </p:nvSpPr>
        <p:spPr>
          <a:xfrm>
            <a:off x="615000" y="903975"/>
            <a:ext cx="79140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You CANNOT change the elements of a Tuple, because it is immutable.</a:t>
            </a:r>
            <a:endParaRPr sz="2300"/>
          </a:p>
        </p:txBody>
      </p:sp>
      <p:sp>
        <p:nvSpPr>
          <p:cNvPr id="8317" name="Google Shape;8317;p290"/>
          <p:cNvSpPr txBox="1">
            <a:spLocks noGrp="1"/>
          </p:cNvSpPr>
          <p:nvPr>
            <p:ph type="title"/>
          </p:nvPr>
        </p:nvSpPr>
        <p:spPr>
          <a:xfrm>
            <a:off x="443225" y="298100"/>
            <a:ext cx="9354000" cy="5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You Remove Elements?</a:t>
            </a:r>
            <a:endParaRPr/>
          </a:p>
        </p:txBody>
      </p:sp>
      <p:grpSp>
        <p:nvGrpSpPr>
          <p:cNvPr id="8318" name="Google Shape;8318;p290"/>
          <p:cNvGrpSpPr/>
          <p:nvPr/>
        </p:nvGrpSpPr>
        <p:grpSpPr>
          <a:xfrm>
            <a:off x="588483" y="727950"/>
            <a:ext cx="4195530" cy="176025"/>
            <a:chOff x="4345425" y="2175475"/>
            <a:chExt cx="800750" cy="176025"/>
          </a:xfrm>
        </p:grpSpPr>
        <p:sp>
          <p:nvSpPr>
            <p:cNvPr id="8319" name="Google Shape;8319;p290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0" name="Google Shape;8320;p290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321" name="Google Shape;8321;p2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13" y="2015825"/>
            <a:ext cx="9031173" cy="15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6" name="Google Shape;8326;p291"/>
          <p:cNvSpPr txBox="1">
            <a:spLocks noGrp="1"/>
          </p:cNvSpPr>
          <p:nvPr>
            <p:ph type="title"/>
          </p:nvPr>
        </p:nvSpPr>
        <p:spPr>
          <a:xfrm>
            <a:off x="1378050" y="2344774"/>
            <a:ext cx="6387900" cy="9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Adding Elements</a:t>
            </a:r>
            <a:endParaRPr/>
          </a:p>
        </p:txBody>
      </p:sp>
      <p:sp>
        <p:nvSpPr>
          <p:cNvPr id="8327" name="Google Shape;8327;p291"/>
          <p:cNvSpPr txBox="1">
            <a:spLocks noGrp="1"/>
          </p:cNvSpPr>
          <p:nvPr>
            <p:ph type="title" idx="2"/>
          </p:nvPr>
        </p:nvSpPr>
        <p:spPr>
          <a:xfrm>
            <a:off x="3843750" y="1322001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8328" name="Google Shape;8328;p291"/>
          <p:cNvGrpSpPr/>
          <p:nvPr/>
        </p:nvGrpSpPr>
        <p:grpSpPr>
          <a:xfrm>
            <a:off x="3928443" y="2086030"/>
            <a:ext cx="1287126" cy="176025"/>
            <a:chOff x="4345425" y="2175475"/>
            <a:chExt cx="800750" cy="176025"/>
          </a:xfrm>
        </p:grpSpPr>
        <p:sp>
          <p:nvSpPr>
            <p:cNvPr id="8329" name="Google Shape;8329;p29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0" name="Google Shape;8330;p29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1" name="Google Shape;8331;p291"/>
          <p:cNvGrpSpPr/>
          <p:nvPr/>
        </p:nvGrpSpPr>
        <p:grpSpPr>
          <a:xfrm>
            <a:off x="1541738" y="3108974"/>
            <a:ext cx="6053350" cy="176025"/>
            <a:chOff x="4345425" y="2175475"/>
            <a:chExt cx="800750" cy="176025"/>
          </a:xfrm>
        </p:grpSpPr>
        <p:sp>
          <p:nvSpPr>
            <p:cNvPr id="8332" name="Google Shape;8332;p291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3" name="Google Shape;8333;p291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4" name="Google Shape;8334;p291"/>
          <p:cNvGrpSpPr/>
          <p:nvPr/>
        </p:nvGrpSpPr>
        <p:grpSpPr>
          <a:xfrm rot="372491" flipH="1">
            <a:off x="1097518" y="3478413"/>
            <a:ext cx="595061" cy="675849"/>
            <a:chOff x="5464100" y="4208075"/>
            <a:chExt cx="494625" cy="579650"/>
          </a:xfrm>
        </p:grpSpPr>
        <p:sp>
          <p:nvSpPr>
            <p:cNvPr id="8335" name="Google Shape;8335;p291"/>
            <p:cNvSpPr/>
            <p:nvPr/>
          </p:nvSpPr>
          <p:spPr>
            <a:xfrm>
              <a:off x="5594650" y="4504850"/>
              <a:ext cx="341250" cy="255800"/>
            </a:xfrm>
            <a:custGeom>
              <a:avLst/>
              <a:gdLst/>
              <a:ahLst/>
              <a:cxnLst/>
              <a:rect l="l" t="t" r="r" b="b"/>
              <a:pathLst>
                <a:path w="13650" h="10232" extrusionOk="0">
                  <a:moveTo>
                    <a:pt x="11619" y="0"/>
                  </a:moveTo>
                  <a:cubicBezTo>
                    <a:pt x="11538" y="0"/>
                    <a:pt x="11454" y="19"/>
                    <a:pt x="11367" y="60"/>
                  </a:cubicBezTo>
                  <a:cubicBezTo>
                    <a:pt x="10774" y="356"/>
                    <a:pt x="10157" y="653"/>
                    <a:pt x="9587" y="973"/>
                  </a:cubicBezTo>
                  <a:cubicBezTo>
                    <a:pt x="8423" y="1657"/>
                    <a:pt x="7327" y="2388"/>
                    <a:pt x="6254" y="3209"/>
                  </a:cubicBezTo>
                  <a:cubicBezTo>
                    <a:pt x="4177" y="4784"/>
                    <a:pt x="2100" y="6359"/>
                    <a:pt x="0" y="7934"/>
                  </a:cubicBezTo>
                  <a:cubicBezTo>
                    <a:pt x="584" y="8864"/>
                    <a:pt x="1080" y="10231"/>
                    <a:pt x="2001" y="10231"/>
                  </a:cubicBezTo>
                  <a:cubicBezTo>
                    <a:pt x="2232" y="10231"/>
                    <a:pt x="2491" y="10145"/>
                    <a:pt x="2785" y="9943"/>
                  </a:cubicBezTo>
                  <a:cubicBezTo>
                    <a:pt x="3972" y="9121"/>
                    <a:pt x="5159" y="8300"/>
                    <a:pt x="6323" y="7478"/>
                  </a:cubicBezTo>
                  <a:cubicBezTo>
                    <a:pt x="7281" y="6816"/>
                    <a:pt x="13650" y="2867"/>
                    <a:pt x="13011" y="1726"/>
                  </a:cubicBezTo>
                  <a:cubicBezTo>
                    <a:pt x="12806" y="1338"/>
                    <a:pt x="12310" y="0"/>
                    <a:pt x="11619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6" name="Google Shape;8336;p291"/>
            <p:cNvSpPr/>
            <p:nvPr/>
          </p:nvSpPr>
          <p:spPr>
            <a:xfrm>
              <a:off x="5518750" y="4363750"/>
              <a:ext cx="340700" cy="255675"/>
            </a:xfrm>
            <a:custGeom>
              <a:avLst/>
              <a:gdLst/>
              <a:ahLst/>
              <a:cxnLst/>
              <a:rect l="l" t="t" r="r" b="b"/>
              <a:pathLst>
                <a:path w="13628" h="10227" extrusionOk="0">
                  <a:moveTo>
                    <a:pt x="11606" y="0"/>
                  </a:moveTo>
                  <a:cubicBezTo>
                    <a:pt x="11522" y="0"/>
                    <a:pt x="11435" y="21"/>
                    <a:pt x="11345" y="66"/>
                  </a:cubicBezTo>
                  <a:cubicBezTo>
                    <a:pt x="10751" y="362"/>
                    <a:pt x="10158" y="659"/>
                    <a:pt x="9587" y="979"/>
                  </a:cubicBezTo>
                  <a:cubicBezTo>
                    <a:pt x="8423" y="1664"/>
                    <a:pt x="7304" y="2394"/>
                    <a:pt x="6232" y="3216"/>
                  </a:cubicBezTo>
                  <a:cubicBezTo>
                    <a:pt x="4155" y="4791"/>
                    <a:pt x="2077" y="6343"/>
                    <a:pt x="0" y="7940"/>
                  </a:cubicBezTo>
                  <a:cubicBezTo>
                    <a:pt x="563" y="8867"/>
                    <a:pt x="1054" y="10226"/>
                    <a:pt x="1967" y="10226"/>
                  </a:cubicBezTo>
                  <a:cubicBezTo>
                    <a:pt x="2201" y="10226"/>
                    <a:pt x="2464" y="10136"/>
                    <a:pt x="2762" y="9926"/>
                  </a:cubicBezTo>
                  <a:cubicBezTo>
                    <a:pt x="3949" y="9127"/>
                    <a:pt x="5136" y="8306"/>
                    <a:pt x="6323" y="7484"/>
                  </a:cubicBezTo>
                  <a:cubicBezTo>
                    <a:pt x="7282" y="6822"/>
                    <a:pt x="13627" y="2873"/>
                    <a:pt x="13011" y="1732"/>
                  </a:cubicBezTo>
                  <a:cubicBezTo>
                    <a:pt x="12787" y="1346"/>
                    <a:pt x="12292" y="0"/>
                    <a:pt x="11606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7" name="Google Shape;8337;p291"/>
            <p:cNvSpPr/>
            <p:nvPr/>
          </p:nvSpPr>
          <p:spPr>
            <a:xfrm>
              <a:off x="5475950" y="4235275"/>
              <a:ext cx="281925" cy="269375"/>
            </a:xfrm>
            <a:custGeom>
              <a:avLst/>
              <a:gdLst/>
              <a:ahLst/>
              <a:cxnLst/>
              <a:rect l="l" t="t" r="r" b="b"/>
              <a:pathLst>
                <a:path w="11277" h="10775" extrusionOk="0">
                  <a:moveTo>
                    <a:pt x="1210" y="1"/>
                  </a:moveTo>
                  <a:cubicBezTo>
                    <a:pt x="1233" y="23"/>
                    <a:pt x="1233" y="46"/>
                    <a:pt x="1233" y="92"/>
                  </a:cubicBezTo>
                  <a:cubicBezTo>
                    <a:pt x="1005" y="3653"/>
                    <a:pt x="503" y="7213"/>
                    <a:pt x="0" y="10774"/>
                  </a:cubicBezTo>
                  <a:cubicBezTo>
                    <a:pt x="3607" y="7989"/>
                    <a:pt x="7396" y="5456"/>
                    <a:pt x="11276" y="3082"/>
                  </a:cubicBezTo>
                  <a:cubicBezTo>
                    <a:pt x="7967" y="1918"/>
                    <a:pt x="4634" y="868"/>
                    <a:pt x="1210" y="1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8" name="Google Shape;8338;p291"/>
            <p:cNvSpPr/>
            <p:nvPr/>
          </p:nvSpPr>
          <p:spPr>
            <a:xfrm>
              <a:off x="5717000" y="4421125"/>
              <a:ext cx="42000" cy="94525"/>
            </a:xfrm>
            <a:custGeom>
              <a:avLst/>
              <a:gdLst/>
              <a:ahLst/>
              <a:cxnLst/>
              <a:rect l="l" t="t" r="r" b="b"/>
              <a:pathLst>
                <a:path w="1680" h="3781" extrusionOk="0">
                  <a:moveTo>
                    <a:pt x="1497" y="0"/>
                  </a:moveTo>
                  <a:cubicBezTo>
                    <a:pt x="1449" y="0"/>
                    <a:pt x="1398" y="23"/>
                    <a:pt x="1360" y="76"/>
                  </a:cubicBezTo>
                  <a:cubicBezTo>
                    <a:pt x="676" y="1103"/>
                    <a:pt x="265" y="2404"/>
                    <a:pt x="14" y="3614"/>
                  </a:cubicBezTo>
                  <a:cubicBezTo>
                    <a:pt x="0" y="3720"/>
                    <a:pt x="80" y="3780"/>
                    <a:pt x="162" y="3780"/>
                  </a:cubicBezTo>
                  <a:cubicBezTo>
                    <a:pt x="221" y="3780"/>
                    <a:pt x="282" y="3749"/>
                    <a:pt x="310" y="3683"/>
                  </a:cubicBezTo>
                  <a:cubicBezTo>
                    <a:pt x="698" y="2496"/>
                    <a:pt x="1201" y="1377"/>
                    <a:pt x="1634" y="213"/>
                  </a:cubicBezTo>
                  <a:cubicBezTo>
                    <a:pt x="1680" y="91"/>
                    <a:pt x="1594" y="0"/>
                    <a:pt x="1497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9" name="Google Shape;8339;p291"/>
            <p:cNvSpPr/>
            <p:nvPr/>
          </p:nvSpPr>
          <p:spPr>
            <a:xfrm>
              <a:off x="5750000" y="4392700"/>
              <a:ext cx="46925" cy="98950"/>
            </a:xfrm>
            <a:custGeom>
              <a:avLst/>
              <a:gdLst/>
              <a:ahLst/>
              <a:cxnLst/>
              <a:rect l="l" t="t" r="r" b="b"/>
              <a:pathLst>
                <a:path w="1877" h="3958" extrusionOk="0">
                  <a:moveTo>
                    <a:pt x="1669" y="1"/>
                  </a:moveTo>
                  <a:cubicBezTo>
                    <a:pt x="1627" y="1"/>
                    <a:pt x="1584" y="22"/>
                    <a:pt x="1547" y="72"/>
                  </a:cubicBezTo>
                  <a:cubicBezTo>
                    <a:pt x="771" y="1122"/>
                    <a:pt x="360" y="2446"/>
                    <a:pt x="40" y="3701"/>
                  </a:cubicBezTo>
                  <a:cubicBezTo>
                    <a:pt x="0" y="3860"/>
                    <a:pt x="130" y="3958"/>
                    <a:pt x="259" y="3958"/>
                  </a:cubicBezTo>
                  <a:cubicBezTo>
                    <a:pt x="353" y="3958"/>
                    <a:pt x="445" y="3907"/>
                    <a:pt x="474" y="3792"/>
                  </a:cubicBezTo>
                  <a:cubicBezTo>
                    <a:pt x="816" y="2560"/>
                    <a:pt x="1410" y="1464"/>
                    <a:pt x="1843" y="277"/>
                  </a:cubicBezTo>
                  <a:cubicBezTo>
                    <a:pt x="1877" y="145"/>
                    <a:pt x="1778" y="1"/>
                    <a:pt x="1669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0" name="Google Shape;8340;p291"/>
            <p:cNvSpPr/>
            <p:nvPr/>
          </p:nvSpPr>
          <p:spPr>
            <a:xfrm>
              <a:off x="5795175" y="4403700"/>
              <a:ext cx="30450" cy="52625"/>
            </a:xfrm>
            <a:custGeom>
              <a:avLst/>
              <a:gdLst/>
              <a:ahLst/>
              <a:cxnLst/>
              <a:rect l="l" t="t" r="r" b="b"/>
              <a:pathLst>
                <a:path w="1218" h="2105" extrusionOk="0">
                  <a:moveTo>
                    <a:pt x="977" y="1"/>
                  </a:moveTo>
                  <a:cubicBezTo>
                    <a:pt x="935" y="1"/>
                    <a:pt x="893" y="14"/>
                    <a:pt x="858" y="43"/>
                  </a:cubicBezTo>
                  <a:cubicBezTo>
                    <a:pt x="356" y="522"/>
                    <a:pt x="105" y="1138"/>
                    <a:pt x="14" y="1800"/>
                  </a:cubicBezTo>
                  <a:cubicBezTo>
                    <a:pt x="0" y="1988"/>
                    <a:pt x="160" y="2104"/>
                    <a:pt x="303" y="2104"/>
                  </a:cubicBezTo>
                  <a:cubicBezTo>
                    <a:pt x="404" y="2104"/>
                    <a:pt x="497" y="2046"/>
                    <a:pt x="516" y="1914"/>
                  </a:cubicBezTo>
                  <a:cubicBezTo>
                    <a:pt x="607" y="1321"/>
                    <a:pt x="835" y="773"/>
                    <a:pt x="1132" y="248"/>
                  </a:cubicBezTo>
                  <a:cubicBezTo>
                    <a:pt x="1217" y="112"/>
                    <a:pt x="1099" y="1"/>
                    <a:pt x="97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1" name="Google Shape;8341;p291"/>
            <p:cNvSpPr/>
            <p:nvPr/>
          </p:nvSpPr>
          <p:spPr>
            <a:xfrm>
              <a:off x="5783525" y="4580275"/>
              <a:ext cx="38225" cy="81675"/>
            </a:xfrm>
            <a:custGeom>
              <a:avLst/>
              <a:gdLst/>
              <a:ahLst/>
              <a:cxnLst/>
              <a:rect l="l" t="t" r="r" b="b"/>
              <a:pathLst>
                <a:path w="1529" h="3267" extrusionOk="0">
                  <a:moveTo>
                    <a:pt x="1258" y="1"/>
                  </a:moveTo>
                  <a:cubicBezTo>
                    <a:pt x="1191" y="1"/>
                    <a:pt x="1127" y="31"/>
                    <a:pt x="1096" y="101"/>
                  </a:cubicBezTo>
                  <a:cubicBezTo>
                    <a:pt x="845" y="649"/>
                    <a:pt x="617" y="1197"/>
                    <a:pt x="411" y="1745"/>
                  </a:cubicBezTo>
                  <a:cubicBezTo>
                    <a:pt x="251" y="2201"/>
                    <a:pt x="0" y="2680"/>
                    <a:pt x="23" y="3160"/>
                  </a:cubicBezTo>
                  <a:cubicBezTo>
                    <a:pt x="23" y="3231"/>
                    <a:pt x="77" y="3267"/>
                    <a:pt x="133" y="3267"/>
                  </a:cubicBezTo>
                  <a:cubicBezTo>
                    <a:pt x="168" y="3267"/>
                    <a:pt x="203" y="3254"/>
                    <a:pt x="229" y="3228"/>
                  </a:cubicBezTo>
                  <a:cubicBezTo>
                    <a:pt x="594" y="2863"/>
                    <a:pt x="754" y="2270"/>
                    <a:pt x="936" y="1790"/>
                  </a:cubicBezTo>
                  <a:cubicBezTo>
                    <a:pt x="1142" y="1288"/>
                    <a:pt x="1324" y="763"/>
                    <a:pt x="1484" y="261"/>
                  </a:cubicBezTo>
                  <a:cubicBezTo>
                    <a:pt x="1529" y="111"/>
                    <a:pt x="1387" y="1"/>
                    <a:pt x="125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2" name="Google Shape;8342;p291"/>
            <p:cNvSpPr/>
            <p:nvPr/>
          </p:nvSpPr>
          <p:spPr>
            <a:xfrm>
              <a:off x="5824600" y="4544075"/>
              <a:ext cx="49675" cy="96575"/>
            </a:xfrm>
            <a:custGeom>
              <a:avLst/>
              <a:gdLst/>
              <a:ahLst/>
              <a:cxnLst/>
              <a:rect l="l" t="t" r="r" b="b"/>
              <a:pathLst>
                <a:path w="1987" h="3863" extrusionOk="0">
                  <a:moveTo>
                    <a:pt x="1601" y="1"/>
                  </a:moveTo>
                  <a:cubicBezTo>
                    <a:pt x="1166" y="1"/>
                    <a:pt x="939" y="623"/>
                    <a:pt x="800" y="1001"/>
                  </a:cubicBezTo>
                  <a:cubicBezTo>
                    <a:pt x="457" y="1846"/>
                    <a:pt x="115" y="2759"/>
                    <a:pt x="1" y="3672"/>
                  </a:cubicBezTo>
                  <a:cubicBezTo>
                    <a:pt x="1" y="3777"/>
                    <a:pt x="100" y="3863"/>
                    <a:pt x="188" y="3863"/>
                  </a:cubicBezTo>
                  <a:cubicBezTo>
                    <a:pt x="233" y="3863"/>
                    <a:pt x="274" y="3840"/>
                    <a:pt x="297" y="3786"/>
                  </a:cubicBezTo>
                  <a:cubicBezTo>
                    <a:pt x="526" y="3215"/>
                    <a:pt x="708" y="2645"/>
                    <a:pt x="914" y="2074"/>
                  </a:cubicBezTo>
                  <a:cubicBezTo>
                    <a:pt x="1028" y="1823"/>
                    <a:pt x="1439" y="385"/>
                    <a:pt x="1735" y="362"/>
                  </a:cubicBezTo>
                  <a:cubicBezTo>
                    <a:pt x="1918" y="362"/>
                    <a:pt x="1987" y="111"/>
                    <a:pt x="1804" y="43"/>
                  </a:cubicBezTo>
                  <a:cubicBezTo>
                    <a:pt x="1731" y="14"/>
                    <a:pt x="1664" y="1"/>
                    <a:pt x="1601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3" name="Google Shape;8343;p291"/>
            <p:cNvSpPr/>
            <p:nvPr/>
          </p:nvSpPr>
          <p:spPr>
            <a:xfrm>
              <a:off x="5876375" y="4540750"/>
              <a:ext cx="23725" cy="54675"/>
            </a:xfrm>
            <a:custGeom>
              <a:avLst/>
              <a:gdLst/>
              <a:ahLst/>
              <a:cxnLst/>
              <a:rect l="l" t="t" r="r" b="b"/>
              <a:pathLst>
                <a:path w="949" h="2187" extrusionOk="0">
                  <a:moveTo>
                    <a:pt x="772" y="1"/>
                  </a:moveTo>
                  <a:cubicBezTo>
                    <a:pt x="721" y="1"/>
                    <a:pt x="671" y="26"/>
                    <a:pt x="646" y="84"/>
                  </a:cubicBezTo>
                  <a:cubicBezTo>
                    <a:pt x="372" y="701"/>
                    <a:pt x="167" y="1317"/>
                    <a:pt x="30" y="2002"/>
                  </a:cubicBezTo>
                  <a:cubicBezTo>
                    <a:pt x="1" y="2103"/>
                    <a:pt x="101" y="2187"/>
                    <a:pt x="195" y="2187"/>
                  </a:cubicBezTo>
                  <a:cubicBezTo>
                    <a:pt x="249" y="2187"/>
                    <a:pt x="302" y="2159"/>
                    <a:pt x="326" y="2093"/>
                  </a:cubicBezTo>
                  <a:cubicBezTo>
                    <a:pt x="577" y="1477"/>
                    <a:pt x="783" y="838"/>
                    <a:pt x="920" y="176"/>
                  </a:cubicBezTo>
                  <a:cubicBezTo>
                    <a:pt x="949" y="75"/>
                    <a:pt x="859" y="1"/>
                    <a:pt x="772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4" name="Google Shape;8344;p291"/>
            <p:cNvSpPr/>
            <p:nvPr/>
          </p:nvSpPr>
          <p:spPr>
            <a:xfrm>
              <a:off x="5464100" y="4208075"/>
              <a:ext cx="334850" cy="317675"/>
            </a:xfrm>
            <a:custGeom>
              <a:avLst/>
              <a:gdLst/>
              <a:ahLst/>
              <a:cxnLst/>
              <a:rect l="l" t="t" r="r" b="b"/>
              <a:pathLst>
                <a:path w="13394" h="12707" extrusionOk="0">
                  <a:moveTo>
                    <a:pt x="2027" y="792"/>
                  </a:moveTo>
                  <a:cubicBezTo>
                    <a:pt x="5450" y="1682"/>
                    <a:pt x="8783" y="2732"/>
                    <a:pt x="12115" y="3896"/>
                  </a:cubicBezTo>
                  <a:cubicBezTo>
                    <a:pt x="8212" y="6270"/>
                    <a:pt x="4423" y="8804"/>
                    <a:pt x="817" y="11588"/>
                  </a:cubicBezTo>
                  <a:cubicBezTo>
                    <a:pt x="1319" y="8027"/>
                    <a:pt x="1821" y="4467"/>
                    <a:pt x="2049" y="906"/>
                  </a:cubicBezTo>
                  <a:cubicBezTo>
                    <a:pt x="2049" y="860"/>
                    <a:pt x="2049" y="838"/>
                    <a:pt x="2027" y="792"/>
                  </a:cubicBezTo>
                  <a:close/>
                  <a:moveTo>
                    <a:pt x="1919" y="0"/>
                  </a:moveTo>
                  <a:cubicBezTo>
                    <a:pt x="1586" y="0"/>
                    <a:pt x="1459" y="471"/>
                    <a:pt x="1707" y="678"/>
                  </a:cubicBezTo>
                  <a:cubicBezTo>
                    <a:pt x="1616" y="701"/>
                    <a:pt x="1547" y="769"/>
                    <a:pt x="1547" y="860"/>
                  </a:cubicBezTo>
                  <a:cubicBezTo>
                    <a:pt x="954" y="4649"/>
                    <a:pt x="566" y="8484"/>
                    <a:pt x="18" y="12273"/>
                  </a:cubicBezTo>
                  <a:cubicBezTo>
                    <a:pt x="0" y="12483"/>
                    <a:pt x="158" y="12707"/>
                    <a:pt x="355" y="12707"/>
                  </a:cubicBezTo>
                  <a:cubicBezTo>
                    <a:pt x="415" y="12707"/>
                    <a:pt x="479" y="12686"/>
                    <a:pt x="543" y="12638"/>
                  </a:cubicBezTo>
                  <a:cubicBezTo>
                    <a:pt x="4560" y="9534"/>
                    <a:pt x="8760" y="6658"/>
                    <a:pt x="13165" y="4124"/>
                  </a:cubicBezTo>
                  <a:cubicBezTo>
                    <a:pt x="13371" y="3987"/>
                    <a:pt x="13394" y="3577"/>
                    <a:pt x="13120" y="3485"/>
                  </a:cubicBezTo>
                  <a:cubicBezTo>
                    <a:pt x="9490" y="2139"/>
                    <a:pt x="5770" y="997"/>
                    <a:pt x="2027" y="16"/>
                  </a:cubicBezTo>
                  <a:cubicBezTo>
                    <a:pt x="1989" y="5"/>
                    <a:pt x="1953" y="0"/>
                    <a:pt x="1919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5" name="Google Shape;8345;p291"/>
            <p:cNvSpPr/>
            <p:nvPr/>
          </p:nvSpPr>
          <p:spPr>
            <a:xfrm>
              <a:off x="5495775" y="4342975"/>
              <a:ext cx="376800" cy="309500"/>
            </a:xfrm>
            <a:custGeom>
              <a:avLst/>
              <a:gdLst/>
              <a:ahLst/>
              <a:cxnLst/>
              <a:rect l="l" t="t" r="r" b="b"/>
              <a:pathLst>
                <a:path w="15072" h="12380" extrusionOk="0">
                  <a:moveTo>
                    <a:pt x="12525" y="1060"/>
                  </a:moveTo>
                  <a:cubicBezTo>
                    <a:pt x="13211" y="1060"/>
                    <a:pt x="13706" y="2403"/>
                    <a:pt x="13930" y="2768"/>
                  </a:cubicBezTo>
                  <a:cubicBezTo>
                    <a:pt x="14546" y="3933"/>
                    <a:pt x="8201" y="7858"/>
                    <a:pt x="7242" y="8520"/>
                  </a:cubicBezTo>
                  <a:cubicBezTo>
                    <a:pt x="6055" y="9342"/>
                    <a:pt x="4868" y="10164"/>
                    <a:pt x="3681" y="10986"/>
                  </a:cubicBezTo>
                  <a:cubicBezTo>
                    <a:pt x="3388" y="11187"/>
                    <a:pt x="3129" y="11274"/>
                    <a:pt x="2897" y="11274"/>
                  </a:cubicBezTo>
                  <a:cubicBezTo>
                    <a:pt x="1977" y="11274"/>
                    <a:pt x="1485" y="9907"/>
                    <a:pt x="919" y="8977"/>
                  </a:cubicBezTo>
                  <a:cubicBezTo>
                    <a:pt x="2996" y="7402"/>
                    <a:pt x="5074" y="5827"/>
                    <a:pt x="7151" y="4252"/>
                  </a:cubicBezTo>
                  <a:cubicBezTo>
                    <a:pt x="8223" y="3453"/>
                    <a:pt x="9342" y="2700"/>
                    <a:pt x="10483" y="2038"/>
                  </a:cubicBezTo>
                  <a:cubicBezTo>
                    <a:pt x="11077" y="1696"/>
                    <a:pt x="11670" y="1399"/>
                    <a:pt x="12264" y="1125"/>
                  </a:cubicBezTo>
                  <a:cubicBezTo>
                    <a:pt x="12354" y="1080"/>
                    <a:pt x="12441" y="1060"/>
                    <a:pt x="12525" y="1060"/>
                  </a:cubicBezTo>
                  <a:close/>
                  <a:moveTo>
                    <a:pt x="12828" y="1"/>
                  </a:moveTo>
                  <a:cubicBezTo>
                    <a:pt x="11774" y="1"/>
                    <a:pt x="10261" y="1278"/>
                    <a:pt x="9525" y="1741"/>
                  </a:cubicBezTo>
                  <a:cubicBezTo>
                    <a:pt x="6215" y="3818"/>
                    <a:pt x="3248" y="6512"/>
                    <a:pt x="189" y="8908"/>
                  </a:cubicBezTo>
                  <a:cubicBezTo>
                    <a:pt x="1" y="9059"/>
                    <a:pt x="139" y="9365"/>
                    <a:pt x="334" y="9365"/>
                  </a:cubicBezTo>
                  <a:cubicBezTo>
                    <a:pt x="375" y="9365"/>
                    <a:pt x="419" y="9351"/>
                    <a:pt x="463" y="9319"/>
                  </a:cubicBezTo>
                  <a:cubicBezTo>
                    <a:pt x="486" y="9296"/>
                    <a:pt x="509" y="9274"/>
                    <a:pt x="531" y="9251"/>
                  </a:cubicBezTo>
                  <a:cubicBezTo>
                    <a:pt x="1125" y="10278"/>
                    <a:pt x="1741" y="11282"/>
                    <a:pt x="2426" y="12241"/>
                  </a:cubicBezTo>
                  <a:cubicBezTo>
                    <a:pt x="2485" y="12329"/>
                    <a:pt x="2582" y="12380"/>
                    <a:pt x="2680" y="12380"/>
                  </a:cubicBezTo>
                  <a:cubicBezTo>
                    <a:pt x="2734" y="12380"/>
                    <a:pt x="2788" y="12365"/>
                    <a:pt x="2837" y="12332"/>
                  </a:cubicBezTo>
                  <a:cubicBezTo>
                    <a:pt x="6991" y="9662"/>
                    <a:pt x="11396" y="6968"/>
                    <a:pt x="14934" y="3453"/>
                  </a:cubicBezTo>
                  <a:cubicBezTo>
                    <a:pt x="15071" y="3316"/>
                    <a:pt x="15048" y="3111"/>
                    <a:pt x="14957" y="2951"/>
                  </a:cubicBezTo>
                  <a:cubicBezTo>
                    <a:pt x="14592" y="2266"/>
                    <a:pt x="13930" y="212"/>
                    <a:pt x="13085" y="29"/>
                  </a:cubicBezTo>
                  <a:cubicBezTo>
                    <a:pt x="13003" y="10"/>
                    <a:pt x="12917" y="1"/>
                    <a:pt x="1282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6" name="Google Shape;8346;p291"/>
            <p:cNvSpPr/>
            <p:nvPr/>
          </p:nvSpPr>
          <p:spPr>
            <a:xfrm>
              <a:off x="5582050" y="4477650"/>
              <a:ext cx="376675" cy="310075"/>
            </a:xfrm>
            <a:custGeom>
              <a:avLst/>
              <a:gdLst/>
              <a:ahLst/>
              <a:cxnLst/>
              <a:rect l="l" t="t" r="r" b="b"/>
              <a:pathLst>
                <a:path w="15067" h="12403" extrusionOk="0">
                  <a:moveTo>
                    <a:pt x="12512" y="1065"/>
                  </a:moveTo>
                  <a:cubicBezTo>
                    <a:pt x="13207" y="1065"/>
                    <a:pt x="13721" y="2403"/>
                    <a:pt x="13925" y="2791"/>
                  </a:cubicBezTo>
                  <a:cubicBezTo>
                    <a:pt x="14542" y="3932"/>
                    <a:pt x="8196" y="7881"/>
                    <a:pt x="7238" y="8543"/>
                  </a:cubicBezTo>
                  <a:cubicBezTo>
                    <a:pt x="6051" y="9365"/>
                    <a:pt x="4864" y="10186"/>
                    <a:pt x="3677" y="11008"/>
                  </a:cubicBezTo>
                  <a:cubicBezTo>
                    <a:pt x="3383" y="11210"/>
                    <a:pt x="3124" y="11297"/>
                    <a:pt x="2893" y="11297"/>
                  </a:cubicBezTo>
                  <a:cubicBezTo>
                    <a:pt x="1973" y="11297"/>
                    <a:pt x="1480" y="9930"/>
                    <a:pt x="915" y="8999"/>
                  </a:cubicBezTo>
                  <a:cubicBezTo>
                    <a:pt x="2992" y="7425"/>
                    <a:pt x="5069" y="5850"/>
                    <a:pt x="7169" y="4275"/>
                  </a:cubicBezTo>
                  <a:cubicBezTo>
                    <a:pt x="8219" y="3453"/>
                    <a:pt x="9338" y="2723"/>
                    <a:pt x="10502" y="2038"/>
                  </a:cubicBezTo>
                  <a:cubicBezTo>
                    <a:pt x="11072" y="1718"/>
                    <a:pt x="11666" y="1422"/>
                    <a:pt x="12259" y="1125"/>
                  </a:cubicBezTo>
                  <a:cubicBezTo>
                    <a:pt x="12346" y="1084"/>
                    <a:pt x="12430" y="1065"/>
                    <a:pt x="12512" y="1065"/>
                  </a:cubicBezTo>
                  <a:close/>
                  <a:moveTo>
                    <a:pt x="12827" y="1"/>
                  </a:moveTo>
                  <a:cubicBezTo>
                    <a:pt x="11773" y="1"/>
                    <a:pt x="10258" y="1300"/>
                    <a:pt x="9520" y="1764"/>
                  </a:cubicBezTo>
                  <a:cubicBezTo>
                    <a:pt x="6233" y="3841"/>
                    <a:pt x="3266" y="6512"/>
                    <a:pt x="207" y="8931"/>
                  </a:cubicBezTo>
                  <a:cubicBezTo>
                    <a:pt x="0" y="9082"/>
                    <a:pt x="135" y="9388"/>
                    <a:pt x="329" y="9388"/>
                  </a:cubicBezTo>
                  <a:cubicBezTo>
                    <a:pt x="371" y="9388"/>
                    <a:pt x="415" y="9374"/>
                    <a:pt x="459" y="9342"/>
                  </a:cubicBezTo>
                  <a:cubicBezTo>
                    <a:pt x="481" y="9319"/>
                    <a:pt x="504" y="9296"/>
                    <a:pt x="550" y="9273"/>
                  </a:cubicBezTo>
                  <a:cubicBezTo>
                    <a:pt x="1120" y="10301"/>
                    <a:pt x="1737" y="11282"/>
                    <a:pt x="2421" y="12263"/>
                  </a:cubicBezTo>
                  <a:cubicBezTo>
                    <a:pt x="2480" y="12352"/>
                    <a:pt x="2577" y="12402"/>
                    <a:pt x="2676" y="12402"/>
                  </a:cubicBezTo>
                  <a:cubicBezTo>
                    <a:pt x="2730" y="12402"/>
                    <a:pt x="2784" y="12387"/>
                    <a:pt x="2832" y="12355"/>
                  </a:cubicBezTo>
                  <a:cubicBezTo>
                    <a:pt x="7009" y="9661"/>
                    <a:pt x="11392" y="6968"/>
                    <a:pt x="14930" y="3476"/>
                  </a:cubicBezTo>
                  <a:cubicBezTo>
                    <a:pt x="15067" y="3339"/>
                    <a:pt x="15067" y="3111"/>
                    <a:pt x="14975" y="2951"/>
                  </a:cubicBezTo>
                  <a:cubicBezTo>
                    <a:pt x="14587" y="2289"/>
                    <a:pt x="13925" y="235"/>
                    <a:pt x="13081" y="29"/>
                  </a:cubicBezTo>
                  <a:cubicBezTo>
                    <a:pt x="13000" y="10"/>
                    <a:pt x="12915" y="1"/>
                    <a:pt x="1282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47" name="Google Shape;8347;p291"/>
          <p:cNvGrpSpPr/>
          <p:nvPr/>
        </p:nvGrpSpPr>
        <p:grpSpPr>
          <a:xfrm rot="9456294">
            <a:off x="6849678" y="3273665"/>
            <a:ext cx="2306042" cy="512923"/>
            <a:chOff x="7051300" y="3461525"/>
            <a:chExt cx="2305989" cy="512912"/>
          </a:xfrm>
        </p:grpSpPr>
        <p:sp>
          <p:nvSpPr>
            <p:cNvPr id="8348" name="Google Shape;8348;p291"/>
            <p:cNvSpPr/>
            <p:nvPr/>
          </p:nvSpPr>
          <p:spPr>
            <a:xfrm>
              <a:off x="7075817" y="3564700"/>
              <a:ext cx="2271819" cy="396457"/>
            </a:xfrm>
            <a:custGeom>
              <a:avLst/>
              <a:gdLst/>
              <a:ahLst/>
              <a:cxnLst/>
              <a:rect l="l" t="t" r="r" b="b"/>
              <a:pathLst>
                <a:path w="46702" h="8150" extrusionOk="0">
                  <a:moveTo>
                    <a:pt x="46666" y="1"/>
                  </a:moveTo>
                  <a:lnTo>
                    <a:pt x="41068" y="704"/>
                  </a:lnTo>
                  <a:lnTo>
                    <a:pt x="39932" y="848"/>
                  </a:lnTo>
                  <a:lnTo>
                    <a:pt x="40221" y="3156"/>
                  </a:lnTo>
                  <a:lnTo>
                    <a:pt x="41357" y="3011"/>
                  </a:lnTo>
                  <a:lnTo>
                    <a:pt x="41303" y="2606"/>
                  </a:lnTo>
                  <a:lnTo>
                    <a:pt x="46702" y="271"/>
                  </a:lnTo>
                  <a:lnTo>
                    <a:pt x="46666" y="1"/>
                  </a:lnTo>
                  <a:close/>
                  <a:moveTo>
                    <a:pt x="1560" y="5644"/>
                  </a:moveTo>
                  <a:lnTo>
                    <a:pt x="1" y="5842"/>
                  </a:lnTo>
                  <a:lnTo>
                    <a:pt x="298" y="8149"/>
                  </a:lnTo>
                  <a:lnTo>
                    <a:pt x="1858" y="7960"/>
                  </a:lnTo>
                  <a:lnTo>
                    <a:pt x="1560" y="5644"/>
                  </a:lnTo>
                  <a:close/>
                </a:path>
              </a:pathLst>
            </a:custGeom>
            <a:solidFill>
              <a:srgbClr val="EE8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9" name="Google Shape;8349;p291"/>
            <p:cNvSpPr/>
            <p:nvPr/>
          </p:nvSpPr>
          <p:spPr>
            <a:xfrm>
              <a:off x="7056554" y="3473929"/>
              <a:ext cx="2293709" cy="379334"/>
            </a:xfrm>
            <a:custGeom>
              <a:avLst/>
              <a:gdLst/>
              <a:ahLst/>
              <a:cxnLst/>
              <a:rect l="l" t="t" r="r" b="b"/>
              <a:pathLst>
                <a:path w="47152" h="7798" extrusionOk="0">
                  <a:moveTo>
                    <a:pt x="43312" y="1515"/>
                  </a:moveTo>
                  <a:cubicBezTo>
                    <a:pt x="43664" y="1533"/>
                    <a:pt x="43682" y="1687"/>
                    <a:pt x="43691" y="1741"/>
                  </a:cubicBezTo>
                  <a:cubicBezTo>
                    <a:pt x="43700" y="1858"/>
                    <a:pt x="43682" y="1993"/>
                    <a:pt x="43393" y="2029"/>
                  </a:cubicBezTo>
                  <a:cubicBezTo>
                    <a:pt x="43361" y="2033"/>
                    <a:pt x="43331" y="2035"/>
                    <a:pt x="43305" y="2035"/>
                  </a:cubicBezTo>
                  <a:cubicBezTo>
                    <a:pt x="43091" y="2035"/>
                    <a:pt x="43041" y="1916"/>
                    <a:pt x="43033" y="1804"/>
                  </a:cubicBezTo>
                  <a:cubicBezTo>
                    <a:pt x="43006" y="1623"/>
                    <a:pt x="43069" y="1542"/>
                    <a:pt x="43231" y="1515"/>
                  </a:cubicBezTo>
                  <a:close/>
                  <a:moveTo>
                    <a:pt x="42113" y="1308"/>
                  </a:moveTo>
                  <a:cubicBezTo>
                    <a:pt x="42366" y="1335"/>
                    <a:pt x="42501" y="1479"/>
                    <a:pt x="42537" y="1750"/>
                  </a:cubicBezTo>
                  <a:cubicBezTo>
                    <a:pt x="42546" y="1858"/>
                    <a:pt x="42528" y="1966"/>
                    <a:pt x="42474" y="2065"/>
                  </a:cubicBezTo>
                  <a:cubicBezTo>
                    <a:pt x="42420" y="2164"/>
                    <a:pt x="42348" y="2218"/>
                    <a:pt x="42239" y="2236"/>
                  </a:cubicBezTo>
                  <a:cubicBezTo>
                    <a:pt x="42209" y="2239"/>
                    <a:pt x="42181" y="2241"/>
                    <a:pt x="42154" y="2241"/>
                  </a:cubicBezTo>
                  <a:cubicBezTo>
                    <a:pt x="42019" y="2241"/>
                    <a:pt x="41924" y="2203"/>
                    <a:pt x="41879" y="2128"/>
                  </a:cubicBezTo>
                  <a:cubicBezTo>
                    <a:pt x="41861" y="2092"/>
                    <a:pt x="41843" y="2029"/>
                    <a:pt x="41825" y="1858"/>
                  </a:cubicBezTo>
                  <a:cubicBezTo>
                    <a:pt x="41762" y="1353"/>
                    <a:pt x="41969" y="1326"/>
                    <a:pt x="42041" y="1317"/>
                  </a:cubicBezTo>
                  <a:cubicBezTo>
                    <a:pt x="42059" y="1308"/>
                    <a:pt x="42086" y="1308"/>
                    <a:pt x="42113" y="1308"/>
                  </a:cubicBezTo>
                  <a:close/>
                  <a:moveTo>
                    <a:pt x="41221" y="1"/>
                  </a:moveTo>
                  <a:lnTo>
                    <a:pt x="39932" y="163"/>
                  </a:lnTo>
                  <a:lnTo>
                    <a:pt x="40256" y="2795"/>
                  </a:lnTo>
                  <a:lnTo>
                    <a:pt x="47152" y="1930"/>
                  </a:lnTo>
                  <a:lnTo>
                    <a:pt x="47080" y="1335"/>
                  </a:lnTo>
                  <a:lnTo>
                    <a:pt x="41275" y="425"/>
                  </a:lnTo>
                  <a:lnTo>
                    <a:pt x="41221" y="1"/>
                  </a:lnTo>
                  <a:close/>
                  <a:moveTo>
                    <a:pt x="1713" y="4941"/>
                  </a:moveTo>
                  <a:lnTo>
                    <a:pt x="0" y="5157"/>
                  </a:lnTo>
                  <a:lnTo>
                    <a:pt x="334" y="7798"/>
                  </a:lnTo>
                  <a:lnTo>
                    <a:pt x="2046" y="7582"/>
                  </a:lnTo>
                  <a:lnTo>
                    <a:pt x="1713" y="4941"/>
                  </a:lnTo>
                  <a:close/>
                </a:path>
              </a:pathLst>
            </a:custGeom>
            <a:solidFill>
              <a:srgbClr val="EEA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0" name="Google Shape;8350;p291"/>
            <p:cNvSpPr/>
            <p:nvPr/>
          </p:nvSpPr>
          <p:spPr>
            <a:xfrm>
              <a:off x="9084585" y="3533956"/>
              <a:ext cx="102106" cy="52683"/>
            </a:xfrm>
            <a:custGeom>
              <a:avLst/>
              <a:gdLst/>
              <a:ahLst/>
              <a:cxnLst/>
              <a:rect l="l" t="t" r="r" b="b"/>
              <a:pathLst>
                <a:path w="2099" h="1083" extrusionOk="0">
                  <a:moveTo>
                    <a:pt x="1621" y="200"/>
                  </a:moveTo>
                  <a:cubicBezTo>
                    <a:pt x="1351" y="200"/>
                    <a:pt x="1233" y="326"/>
                    <a:pt x="1261" y="579"/>
                  </a:cubicBezTo>
                  <a:cubicBezTo>
                    <a:pt x="1284" y="782"/>
                    <a:pt x="1402" y="883"/>
                    <a:pt x="1609" y="883"/>
                  </a:cubicBezTo>
                  <a:cubicBezTo>
                    <a:pt x="1641" y="883"/>
                    <a:pt x="1675" y="881"/>
                    <a:pt x="1711" y="876"/>
                  </a:cubicBezTo>
                  <a:cubicBezTo>
                    <a:pt x="1982" y="840"/>
                    <a:pt x="2099" y="714"/>
                    <a:pt x="2072" y="498"/>
                  </a:cubicBezTo>
                  <a:cubicBezTo>
                    <a:pt x="2054" y="317"/>
                    <a:pt x="1900" y="218"/>
                    <a:pt x="1621" y="200"/>
                  </a:cubicBezTo>
                  <a:close/>
                  <a:moveTo>
                    <a:pt x="397" y="1"/>
                  </a:moveTo>
                  <a:cubicBezTo>
                    <a:pt x="115" y="1"/>
                    <a:pt x="1" y="217"/>
                    <a:pt x="53" y="633"/>
                  </a:cubicBezTo>
                  <a:cubicBezTo>
                    <a:pt x="71" y="777"/>
                    <a:pt x="89" y="867"/>
                    <a:pt x="116" y="921"/>
                  </a:cubicBezTo>
                  <a:cubicBezTo>
                    <a:pt x="182" y="1032"/>
                    <a:pt x="290" y="1082"/>
                    <a:pt x="446" y="1082"/>
                  </a:cubicBezTo>
                  <a:cubicBezTo>
                    <a:pt x="481" y="1082"/>
                    <a:pt x="518" y="1079"/>
                    <a:pt x="557" y="1075"/>
                  </a:cubicBezTo>
                  <a:cubicBezTo>
                    <a:pt x="693" y="1066"/>
                    <a:pt x="783" y="993"/>
                    <a:pt x="846" y="867"/>
                  </a:cubicBezTo>
                  <a:cubicBezTo>
                    <a:pt x="909" y="750"/>
                    <a:pt x="936" y="633"/>
                    <a:pt x="918" y="507"/>
                  </a:cubicBezTo>
                  <a:cubicBezTo>
                    <a:pt x="882" y="200"/>
                    <a:pt x="720" y="29"/>
                    <a:pt x="431" y="2"/>
                  </a:cubicBezTo>
                  <a:cubicBezTo>
                    <a:pt x="419" y="1"/>
                    <a:pt x="408" y="1"/>
                    <a:pt x="397" y="1"/>
                  </a:cubicBezTo>
                  <a:close/>
                </a:path>
              </a:pathLst>
            </a:custGeom>
            <a:solidFill>
              <a:srgbClr val="EECA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1" name="Google Shape;8351;p291"/>
            <p:cNvSpPr/>
            <p:nvPr/>
          </p:nvSpPr>
          <p:spPr>
            <a:xfrm>
              <a:off x="7151702" y="3605512"/>
              <a:ext cx="1882416" cy="359584"/>
            </a:xfrm>
            <a:custGeom>
              <a:avLst/>
              <a:gdLst/>
              <a:ahLst/>
              <a:cxnLst/>
              <a:rect l="l" t="t" r="r" b="b"/>
              <a:pathLst>
                <a:path w="38697" h="7392" extrusionOk="0">
                  <a:moveTo>
                    <a:pt x="38372" y="0"/>
                  </a:moveTo>
                  <a:lnTo>
                    <a:pt x="25555" y="1614"/>
                  </a:lnTo>
                  <a:cubicBezTo>
                    <a:pt x="25645" y="2506"/>
                    <a:pt x="25104" y="3353"/>
                    <a:pt x="23932" y="4156"/>
                  </a:cubicBezTo>
                  <a:cubicBezTo>
                    <a:pt x="23752" y="4282"/>
                    <a:pt x="23563" y="4399"/>
                    <a:pt x="23373" y="4507"/>
                  </a:cubicBezTo>
                  <a:lnTo>
                    <a:pt x="38697" y="2587"/>
                  </a:lnTo>
                  <a:lnTo>
                    <a:pt x="38661" y="2317"/>
                  </a:lnTo>
                  <a:lnTo>
                    <a:pt x="38372" y="0"/>
                  </a:lnTo>
                  <a:close/>
                  <a:moveTo>
                    <a:pt x="12593" y="3236"/>
                  </a:moveTo>
                  <a:lnTo>
                    <a:pt x="0" y="4805"/>
                  </a:lnTo>
                  <a:lnTo>
                    <a:pt x="298" y="7121"/>
                  </a:lnTo>
                  <a:lnTo>
                    <a:pt x="325" y="7392"/>
                  </a:lnTo>
                  <a:lnTo>
                    <a:pt x="15423" y="5499"/>
                  </a:lnTo>
                  <a:cubicBezTo>
                    <a:pt x="15207" y="5445"/>
                    <a:pt x="14999" y="5381"/>
                    <a:pt x="14792" y="5300"/>
                  </a:cubicBezTo>
                  <a:cubicBezTo>
                    <a:pt x="13458" y="4814"/>
                    <a:pt x="12728" y="4129"/>
                    <a:pt x="12593" y="3236"/>
                  </a:cubicBezTo>
                  <a:close/>
                </a:path>
              </a:pathLst>
            </a:custGeom>
            <a:solidFill>
              <a:srgbClr val="D76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2" name="Google Shape;8352;p291"/>
            <p:cNvSpPr/>
            <p:nvPr/>
          </p:nvSpPr>
          <p:spPr>
            <a:xfrm>
              <a:off x="7764232" y="3683976"/>
              <a:ext cx="634963" cy="189034"/>
            </a:xfrm>
            <a:custGeom>
              <a:avLst/>
              <a:gdLst/>
              <a:ahLst/>
              <a:cxnLst/>
              <a:rect l="l" t="t" r="r" b="b"/>
              <a:pathLst>
                <a:path w="13053" h="3886" extrusionOk="0">
                  <a:moveTo>
                    <a:pt x="12963" y="1"/>
                  </a:moveTo>
                  <a:lnTo>
                    <a:pt x="1" y="1623"/>
                  </a:lnTo>
                  <a:cubicBezTo>
                    <a:pt x="136" y="2516"/>
                    <a:pt x="866" y="3201"/>
                    <a:pt x="2200" y="3687"/>
                  </a:cubicBezTo>
                  <a:cubicBezTo>
                    <a:pt x="2407" y="3768"/>
                    <a:pt x="2615" y="3832"/>
                    <a:pt x="2831" y="3886"/>
                  </a:cubicBezTo>
                  <a:lnTo>
                    <a:pt x="10781" y="2894"/>
                  </a:lnTo>
                  <a:cubicBezTo>
                    <a:pt x="10971" y="2786"/>
                    <a:pt x="11160" y="2669"/>
                    <a:pt x="11340" y="2543"/>
                  </a:cubicBezTo>
                  <a:cubicBezTo>
                    <a:pt x="12512" y="1740"/>
                    <a:pt x="13053" y="893"/>
                    <a:pt x="12963" y="1"/>
                  </a:cubicBezTo>
                  <a:close/>
                </a:path>
              </a:pathLst>
            </a:custGeom>
            <a:solidFill>
              <a:srgbClr val="C2BC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3" name="Google Shape;8353;p291"/>
            <p:cNvSpPr/>
            <p:nvPr/>
          </p:nvSpPr>
          <p:spPr>
            <a:xfrm>
              <a:off x="7758540" y="3565575"/>
              <a:ext cx="636277" cy="197401"/>
            </a:xfrm>
            <a:custGeom>
              <a:avLst/>
              <a:gdLst/>
              <a:ahLst/>
              <a:cxnLst/>
              <a:rect l="l" t="t" r="r" b="b"/>
              <a:pathLst>
                <a:path w="13080" h="4058" extrusionOk="0">
                  <a:moveTo>
                    <a:pt x="9997" y="1"/>
                  </a:moveTo>
                  <a:lnTo>
                    <a:pt x="2506" y="938"/>
                  </a:lnTo>
                  <a:cubicBezTo>
                    <a:pt x="2227" y="1092"/>
                    <a:pt x="1966" y="1245"/>
                    <a:pt x="1722" y="1407"/>
                  </a:cubicBezTo>
                  <a:cubicBezTo>
                    <a:pt x="532" y="2218"/>
                    <a:pt x="0" y="3093"/>
                    <a:pt x="118" y="4012"/>
                  </a:cubicBezTo>
                  <a:cubicBezTo>
                    <a:pt x="118" y="4030"/>
                    <a:pt x="118" y="4039"/>
                    <a:pt x="118" y="4057"/>
                  </a:cubicBezTo>
                  <a:lnTo>
                    <a:pt x="13080" y="2435"/>
                  </a:lnTo>
                  <a:cubicBezTo>
                    <a:pt x="13071" y="2417"/>
                    <a:pt x="13071" y="2408"/>
                    <a:pt x="13071" y="2390"/>
                  </a:cubicBezTo>
                  <a:cubicBezTo>
                    <a:pt x="12953" y="1470"/>
                    <a:pt x="12223" y="758"/>
                    <a:pt x="10871" y="262"/>
                  </a:cubicBezTo>
                  <a:cubicBezTo>
                    <a:pt x="10583" y="172"/>
                    <a:pt x="10294" y="82"/>
                    <a:pt x="9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4" name="Google Shape;8354;p291"/>
            <p:cNvSpPr/>
            <p:nvPr/>
          </p:nvSpPr>
          <p:spPr>
            <a:xfrm>
              <a:off x="7130639" y="3466487"/>
              <a:ext cx="1892096" cy="377145"/>
            </a:xfrm>
            <a:custGeom>
              <a:avLst/>
              <a:gdLst/>
              <a:ahLst/>
              <a:cxnLst/>
              <a:rect l="l" t="t" r="r" b="b"/>
              <a:pathLst>
                <a:path w="38896" h="7753" extrusionOk="0">
                  <a:moveTo>
                    <a:pt x="38526" y="1"/>
                  </a:moveTo>
                  <a:lnTo>
                    <a:pt x="22896" y="1957"/>
                  </a:lnTo>
                  <a:lnTo>
                    <a:pt x="22878" y="2110"/>
                  </a:lnTo>
                  <a:cubicBezTo>
                    <a:pt x="23175" y="2191"/>
                    <a:pt x="23464" y="2281"/>
                    <a:pt x="23752" y="2371"/>
                  </a:cubicBezTo>
                  <a:cubicBezTo>
                    <a:pt x="25068" y="2858"/>
                    <a:pt x="25789" y="3552"/>
                    <a:pt x="25907" y="4481"/>
                  </a:cubicBezTo>
                  <a:lnTo>
                    <a:pt x="25916" y="4553"/>
                  </a:lnTo>
                  <a:lnTo>
                    <a:pt x="38896" y="2930"/>
                  </a:lnTo>
                  <a:lnTo>
                    <a:pt x="38526" y="1"/>
                  </a:lnTo>
                  <a:close/>
                  <a:moveTo>
                    <a:pt x="15405" y="2903"/>
                  </a:moveTo>
                  <a:lnTo>
                    <a:pt x="1" y="4823"/>
                  </a:lnTo>
                  <a:lnTo>
                    <a:pt x="370" y="7753"/>
                  </a:lnTo>
                  <a:lnTo>
                    <a:pt x="13035" y="6166"/>
                  </a:lnTo>
                  <a:lnTo>
                    <a:pt x="13107" y="6121"/>
                  </a:lnTo>
                  <a:lnTo>
                    <a:pt x="13098" y="6040"/>
                  </a:lnTo>
                  <a:cubicBezTo>
                    <a:pt x="12990" y="5157"/>
                    <a:pt x="13521" y="4300"/>
                    <a:pt x="14675" y="3507"/>
                  </a:cubicBezTo>
                  <a:cubicBezTo>
                    <a:pt x="14910" y="3354"/>
                    <a:pt x="15171" y="3192"/>
                    <a:pt x="15450" y="3047"/>
                  </a:cubicBezTo>
                  <a:lnTo>
                    <a:pt x="15405" y="2903"/>
                  </a:lnTo>
                  <a:close/>
                </a:path>
              </a:pathLst>
            </a:custGeom>
            <a:solidFill>
              <a:srgbClr val="EE87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5" name="Google Shape;8355;p291"/>
            <p:cNvSpPr/>
            <p:nvPr/>
          </p:nvSpPr>
          <p:spPr>
            <a:xfrm>
              <a:off x="8992842" y="3474999"/>
              <a:ext cx="35997" cy="141362"/>
            </a:xfrm>
            <a:custGeom>
              <a:avLst/>
              <a:gdLst/>
              <a:ahLst/>
              <a:cxnLst/>
              <a:rect l="l" t="t" r="r" b="b"/>
              <a:pathLst>
                <a:path w="740" h="2906" extrusionOk="0">
                  <a:moveTo>
                    <a:pt x="218" y="0"/>
                  </a:moveTo>
                  <a:cubicBezTo>
                    <a:pt x="203" y="0"/>
                    <a:pt x="187" y="2"/>
                    <a:pt x="172" y="6"/>
                  </a:cubicBezTo>
                  <a:cubicBezTo>
                    <a:pt x="73" y="24"/>
                    <a:pt x="1" y="123"/>
                    <a:pt x="19" y="231"/>
                  </a:cubicBezTo>
                  <a:cubicBezTo>
                    <a:pt x="91" y="637"/>
                    <a:pt x="163" y="1052"/>
                    <a:pt x="217" y="1466"/>
                  </a:cubicBezTo>
                  <a:cubicBezTo>
                    <a:pt x="271" y="1881"/>
                    <a:pt x="334" y="2296"/>
                    <a:pt x="334" y="2710"/>
                  </a:cubicBezTo>
                  <a:cubicBezTo>
                    <a:pt x="334" y="2728"/>
                    <a:pt x="334" y="2746"/>
                    <a:pt x="334" y="2764"/>
                  </a:cubicBezTo>
                  <a:cubicBezTo>
                    <a:pt x="357" y="2848"/>
                    <a:pt x="437" y="2906"/>
                    <a:pt x="527" y="2906"/>
                  </a:cubicBezTo>
                  <a:cubicBezTo>
                    <a:pt x="543" y="2906"/>
                    <a:pt x="561" y="2904"/>
                    <a:pt x="578" y="2899"/>
                  </a:cubicBezTo>
                  <a:cubicBezTo>
                    <a:pt x="677" y="2872"/>
                    <a:pt x="740" y="2764"/>
                    <a:pt x="713" y="2665"/>
                  </a:cubicBezTo>
                  <a:cubicBezTo>
                    <a:pt x="614" y="2259"/>
                    <a:pt x="569" y="1845"/>
                    <a:pt x="523" y="1430"/>
                  </a:cubicBezTo>
                  <a:cubicBezTo>
                    <a:pt x="469" y="1016"/>
                    <a:pt x="433" y="601"/>
                    <a:pt x="406" y="177"/>
                  </a:cubicBezTo>
                  <a:cubicBezTo>
                    <a:pt x="406" y="168"/>
                    <a:pt x="406" y="168"/>
                    <a:pt x="397" y="159"/>
                  </a:cubicBezTo>
                  <a:cubicBezTo>
                    <a:pt x="382" y="67"/>
                    <a:pt x="307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6" name="Google Shape;8356;p291"/>
            <p:cNvSpPr/>
            <p:nvPr/>
          </p:nvSpPr>
          <p:spPr>
            <a:xfrm>
              <a:off x="8234282" y="3461525"/>
              <a:ext cx="850704" cy="234469"/>
            </a:xfrm>
            <a:custGeom>
              <a:avLst/>
              <a:gdLst/>
              <a:ahLst/>
              <a:cxnLst/>
              <a:rect l="l" t="t" r="r" b="b"/>
              <a:pathLst>
                <a:path w="17488" h="4820" extrusionOk="0">
                  <a:moveTo>
                    <a:pt x="15781" y="1"/>
                  </a:moveTo>
                  <a:cubicBezTo>
                    <a:pt x="15770" y="1"/>
                    <a:pt x="15759" y="2"/>
                    <a:pt x="15748" y="4"/>
                  </a:cubicBezTo>
                  <a:lnTo>
                    <a:pt x="190" y="1951"/>
                  </a:lnTo>
                  <a:cubicBezTo>
                    <a:pt x="118" y="1960"/>
                    <a:pt x="55" y="2005"/>
                    <a:pt x="28" y="2086"/>
                  </a:cubicBezTo>
                  <a:cubicBezTo>
                    <a:pt x="1" y="2185"/>
                    <a:pt x="55" y="2293"/>
                    <a:pt x="163" y="2329"/>
                  </a:cubicBezTo>
                  <a:cubicBezTo>
                    <a:pt x="334" y="2356"/>
                    <a:pt x="505" y="2401"/>
                    <a:pt x="668" y="2437"/>
                  </a:cubicBezTo>
                  <a:cubicBezTo>
                    <a:pt x="839" y="2473"/>
                    <a:pt x="1010" y="2509"/>
                    <a:pt x="1172" y="2564"/>
                  </a:cubicBezTo>
                  <a:cubicBezTo>
                    <a:pt x="1488" y="2672"/>
                    <a:pt x="1812" y="2807"/>
                    <a:pt x="2101" y="2987"/>
                  </a:cubicBezTo>
                  <a:cubicBezTo>
                    <a:pt x="2245" y="3077"/>
                    <a:pt x="2380" y="3176"/>
                    <a:pt x="2506" y="3294"/>
                  </a:cubicBezTo>
                  <a:cubicBezTo>
                    <a:pt x="2642" y="3393"/>
                    <a:pt x="2750" y="3528"/>
                    <a:pt x="2849" y="3663"/>
                  </a:cubicBezTo>
                  <a:cubicBezTo>
                    <a:pt x="3038" y="3934"/>
                    <a:pt x="3137" y="4267"/>
                    <a:pt x="3101" y="4592"/>
                  </a:cubicBezTo>
                  <a:cubicBezTo>
                    <a:pt x="3101" y="4628"/>
                    <a:pt x="3101" y="4655"/>
                    <a:pt x="3110" y="4682"/>
                  </a:cubicBezTo>
                  <a:cubicBezTo>
                    <a:pt x="3139" y="4767"/>
                    <a:pt x="3218" y="4819"/>
                    <a:pt x="3304" y="4819"/>
                  </a:cubicBezTo>
                  <a:cubicBezTo>
                    <a:pt x="3326" y="4819"/>
                    <a:pt x="3349" y="4816"/>
                    <a:pt x="3372" y="4808"/>
                  </a:cubicBezTo>
                  <a:cubicBezTo>
                    <a:pt x="3471" y="4772"/>
                    <a:pt x="3525" y="4655"/>
                    <a:pt x="3489" y="4547"/>
                  </a:cubicBezTo>
                  <a:cubicBezTo>
                    <a:pt x="3426" y="4366"/>
                    <a:pt x="3372" y="4186"/>
                    <a:pt x="3282" y="4024"/>
                  </a:cubicBezTo>
                  <a:cubicBezTo>
                    <a:pt x="3201" y="3853"/>
                    <a:pt x="3101" y="3699"/>
                    <a:pt x="2984" y="3555"/>
                  </a:cubicBezTo>
                  <a:cubicBezTo>
                    <a:pt x="2768" y="3276"/>
                    <a:pt x="2497" y="3032"/>
                    <a:pt x="2200" y="2834"/>
                  </a:cubicBezTo>
                  <a:cubicBezTo>
                    <a:pt x="1903" y="2645"/>
                    <a:pt x="1578" y="2482"/>
                    <a:pt x="1254" y="2338"/>
                  </a:cubicBezTo>
                  <a:cubicBezTo>
                    <a:pt x="1170" y="2301"/>
                    <a:pt x="1086" y="2267"/>
                    <a:pt x="1002" y="2233"/>
                  </a:cubicBezTo>
                  <a:lnTo>
                    <a:pt x="1002" y="2233"/>
                  </a:lnTo>
                  <a:lnTo>
                    <a:pt x="15600" y="406"/>
                  </a:lnTo>
                  <a:lnTo>
                    <a:pt x="15600" y="406"/>
                  </a:lnTo>
                  <a:lnTo>
                    <a:pt x="15613" y="508"/>
                  </a:lnTo>
                  <a:lnTo>
                    <a:pt x="15667" y="617"/>
                  </a:lnTo>
                  <a:cubicBezTo>
                    <a:pt x="15686" y="660"/>
                    <a:pt x="15726" y="687"/>
                    <a:pt x="15770" y="687"/>
                  </a:cubicBezTo>
                  <a:cubicBezTo>
                    <a:pt x="15790" y="687"/>
                    <a:pt x="15810" y="682"/>
                    <a:pt x="15829" y="671"/>
                  </a:cubicBezTo>
                  <a:cubicBezTo>
                    <a:pt x="16009" y="589"/>
                    <a:pt x="16199" y="553"/>
                    <a:pt x="16388" y="526"/>
                  </a:cubicBezTo>
                  <a:cubicBezTo>
                    <a:pt x="16483" y="517"/>
                    <a:pt x="16577" y="511"/>
                    <a:pt x="16673" y="511"/>
                  </a:cubicBezTo>
                  <a:cubicBezTo>
                    <a:pt x="16710" y="511"/>
                    <a:pt x="16747" y="512"/>
                    <a:pt x="16784" y="514"/>
                  </a:cubicBezTo>
                  <a:lnTo>
                    <a:pt x="16784" y="514"/>
                  </a:lnTo>
                  <a:cubicBezTo>
                    <a:pt x="16865" y="872"/>
                    <a:pt x="16927" y="1235"/>
                    <a:pt x="16983" y="1599"/>
                  </a:cubicBezTo>
                  <a:cubicBezTo>
                    <a:pt x="17037" y="2005"/>
                    <a:pt x="17109" y="2419"/>
                    <a:pt x="17064" y="2843"/>
                  </a:cubicBezTo>
                  <a:cubicBezTo>
                    <a:pt x="17055" y="2879"/>
                    <a:pt x="17064" y="2906"/>
                    <a:pt x="17073" y="2933"/>
                  </a:cubicBezTo>
                  <a:cubicBezTo>
                    <a:pt x="17100" y="3015"/>
                    <a:pt x="17175" y="3066"/>
                    <a:pt x="17252" y="3066"/>
                  </a:cubicBezTo>
                  <a:cubicBezTo>
                    <a:pt x="17277" y="3066"/>
                    <a:pt x="17301" y="3061"/>
                    <a:pt x="17325" y="3050"/>
                  </a:cubicBezTo>
                  <a:cubicBezTo>
                    <a:pt x="17433" y="3014"/>
                    <a:pt x="17488" y="2897"/>
                    <a:pt x="17442" y="2798"/>
                  </a:cubicBezTo>
                  <a:cubicBezTo>
                    <a:pt x="17298" y="2392"/>
                    <a:pt x="17262" y="1978"/>
                    <a:pt x="17217" y="1563"/>
                  </a:cubicBezTo>
                  <a:cubicBezTo>
                    <a:pt x="17172" y="1148"/>
                    <a:pt x="17145" y="734"/>
                    <a:pt x="17136" y="319"/>
                  </a:cubicBezTo>
                  <a:cubicBezTo>
                    <a:pt x="17136" y="220"/>
                    <a:pt x="17055" y="148"/>
                    <a:pt x="16965" y="148"/>
                  </a:cubicBezTo>
                  <a:lnTo>
                    <a:pt x="16920" y="148"/>
                  </a:lnTo>
                  <a:cubicBezTo>
                    <a:pt x="16739" y="229"/>
                    <a:pt x="16550" y="265"/>
                    <a:pt x="16361" y="292"/>
                  </a:cubicBezTo>
                  <a:cubicBezTo>
                    <a:pt x="16260" y="307"/>
                    <a:pt x="16158" y="316"/>
                    <a:pt x="16056" y="316"/>
                  </a:cubicBezTo>
                  <a:cubicBezTo>
                    <a:pt x="16031" y="316"/>
                    <a:pt x="16007" y="315"/>
                    <a:pt x="15983" y="314"/>
                  </a:cubicBezTo>
                  <a:lnTo>
                    <a:pt x="15983" y="314"/>
                  </a:lnTo>
                  <a:lnTo>
                    <a:pt x="15964" y="166"/>
                  </a:lnTo>
                  <a:cubicBezTo>
                    <a:pt x="15948" y="69"/>
                    <a:pt x="15874" y="1"/>
                    <a:pt x="1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7" name="Google Shape;8357;p291"/>
            <p:cNvSpPr/>
            <p:nvPr/>
          </p:nvSpPr>
          <p:spPr>
            <a:xfrm>
              <a:off x="9007776" y="3586979"/>
              <a:ext cx="90772" cy="141168"/>
            </a:xfrm>
            <a:custGeom>
              <a:avLst/>
              <a:gdLst/>
              <a:ahLst/>
              <a:cxnLst/>
              <a:rect l="l" t="t" r="r" b="b"/>
              <a:pathLst>
                <a:path w="1866" h="2902" extrusionOk="0">
                  <a:moveTo>
                    <a:pt x="1344" y="0"/>
                  </a:moveTo>
                  <a:cubicBezTo>
                    <a:pt x="1323" y="0"/>
                    <a:pt x="1301" y="4"/>
                    <a:pt x="1280" y="12"/>
                  </a:cubicBezTo>
                  <a:cubicBezTo>
                    <a:pt x="1172" y="48"/>
                    <a:pt x="1118" y="165"/>
                    <a:pt x="1163" y="264"/>
                  </a:cubicBezTo>
                  <a:cubicBezTo>
                    <a:pt x="1298" y="643"/>
                    <a:pt x="1334" y="1030"/>
                    <a:pt x="1379" y="1409"/>
                  </a:cubicBezTo>
                  <a:cubicBezTo>
                    <a:pt x="1397" y="1607"/>
                    <a:pt x="1415" y="1796"/>
                    <a:pt x="1424" y="1995"/>
                  </a:cubicBezTo>
                  <a:cubicBezTo>
                    <a:pt x="1438" y="2136"/>
                    <a:pt x="1446" y="2283"/>
                    <a:pt x="1450" y="2430"/>
                  </a:cubicBezTo>
                  <a:lnTo>
                    <a:pt x="1450" y="2430"/>
                  </a:lnTo>
                  <a:cubicBezTo>
                    <a:pt x="1414" y="2442"/>
                    <a:pt x="1379" y="2453"/>
                    <a:pt x="1343" y="2463"/>
                  </a:cubicBezTo>
                  <a:cubicBezTo>
                    <a:pt x="1244" y="2481"/>
                    <a:pt x="1154" y="2499"/>
                    <a:pt x="1055" y="2508"/>
                  </a:cubicBezTo>
                  <a:cubicBezTo>
                    <a:pt x="960" y="2517"/>
                    <a:pt x="865" y="2524"/>
                    <a:pt x="770" y="2524"/>
                  </a:cubicBezTo>
                  <a:cubicBezTo>
                    <a:pt x="738" y="2524"/>
                    <a:pt x="705" y="2523"/>
                    <a:pt x="673" y="2522"/>
                  </a:cubicBezTo>
                  <a:lnTo>
                    <a:pt x="673" y="2522"/>
                  </a:lnTo>
                  <a:cubicBezTo>
                    <a:pt x="626" y="2191"/>
                    <a:pt x="579" y="1854"/>
                    <a:pt x="532" y="1517"/>
                  </a:cubicBezTo>
                  <a:cubicBezTo>
                    <a:pt x="478" y="1138"/>
                    <a:pt x="433" y="751"/>
                    <a:pt x="406" y="363"/>
                  </a:cubicBezTo>
                  <a:cubicBezTo>
                    <a:pt x="406" y="354"/>
                    <a:pt x="406" y="345"/>
                    <a:pt x="406" y="345"/>
                  </a:cubicBezTo>
                  <a:cubicBezTo>
                    <a:pt x="390" y="248"/>
                    <a:pt x="308" y="180"/>
                    <a:pt x="214" y="180"/>
                  </a:cubicBezTo>
                  <a:cubicBezTo>
                    <a:pt x="203" y="180"/>
                    <a:pt x="192" y="181"/>
                    <a:pt x="180" y="183"/>
                  </a:cubicBezTo>
                  <a:cubicBezTo>
                    <a:pt x="72" y="201"/>
                    <a:pt x="0" y="300"/>
                    <a:pt x="27" y="408"/>
                  </a:cubicBezTo>
                  <a:cubicBezTo>
                    <a:pt x="90" y="796"/>
                    <a:pt x="144" y="1174"/>
                    <a:pt x="189" y="1562"/>
                  </a:cubicBezTo>
                  <a:cubicBezTo>
                    <a:pt x="234" y="1950"/>
                    <a:pt x="280" y="2337"/>
                    <a:pt x="316" y="2716"/>
                  </a:cubicBezTo>
                  <a:lnTo>
                    <a:pt x="316" y="2770"/>
                  </a:lnTo>
                  <a:cubicBezTo>
                    <a:pt x="316" y="2779"/>
                    <a:pt x="325" y="2797"/>
                    <a:pt x="334" y="2815"/>
                  </a:cubicBezTo>
                  <a:cubicBezTo>
                    <a:pt x="353" y="2868"/>
                    <a:pt x="407" y="2901"/>
                    <a:pt x="466" y="2901"/>
                  </a:cubicBezTo>
                  <a:cubicBezTo>
                    <a:pt x="488" y="2901"/>
                    <a:pt x="510" y="2897"/>
                    <a:pt x="532" y="2887"/>
                  </a:cubicBezTo>
                  <a:cubicBezTo>
                    <a:pt x="712" y="2806"/>
                    <a:pt x="902" y="2770"/>
                    <a:pt x="1091" y="2734"/>
                  </a:cubicBezTo>
                  <a:cubicBezTo>
                    <a:pt x="1181" y="2725"/>
                    <a:pt x="1280" y="2716"/>
                    <a:pt x="1370" y="2716"/>
                  </a:cubicBezTo>
                  <a:cubicBezTo>
                    <a:pt x="1469" y="2716"/>
                    <a:pt x="1569" y="2725"/>
                    <a:pt x="1668" y="2743"/>
                  </a:cubicBezTo>
                  <a:cubicBezTo>
                    <a:pt x="1677" y="2747"/>
                    <a:pt x="1688" y="2750"/>
                    <a:pt x="1700" y="2750"/>
                  </a:cubicBezTo>
                  <a:cubicBezTo>
                    <a:pt x="1713" y="2750"/>
                    <a:pt x="1726" y="2747"/>
                    <a:pt x="1740" y="2743"/>
                  </a:cubicBezTo>
                  <a:cubicBezTo>
                    <a:pt x="1812" y="2725"/>
                    <a:pt x="1866" y="2644"/>
                    <a:pt x="1839" y="2563"/>
                  </a:cubicBezTo>
                  <a:lnTo>
                    <a:pt x="1830" y="2526"/>
                  </a:lnTo>
                  <a:cubicBezTo>
                    <a:pt x="1785" y="2337"/>
                    <a:pt x="1749" y="2148"/>
                    <a:pt x="1713" y="1959"/>
                  </a:cubicBezTo>
                  <a:cubicBezTo>
                    <a:pt x="1677" y="1769"/>
                    <a:pt x="1641" y="1580"/>
                    <a:pt x="1614" y="1382"/>
                  </a:cubicBezTo>
                  <a:cubicBezTo>
                    <a:pt x="1560" y="1003"/>
                    <a:pt x="1505" y="616"/>
                    <a:pt x="1541" y="219"/>
                  </a:cubicBezTo>
                  <a:cubicBezTo>
                    <a:pt x="1551" y="192"/>
                    <a:pt x="1541" y="156"/>
                    <a:pt x="1532" y="129"/>
                  </a:cubicBezTo>
                  <a:cubicBezTo>
                    <a:pt x="1504" y="51"/>
                    <a:pt x="1425" y="0"/>
                    <a:pt x="1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8" name="Google Shape;8358;p291"/>
            <p:cNvSpPr/>
            <p:nvPr/>
          </p:nvSpPr>
          <p:spPr>
            <a:xfrm>
              <a:off x="9050291" y="3487988"/>
              <a:ext cx="305685" cy="86102"/>
            </a:xfrm>
            <a:custGeom>
              <a:avLst/>
              <a:gdLst/>
              <a:ahLst/>
              <a:cxnLst/>
              <a:rect l="l" t="t" r="r" b="b"/>
              <a:pathLst>
                <a:path w="6284" h="1770" extrusionOk="0">
                  <a:moveTo>
                    <a:pt x="208" y="0"/>
                  </a:moveTo>
                  <a:cubicBezTo>
                    <a:pt x="100" y="0"/>
                    <a:pt x="9" y="82"/>
                    <a:pt x="0" y="190"/>
                  </a:cubicBezTo>
                  <a:cubicBezTo>
                    <a:pt x="0" y="298"/>
                    <a:pt x="82" y="388"/>
                    <a:pt x="190" y="388"/>
                  </a:cubicBezTo>
                  <a:cubicBezTo>
                    <a:pt x="1172" y="442"/>
                    <a:pt x="2137" y="613"/>
                    <a:pt x="3101" y="767"/>
                  </a:cubicBezTo>
                  <a:cubicBezTo>
                    <a:pt x="3588" y="848"/>
                    <a:pt x="4066" y="938"/>
                    <a:pt x="4552" y="1019"/>
                  </a:cubicBezTo>
                  <a:cubicBezTo>
                    <a:pt x="4982" y="1100"/>
                    <a:pt x="5412" y="1189"/>
                    <a:pt x="5849" y="1278"/>
                  </a:cubicBezTo>
                  <a:lnTo>
                    <a:pt x="5849" y="1278"/>
                  </a:lnTo>
                  <a:lnTo>
                    <a:pt x="5887" y="1605"/>
                  </a:lnTo>
                  <a:cubicBezTo>
                    <a:pt x="5903" y="1695"/>
                    <a:pt x="5978" y="1770"/>
                    <a:pt x="6073" y="1770"/>
                  </a:cubicBezTo>
                  <a:cubicBezTo>
                    <a:pt x="6083" y="1770"/>
                    <a:pt x="6093" y="1769"/>
                    <a:pt x="6103" y="1767"/>
                  </a:cubicBezTo>
                  <a:cubicBezTo>
                    <a:pt x="6211" y="1758"/>
                    <a:pt x="6283" y="1659"/>
                    <a:pt x="6274" y="1551"/>
                  </a:cubicBezTo>
                  <a:lnTo>
                    <a:pt x="6211" y="1091"/>
                  </a:lnTo>
                  <a:lnTo>
                    <a:pt x="6211" y="1082"/>
                  </a:lnTo>
                  <a:cubicBezTo>
                    <a:pt x="6202" y="1001"/>
                    <a:pt x="6139" y="929"/>
                    <a:pt x="6049" y="920"/>
                  </a:cubicBezTo>
                  <a:cubicBezTo>
                    <a:pt x="5562" y="875"/>
                    <a:pt x="5075" y="812"/>
                    <a:pt x="4589" y="749"/>
                  </a:cubicBezTo>
                  <a:cubicBezTo>
                    <a:pt x="4111" y="685"/>
                    <a:pt x="3624" y="622"/>
                    <a:pt x="3137" y="550"/>
                  </a:cubicBezTo>
                  <a:cubicBezTo>
                    <a:pt x="2173" y="397"/>
                    <a:pt x="1199" y="262"/>
                    <a:pt x="244" y="9"/>
                  </a:cubicBezTo>
                  <a:cubicBezTo>
                    <a:pt x="235" y="0"/>
                    <a:pt x="217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9" name="Google Shape;8359;p291"/>
            <p:cNvSpPr/>
            <p:nvPr/>
          </p:nvSpPr>
          <p:spPr>
            <a:xfrm>
              <a:off x="9073980" y="3552587"/>
              <a:ext cx="283308" cy="148610"/>
            </a:xfrm>
            <a:custGeom>
              <a:avLst/>
              <a:gdLst/>
              <a:ahLst/>
              <a:cxnLst/>
              <a:rect l="l" t="t" r="r" b="b"/>
              <a:pathLst>
                <a:path w="5824" h="3055" extrusionOk="0">
                  <a:moveTo>
                    <a:pt x="5588" y="1"/>
                  </a:moveTo>
                  <a:cubicBezTo>
                    <a:pt x="5570" y="1"/>
                    <a:pt x="5553" y="3"/>
                    <a:pt x="5535" y="6"/>
                  </a:cubicBezTo>
                  <a:cubicBezTo>
                    <a:pt x="5418" y="34"/>
                    <a:pt x="5336" y="160"/>
                    <a:pt x="5373" y="277"/>
                  </a:cubicBezTo>
                  <a:lnTo>
                    <a:pt x="5406" y="415"/>
                  </a:lnTo>
                  <a:lnTo>
                    <a:pt x="5406" y="415"/>
                  </a:lnTo>
                  <a:cubicBezTo>
                    <a:pt x="5013" y="613"/>
                    <a:pt x="4620" y="805"/>
                    <a:pt x="4228" y="989"/>
                  </a:cubicBezTo>
                  <a:cubicBezTo>
                    <a:pt x="3786" y="1196"/>
                    <a:pt x="3335" y="1395"/>
                    <a:pt x="2885" y="1584"/>
                  </a:cubicBezTo>
                  <a:cubicBezTo>
                    <a:pt x="2434" y="1773"/>
                    <a:pt x="1983" y="1972"/>
                    <a:pt x="1524" y="2152"/>
                  </a:cubicBezTo>
                  <a:cubicBezTo>
                    <a:pt x="1073" y="2332"/>
                    <a:pt x="613" y="2512"/>
                    <a:pt x="153" y="2675"/>
                  </a:cubicBezTo>
                  <a:cubicBezTo>
                    <a:pt x="144" y="2684"/>
                    <a:pt x="135" y="2684"/>
                    <a:pt x="126" y="2684"/>
                  </a:cubicBezTo>
                  <a:cubicBezTo>
                    <a:pt x="36" y="2738"/>
                    <a:pt x="0" y="2855"/>
                    <a:pt x="45" y="2945"/>
                  </a:cubicBezTo>
                  <a:cubicBezTo>
                    <a:pt x="77" y="3016"/>
                    <a:pt x="146" y="3054"/>
                    <a:pt x="219" y="3054"/>
                  </a:cubicBezTo>
                  <a:cubicBezTo>
                    <a:pt x="248" y="3054"/>
                    <a:pt x="278" y="3048"/>
                    <a:pt x="307" y="3035"/>
                  </a:cubicBezTo>
                  <a:cubicBezTo>
                    <a:pt x="748" y="2810"/>
                    <a:pt x="1190" y="2602"/>
                    <a:pt x="1632" y="2395"/>
                  </a:cubicBezTo>
                  <a:cubicBezTo>
                    <a:pt x="2073" y="2188"/>
                    <a:pt x="2524" y="1990"/>
                    <a:pt x="2975" y="1791"/>
                  </a:cubicBezTo>
                  <a:cubicBezTo>
                    <a:pt x="3416" y="1593"/>
                    <a:pt x="3876" y="1404"/>
                    <a:pt x="4327" y="1214"/>
                  </a:cubicBezTo>
                  <a:cubicBezTo>
                    <a:pt x="4778" y="1034"/>
                    <a:pt x="5237" y="854"/>
                    <a:pt x="5706" y="701"/>
                  </a:cubicBezTo>
                  <a:cubicBezTo>
                    <a:pt x="5769" y="674"/>
                    <a:pt x="5823" y="610"/>
                    <a:pt x="5823" y="529"/>
                  </a:cubicBezTo>
                  <a:lnTo>
                    <a:pt x="5823" y="493"/>
                  </a:lnTo>
                  <a:lnTo>
                    <a:pt x="5814" y="223"/>
                  </a:lnTo>
                  <a:cubicBezTo>
                    <a:pt x="5814" y="205"/>
                    <a:pt x="5814" y="187"/>
                    <a:pt x="5805" y="169"/>
                  </a:cubicBezTo>
                  <a:cubicBezTo>
                    <a:pt x="5782" y="68"/>
                    <a:pt x="5692" y="1"/>
                    <a:pt x="5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0" name="Google Shape;8360;p291"/>
            <p:cNvSpPr/>
            <p:nvPr/>
          </p:nvSpPr>
          <p:spPr>
            <a:xfrm>
              <a:off x="7051300" y="3556236"/>
              <a:ext cx="1992937" cy="418201"/>
            </a:xfrm>
            <a:custGeom>
              <a:avLst/>
              <a:gdLst/>
              <a:ahLst/>
              <a:cxnLst/>
              <a:rect l="l" t="t" r="r" b="b"/>
              <a:pathLst>
                <a:path w="40969" h="8597" extrusionOk="0">
                  <a:moveTo>
                    <a:pt x="24542" y="1"/>
                  </a:moveTo>
                  <a:cubicBezTo>
                    <a:pt x="24531" y="1"/>
                    <a:pt x="24520" y="2"/>
                    <a:pt x="24509" y="4"/>
                  </a:cubicBezTo>
                  <a:lnTo>
                    <a:pt x="18812" y="761"/>
                  </a:lnTo>
                  <a:lnTo>
                    <a:pt x="15964" y="1130"/>
                  </a:lnTo>
                  <a:lnTo>
                    <a:pt x="13115" y="1491"/>
                  </a:lnTo>
                  <a:cubicBezTo>
                    <a:pt x="11213" y="1734"/>
                    <a:pt x="9311" y="1978"/>
                    <a:pt x="7409" y="2203"/>
                  </a:cubicBezTo>
                  <a:cubicBezTo>
                    <a:pt x="5508" y="2437"/>
                    <a:pt x="3606" y="2654"/>
                    <a:pt x="1695" y="2861"/>
                  </a:cubicBezTo>
                  <a:cubicBezTo>
                    <a:pt x="1586" y="2870"/>
                    <a:pt x="1514" y="2969"/>
                    <a:pt x="1532" y="3068"/>
                  </a:cubicBezTo>
                  <a:lnTo>
                    <a:pt x="1532" y="3077"/>
                  </a:lnTo>
                  <a:lnTo>
                    <a:pt x="1544" y="3172"/>
                  </a:lnTo>
                  <a:lnTo>
                    <a:pt x="1544" y="3172"/>
                  </a:lnTo>
                  <a:lnTo>
                    <a:pt x="171" y="3339"/>
                  </a:lnTo>
                  <a:cubicBezTo>
                    <a:pt x="72" y="3357"/>
                    <a:pt x="0" y="3438"/>
                    <a:pt x="9" y="3537"/>
                  </a:cubicBezTo>
                  <a:lnTo>
                    <a:pt x="9" y="3555"/>
                  </a:lnTo>
                  <a:cubicBezTo>
                    <a:pt x="36" y="4366"/>
                    <a:pt x="117" y="5169"/>
                    <a:pt x="216" y="5962"/>
                  </a:cubicBezTo>
                  <a:cubicBezTo>
                    <a:pt x="316" y="6764"/>
                    <a:pt x="433" y="7557"/>
                    <a:pt x="604" y="8350"/>
                  </a:cubicBezTo>
                  <a:lnTo>
                    <a:pt x="613" y="8368"/>
                  </a:lnTo>
                  <a:cubicBezTo>
                    <a:pt x="630" y="8461"/>
                    <a:pt x="710" y="8523"/>
                    <a:pt x="802" y="8523"/>
                  </a:cubicBezTo>
                  <a:cubicBezTo>
                    <a:pt x="808" y="8523"/>
                    <a:pt x="814" y="8522"/>
                    <a:pt x="820" y="8522"/>
                  </a:cubicBezTo>
                  <a:lnTo>
                    <a:pt x="2189" y="8348"/>
                  </a:lnTo>
                  <a:lnTo>
                    <a:pt x="2189" y="8348"/>
                  </a:lnTo>
                  <a:lnTo>
                    <a:pt x="2199" y="8423"/>
                  </a:lnTo>
                  <a:lnTo>
                    <a:pt x="2199" y="8432"/>
                  </a:lnTo>
                  <a:lnTo>
                    <a:pt x="2199" y="8441"/>
                  </a:lnTo>
                  <a:cubicBezTo>
                    <a:pt x="2216" y="8529"/>
                    <a:pt x="2297" y="8597"/>
                    <a:pt x="2385" y="8597"/>
                  </a:cubicBezTo>
                  <a:cubicBezTo>
                    <a:pt x="2395" y="8597"/>
                    <a:pt x="2405" y="8596"/>
                    <a:pt x="2416" y="8594"/>
                  </a:cubicBezTo>
                  <a:cubicBezTo>
                    <a:pt x="5598" y="8089"/>
                    <a:pt x="8798" y="7701"/>
                    <a:pt x="11998" y="7305"/>
                  </a:cubicBezTo>
                  <a:lnTo>
                    <a:pt x="21588" y="6124"/>
                  </a:lnTo>
                  <a:lnTo>
                    <a:pt x="31188" y="4943"/>
                  </a:lnTo>
                  <a:lnTo>
                    <a:pt x="40779" y="3789"/>
                  </a:lnTo>
                  <a:lnTo>
                    <a:pt x="40788" y="3789"/>
                  </a:lnTo>
                  <a:cubicBezTo>
                    <a:pt x="40887" y="3780"/>
                    <a:pt x="40968" y="3681"/>
                    <a:pt x="40950" y="3573"/>
                  </a:cubicBezTo>
                  <a:lnTo>
                    <a:pt x="40914" y="3303"/>
                  </a:lnTo>
                  <a:cubicBezTo>
                    <a:pt x="40906" y="3201"/>
                    <a:pt x="40817" y="3131"/>
                    <a:pt x="40716" y="3131"/>
                  </a:cubicBezTo>
                  <a:cubicBezTo>
                    <a:pt x="40710" y="3131"/>
                    <a:pt x="40704" y="3131"/>
                    <a:pt x="40698" y="3131"/>
                  </a:cubicBezTo>
                  <a:cubicBezTo>
                    <a:pt x="40599" y="3149"/>
                    <a:pt x="40518" y="3249"/>
                    <a:pt x="40536" y="3348"/>
                  </a:cubicBezTo>
                  <a:lnTo>
                    <a:pt x="40544" y="3427"/>
                  </a:lnTo>
                  <a:lnTo>
                    <a:pt x="40544" y="3427"/>
                  </a:lnTo>
                  <a:lnTo>
                    <a:pt x="31152" y="4655"/>
                  </a:lnTo>
                  <a:lnTo>
                    <a:pt x="21561" y="5872"/>
                  </a:lnTo>
                  <a:lnTo>
                    <a:pt x="11971" y="7098"/>
                  </a:lnTo>
                  <a:cubicBezTo>
                    <a:pt x="8834" y="7495"/>
                    <a:pt x="5706" y="7893"/>
                    <a:pt x="2562" y="8188"/>
                  </a:cubicBezTo>
                  <a:lnTo>
                    <a:pt x="2562" y="8188"/>
                  </a:lnTo>
                  <a:lnTo>
                    <a:pt x="2551" y="8107"/>
                  </a:lnTo>
                  <a:cubicBezTo>
                    <a:pt x="2534" y="8005"/>
                    <a:pt x="2453" y="7935"/>
                    <a:pt x="2353" y="7935"/>
                  </a:cubicBezTo>
                  <a:cubicBezTo>
                    <a:pt x="2347" y="7935"/>
                    <a:pt x="2341" y="7935"/>
                    <a:pt x="2335" y="7936"/>
                  </a:cubicBezTo>
                  <a:lnTo>
                    <a:pt x="984" y="8108"/>
                  </a:lnTo>
                  <a:lnTo>
                    <a:pt x="984" y="8108"/>
                  </a:lnTo>
                  <a:cubicBezTo>
                    <a:pt x="950" y="7364"/>
                    <a:pt x="866" y="6627"/>
                    <a:pt x="775" y="5899"/>
                  </a:cubicBezTo>
                  <a:cubicBezTo>
                    <a:pt x="684" y="5161"/>
                    <a:pt x="578" y="4430"/>
                    <a:pt x="428" y="3701"/>
                  </a:cubicBezTo>
                  <a:lnTo>
                    <a:pt x="428" y="3701"/>
                  </a:lnTo>
                  <a:lnTo>
                    <a:pt x="1785" y="3528"/>
                  </a:lnTo>
                  <a:cubicBezTo>
                    <a:pt x="1884" y="3519"/>
                    <a:pt x="1965" y="3420"/>
                    <a:pt x="1947" y="3312"/>
                  </a:cubicBezTo>
                  <a:lnTo>
                    <a:pt x="1935" y="3213"/>
                  </a:lnTo>
                  <a:lnTo>
                    <a:pt x="1935" y="3213"/>
                  </a:lnTo>
                  <a:cubicBezTo>
                    <a:pt x="3766" y="2952"/>
                    <a:pt x="5606" y="2700"/>
                    <a:pt x="7437" y="2464"/>
                  </a:cubicBezTo>
                  <a:cubicBezTo>
                    <a:pt x="9338" y="2221"/>
                    <a:pt x="11240" y="1987"/>
                    <a:pt x="13142" y="1752"/>
                  </a:cubicBezTo>
                  <a:lnTo>
                    <a:pt x="16000" y="1401"/>
                  </a:lnTo>
                  <a:lnTo>
                    <a:pt x="18848" y="1058"/>
                  </a:lnTo>
                  <a:lnTo>
                    <a:pt x="24554" y="382"/>
                  </a:lnTo>
                  <a:lnTo>
                    <a:pt x="24563" y="382"/>
                  </a:lnTo>
                  <a:cubicBezTo>
                    <a:pt x="24671" y="373"/>
                    <a:pt x="24743" y="274"/>
                    <a:pt x="24725" y="166"/>
                  </a:cubicBezTo>
                  <a:cubicBezTo>
                    <a:pt x="24717" y="69"/>
                    <a:pt x="24637" y="1"/>
                    <a:pt x="2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1" name="Google Shape;8361;p291"/>
            <p:cNvSpPr/>
            <p:nvPr/>
          </p:nvSpPr>
          <p:spPr>
            <a:xfrm>
              <a:off x="7753724" y="3601377"/>
              <a:ext cx="138152" cy="171960"/>
            </a:xfrm>
            <a:custGeom>
              <a:avLst/>
              <a:gdLst/>
              <a:ahLst/>
              <a:cxnLst/>
              <a:rect l="l" t="t" r="r" b="b"/>
              <a:pathLst>
                <a:path w="2840" h="3535" extrusionOk="0">
                  <a:moveTo>
                    <a:pt x="2624" y="1"/>
                  </a:moveTo>
                  <a:cubicBezTo>
                    <a:pt x="2587" y="1"/>
                    <a:pt x="2549" y="11"/>
                    <a:pt x="2515" y="31"/>
                  </a:cubicBezTo>
                  <a:lnTo>
                    <a:pt x="2065" y="329"/>
                  </a:lnTo>
                  <a:cubicBezTo>
                    <a:pt x="1920" y="428"/>
                    <a:pt x="1767" y="509"/>
                    <a:pt x="1623" y="626"/>
                  </a:cubicBezTo>
                  <a:cubicBezTo>
                    <a:pt x="1343" y="842"/>
                    <a:pt x="1064" y="1068"/>
                    <a:pt x="821" y="1338"/>
                  </a:cubicBezTo>
                  <a:cubicBezTo>
                    <a:pt x="577" y="1599"/>
                    <a:pt x="370" y="1897"/>
                    <a:pt x="217" y="2239"/>
                  </a:cubicBezTo>
                  <a:cubicBezTo>
                    <a:pt x="63" y="2582"/>
                    <a:pt x="0" y="2961"/>
                    <a:pt x="27" y="3339"/>
                  </a:cubicBezTo>
                  <a:lnTo>
                    <a:pt x="27" y="3348"/>
                  </a:lnTo>
                  <a:cubicBezTo>
                    <a:pt x="27" y="3357"/>
                    <a:pt x="27" y="3375"/>
                    <a:pt x="27" y="3384"/>
                  </a:cubicBezTo>
                  <a:cubicBezTo>
                    <a:pt x="51" y="3469"/>
                    <a:pt x="133" y="3534"/>
                    <a:pt x="224" y="3534"/>
                  </a:cubicBezTo>
                  <a:cubicBezTo>
                    <a:pt x="240" y="3534"/>
                    <a:pt x="255" y="3532"/>
                    <a:pt x="271" y="3528"/>
                  </a:cubicBezTo>
                  <a:cubicBezTo>
                    <a:pt x="370" y="3501"/>
                    <a:pt x="433" y="3393"/>
                    <a:pt x="415" y="3294"/>
                  </a:cubicBezTo>
                  <a:cubicBezTo>
                    <a:pt x="334" y="2979"/>
                    <a:pt x="361" y="2654"/>
                    <a:pt x="478" y="2348"/>
                  </a:cubicBezTo>
                  <a:cubicBezTo>
                    <a:pt x="595" y="2041"/>
                    <a:pt x="794" y="1762"/>
                    <a:pt x="1019" y="1518"/>
                  </a:cubicBezTo>
                  <a:cubicBezTo>
                    <a:pt x="1253" y="1275"/>
                    <a:pt x="1524" y="1059"/>
                    <a:pt x="1803" y="878"/>
                  </a:cubicBezTo>
                  <a:lnTo>
                    <a:pt x="1911" y="806"/>
                  </a:lnTo>
                  <a:lnTo>
                    <a:pt x="2019" y="743"/>
                  </a:lnTo>
                  <a:cubicBezTo>
                    <a:pt x="2092" y="698"/>
                    <a:pt x="2173" y="653"/>
                    <a:pt x="2245" y="617"/>
                  </a:cubicBezTo>
                  <a:cubicBezTo>
                    <a:pt x="2398" y="536"/>
                    <a:pt x="2542" y="455"/>
                    <a:pt x="2695" y="374"/>
                  </a:cubicBezTo>
                  <a:lnTo>
                    <a:pt x="2714" y="365"/>
                  </a:lnTo>
                  <a:cubicBezTo>
                    <a:pt x="2714" y="365"/>
                    <a:pt x="2723" y="365"/>
                    <a:pt x="2732" y="356"/>
                  </a:cubicBezTo>
                  <a:cubicBezTo>
                    <a:pt x="2822" y="301"/>
                    <a:pt x="2840" y="175"/>
                    <a:pt x="2786" y="85"/>
                  </a:cubicBezTo>
                  <a:cubicBezTo>
                    <a:pt x="2746" y="29"/>
                    <a:pt x="2686" y="1"/>
                    <a:pt x="2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2" name="Google Shape;8362;p291"/>
            <p:cNvSpPr/>
            <p:nvPr/>
          </p:nvSpPr>
          <p:spPr>
            <a:xfrm>
              <a:off x="8276797" y="3673322"/>
              <a:ext cx="127207" cy="161161"/>
            </a:xfrm>
            <a:custGeom>
              <a:avLst/>
              <a:gdLst/>
              <a:ahLst/>
              <a:cxnLst/>
              <a:rect l="l" t="t" r="r" b="b"/>
              <a:pathLst>
                <a:path w="2615" h="3313" extrusionOk="0">
                  <a:moveTo>
                    <a:pt x="2417" y="0"/>
                  </a:moveTo>
                  <a:cubicBezTo>
                    <a:pt x="2405" y="0"/>
                    <a:pt x="2393" y="1"/>
                    <a:pt x="2381" y="3"/>
                  </a:cubicBezTo>
                  <a:cubicBezTo>
                    <a:pt x="2272" y="30"/>
                    <a:pt x="2209" y="129"/>
                    <a:pt x="2227" y="238"/>
                  </a:cubicBezTo>
                  <a:cubicBezTo>
                    <a:pt x="2254" y="382"/>
                    <a:pt x="2272" y="526"/>
                    <a:pt x="2254" y="670"/>
                  </a:cubicBezTo>
                  <a:cubicBezTo>
                    <a:pt x="2245" y="815"/>
                    <a:pt x="2218" y="968"/>
                    <a:pt x="2155" y="1103"/>
                  </a:cubicBezTo>
                  <a:cubicBezTo>
                    <a:pt x="2056" y="1382"/>
                    <a:pt x="1876" y="1644"/>
                    <a:pt x="1668" y="1869"/>
                  </a:cubicBezTo>
                  <a:cubicBezTo>
                    <a:pt x="1461" y="2104"/>
                    <a:pt x="1218" y="2302"/>
                    <a:pt x="965" y="2473"/>
                  </a:cubicBezTo>
                  <a:cubicBezTo>
                    <a:pt x="830" y="2563"/>
                    <a:pt x="704" y="2653"/>
                    <a:pt x="569" y="2735"/>
                  </a:cubicBezTo>
                  <a:cubicBezTo>
                    <a:pt x="434" y="2807"/>
                    <a:pt x="298" y="2879"/>
                    <a:pt x="154" y="2942"/>
                  </a:cubicBezTo>
                  <a:cubicBezTo>
                    <a:pt x="145" y="2942"/>
                    <a:pt x="136" y="2951"/>
                    <a:pt x="127" y="2951"/>
                  </a:cubicBezTo>
                  <a:cubicBezTo>
                    <a:pt x="28" y="3005"/>
                    <a:pt x="1" y="3131"/>
                    <a:pt x="64" y="3221"/>
                  </a:cubicBezTo>
                  <a:cubicBezTo>
                    <a:pt x="99" y="3280"/>
                    <a:pt x="162" y="3312"/>
                    <a:pt x="226" y="3312"/>
                  </a:cubicBezTo>
                  <a:cubicBezTo>
                    <a:pt x="260" y="3312"/>
                    <a:pt x="294" y="3303"/>
                    <a:pt x="325" y="3284"/>
                  </a:cubicBezTo>
                  <a:lnTo>
                    <a:pt x="334" y="3284"/>
                  </a:lnTo>
                  <a:cubicBezTo>
                    <a:pt x="614" y="3104"/>
                    <a:pt x="875" y="2906"/>
                    <a:pt x="1128" y="2707"/>
                  </a:cubicBezTo>
                  <a:cubicBezTo>
                    <a:pt x="1389" y="2500"/>
                    <a:pt x="1632" y="2284"/>
                    <a:pt x="1849" y="2031"/>
                  </a:cubicBezTo>
                  <a:cubicBezTo>
                    <a:pt x="2065" y="1788"/>
                    <a:pt x="2263" y="1518"/>
                    <a:pt x="2399" y="1202"/>
                  </a:cubicBezTo>
                  <a:cubicBezTo>
                    <a:pt x="2543" y="896"/>
                    <a:pt x="2615" y="553"/>
                    <a:pt x="2615" y="193"/>
                  </a:cubicBezTo>
                  <a:cubicBezTo>
                    <a:pt x="2615" y="184"/>
                    <a:pt x="2615" y="166"/>
                    <a:pt x="2615" y="157"/>
                  </a:cubicBezTo>
                  <a:cubicBezTo>
                    <a:pt x="2591" y="61"/>
                    <a:pt x="2510" y="0"/>
                    <a:pt x="2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3" name="Google Shape;8363;p291"/>
            <p:cNvSpPr/>
            <p:nvPr/>
          </p:nvSpPr>
          <p:spPr>
            <a:xfrm>
              <a:off x="7126261" y="3708687"/>
              <a:ext cx="37311" cy="143746"/>
            </a:xfrm>
            <a:custGeom>
              <a:avLst/>
              <a:gdLst/>
              <a:ahLst/>
              <a:cxnLst/>
              <a:rect l="l" t="t" r="r" b="b"/>
              <a:pathLst>
                <a:path w="767" h="2955" extrusionOk="0">
                  <a:moveTo>
                    <a:pt x="226" y="1"/>
                  </a:moveTo>
                  <a:cubicBezTo>
                    <a:pt x="211" y="1"/>
                    <a:pt x="196" y="3"/>
                    <a:pt x="181" y="6"/>
                  </a:cubicBezTo>
                  <a:cubicBezTo>
                    <a:pt x="73" y="24"/>
                    <a:pt x="0" y="124"/>
                    <a:pt x="27" y="232"/>
                  </a:cubicBezTo>
                  <a:cubicBezTo>
                    <a:pt x="100" y="637"/>
                    <a:pt x="163" y="1052"/>
                    <a:pt x="217" y="1467"/>
                  </a:cubicBezTo>
                  <a:lnTo>
                    <a:pt x="307" y="2089"/>
                  </a:lnTo>
                  <a:cubicBezTo>
                    <a:pt x="325" y="2296"/>
                    <a:pt x="379" y="2494"/>
                    <a:pt x="334" y="2711"/>
                  </a:cubicBezTo>
                  <a:cubicBezTo>
                    <a:pt x="325" y="2756"/>
                    <a:pt x="334" y="2801"/>
                    <a:pt x="352" y="2837"/>
                  </a:cubicBezTo>
                  <a:cubicBezTo>
                    <a:pt x="384" y="2914"/>
                    <a:pt x="458" y="2955"/>
                    <a:pt x="534" y="2955"/>
                  </a:cubicBezTo>
                  <a:cubicBezTo>
                    <a:pt x="564" y="2955"/>
                    <a:pt x="594" y="2949"/>
                    <a:pt x="622" y="2936"/>
                  </a:cubicBezTo>
                  <a:cubicBezTo>
                    <a:pt x="722" y="2891"/>
                    <a:pt x="767" y="2765"/>
                    <a:pt x="722" y="2666"/>
                  </a:cubicBezTo>
                  <a:cubicBezTo>
                    <a:pt x="622" y="2467"/>
                    <a:pt x="622" y="2251"/>
                    <a:pt x="595" y="2053"/>
                  </a:cubicBezTo>
                  <a:lnTo>
                    <a:pt x="523" y="1431"/>
                  </a:lnTo>
                  <a:cubicBezTo>
                    <a:pt x="478" y="1016"/>
                    <a:pt x="433" y="601"/>
                    <a:pt x="406" y="178"/>
                  </a:cubicBezTo>
                  <a:cubicBezTo>
                    <a:pt x="406" y="178"/>
                    <a:pt x="406" y="169"/>
                    <a:pt x="406" y="160"/>
                  </a:cubicBezTo>
                  <a:cubicBezTo>
                    <a:pt x="391" y="67"/>
                    <a:pt x="316" y="1"/>
                    <a:pt x="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4" name="Google Shape;8364;p291"/>
            <p:cNvSpPr/>
            <p:nvPr/>
          </p:nvSpPr>
          <p:spPr>
            <a:xfrm>
              <a:off x="7753724" y="3752661"/>
              <a:ext cx="159215" cy="130125"/>
            </a:xfrm>
            <a:custGeom>
              <a:avLst/>
              <a:gdLst/>
              <a:ahLst/>
              <a:cxnLst/>
              <a:rect l="l" t="t" r="r" b="b"/>
              <a:pathLst>
                <a:path w="3273" h="2675" extrusionOk="0">
                  <a:moveTo>
                    <a:pt x="215" y="1"/>
                  </a:moveTo>
                  <a:cubicBezTo>
                    <a:pt x="203" y="1"/>
                    <a:pt x="192" y="2"/>
                    <a:pt x="181" y="4"/>
                  </a:cubicBezTo>
                  <a:cubicBezTo>
                    <a:pt x="72" y="31"/>
                    <a:pt x="0" y="130"/>
                    <a:pt x="27" y="238"/>
                  </a:cubicBezTo>
                  <a:cubicBezTo>
                    <a:pt x="99" y="581"/>
                    <a:pt x="253" y="905"/>
                    <a:pt x="460" y="1176"/>
                  </a:cubicBezTo>
                  <a:cubicBezTo>
                    <a:pt x="676" y="1446"/>
                    <a:pt x="938" y="1662"/>
                    <a:pt x="1208" y="1843"/>
                  </a:cubicBezTo>
                  <a:cubicBezTo>
                    <a:pt x="1488" y="2023"/>
                    <a:pt x="1776" y="2176"/>
                    <a:pt x="2083" y="2302"/>
                  </a:cubicBezTo>
                  <a:cubicBezTo>
                    <a:pt x="2371" y="2438"/>
                    <a:pt x="2677" y="2564"/>
                    <a:pt x="3002" y="2663"/>
                  </a:cubicBezTo>
                  <a:cubicBezTo>
                    <a:pt x="3011" y="2663"/>
                    <a:pt x="3020" y="2672"/>
                    <a:pt x="3029" y="2672"/>
                  </a:cubicBezTo>
                  <a:cubicBezTo>
                    <a:pt x="3039" y="2674"/>
                    <a:pt x="3049" y="2674"/>
                    <a:pt x="3059" y="2674"/>
                  </a:cubicBezTo>
                  <a:cubicBezTo>
                    <a:pt x="3155" y="2674"/>
                    <a:pt x="3238" y="2599"/>
                    <a:pt x="3254" y="2510"/>
                  </a:cubicBezTo>
                  <a:cubicBezTo>
                    <a:pt x="3272" y="2402"/>
                    <a:pt x="3191" y="2302"/>
                    <a:pt x="3092" y="2284"/>
                  </a:cubicBezTo>
                  <a:cubicBezTo>
                    <a:pt x="2939" y="2266"/>
                    <a:pt x="2786" y="2230"/>
                    <a:pt x="2641" y="2185"/>
                  </a:cubicBezTo>
                  <a:cubicBezTo>
                    <a:pt x="2488" y="2140"/>
                    <a:pt x="2335" y="2086"/>
                    <a:pt x="2191" y="2032"/>
                  </a:cubicBezTo>
                  <a:cubicBezTo>
                    <a:pt x="1902" y="1915"/>
                    <a:pt x="1623" y="1789"/>
                    <a:pt x="1361" y="1608"/>
                  </a:cubicBezTo>
                  <a:cubicBezTo>
                    <a:pt x="1118" y="1437"/>
                    <a:pt x="875" y="1239"/>
                    <a:pt x="712" y="986"/>
                  </a:cubicBezTo>
                  <a:cubicBezTo>
                    <a:pt x="622" y="869"/>
                    <a:pt x="559" y="734"/>
                    <a:pt x="505" y="599"/>
                  </a:cubicBezTo>
                  <a:cubicBezTo>
                    <a:pt x="451" y="464"/>
                    <a:pt x="424" y="319"/>
                    <a:pt x="415" y="175"/>
                  </a:cubicBezTo>
                  <a:lnTo>
                    <a:pt x="406" y="175"/>
                  </a:lnTo>
                  <a:cubicBezTo>
                    <a:pt x="406" y="166"/>
                    <a:pt x="406" y="166"/>
                    <a:pt x="406" y="157"/>
                  </a:cubicBezTo>
                  <a:cubicBezTo>
                    <a:pt x="390" y="61"/>
                    <a:pt x="303" y="1"/>
                    <a:pt x="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5" name="Google Shape;8365;p291"/>
            <p:cNvSpPr/>
            <p:nvPr/>
          </p:nvSpPr>
          <p:spPr>
            <a:xfrm>
              <a:off x="7140708" y="3828157"/>
              <a:ext cx="36046" cy="134163"/>
            </a:xfrm>
            <a:custGeom>
              <a:avLst/>
              <a:gdLst/>
              <a:ahLst/>
              <a:cxnLst/>
              <a:rect l="l" t="t" r="r" b="b"/>
              <a:pathLst>
                <a:path w="741" h="2758" extrusionOk="0">
                  <a:moveTo>
                    <a:pt x="230" y="0"/>
                  </a:moveTo>
                  <a:cubicBezTo>
                    <a:pt x="208" y="0"/>
                    <a:pt x="186" y="4"/>
                    <a:pt x="163" y="11"/>
                  </a:cubicBezTo>
                  <a:cubicBezTo>
                    <a:pt x="64" y="38"/>
                    <a:pt x="1" y="155"/>
                    <a:pt x="37" y="255"/>
                  </a:cubicBezTo>
                  <a:cubicBezTo>
                    <a:pt x="163" y="633"/>
                    <a:pt x="208" y="1021"/>
                    <a:pt x="253" y="1399"/>
                  </a:cubicBezTo>
                  <a:cubicBezTo>
                    <a:pt x="289" y="1787"/>
                    <a:pt x="325" y="2175"/>
                    <a:pt x="325" y="2562"/>
                  </a:cubicBezTo>
                  <a:cubicBezTo>
                    <a:pt x="325" y="2580"/>
                    <a:pt x="325" y="2598"/>
                    <a:pt x="334" y="2607"/>
                  </a:cubicBezTo>
                  <a:cubicBezTo>
                    <a:pt x="357" y="2698"/>
                    <a:pt x="431" y="2758"/>
                    <a:pt x="519" y="2758"/>
                  </a:cubicBezTo>
                  <a:cubicBezTo>
                    <a:pt x="535" y="2758"/>
                    <a:pt x="552" y="2756"/>
                    <a:pt x="569" y="2751"/>
                  </a:cubicBezTo>
                  <a:cubicBezTo>
                    <a:pt x="677" y="2724"/>
                    <a:pt x="740" y="2625"/>
                    <a:pt x="713" y="2517"/>
                  </a:cubicBezTo>
                  <a:cubicBezTo>
                    <a:pt x="623" y="2138"/>
                    <a:pt x="551" y="1760"/>
                    <a:pt x="497" y="1372"/>
                  </a:cubicBezTo>
                  <a:cubicBezTo>
                    <a:pt x="443" y="985"/>
                    <a:pt x="397" y="606"/>
                    <a:pt x="425" y="210"/>
                  </a:cubicBezTo>
                  <a:cubicBezTo>
                    <a:pt x="425" y="182"/>
                    <a:pt x="425" y="155"/>
                    <a:pt x="416" y="137"/>
                  </a:cubicBezTo>
                  <a:cubicBezTo>
                    <a:pt x="387" y="52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6" name="Google Shape;8366;p291"/>
          <p:cNvGrpSpPr/>
          <p:nvPr/>
        </p:nvGrpSpPr>
        <p:grpSpPr>
          <a:xfrm rot="854098">
            <a:off x="7782856" y="510397"/>
            <a:ext cx="639528" cy="438002"/>
            <a:chOff x="5501450" y="2545600"/>
            <a:chExt cx="639525" cy="438000"/>
          </a:xfrm>
        </p:grpSpPr>
        <p:sp>
          <p:nvSpPr>
            <p:cNvPr id="8367" name="Google Shape;8367;p291"/>
            <p:cNvSpPr/>
            <p:nvPr/>
          </p:nvSpPr>
          <p:spPr>
            <a:xfrm>
              <a:off x="5501450" y="2545600"/>
              <a:ext cx="639525" cy="438000"/>
            </a:xfrm>
            <a:custGeom>
              <a:avLst/>
              <a:gdLst/>
              <a:ahLst/>
              <a:cxnLst/>
              <a:rect l="l" t="t" r="r" b="b"/>
              <a:pathLst>
                <a:path w="25581" h="17520" extrusionOk="0">
                  <a:moveTo>
                    <a:pt x="2054" y="916"/>
                  </a:moveTo>
                  <a:cubicBezTo>
                    <a:pt x="4249" y="1273"/>
                    <a:pt x="6534" y="1376"/>
                    <a:pt x="8837" y="1376"/>
                  </a:cubicBezTo>
                  <a:cubicBezTo>
                    <a:pt x="11993" y="1376"/>
                    <a:pt x="15185" y="1183"/>
                    <a:pt x="18229" y="1183"/>
                  </a:cubicBezTo>
                  <a:cubicBezTo>
                    <a:pt x="18767" y="1183"/>
                    <a:pt x="19366" y="1142"/>
                    <a:pt x="19969" y="1142"/>
                  </a:cubicBezTo>
                  <a:cubicBezTo>
                    <a:pt x="21476" y="1142"/>
                    <a:pt x="23008" y="1398"/>
                    <a:pt x="23668" y="3189"/>
                  </a:cubicBezTo>
                  <a:cubicBezTo>
                    <a:pt x="24139" y="4443"/>
                    <a:pt x="23998" y="6292"/>
                    <a:pt x="24045" y="7625"/>
                  </a:cubicBezTo>
                  <a:cubicBezTo>
                    <a:pt x="24154" y="10242"/>
                    <a:pt x="24076" y="12876"/>
                    <a:pt x="23904" y="15493"/>
                  </a:cubicBezTo>
                  <a:cubicBezTo>
                    <a:pt x="19549" y="16044"/>
                    <a:pt x="15184" y="16308"/>
                    <a:pt x="10802" y="16308"/>
                  </a:cubicBezTo>
                  <a:cubicBezTo>
                    <a:pt x="9570" y="16308"/>
                    <a:pt x="8336" y="16287"/>
                    <a:pt x="7101" y="16246"/>
                  </a:cubicBezTo>
                  <a:cubicBezTo>
                    <a:pt x="5141" y="16167"/>
                    <a:pt x="2398" y="16543"/>
                    <a:pt x="1505" y="14036"/>
                  </a:cubicBezTo>
                  <a:cubicBezTo>
                    <a:pt x="1066" y="12782"/>
                    <a:pt x="1270" y="10916"/>
                    <a:pt x="1207" y="9600"/>
                  </a:cubicBezTo>
                  <a:cubicBezTo>
                    <a:pt x="1160" y="8659"/>
                    <a:pt x="235" y="1700"/>
                    <a:pt x="2054" y="916"/>
                  </a:cubicBezTo>
                  <a:close/>
                  <a:moveTo>
                    <a:pt x="1928" y="0"/>
                  </a:moveTo>
                  <a:cubicBezTo>
                    <a:pt x="478" y="0"/>
                    <a:pt x="29" y="2119"/>
                    <a:pt x="16" y="3518"/>
                  </a:cubicBezTo>
                  <a:cubicBezTo>
                    <a:pt x="0" y="5869"/>
                    <a:pt x="204" y="8252"/>
                    <a:pt x="282" y="10603"/>
                  </a:cubicBezTo>
                  <a:cubicBezTo>
                    <a:pt x="345" y="12139"/>
                    <a:pt x="157" y="14098"/>
                    <a:pt x="1003" y="15462"/>
                  </a:cubicBezTo>
                  <a:cubicBezTo>
                    <a:pt x="2119" y="17247"/>
                    <a:pt x="4806" y="17520"/>
                    <a:pt x="7212" y="17520"/>
                  </a:cubicBezTo>
                  <a:cubicBezTo>
                    <a:pt x="8268" y="17520"/>
                    <a:pt x="9269" y="17467"/>
                    <a:pt x="10061" y="17467"/>
                  </a:cubicBezTo>
                  <a:cubicBezTo>
                    <a:pt x="10126" y="17467"/>
                    <a:pt x="10189" y="17468"/>
                    <a:pt x="10251" y="17468"/>
                  </a:cubicBezTo>
                  <a:cubicBezTo>
                    <a:pt x="10550" y="17471"/>
                    <a:pt x="10848" y="17473"/>
                    <a:pt x="11146" y="17473"/>
                  </a:cubicBezTo>
                  <a:cubicBezTo>
                    <a:pt x="15785" y="17473"/>
                    <a:pt x="20422" y="17132"/>
                    <a:pt x="25016" y="16528"/>
                  </a:cubicBezTo>
                  <a:cubicBezTo>
                    <a:pt x="25581" y="16449"/>
                    <a:pt x="25549" y="15791"/>
                    <a:pt x="25189" y="15509"/>
                  </a:cubicBezTo>
                  <a:cubicBezTo>
                    <a:pt x="25440" y="11857"/>
                    <a:pt x="25534" y="8126"/>
                    <a:pt x="25110" y="4490"/>
                  </a:cubicBezTo>
                  <a:cubicBezTo>
                    <a:pt x="24907" y="2766"/>
                    <a:pt x="24515" y="995"/>
                    <a:pt x="22728" y="305"/>
                  </a:cubicBezTo>
                  <a:cubicBezTo>
                    <a:pt x="22098" y="64"/>
                    <a:pt x="21403" y="15"/>
                    <a:pt x="20716" y="15"/>
                  </a:cubicBezTo>
                  <a:cubicBezTo>
                    <a:pt x="20240" y="15"/>
                    <a:pt x="19769" y="38"/>
                    <a:pt x="19327" y="38"/>
                  </a:cubicBezTo>
                  <a:cubicBezTo>
                    <a:pt x="17132" y="38"/>
                    <a:pt x="14954" y="70"/>
                    <a:pt x="12759" y="70"/>
                  </a:cubicBezTo>
                  <a:cubicBezTo>
                    <a:pt x="12545" y="72"/>
                    <a:pt x="12330" y="73"/>
                    <a:pt x="12115" y="73"/>
                  </a:cubicBezTo>
                  <a:cubicBezTo>
                    <a:pt x="10641" y="73"/>
                    <a:pt x="9140" y="30"/>
                    <a:pt x="7640" y="30"/>
                  </a:cubicBezTo>
                  <a:cubicBezTo>
                    <a:pt x="6052" y="30"/>
                    <a:pt x="4466" y="78"/>
                    <a:pt x="2916" y="274"/>
                  </a:cubicBezTo>
                  <a:cubicBezTo>
                    <a:pt x="2544" y="84"/>
                    <a:pt x="2216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8" name="Google Shape;8368;p291"/>
            <p:cNvSpPr/>
            <p:nvPr/>
          </p:nvSpPr>
          <p:spPr>
            <a:xfrm>
              <a:off x="5714775" y="2654925"/>
              <a:ext cx="280075" cy="257600"/>
            </a:xfrm>
            <a:custGeom>
              <a:avLst/>
              <a:gdLst/>
              <a:ahLst/>
              <a:cxnLst/>
              <a:rect l="l" t="t" r="r" b="b"/>
              <a:pathLst>
                <a:path w="11203" h="10304" extrusionOk="0">
                  <a:moveTo>
                    <a:pt x="652" y="289"/>
                  </a:moveTo>
                  <a:cubicBezTo>
                    <a:pt x="809" y="415"/>
                    <a:pt x="966" y="540"/>
                    <a:pt x="1138" y="650"/>
                  </a:cubicBezTo>
                  <a:cubicBezTo>
                    <a:pt x="1076" y="697"/>
                    <a:pt x="1044" y="775"/>
                    <a:pt x="1029" y="854"/>
                  </a:cubicBezTo>
                  <a:cubicBezTo>
                    <a:pt x="1029" y="1042"/>
                    <a:pt x="1044" y="1214"/>
                    <a:pt x="1044" y="1387"/>
                  </a:cubicBezTo>
                  <a:cubicBezTo>
                    <a:pt x="919" y="1449"/>
                    <a:pt x="825" y="1543"/>
                    <a:pt x="778" y="1669"/>
                  </a:cubicBezTo>
                  <a:cubicBezTo>
                    <a:pt x="746" y="1214"/>
                    <a:pt x="699" y="760"/>
                    <a:pt x="652" y="305"/>
                  </a:cubicBezTo>
                  <a:cubicBezTo>
                    <a:pt x="652" y="305"/>
                    <a:pt x="652" y="289"/>
                    <a:pt x="652" y="289"/>
                  </a:cubicBezTo>
                  <a:close/>
                  <a:moveTo>
                    <a:pt x="5778" y="4208"/>
                  </a:moveTo>
                  <a:lnTo>
                    <a:pt x="5778" y="4208"/>
                  </a:lnTo>
                  <a:cubicBezTo>
                    <a:pt x="6217" y="4333"/>
                    <a:pt x="6671" y="4443"/>
                    <a:pt x="7126" y="4521"/>
                  </a:cubicBezTo>
                  <a:cubicBezTo>
                    <a:pt x="7142" y="4537"/>
                    <a:pt x="7142" y="4537"/>
                    <a:pt x="7157" y="4553"/>
                  </a:cubicBezTo>
                  <a:cubicBezTo>
                    <a:pt x="6844" y="4725"/>
                    <a:pt x="6530" y="4913"/>
                    <a:pt x="6232" y="5101"/>
                  </a:cubicBezTo>
                  <a:cubicBezTo>
                    <a:pt x="6138" y="4804"/>
                    <a:pt x="5966" y="4490"/>
                    <a:pt x="5778" y="4208"/>
                  </a:cubicBezTo>
                  <a:close/>
                  <a:moveTo>
                    <a:pt x="840" y="2296"/>
                  </a:moveTo>
                  <a:lnTo>
                    <a:pt x="840" y="2296"/>
                  </a:lnTo>
                  <a:cubicBezTo>
                    <a:pt x="919" y="2672"/>
                    <a:pt x="1013" y="3032"/>
                    <a:pt x="1076" y="3393"/>
                  </a:cubicBezTo>
                  <a:cubicBezTo>
                    <a:pt x="1123" y="4694"/>
                    <a:pt x="1201" y="5995"/>
                    <a:pt x="1264" y="7280"/>
                  </a:cubicBezTo>
                  <a:cubicBezTo>
                    <a:pt x="1279" y="7500"/>
                    <a:pt x="1436" y="7641"/>
                    <a:pt x="1609" y="7688"/>
                  </a:cubicBezTo>
                  <a:cubicBezTo>
                    <a:pt x="1624" y="7923"/>
                    <a:pt x="1656" y="8142"/>
                    <a:pt x="1671" y="8377"/>
                  </a:cubicBezTo>
                  <a:cubicBezTo>
                    <a:pt x="1671" y="8503"/>
                    <a:pt x="1734" y="8612"/>
                    <a:pt x="1812" y="8706"/>
                  </a:cubicBezTo>
                  <a:cubicBezTo>
                    <a:pt x="1781" y="8753"/>
                    <a:pt x="1765" y="8801"/>
                    <a:pt x="1734" y="8848"/>
                  </a:cubicBezTo>
                  <a:cubicBezTo>
                    <a:pt x="1718" y="8910"/>
                    <a:pt x="1718" y="8957"/>
                    <a:pt x="1703" y="9004"/>
                  </a:cubicBezTo>
                  <a:cubicBezTo>
                    <a:pt x="1577" y="9130"/>
                    <a:pt x="1436" y="9239"/>
                    <a:pt x="1295" y="9365"/>
                  </a:cubicBezTo>
                  <a:cubicBezTo>
                    <a:pt x="1154" y="7014"/>
                    <a:pt x="1029" y="4647"/>
                    <a:pt x="840" y="2296"/>
                  </a:cubicBezTo>
                  <a:close/>
                  <a:moveTo>
                    <a:pt x="299" y="0"/>
                  </a:moveTo>
                  <a:cubicBezTo>
                    <a:pt x="146" y="0"/>
                    <a:pt x="0" y="102"/>
                    <a:pt x="10" y="305"/>
                  </a:cubicBezTo>
                  <a:cubicBezTo>
                    <a:pt x="88" y="3440"/>
                    <a:pt x="355" y="6575"/>
                    <a:pt x="574" y="9710"/>
                  </a:cubicBezTo>
                  <a:cubicBezTo>
                    <a:pt x="590" y="9866"/>
                    <a:pt x="684" y="9976"/>
                    <a:pt x="793" y="10023"/>
                  </a:cubicBezTo>
                  <a:cubicBezTo>
                    <a:pt x="841" y="10176"/>
                    <a:pt x="985" y="10303"/>
                    <a:pt x="1148" y="10303"/>
                  </a:cubicBezTo>
                  <a:cubicBezTo>
                    <a:pt x="1201" y="10303"/>
                    <a:pt x="1256" y="10289"/>
                    <a:pt x="1311" y="10258"/>
                  </a:cubicBezTo>
                  <a:cubicBezTo>
                    <a:pt x="1718" y="10070"/>
                    <a:pt x="2110" y="9851"/>
                    <a:pt x="2486" y="9647"/>
                  </a:cubicBezTo>
                  <a:cubicBezTo>
                    <a:pt x="2627" y="9631"/>
                    <a:pt x="2753" y="9569"/>
                    <a:pt x="2847" y="9475"/>
                  </a:cubicBezTo>
                  <a:cubicBezTo>
                    <a:pt x="2894" y="9427"/>
                    <a:pt x="2941" y="9396"/>
                    <a:pt x="2988" y="9349"/>
                  </a:cubicBezTo>
                  <a:cubicBezTo>
                    <a:pt x="5417" y="7938"/>
                    <a:pt x="7721" y="6199"/>
                    <a:pt x="10151" y="4819"/>
                  </a:cubicBezTo>
                  <a:cubicBezTo>
                    <a:pt x="10229" y="4757"/>
                    <a:pt x="10292" y="4694"/>
                    <a:pt x="10323" y="4615"/>
                  </a:cubicBezTo>
                  <a:cubicBezTo>
                    <a:pt x="10383" y="4639"/>
                    <a:pt x="10441" y="4649"/>
                    <a:pt x="10497" y="4649"/>
                  </a:cubicBezTo>
                  <a:cubicBezTo>
                    <a:pt x="10925" y="4649"/>
                    <a:pt x="11203" y="4024"/>
                    <a:pt x="10731" y="3816"/>
                  </a:cubicBezTo>
                  <a:cubicBezTo>
                    <a:pt x="9101" y="3032"/>
                    <a:pt x="7439" y="2296"/>
                    <a:pt x="5762" y="1606"/>
                  </a:cubicBezTo>
                  <a:cubicBezTo>
                    <a:pt x="4238" y="987"/>
                    <a:pt x="2525" y="34"/>
                    <a:pt x="860" y="34"/>
                  </a:cubicBezTo>
                  <a:cubicBezTo>
                    <a:pt x="796" y="34"/>
                    <a:pt x="732" y="36"/>
                    <a:pt x="668" y="39"/>
                  </a:cubicBezTo>
                  <a:cubicBezTo>
                    <a:pt x="621" y="39"/>
                    <a:pt x="590" y="70"/>
                    <a:pt x="558" y="117"/>
                  </a:cubicBezTo>
                  <a:cubicBezTo>
                    <a:pt x="492" y="39"/>
                    <a:pt x="394" y="0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8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8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8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8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3" name="Google Shape;8373;p292"/>
          <p:cNvSpPr txBox="1">
            <a:spLocks noGrp="1"/>
          </p:cNvSpPr>
          <p:nvPr>
            <p:ph type="subTitle" idx="1"/>
          </p:nvPr>
        </p:nvSpPr>
        <p:spPr>
          <a:xfrm>
            <a:off x="615000" y="903975"/>
            <a:ext cx="79140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You CANNOT change the elements of a Tuple, because it is immutable.</a:t>
            </a:r>
            <a:endParaRPr sz="2300"/>
          </a:p>
        </p:txBody>
      </p:sp>
      <p:sp>
        <p:nvSpPr>
          <p:cNvPr id="8374" name="Google Shape;8374;p292"/>
          <p:cNvSpPr txBox="1">
            <a:spLocks noGrp="1"/>
          </p:cNvSpPr>
          <p:nvPr>
            <p:ph type="title"/>
          </p:nvPr>
        </p:nvSpPr>
        <p:spPr>
          <a:xfrm>
            <a:off x="443225" y="298100"/>
            <a:ext cx="9354000" cy="5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You Add Elements?</a:t>
            </a:r>
            <a:endParaRPr/>
          </a:p>
        </p:txBody>
      </p:sp>
      <p:grpSp>
        <p:nvGrpSpPr>
          <p:cNvPr id="8375" name="Google Shape;8375;p292"/>
          <p:cNvGrpSpPr/>
          <p:nvPr/>
        </p:nvGrpSpPr>
        <p:grpSpPr>
          <a:xfrm>
            <a:off x="588483" y="727950"/>
            <a:ext cx="4195530" cy="176025"/>
            <a:chOff x="4345425" y="2175475"/>
            <a:chExt cx="800750" cy="176025"/>
          </a:xfrm>
        </p:grpSpPr>
        <p:sp>
          <p:nvSpPr>
            <p:cNvPr id="8376" name="Google Shape;8376;p292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7" name="Google Shape;8377;p292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378" name="Google Shape;8378;p2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03650"/>
            <a:ext cx="8839204" cy="1510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3" name="Google Shape;8383;p293"/>
          <p:cNvSpPr txBox="1">
            <a:spLocks noGrp="1"/>
          </p:cNvSpPr>
          <p:nvPr>
            <p:ph type="title"/>
          </p:nvPr>
        </p:nvSpPr>
        <p:spPr>
          <a:xfrm>
            <a:off x="1378050" y="2344774"/>
            <a:ext cx="6387900" cy="9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Review</a:t>
            </a:r>
            <a:endParaRPr/>
          </a:p>
        </p:txBody>
      </p:sp>
      <p:sp>
        <p:nvSpPr>
          <p:cNvPr id="8384" name="Google Shape;8384;p293"/>
          <p:cNvSpPr txBox="1">
            <a:spLocks noGrp="1"/>
          </p:cNvSpPr>
          <p:nvPr>
            <p:ph type="title" idx="2"/>
          </p:nvPr>
        </p:nvSpPr>
        <p:spPr>
          <a:xfrm>
            <a:off x="3843750" y="1322001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grpSp>
        <p:nvGrpSpPr>
          <p:cNvPr id="8385" name="Google Shape;8385;p293"/>
          <p:cNvGrpSpPr/>
          <p:nvPr/>
        </p:nvGrpSpPr>
        <p:grpSpPr>
          <a:xfrm>
            <a:off x="3928443" y="2086030"/>
            <a:ext cx="1287126" cy="176025"/>
            <a:chOff x="4345425" y="2175475"/>
            <a:chExt cx="800750" cy="176025"/>
          </a:xfrm>
        </p:grpSpPr>
        <p:sp>
          <p:nvSpPr>
            <p:cNvPr id="8386" name="Google Shape;8386;p29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7" name="Google Shape;8387;p29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88" name="Google Shape;8388;p293"/>
          <p:cNvGrpSpPr/>
          <p:nvPr/>
        </p:nvGrpSpPr>
        <p:grpSpPr>
          <a:xfrm>
            <a:off x="1541738" y="3108974"/>
            <a:ext cx="6053350" cy="176025"/>
            <a:chOff x="4345425" y="2175475"/>
            <a:chExt cx="800750" cy="176025"/>
          </a:xfrm>
        </p:grpSpPr>
        <p:sp>
          <p:nvSpPr>
            <p:cNvPr id="8389" name="Google Shape;8389;p29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0" name="Google Shape;8390;p29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91" name="Google Shape;8391;p293"/>
          <p:cNvGrpSpPr/>
          <p:nvPr/>
        </p:nvGrpSpPr>
        <p:grpSpPr>
          <a:xfrm rot="372491" flipH="1">
            <a:off x="1097518" y="3478413"/>
            <a:ext cx="595061" cy="675849"/>
            <a:chOff x="5464100" y="4208075"/>
            <a:chExt cx="494625" cy="579650"/>
          </a:xfrm>
        </p:grpSpPr>
        <p:sp>
          <p:nvSpPr>
            <p:cNvPr id="8392" name="Google Shape;8392;p293"/>
            <p:cNvSpPr/>
            <p:nvPr/>
          </p:nvSpPr>
          <p:spPr>
            <a:xfrm>
              <a:off x="5594650" y="4504850"/>
              <a:ext cx="341250" cy="255800"/>
            </a:xfrm>
            <a:custGeom>
              <a:avLst/>
              <a:gdLst/>
              <a:ahLst/>
              <a:cxnLst/>
              <a:rect l="l" t="t" r="r" b="b"/>
              <a:pathLst>
                <a:path w="13650" h="10232" extrusionOk="0">
                  <a:moveTo>
                    <a:pt x="11619" y="0"/>
                  </a:moveTo>
                  <a:cubicBezTo>
                    <a:pt x="11538" y="0"/>
                    <a:pt x="11454" y="19"/>
                    <a:pt x="11367" y="60"/>
                  </a:cubicBezTo>
                  <a:cubicBezTo>
                    <a:pt x="10774" y="356"/>
                    <a:pt x="10157" y="653"/>
                    <a:pt x="9587" y="973"/>
                  </a:cubicBezTo>
                  <a:cubicBezTo>
                    <a:pt x="8423" y="1657"/>
                    <a:pt x="7327" y="2388"/>
                    <a:pt x="6254" y="3209"/>
                  </a:cubicBezTo>
                  <a:cubicBezTo>
                    <a:pt x="4177" y="4784"/>
                    <a:pt x="2100" y="6359"/>
                    <a:pt x="0" y="7934"/>
                  </a:cubicBezTo>
                  <a:cubicBezTo>
                    <a:pt x="584" y="8864"/>
                    <a:pt x="1080" y="10231"/>
                    <a:pt x="2001" y="10231"/>
                  </a:cubicBezTo>
                  <a:cubicBezTo>
                    <a:pt x="2232" y="10231"/>
                    <a:pt x="2491" y="10145"/>
                    <a:pt x="2785" y="9943"/>
                  </a:cubicBezTo>
                  <a:cubicBezTo>
                    <a:pt x="3972" y="9121"/>
                    <a:pt x="5159" y="8300"/>
                    <a:pt x="6323" y="7478"/>
                  </a:cubicBezTo>
                  <a:cubicBezTo>
                    <a:pt x="7281" y="6816"/>
                    <a:pt x="13650" y="2867"/>
                    <a:pt x="13011" y="1726"/>
                  </a:cubicBezTo>
                  <a:cubicBezTo>
                    <a:pt x="12806" y="1338"/>
                    <a:pt x="12310" y="0"/>
                    <a:pt x="11619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3" name="Google Shape;8393;p293"/>
            <p:cNvSpPr/>
            <p:nvPr/>
          </p:nvSpPr>
          <p:spPr>
            <a:xfrm>
              <a:off x="5518750" y="4363750"/>
              <a:ext cx="340700" cy="255675"/>
            </a:xfrm>
            <a:custGeom>
              <a:avLst/>
              <a:gdLst/>
              <a:ahLst/>
              <a:cxnLst/>
              <a:rect l="l" t="t" r="r" b="b"/>
              <a:pathLst>
                <a:path w="13628" h="10227" extrusionOk="0">
                  <a:moveTo>
                    <a:pt x="11606" y="0"/>
                  </a:moveTo>
                  <a:cubicBezTo>
                    <a:pt x="11522" y="0"/>
                    <a:pt x="11435" y="21"/>
                    <a:pt x="11345" y="66"/>
                  </a:cubicBezTo>
                  <a:cubicBezTo>
                    <a:pt x="10751" y="362"/>
                    <a:pt x="10158" y="659"/>
                    <a:pt x="9587" y="979"/>
                  </a:cubicBezTo>
                  <a:cubicBezTo>
                    <a:pt x="8423" y="1664"/>
                    <a:pt x="7304" y="2394"/>
                    <a:pt x="6232" y="3216"/>
                  </a:cubicBezTo>
                  <a:cubicBezTo>
                    <a:pt x="4155" y="4791"/>
                    <a:pt x="2077" y="6343"/>
                    <a:pt x="0" y="7940"/>
                  </a:cubicBezTo>
                  <a:cubicBezTo>
                    <a:pt x="563" y="8867"/>
                    <a:pt x="1054" y="10226"/>
                    <a:pt x="1967" y="10226"/>
                  </a:cubicBezTo>
                  <a:cubicBezTo>
                    <a:pt x="2201" y="10226"/>
                    <a:pt x="2464" y="10136"/>
                    <a:pt x="2762" y="9926"/>
                  </a:cubicBezTo>
                  <a:cubicBezTo>
                    <a:pt x="3949" y="9127"/>
                    <a:pt x="5136" y="8306"/>
                    <a:pt x="6323" y="7484"/>
                  </a:cubicBezTo>
                  <a:cubicBezTo>
                    <a:pt x="7282" y="6822"/>
                    <a:pt x="13627" y="2873"/>
                    <a:pt x="13011" y="1732"/>
                  </a:cubicBezTo>
                  <a:cubicBezTo>
                    <a:pt x="12787" y="1346"/>
                    <a:pt x="12292" y="0"/>
                    <a:pt x="11606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4" name="Google Shape;8394;p293"/>
            <p:cNvSpPr/>
            <p:nvPr/>
          </p:nvSpPr>
          <p:spPr>
            <a:xfrm>
              <a:off x="5475950" y="4235275"/>
              <a:ext cx="281925" cy="269375"/>
            </a:xfrm>
            <a:custGeom>
              <a:avLst/>
              <a:gdLst/>
              <a:ahLst/>
              <a:cxnLst/>
              <a:rect l="l" t="t" r="r" b="b"/>
              <a:pathLst>
                <a:path w="11277" h="10775" extrusionOk="0">
                  <a:moveTo>
                    <a:pt x="1210" y="1"/>
                  </a:moveTo>
                  <a:cubicBezTo>
                    <a:pt x="1233" y="23"/>
                    <a:pt x="1233" y="46"/>
                    <a:pt x="1233" y="92"/>
                  </a:cubicBezTo>
                  <a:cubicBezTo>
                    <a:pt x="1005" y="3653"/>
                    <a:pt x="503" y="7213"/>
                    <a:pt x="0" y="10774"/>
                  </a:cubicBezTo>
                  <a:cubicBezTo>
                    <a:pt x="3607" y="7989"/>
                    <a:pt x="7396" y="5456"/>
                    <a:pt x="11276" y="3082"/>
                  </a:cubicBezTo>
                  <a:cubicBezTo>
                    <a:pt x="7967" y="1918"/>
                    <a:pt x="4634" y="868"/>
                    <a:pt x="1210" y="1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5" name="Google Shape;8395;p293"/>
            <p:cNvSpPr/>
            <p:nvPr/>
          </p:nvSpPr>
          <p:spPr>
            <a:xfrm>
              <a:off x="5717000" y="4421125"/>
              <a:ext cx="42000" cy="94525"/>
            </a:xfrm>
            <a:custGeom>
              <a:avLst/>
              <a:gdLst/>
              <a:ahLst/>
              <a:cxnLst/>
              <a:rect l="l" t="t" r="r" b="b"/>
              <a:pathLst>
                <a:path w="1680" h="3781" extrusionOk="0">
                  <a:moveTo>
                    <a:pt x="1497" y="0"/>
                  </a:moveTo>
                  <a:cubicBezTo>
                    <a:pt x="1449" y="0"/>
                    <a:pt x="1398" y="23"/>
                    <a:pt x="1360" y="76"/>
                  </a:cubicBezTo>
                  <a:cubicBezTo>
                    <a:pt x="676" y="1103"/>
                    <a:pt x="265" y="2404"/>
                    <a:pt x="14" y="3614"/>
                  </a:cubicBezTo>
                  <a:cubicBezTo>
                    <a:pt x="0" y="3720"/>
                    <a:pt x="80" y="3780"/>
                    <a:pt x="162" y="3780"/>
                  </a:cubicBezTo>
                  <a:cubicBezTo>
                    <a:pt x="221" y="3780"/>
                    <a:pt x="282" y="3749"/>
                    <a:pt x="310" y="3683"/>
                  </a:cubicBezTo>
                  <a:cubicBezTo>
                    <a:pt x="698" y="2496"/>
                    <a:pt x="1201" y="1377"/>
                    <a:pt x="1634" y="213"/>
                  </a:cubicBezTo>
                  <a:cubicBezTo>
                    <a:pt x="1680" y="91"/>
                    <a:pt x="1594" y="0"/>
                    <a:pt x="1497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6" name="Google Shape;8396;p293"/>
            <p:cNvSpPr/>
            <p:nvPr/>
          </p:nvSpPr>
          <p:spPr>
            <a:xfrm>
              <a:off x="5750000" y="4392700"/>
              <a:ext cx="46925" cy="98950"/>
            </a:xfrm>
            <a:custGeom>
              <a:avLst/>
              <a:gdLst/>
              <a:ahLst/>
              <a:cxnLst/>
              <a:rect l="l" t="t" r="r" b="b"/>
              <a:pathLst>
                <a:path w="1877" h="3958" extrusionOk="0">
                  <a:moveTo>
                    <a:pt x="1669" y="1"/>
                  </a:moveTo>
                  <a:cubicBezTo>
                    <a:pt x="1627" y="1"/>
                    <a:pt x="1584" y="22"/>
                    <a:pt x="1547" y="72"/>
                  </a:cubicBezTo>
                  <a:cubicBezTo>
                    <a:pt x="771" y="1122"/>
                    <a:pt x="360" y="2446"/>
                    <a:pt x="40" y="3701"/>
                  </a:cubicBezTo>
                  <a:cubicBezTo>
                    <a:pt x="0" y="3860"/>
                    <a:pt x="130" y="3958"/>
                    <a:pt x="259" y="3958"/>
                  </a:cubicBezTo>
                  <a:cubicBezTo>
                    <a:pt x="353" y="3958"/>
                    <a:pt x="445" y="3907"/>
                    <a:pt x="474" y="3792"/>
                  </a:cubicBezTo>
                  <a:cubicBezTo>
                    <a:pt x="816" y="2560"/>
                    <a:pt x="1410" y="1464"/>
                    <a:pt x="1843" y="277"/>
                  </a:cubicBezTo>
                  <a:cubicBezTo>
                    <a:pt x="1877" y="145"/>
                    <a:pt x="1778" y="1"/>
                    <a:pt x="1669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7" name="Google Shape;8397;p293"/>
            <p:cNvSpPr/>
            <p:nvPr/>
          </p:nvSpPr>
          <p:spPr>
            <a:xfrm>
              <a:off x="5795175" y="4403700"/>
              <a:ext cx="30450" cy="52625"/>
            </a:xfrm>
            <a:custGeom>
              <a:avLst/>
              <a:gdLst/>
              <a:ahLst/>
              <a:cxnLst/>
              <a:rect l="l" t="t" r="r" b="b"/>
              <a:pathLst>
                <a:path w="1218" h="2105" extrusionOk="0">
                  <a:moveTo>
                    <a:pt x="977" y="1"/>
                  </a:moveTo>
                  <a:cubicBezTo>
                    <a:pt x="935" y="1"/>
                    <a:pt x="893" y="14"/>
                    <a:pt x="858" y="43"/>
                  </a:cubicBezTo>
                  <a:cubicBezTo>
                    <a:pt x="356" y="522"/>
                    <a:pt x="105" y="1138"/>
                    <a:pt x="14" y="1800"/>
                  </a:cubicBezTo>
                  <a:cubicBezTo>
                    <a:pt x="0" y="1988"/>
                    <a:pt x="160" y="2104"/>
                    <a:pt x="303" y="2104"/>
                  </a:cubicBezTo>
                  <a:cubicBezTo>
                    <a:pt x="404" y="2104"/>
                    <a:pt x="497" y="2046"/>
                    <a:pt x="516" y="1914"/>
                  </a:cubicBezTo>
                  <a:cubicBezTo>
                    <a:pt x="607" y="1321"/>
                    <a:pt x="835" y="773"/>
                    <a:pt x="1132" y="248"/>
                  </a:cubicBezTo>
                  <a:cubicBezTo>
                    <a:pt x="1217" y="112"/>
                    <a:pt x="1099" y="1"/>
                    <a:pt x="97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8" name="Google Shape;8398;p293"/>
            <p:cNvSpPr/>
            <p:nvPr/>
          </p:nvSpPr>
          <p:spPr>
            <a:xfrm>
              <a:off x="5783525" y="4580275"/>
              <a:ext cx="38225" cy="81675"/>
            </a:xfrm>
            <a:custGeom>
              <a:avLst/>
              <a:gdLst/>
              <a:ahLst/>
              <a:cxnLst/>
              <a:rect l="l" t="t" r="r" b="b"/>
              <a:pathLst>
                <a:path w="1529" h="3267" extrusionOk="0">
                  <a:moveTo>
                    <a:pt x="1258" y="1"/>
                  </a:moveTo>
                  <a:cubicBezTo>
                    <a:pt x="1191" y="1"/>
                    <a:pt x="1127" y="31"/>
                    <a:pt x="1096" y="101"/>
                  </a:cubicBezTo>
                  <a:cubicBezTo>
                    <a:pt x="845" y="649"/>
                    <a:pt x="617" y="1197"/>
                    <a:pt x="411" y="1745"/>
                  </a:cubicBezTo>
                  <a:cubicBezTo>
                    <a:pt x="251" y="2201"/>
                    <a:pt x="0" y="2680"/>
                    <a:pt x="23" y="3160"/>
                  </a:cubicBezTo>
                  <a:cubicBezTo>
                    <a:pt x="23" y="3231"/>
                    <a:pt x="77" y="3267"/>
                    <a:pt x="133" y="3267"/>
                  </a:cubicBezTo>
                  <a:cubicBezTo>
                    <a:pt x="168" y="3267"/>
                    <a:pt x="203" y="3254"/>
                    <a:pt x="229" y="3228"/>
                  </a:cubicBezTo>
                  <a:cubicBezTo>
                    <a:pt x="594" y="2863"/>
                    <a:pt x="754" y="2270"/>
                    <a:pt x="936" y="1790"/>
                  </a:cubicBezTo>
                  <a:cubicBezTo>
                    <a:pt x="1142" y="1288"/>
                    <a:pt x="1324" y="763"/>
                    <a:pt x="1484" y="261"/>
                  </a:cubicBezTo>
                  <a:cubicBezTo>
                    <a:pt x="1529" y="111"/>
                    <a:pt x="1387" y="1"/>
                    <a:pt x="125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9" name="Google Shape;8399;p293"/>
            <p:cNvSpPr/>
            <p:nvPr/>
          </p:nvSpPr>
          <p:spPr>
            <a:xfrm>
              <a:off x="5824600" y="4544075"/>
              <a:ext cx="49675" cy="96575"/>
            </a:xfrm>
            <a:custGeom>
              <a:avLst/>
              <a:gdLst/>
              <a:ahLst/>
              <a:cxnLst/>
              <a:rect l="l" t="t" r="r" b="b"/>
              <a:pathLst>
                <a:path w="1987" h="3863" extrusionOk="0">
                  <a:moveTo>
                    <a:pt x="1601" y="1"/>
                  </a:moveTo>
                  <a:cubicBezTo>
                    <a:pt x="1166" y="1"/>
                    <a:pt x="939" y="623"/>
                    <a:pt x="800" y="1001"/>
                  </a:cubicBezTo>
                  <a:cubicBezTo>
                    <a:pt x="457" y="1846"/>
                    <a:pt x="115" y="2759"/>
                    <a:pt x="1" y="3672"/>
                  </a:cubicBezTo>
                  <a:cubicBezTo>
                    <a:pt x="1" y="3777"/>
                    <a:pt x="100" y="3863"/>
                    <a:pt x="188" y="3863"/>
                  </a:cubicBezTo>
                  <a:cubicBezTo>
                    <a:pt x="233" y="3863"/>
                    <a:pt x="274" y="3840"/>
                    <a:pt x="297" y="3786"/>
                  </a:cubicBezTo>
                  <a:cubicBezTo>
                    <a:pt x="526" y="3215"/>
                    <a:pt x="708" y="2645"/>
                    <a:pt x="914" y="2074"/>
                  </a:cubicBezTo>
                  <a:cubicBezTo>
                    <a:pt x="1028" y="1823"/>
                    <a:pt x="1439" y="385"/>
                    <a:pt x="1735" y="362"/>
                  </a:cubicBezTo>
                  <a:cubicBezTo>
                    <a:pt x="1918" y="362"/>
                    <a:pt x="1987" y="111"/>
                    <a:pt x="1804" y="43"/>
                  </a:cubicBezTo>
                  <a:cubicBezTo>
                    <a:pt x="1731" y="14"/>
                    <a:pt x="1664" y="1"/>
                    <a:pt x="1601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0" name="Google Shape;8400;p293"/>
            <p:cNvSpPr/>
            <p:nvPr/>
          </p:nvSpPr>
          <p:spPr>
            <a:xfrm>
              <a:off x="5876375" y="4540750"/>
              <a:ext cx="23725" cy="54675"/>
            </a:xfrm>
            <a:custGeom>
              <a:avLst/>
              <a:gdLst/>
              <a:ahLst/>
              <a:cxnLst/>
              <a:rect l="l" t="t" r="r" b="b"/>
              <a:pathLst>
                <a:path w="949" h="2187" extrusionOk="0">
                  <a:moveTo>
                    <a:pt x="772" y="1"/>
                  </a:moveTo>
                  <a:cubicBezTo>
                    <a:pt x="721" y="1"/>
                    <a:pt x="671" y="26"/>
                    <a:pt x="646" y="84"/>
                  </a:cubicBezTo>
                  <a:cubicBezTo>
                    <a:pt x="372" y="701"/>
                    <a:pt x="167" y="1317"/>
                    <a:pt x="30" y="2002"/>
                  </a:cubicBezTo>
                  <a:cubicBezTo>
                    <a:pt x="1" y="2103"/>
                    <a:pt x="101" y="2187"/>
                    <a:pt x="195" y="2187"/>
                  </a:cubicBezTo>
                  <a:cubicBezTo>
                    <a:pt x="249" y="2187"/>
                    <a:pt x="302" y="2159"/>
                    <a:pt x="326" y="2093"/>
                  </a:cubicBezTo>
                  <a:cubicBezTo>
                    <a:pt x="577" y="1477"/>
                    <a:pt x="783" y="838"/>
                    <a:pt x="920" y="176"/>
                  </a:cubicBezTo>
                  <a:cubicBezTo>
                    <a:pt x="949" y="75"/>
                    <a:pt x="859" y="1"/>
                    <a:pt x="772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1" name="Google Shape;8401;p293"/>
            <p:cNvSpPr/>
            <p:nvPr/>
          </p:nvSpPr>
          <p:spPr>
            <a:xfrm>
              <a:off x="5464100" y="4208075"/>
              <a:ext cx="334850" cy="317675"/>
            </a:xfrm>
            <a:custGeom>
              <a:avLst/>
              <a:gdLst/>
              <a:ahLst/>
              <a:cxnLst/>
              <a:rect l="l" t="t" r="r" b="b"/>
              <a:pathLst>
                <a:path w="13394" h="12707" extrusionOk="0">
                  <a:moveTo>
                    <a:pt x="2027" y="792"/>
                  </a:moveTo>
                  <a:cubicBezTo>
                    <a:pt x="5450" y="1682"/>
                    <a:pt x="8783" y="2732"/>
                    <a:pt x="12115" y="3896"/>
                  </a:cubicBezTo>
                  <a:cubicBezTo>
                    <a:pt x="8212" y="6270"/>
                    <a:pt x="4423" y="8804"/>
                    <a:pt x="817" y="11588"/>
                  </a:cubicBezTo>
                  <a:cubicBezTo>
                    <a:pt x="1319" y="8027"/>
                    <a:pt x="1821" y="4467"/>
                    <a:pt x="2049" y="906"/>
                  </a:cubicBezTo>
                  <a:cubicBezTo>
                    <a:pt x="2049" y="860"/>
                    <a:pt x="2049" y="838"/>
                    <a:pt x="2027" y="792"/>
                  </a:cubicBezTo>
                  <a:close/>
                  <a:moveTo>
                    <a:pt x="1919" y="0"/>
                  </a:moveTo>
                  <a:cubicBezTo>
                    <a:pt x="1586" y="0"/>
                    <a:pt x="1459" y="471"/>
                    <a:pt x="1707" y="678"/>
                  </a:cubicBezTo>
                  <a:cubicBezTo>
                    <a:pt x="1616" y="701"/>
                    <a:pt x="1547" y="769"/>
                    <a:pt x="1547" y="860"/>
                  </a:cubicBezTo>
                  <a:cubicBezTo>
                    <a:pt x="954" y="4649"/>
                    <a:pt x="566" y="8484"/>
                    <a:pt x="18" y="12273"/>
                  </a:cubicBezTo>
                  <a:cubicBezTo>
                    <a:pt x="0" y="12483"/>
                    <a:pt x="158" y="12707"/>
                    <a:pt x="355" y="12707"/>
                  </a:cubicBezTo>
                  <a:cubicBezTo>
                    <a:pt x="415" y="12707"/>
                    <a:pt x="479" y="12686"/>
                    <a:pt x="543" y="12638"/>
                  </a:cubicBezTo>
                  <a:cubicBezTo>
                    <a:pt x="4560" y="9534"/>
                    <a:pt x="8760" y="6658"/>
                    <a:pt x="13165" y="4124"/>
                  </a:cubicBezTo>
                  <a:cubicBezTo>
                    <a:pt x="13371" y="3987"/>
                    <a:pt x="13394" y="3577"/>
                    <a:pt x="13120" y="3485"/>
                  </a:cubicBezTo>
                  <a:cubicBezTo>
                    <a:pt x="9490" y="2139"/>
                    <a:pt x="5770" y="997"/>
                    <a:pt x="2027" y="16"/>
                  </a:cubicBezTo>
                  <a:cubicBezTo>
                    <a:pt x="1989" y="5"/>
                    <a:pt x="1953" y="0"/>
                    <a:pt x="1919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2" name="Google Shape;8402;p293"/>
            <p:cNvSpPr/>
            <p:nvPr/>
          </p:nvSpPr>
          <p:spPr>
            <a:xfrm>
              <a:off x="5495775" y="4342975"/>
              <a:ext cx="376800" cy="309500"/>
            </a:xfrm>
            <a:custGeom>
              <a:avLst/>
              <a:gdLst/>
              <a:ahLst/>
              <a:cxnLst/>
              <a:rect l="l" t="t" r="r" b="b"/>
              <a:pathLst>
                <a:path w="15072" h="12380" extrusionOk="0">
                  <a:moveTo>
                    <a:pt x="12525" y="1060"/>
                  </a:moveTo>
                  <a:cubicBezTo>
                    <a:pt x="13211" y="1060"/>
                    <a:pt x="13706" y="2403"/>
                    <a:pt x="13930" y="2768"/>
                  </a:cubicBezTo>
                  <a:cubicBezTo>
                    <a:pt x="14546" y="3933"/>
                    <a:pt x="8201" y="7858"/>
                    <a:pt x="7242" y="8520"/>
                  </a:cubicBezTo>
                  <a:cubicBezTo>
                    <a:pt x="6055" y="9342"/>
                    <a:pt x="4868" y="10164"/>
                    <a:pt x="3681" y="10986"/>
                  </a:cubicBezTo>
                  <a:cubicBezTo>
                    <a:pt x="3388" y="11187"/>
                    <a:pt x="3129" y="11274"/>
                    <a:pt x="2897" y="11274"/>
                  </a:cubicBezTo>
                  <a:cubicBezTo>
                    <a:pt x="1977" y="11274"/>
                    <a:pt x="1485" y="9907"/>
                    <a:pt x="919" y="8977"/>
                  </a:cubicBezTo>
                  <a:cubicBezTo>
                    <a:pt x="2996" y="7402"/>
                    <a:pt x="5074" y="5827"/>
                    <a:pt x="7151" y="4252"/>
                  </a:cubicBezTo>
                  <a:cubicBezTo>
                    <a:pt x="8223" y="3453"/>
                    <a:pt x="9342" y="2700"/>
                    <a:pt x="10483" y="2038"/>
                  </a:cubicBezTo>
                  <a:cubicBezTo>
                    <a:pt x="11077" y="1696"/>
                    <a:pt x="11670" y="1399"/>
                    <a:pt x="12264" y="1125"/>
                  </a:cubicBezTo>
                  <a:cubicBezTo>
                    <a:pt x="12354" y="1080"/>
                    <a:pt x="12441" y="1060"/>
                    <a:pt x="12525" y="1060"/>
                  </a:cubicBezTo>
                  <a:close/>
                  <a:moveTo>
                    <a:pt x="12828" y="1"/>
                  </a:moveTo>
                  <a:cubicBezTo>
                    <a:pt x="11774" y="1"/>
                    <a:pt x="10261" y="1278"/>
                    <a:pt x="9525" y="1741"/>
                  </a:cubicBezTo>
                  <a:cubicBezTo>
                    <a:pt x="6215" y="3818"/>
                    <a:pt x="3248" y="6512"/>
                    <a:pt x="189" y="8908"/>
                  </a:cubicBezTo>
                  <a:cubicBezTo>
                    <a:pt x="1" y="9059"/>
                    <a:pt x="139" y="9365"/>
                    <a:pt x="334" y="9365"/>
                  </a:cubicBezTo>
                  <a:cubicBezTo>
                    <a:pt x="375" y="9365"/>
                    <a:pt x="419" y="9351"/>
                    <a:pt x="463" y="9319"/>
                  </a:cubicBezTo>
                  <a:cubicBezTo>
                    <a:pt x="486" y="9296"/>
                    <a:pt x="509" y="9274"/>
                    <a:pt x="531" y="9251"/>
                  </a:cubicBezTo>
                  <a:cubicBezTo>
                    <a:pt x="1125" y="10278"/>
                    <a:pt x="1741" y="11282"/>
                    <a:pt x="2426" y="12241"/>
                  </a:cubicBezTo>
                  <a:cubicBezTo>
                    <a:pt x="2485" y="12329"/>
                    <a:pt x="2582" y="12380"/>
                    <a:pt x="2680" y="12380"/>
                  </a:cubicBezTo>
                  <a:cubicBezTo>
                    <a:pt x="2734" y="12380"/>
                    <a:pt x="2788" y="12365"/>
                    <a:pt x="2837" y="12332"/>
                  </a:cubicBezTo>
                  <a:cubicBezTo>
                    <a:pt x="6991" y="9662"/>
                    <a:pt x="11396" y="6968"/>
                    <a:pt x="14934" y="3453"/>
                  </a:cubicBezTo>
                  <a:cubicBezTo>
                    <a:pt x="15071" y="3316"/>
                    <a:pt x="15048" y="3111"/>
                    <a:pt x="14957" y="2951"/>
                  </a:cubicBezTo>
                  <a:cubicBezTo>
                    <a:pt x="14592" y="2266"/>
                    <a:pt x="13930" y="212"/>
                    <a:pt x="13085" y="29"/>
                  </a:cubicBezTo>
                  <a:cubicBezTo>
                    <a:pt x="13003" y="10"/>
                    <a:pt x="12917" y="1"/>
                    <a:pt x="1282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3" name="Google Shape;8403;p293"/>
            <p:cNvSpPr/>
            <p:nvPr/>
          </p:nvSpPr>
          <p:spPr>
            <a:xfrm>
              <a:off x="5582050" y="4477650"/>
              <a:ext cx="376675" cy="310075"/>
            </a:xfrm>
            <a:custGeom>
              <a:avLst/>
              <a:gdLst/>
              <a:ahLst/>
              <a:cxnLst/>
              <a:rect l="l" t="t" r="r" b="b"/>
              <a:pathLst>
                <a:path w="15067" h="12403" extrusionOk="0">
                  <a:moveTo>
                    <a:pt x="12512" y="1065"/>
                  </a:moveTo>
                  <a:cubicBezTo>
                    <a:pt x="13207" y="1065"/>
                    <a:pt x="13721" y="2403"/>
                    <a:pt x="13925" y="2791"/>
                  </a:cubicBezTo>
                  <a:cubicBezTo>
                    <a:pt x="14542" y="3932"/>
                    <a:pt x="8196" y="7881"/>
                    <a:pt x="7238" y="8543"/>
                  </a:cubicBezTo>
                  <a:cubicBezTo>
                    <a:pt x="6051" y="9365"/>
                    <a:pt x="4864" y="10186"/>
                    <a:pt x="3677" y="11008"/>
                  </a:cubicBezTo>
                  <a:cubicBezTo>
                    <a:pt x="3383" y="11210"/>
                    <a:pt x="3124" y="11297"/>
                    <a:pt x="2893" y="11297"/>
                  </a:cubicBezTo>
                  <a:cubicBezTo>
                    <a:pt x="1973" y="11297"/>
                    <a:pt x="1480" y="9930"/>
                    <a:pt x="915" y="8999"/>
                  </a:cubicBezTo>
                  <a:cubicBezTo>
                    <a:pt x="2992" y="7425"/>
                    <a:pt x="5069" y="5850"/>
                    <a:pt x="7169" y="4275"/>
                  </a:cubicBezTo>
                  <a:cubicBezTo>
                    <a:pt x="8219" y="3453"/>
                    <a:pt x="9338" y="2723"/>
                    <a:pt x="10502" y="2038"/>
                  </a:cubicBezTo>
                  <a:cubicBezTo>
                    <a:pt x="11072" y="1718"/>
                    <a:pt x="11666" y="1422"/>
                    <a:pt x="12259" y="1125"/>
                  </a:cubicBezTo>
                  <a:cubicBezTo>
                    <a:pt x="12346" y="1084"/>
                    <a:pt x="12430" y="1065"/>
                    <a:pt x="12512" y="1065"/>
                  </a:cubicBezTo>
                  <a:close/>
                  <a:moveTo>
                    <a:pt x="12827" y="1"/>
                  </a:moveTo>
                  <a:cubicBezTo>
                    <a:pt x="11773" y="1"/>
                    <a:pt x="10258" y="1300"/>
                    <a:pt x="9520" y="1764"/>
                  </a:cubicBezTo>
                  <a:cubicBezTo>
                    <a:pt x="6233" y="3841"/>
                    <a:pt x="3266" y="6512"/>
                    <a:pt x="207" y="8931"/>
                  </a:cubicBezTo>
                  <a:cubicBezTo>
                    <a:pt x="0" y="9082"/>
                    <a:pt x="135" y="9388"/>
                    <a:pt x="329" y="9388"/>
                  </a:cubicBezTo>
                  <a:cubicBezTo>
                    <a:pt x="371" y="9388"/>
                    <a:pt x="415" y="9374"/>
                    <a:pt x="459" y="9342"/>
                  </a:cubicBezTo>
                  <a:cubicBezTo>
                    <a:pt x="481" y="9319"/>
                    <a:pt x="504" y="9296"/>
                    <a:pt x="550" y="9273"/>
                  </a:cubicBezTo>
                  <a:cubicBezTo>
                    <a:pt x="1120" y="10301"/>
                    <a:pt x="1737" y="11282"/>
                    <a:pt x="2421" y="12263"/>
                  </a:cubicBezTo>
                  <a:cubicBezTo>
                    <a:pt x="2480" y="12352"/>
                    <a:pt x="2577" y="12402"/>
                    <a:pt x="2676" y="12402"/>
                  </a:cubicBezTo>
                  <a:cubicBezTo>
                    <a:pt x="2730" y="12402"/>
                    <a:pt x="2784" y="12387"/>
                    <a:pt x="2832" y="12355"/>
                  </a:cubicBezTo>
                  <a:cubicBezTo>
                    <a:pt x="7009" y="9661"/>
                    <a:pt x="11392" y="6968"/>
                    <a:pt x="14930" y="3476"/>
                  </a:cubicBezTo>
                  <a:cubicBezTo>
                    <a:pt x="15067" y="3339"/>
                    <a:pt x="15067" y="3111"/>
                    <a:pt x="14975" y="2951"/>
                  </a:cubicBezTo>
                  <a:cubicBezTo>
                    <a:pt x="14587" y="2289"/>
                    <a:pt x="13925" y="235"/>
                    <a:pt x="13081" y="29"/>
                  </a:cubicBezTo>
                  <a:cubicBezTo>
                    <a:pt x="13000" y="10"/>
                    <a:pt x="12915" y="1"/>
                    <a:pt x="1282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04" name="Google Shape;8404;p293"/>
          <p:cNvGrpSpPr/>
          <p:nvPr/>
        </p:nvGrpSpPr>
        <p:grpSpPr>
          <a:xfrm rot="9456294">
            <a:off x="6849678" y="3273665"/>
            <a:ext cx="2306042" cy="512923"/>
            <a:chOff x="7051300" y="3461525"/>
            <a:chExt cx="2305989" cy="512912"/>
          </a:xfrm>
        </p:grpSpPr>
        <p:sp>
          <p:nvSpPr>
            <p:cNvPr id="8405" name="Google Shape;8405;p293"/>
            <p:cNvSpPr/>
            <p:nvPr/>
          </p:nvSpPr>
          <p:spPr>
            <a:xfrm>
              <a:off x="7075817" y="3564700"/>
              <a:ext cx="2271819" cy="396457"/>
            </a:xfrm>
            <a:custGeom>
              <a:avLst/>
              <a:gdLst/>
              <a:ahLst/>
              <a:cxnLst/>
              <a:rect l="l" t="t" r="r" b="b"/>
              <a:pathLst>
                <a:path w="46702" h="8150" extrusionOk="0">
                  <a:moveTo>
                    <a:pt x="46666" y="1"/>
                  </a:moveTo>
                  <a:lnTo>
                    <a:pt x="41068" y="704"/>
                  </a:lnTo>
                  <a:lnTo>
                    <a:pt x="39932" y="848"/>
                  </a:lnTo>
                  <a:lnTo>
                    <a:pt x="40221" y="3156"/>
                  </a:lnTo>
                  <a:lnTo>
                    <a:pt x="41357" y="3011"/>
                  </a:lnTo>
                  <a:lnTo>
                    <a:pt x="41303" y="2606"/>
                  </a:lnTo>
                  <a:lnTo>
                    <a:pt x="46702" y="271"/>
                  </a:lnTo>
                  <a:lnTo>
                    <a:pt x="46666" y="1"/>
                  </a:lnTo>
                  <a:close/>
                  <a:moveTo>
                    <a:pt x="1560" y="5644"/>
                  </a:moveTo>
                  <a:lnTo>
                    <a:pt x="1" y="5842"/>
                  </a:lnTo>
                  <a:lnTo>
                    <a:pt x="298" y="8149"/>
                  </a:lnTo>
                  <a:lnTo>
                    <a:pt x="1858" y="7960"/>
                  </a:lnTo>
                  <a:lnTo>
                    <a:pt x="1560" y="5644"/>
                  </a:lnTo>
                  <a:close/>
                </a:path>
              </a:pathLst>
            </a:custGeom>
            <a:solidFill>
              <a:srgbClr val="EE8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6" name="Google Shape;8406;p293"/>
            <p:cNvSpPr/>
            <p:nvPr/>
          </p:nvSpPr>
          <p:spPr>
            <a:xfrm>
              <a:off x="7056554" y="3473929"/>
              <a:ext cx="2293709" cy="379334"/>
            </a:xfrm>
            <a:custGeom>
              <a:avLst/>
              <a:gdLst/>
              <a:ahLst/>
              <a:cxnLst/>
              <a:rect l="l" t="t" r="r" b="b"/>
              <a:pathLst>
                <a:path w="47152" h="7798" extrusionOk="0">
                  <a:moveTo>
                    <a:pt x="43312" y="1515"/>
                  </a:moveTo>
                  <a:cubicBezTo>
                    <a:pt x="43664" y="1533"/>
                    <a:pt x="43682" y="1687"/>
                    <a:pt x="43691" y="1741"/>
                  </a:cubicBezTo>
                  <a:cubicBezTo>
                    <a:pt x="43700" y="1858"/>
                    <a:pt x="43682" y="1993"/>
                    <a:pt x="43393" y="2029"/>
                  </a:cubicBezTo>
                  <a:cubicBezTo>
                    <a:pt x="43361" y="2033"/>
                    <a:pt x="43331" y="2035"/>
                    <a:pt x="43305" y="2035"/>
                  </a:cubicBezTo>
                  <a:cubicBezTo>
                    <a:pt x="43091" y="2035"/>
                    <a:pt x="43041" y="1916"/>
                    <a:pt x="43033" y="1804"/>
                  </a:cubicBezTo>
                  <a:cubicBezTo>
                    <a:pt x="43006" y="1623"/>
                    <a:pt x="43069" y="1542"/>
                    <a:pt x="43231" y="1515"/>
                  </a:cubicBezTo>
                  <a:close/>
                  <a:moveTo>
                    <a:pt x="42113" y="1308"/>
                  </a:moveTo>
                  <a:cubicBezTo>
                    <a:pt x="42366" y="1335"/>
                    <a:pt x="42501" y="1479"/>
                    <a:pt x="42537" y="1750"/>
                  </a:cubicBezTo>
                  <a:cubicBezTo>
                    <a:pt x="42546" y="1858"/>
                    <a:pt x="42528" y="1966"/>
                    <a:pt x="42474" y="2065"/>
                  </a:cubicBezTo>
                  <a:cubicBezTo>
                    <a:pt x="42420" y="2164"/>
                    <a:pt x="42348" y="2218"/>
                    <a:pt x="42239" y="2236"/>
                  </a:cubicBezTo>
                  <a:cubicBezTo>
                    <a:pt x="42209" y="2239"/>
                    <a:pt x="42181" y="2241"/>
                    <a:pt x="42154" y="2241"/>
                  </a:cubicBezTo>
                  <a:cubicBezTo>
                    <a:pt x="42019" y="2241"/>
                    <a:pt x="41924" y="2203"/>
                    <a:pt x="41879" y="2128"/>
                  </a:cubicBezTo>
                  <a:cubicBezTo>
                    <a:pt x="41861" y="2092"/>
                    <a:pt x="41843" y="2029"/>
                    <a:pt x="41825" y="1858"/>
                  </a:cubicBezTo>
                  <a:cubicBezTo>
                    <a:pt x="41762" y="1353"/>
                    <a:pt x="41969" y="1326"/>
                    <a:pt x="42041" y="1317"/>
                  </a:cubicBezTo>
                  <a:cubicBezTo>
                    <a:pt x="42059" y="1308"/>
                    <a:pt x="42086" y="1308"/>
                    <a:pt x="42113" y="1308"/>
                  </a:cubicBezTo>
                  <a:close/>
                  <a:moveTo>
                    <a:pt x="41221" y="1"/>
                  </a:moveTo>
                  <a:lnTo>
                    <a:pt x="39932" y="163"/>
                  </a:lnTo>
                  <a:lnTo>
                    <a:pt x="40256" y="2795"/>
                  </a:lnTo>
                  <a:lnTo>
                    <a:pt x="47152" y="1930"/>
                  </a:lnTo>
                  <a:lnTo>
                    <a:pt x="47080" y="1335"/>
                  </a:lnTo>
                  <a:lnTo>
                    <a:pt x="41275" y="425"/>
                  </a:lnTo>
                  <a:lnTo>
                    <a:pt x="41221" y="1"/>
                  </a:lnTo>
                  <a:close/>
                  <a:moveTo>
                    <a:pt x="1713" y="4941"/>
                  </a:moveTo>
                  <a:lnTo>
                    <a:pt x="0" y="5157"/>
                  </a:lnTo>
                  <a:lnTo>
                    <a:pt x="334" y="7798"/>
                  </a:lnTo>
                  <a:lnTo>
                    <a:pt x="2046" y="7582"/>
                  </a:lnTo>
                  <a:lnTo>
                    <a:pt x="1713" y="4941"/>
                  </a:lnTo>
                  <a:close/>
                </a:path>
              </a:pathLst>
            </a:custGeom>
            <a:solidFill>
              <a:srgbClr val="EEA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7" name="Google Shape;8407;p293"/>
            <p:cNvSpPr/>
            <p:nvPr/>
          </p:nvSpPr>
          <p:spPr>
            <a:xfrm>
              <a:off x="9084585" y="3533956"/>
              <a:ext cx="102106" cy="52683"/>
            </a:xfrm>
            <a:custGeom>
              <a:avLst/>
              <a:gdLst/>
              <a:ahLst/>
              <a:cxnLst/>
              <a:rect l="l" t="t" r="r" b="b"/>
              <a:pathLst>
                <a:path w="2099" h="1083" extrusionOk="0">
                  <a:moveTo>
                    <a:pt x="1621" y="200"/>
                  </a:moveTo>
                  <a:cubicBezTo>
                    <a:pt x="1351" y="200"/>
                    <a:pt x="1233" y="326"/>
                    <a:pt x="1261" y="579"/>
                  </a:cubicBezTo>
                  <a:cubicBezTo>
                    <a:pt x="1284" y="782"/>
                    <a:pt x="1402" y="883"/>
                    <a:pt x="1609" y="883"/>
                  </a:cubicBezTo>
                  <a:cubicBezTo>
                    <a:pt x="1641" y="883"/>
                    <a:pt x="1675" y="881"/>
                    <a:pt x="1711" y="876"/>
                  </a:cubicBezTo>
                  <a:cubicBezTo>
                    <a:pt x="1982" y="840"/>
                    <a:pt x="2099" y="714"/>
                    <a:pt x="2072" y="498"/>
                  </a:cubicBezTo>
                  <a:cubicBezTo>
                    <a:pt x="2054" y="317"/>
                    <a:pt x="1900" y="218"/>
                    <a:pt x="1621" y="200"/>
                  </a:cubicBezTo>
                  <a:close/>
                  <a:moveTo>
                    <a:pt x="397" y="1"/>
                  </a:moveTo>
                  <a:cubicBezTo>
                    <a:pt x="115" y="1"/>
                    <a:pt x="1" y="217"/>
                    <a:pt x="53" y="633"/>
                  </a:cubicBezTo>
                  <a:cubicBezTo>
                    <a:pt x="71" y="777"/>
                    <a:pt x="89" y="867"/>
                    <a:pt x="116" y="921"/>
                  </a:cubicBezTo>
                  <a:cubicBezTo>
                    <a:pt x="182" y="1032"/>
                    <a:pt x="290" y="1082"/>
                    <a:pt x="446" y="1082"/>
                  </a:cubicBezTo>
                  <a:cubicBezTo>
                    <a:pt x="481" y="1082"/>
                    <a:pt x="518" y="1079"/>
                    <a:pt x="557" y="1075"/>
                  </a:cubicBezTo>
                  <a:cubicBezTo>
                    <a:pt x="693" y="1066"/>
                    <a:pt x="783" y="993"/>
                    <a:pt x="846" y="867"/>
                  </a:cubicBezTo>
                  <a:cubicBezTo>
                    <a:pt x="909" y="750"/>
                    <a:pt x="936" y="633"/>
                    <a:pt x="918" y="507"/>
                  </a:cubicBezTo>
                  <a:cubicBezTo>
                    <a:pt x="882" y="200"/>
                    <a:pt x="720" y="29"/>
                    <a:pt x="431" y="2"/>
                  </a:cubicBezTo>
                  <a:cubicBezTo>
                    <a:pt x="419" y="1"/>
                    <a:pt x="408" y="1"/>
                    <a:pt x="397" y="1"/>
                  </a:cubicBezTo>
                  <a:close/>
                </a:path>
              </a:pathLst>
            </a:custGeom>
            <a:solidFill>
              <a:srgbClr val="EECA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8" name="Google Shape;8408;p293"/>
            <p:cNvSpPr/>
            <p:nvPr/>
          </p:nvSpPr>
          <p:spPr>
            <a:xfrm>
              <a:off x="7151702" y="3605512"/>
              <a:ext cx="1882416" cy="359584"/>
            </a:xfrm>
            <a:custGeom>
              <a:avLst/>
              <a:gdLst/>
              <a:ahLst/>
              <a:cxnLst/>
              <a:rect l="l" t="t" r="r" b="b"/>
              <a:pathLst>
                <a:path w="38697" h="7392" extrusionOk="0">
                  <a:moveTo>
                    <a:pt x="38372" y="0"/>
                  </a:moveTo>
                  <a:lnTo>
                    <a:pt x="25555" y="1614"/>
                  </a:lnTo>
                  <a:cubicBezTo>
                    <a:pt x="25645" y="2506"/>
                    <a:pt x="25104" y="3353"/>
                    <a:pt x="23932" y="4156"/>
                  </a:cubicBezTo>
                  <a:cubicBezTo>
                    <a:pt x="23752" y="4282"/>
                    <a:pt x="23563" y="4399"/>
                    <a:pt x="23373" y="4507"/>
                  </a:cubicBezTo>
                  <a:lnTo>
                    <a:pt x="38697" y="2587"/>
                  </a:lnTo>
                  <a:lnTo>
                    <a:pt x="38661" y="2317"/>
                  </a:lnTo>
                  <a:lnTo>
                    <a:pt x="38372" y="0"/>
                  </a:lnTo>
                  <a:close/>
                  <a:moveTo>
                    <a:pt x="12593" y="3236"/>
                  </a:moveTo>
                  <a:lnTo>
                    <a:pt x="0" y="4805"/>
                  </a:lnTo>
                  <a:lnTo>
                    <a:pt x="298" y="7121"/>
                  </a:lnTo>
                  <a:lnTo>
                    <a:pt x="325" y="7392"/>
                  </a:lnTo>
                  <a:lnTo>
                    <a:pt x="15423" y="5499"/>
                  </a:lnTo>
                  <a:cubicBezTo>
                    <a:pt x="15207" y="5445"/>
                    <a:pt x="14999" y="5381"/>
                    <a:pt x="14792" y="5300"/>
                  </a:cubicBezTo>
                  <a:cubicBezTo>
                    <a:pt x="13458" y="4814"/>
                    <a:pt x="12728" y="4129"/>
                    <a:pt x="12593" y="3236"/>
                  </a:cubicBezTo>
                  <a:close/>
                </a:path>
              </a:pathLst>
            </a:custGeom>
            <a:solidFill>
              <a:srgbClr val="D76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9" name="Google Shape;8409;p293"/>
            <p:cNvSpPr/>
            <p:nvPr/>
          </p:nvSpPr>
          <p:spPr>
            <a:xfrm>
              <a:off x="7764232" y="3683976"/>
              <a:ext cx="634963" cy="189034"/>
            </a:xfrm>
            <a:custGeom>
              <a:avLst/>
              <a:gdLst/>
              <a:ahLst/>
              <a:cxnLst/>
              <a:rect l="l" t="t" r="r" b="b"/>
              <a:pathLst>
                <a:path w="13053" h="3886" extrusionOk="0">
                  <a:moveTo>
                    <a:pt x="12963" y="1"/>
                  </a:moveTo>
                  <a:lnTo>
                    <a:pt x="1" y="1623"/>
                  </a:lnTo>
                  <a:cubicBezTo>
                    <a:pt x="136" y="2516"/>
                    <a:pt x="866" y="3201"/>
                    <a:pt x="2200" y="3687"/>
                  </a:cubicBezTo>
                  <a:cubicBezTo>
                    <a:pt x="2407" y="3768"/>
                    <a:pt x="2615" y="3832"/>
                    <a:pt x="2831" y="3886"/>
                  </a:cubicBezTo>
                  <a:lnTo>
                    <a:pt x="10781" y="2894"/>
                  </a:lnTo>
                  <a:cubicBezTo>
                    <a:pt x="10971" y="2786"/>
                    <a:pt x="11160" y="2669"/>
                    <a:pt x="11340" y="2543"/>
                  </a:cubicBezTo>
                  <a:cubicBezTo>
                    <a:pt x="12512" y="1740"/>
                    <a:pt x="13053" y="893"/>
                    <a:pt x="12963" y="1"/>
                  </a:cubicBezTo>
                  <a:close/>
                </a:path>
              </a:pathLst>
            </a:custGeom>
            <a:solidFill>
              <a:srgbClr val="C2BC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0" name="Google Shape;8410;p293"/>
            <p:cNvSpPr/>
            <p:nvPr/>
          </p:nvSpPr>
          <p:spPr>
            <a:xfrm>
              <a:off x="7758540" y="3565575"/>
              <a:ext cx="636277" cy="197401"/>
            </a:xfrm>
            <a:custGeom>
              <a:avLst/>
              <a:gdLst/>
              <a:ahLst/>
              <a:cxnLst/>
              <a:rect l="l" t="t" r="r" b="b"/>
              <a:pathLst>
                <a:path w="13080" h="4058" extrusionOk="0">
                  <a:moveTo>
                    <a:pt x="9997" y="1"/>
                  </a:moveTo>
                  <a:lnTo>
                    <a:pt x="2506" y="938"/>
                  </a:lnTo>
                  <a:cubicBezTo>
                    <a:pt x="2227" y="1092"/>
                    <a:pt x="1966" y="1245"/>
                    <a:pt x="1722" y="1407"/>
                  </a:cubicBezTo>
                  <a:cubicBezTo>
                    <a:pt x="532" y="2218"/>
                    <a:pt x="0" y="3093"/>
                    <a:pt x="118" y="4012"/>
                  </a:cubicBezTo>
                  <a:cubicBezTo>
                    <a:pt x="118" y="4030"/>
                    <a:pt x="118" y="4039"/>
                    <a:pt x="118" y="4057"/>
                  </a:cubicBezTo>
                  <a:lnTo>
                    <a:pt x="13080" y="2435"/>
                  </a:lnTo>
                  <a:cubicBezTo>
                    <a:pt x="13071" y="2417"/>
                    <a:pt x="13071" y="2408"/>
                    <a:pt x="13071" y="2390"/>
                  </a:cubicBezTo>
                  <a:cubicBezTo>
                    <a:pt x="12953" y="1470"/>
                    <a:pt x="12223" y="758"/>
                    <a:pt x="10871" y="262"/>
                  </a:cubicBezTo>
                  <a:cubicBezTo>
                    <a:pt x="10583" y="172"/>
                    <a:pt x="10294" y="82"/>
                    <a:pt x="9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1" name="Google Shape;8411;p293"/>
            <p:cNvSpPr/>
            <p:nvPr/>
          </p:nvSpPr>
          <p:spPr>
            <a:xfrm>
              <a:off x="7130639" y="3466487"/>
              <a:ext cx="1892096" cy="377145"/>
            </a:xfrm>
            <a:custGeom>
              <a:avLst/>
              <a:gdLst/>
              <a:ahLst/>
              <a:cxnLst/>
              <a:rect l="l" t="t" r="r" b="b"/>
              <a:pathLst>
                <a:path w="38896" h="7753" extrusionOk="0">
                  <a:moveTo>
                    <a:pt x="38526" y="1"/>
                  </a:moveTo>
                  <a:lnTo>
                    <a:pt x="22896" y="1957"/>
                  </a:lnTo>
                  <a:lnTo>
                    <a:pt x="22878" y="2110"/>
                  </a:lnTo>
                  <a:cubicBezTo>
                    <a:pt x="23175" y="2191"/>
                    <a:pt x="23464" y="2281"/>
                    <a:pt x="23752" y="2371"/>
                  </a:cubicBezTo>
                  <a:cubicBezTo>
                    <a:pt x="25068" y="2858"/>
                    <a:pt x="25789" y="3552"/>
                    <a:pt x="25907" y="4481"/>
                  </a:cubicBezTo>
                  <a:lnTo>
                    <a:pt x="25916" y="4553"/>
                  </a:lnTo>
                  <a:lnTo>
                    <a:pt x="38896" y="2930"/>
                  </a:lnTo>
                  <a:lnTo>
                    <a:pt x="38526" y="1"/>
                  </a:lnTo>
                  <a:close/>
                  <a:moveTo>
                    <a:pt x="15405" y="2903"/>
                  </a:moveTo>
                  <a:lnTo>
                    <a:pt x="1" y="4823"/>
                  </a:lnTo>
                  <a:lnTo>
                    <a:pt x="370" y="7753"/>
                  </a:lnTo>
                  <a:lnTo>
                    <a:pt x="13035" y="6166"/>
                  </a:lnTo>
                  <a:lnTo>
                    <a:pt x="13107" y="6121"/>
                  </a:lnTo>
                  <a:lnTo>
                    <a:pt x="13098" y="6040"/>
                  </a:lnTo>
                  <a:cubicBezTo>
                    <a:pt x="12990" y="5157"/>
                    <a:pt x="13521" y="4300"/>
                    <a:pt x="14675" y="3507"/>
                  </a:cubicBezTo>
                  <a:cubicBezTo>
                    <a:pt x="14910" y="3354"/>
                    <a:pt x="15171" y="3192"/>
                    <a:pt x="15450" y="3047"/>
                  </a:cubicBezTo>
                  <a:lnTo>
                    <a:pt x="15405" y="2903"/>
                  </a:lnTo>
                  <a:close/>
                </a:path>
              </a:pathLst>
            </a:custGeom>
            <a:solidFill>
              <a:srgbClr val="EE87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2" name="Google Shape;8412;p293"/>
            <p:cNvSpPr/>
            <p:nvPr/>
          </p:nvSpPr>
          <p:spPr>
            <a:xfrm>
              <a:off x="8992842" y="3474999"/>
              <a:ext cx="35997" cy="141362"/>
            </a:xfrm>
            <a:custGeom>
              <a:avLst/>
              <a:gdLst/>
              <a:ahLst/>
              <a:cxnLst/>
              <a:rect l="l" t="t" r="r" b="b"/>
              <a:pathLst>
                <a:path w="740" h="2906" extrusionOk="0">
                  <a:moveTo>
                    <a:pt x="218" y="0"/>
                  </a:moveTo>
                  <a:cubicBezTo>
                    <a:pt x="203" y="0"/>
                    <a:pt x="187" y="2"/>
                    <a:pt x="172" y="6"/>
                  </a:cubicBezTo>
                  <a:cubicBezTo>
                    <a:pt x="73" y="24"/>
                    <a:pt x="1" y="123"/>
                    <a:pt x="19" y="231"/>
                  </a:cubicBezTo>
                  <a:cubicBezTo>
                    <a:pt x="91" y="637"/>
                    <a:pt x="163" y="1052"/>
                    <a:pt x="217" y="1466"/>
                  </a:cubicBezTo>
                  <a:cubicBezTo>
                    <a:pt x="271" y="1881"/>
                    <a:pt x="334" y="2296"/>
                    <a:pt x="334" y="2710"/>
                  </a:cubicBezTo>
                  <a:cubicBezTo>
                    <a:pt x="334" y="2728"/>
                    <a:pt x="334" y="2746"/>
                    <a:pt x="334" y="2764"/>
                  </a:cubicBezTo>
                  <a:cubicBezTo>
                    <a:pt x="357" y="2848"/>
                    <a:pt x="437" y="2906"/>
                    <a:pt x="527" y="2906"/>
                  </a:cubicBezTo>
                  <a:cubicBezTo>
                    <a:pt x="543" y="2906"/>
                    <a:pt x="561" y="2904"/>
                    <a:pt x="578" y="2899"/>
                  </a:cubicBezTo>
                  <a:cubicBezTo>
                    <a:pt x="677" y="2872"/>
                    <a:pt x="740" y="2764"/>
                    <a:pt x="713" y="2665"/>
                  </a:cubicBezTo>
                  <a:cubicBezTo>
                    <a:pt x="614" y="2259"/>
                    <a:pt x="569" y="1845"/>
                    <a:pt x="523" y="1430"/>
                  </a:cubicBezTo>
                  <a:cubicBezTo>
                    <a:pt x="469" y="1016"/>
                    <a:pt x="433" y="601"/>
                    <a:pt x="406" y="177"/>
                  </a:cubicBezTo>
                  <a:cubicBezTo>
                    <a:pt x="406" y="168"/>
                    <a:pt x="406" y="168"/>
                    <a:pt x="397" y="159"/>
                  </a:cubicBezTo>
                  <a:cubicBezTo>
                    <a:pt x="382" y="67"/>
                    <a:pt x="307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3" name="Google Shape;8413;p293"/>
            <p:cNvSpPr/>
            <p:nvPr/>
          </p:nvSpPr>
          <p:spPr>
            <a:xfrm>
              <a:off x="8234282" y="3461525"/>
              <a:ext cx="850704" cy="234469"/>
            </a:xfrm>
            <a:custGeom>
              <a:avLst/>
              <a:gdLst/>
              <a:ahLst/>
              <a:cxnLst/>
              <a:rect l="l" t="t" r="r" b="b"/>
              <a:pathLst>
                <a:path w="17488" h="4820" extrusionOk="0">
                  <a:moveTo>
                    <a:pt x="15781" y="1"/>
                  </a:moveTo>
                  <a:cubicBezTo>
                    <a:pt x="15770" y="1"/>
                    <a:pt x="15759" y="2"/>
                    <a:pt x="15748" y="4"/>
                  </a:cubicBezTo>
                  <a:lnTo>
                    <a:pt x="190" y="1951"/>
                  </a:lnTo>
                  <a:cubicBezTo>
                    <a:pt x="118" y="1960"/>
                    <a:pt x="55" y="2005"/>
                    <a:pt x="28" y="2086"/>
                  </a:cubicBezTo>
                  <a:cubicBezTo>
                    <a:pt x="1" y="2185"/>
                    <a:pt x="55" y="2293"/>
                    <a:pt x="163" y="2329"/>
                  </a:cubicBezTo>
                  <a:cubicBezTo>
                    <a:pt x="334" y="2356"/>
                    <a:pt x="505" y="2401"/>
                    <a:pt x="668" y="2437"/>
                  </a:cubicBezTo>
                  <a:cubicBezTo>
                    <a:pt x="839" y="2473"/>
                    <a:pt x="1010" y="2509"/>
                    <a:pt x="1172" y="2564"/>
                  </a:cubicBezTo>
                  <a:cubicBezTo>
                    <a:pt x="1488" y="2672"/>
                    <a:pt x="1812" y="2807"/>
                    <a:pt x="2101" y="2987"/>
                  </a:cubicBezTo>
                  <a:cubicBezTo>
                    <a:pt x="2245" y="3077"/>
                    <a:pt x="2380" y="3176"/>
                    <a:pt x="2506" y="3294"/>
                  </a:cubicBezTo>
                  <a:cubicBezTo>
                    <a:pt x="2642" y="3393"/>
                    <a:pt x="2750" y="3528"/>
                    <a:pt x="2849" y="3663"/>
                  </a:cubicBezTo>
                  <a:cubicBezTo>
                    <a:pt x="3038" y="3934"/>
                    <a:pt x="3137" y="4267"/>
                    <a:pt x="3101" y="4592"/>
                  </a:cubicBezTo>
                  <a:cubicBezTo>
                    <a:pt x="3101" y="4628"/>
                    <a:pt x="3101" y="4655"/>
                    <a:pt x="3110" y="4682"/>
                  </a:cubicBezTo>
                  <a:cubicBezTo>
                    <a:pt x="3139" y="4767"/>
                    <a:pt x="3218" y="4819"/>
                    <a:pt x="3304" y="4819"/>
                  </a:cubicBezTo>
                  <a:cubicBezTo>
                    <a:pt x="3326" y="4819"/>
                    <a:pt x="3349" y="4816"/>
                    <a:pt x="3372" y="4808"/>
                  </a:cubicBezTo>
                  <a:cubicBezTo>
                    <a:pt x="3471" y="4772"/>
                    <a:pt x="3525" y="4655"/>
                    <a:pt x="3489" y="4547"/>
                  </a:cubicBezTo>
                  <a:cubicBezTo>
                    <a:pt x="3426" y="4366"/>
                    <a:pt x="3372" y="4186"/>
                    <a:pt x="3282" y="4024"/>
                  </a:cubicBezTo>
                  <a:cubicBezTo>
                    <a:pt x="3201" y="3853"/>
                    <a:pt x="3101" y="3699"/>
                    <a:pt x="2984" y="3555"/>
                  </a:cubicBezTo>
                  <a:cubicBezTo>
                    <a:pt x="2768" y="3276"/>
                    <a:pt x="2497" y="3032"/>
                    <a:pt x="2200" y="2834"/>
                  </a:cubicBezTo>
                  <a:cubicBezTo>
                    <a:pt x="1903" y="2645"/>
                    <a:pt x="1578" y="2482"/>
                    <a:pt x="1254" y="2338"/>
                  </a:cubicBezTo>
                  <a:cubicBezTo>
                    <a:pt x="1170" y="2301"/>
                    <a:pt x="1086" y="2267"/>
                    <a:pt x="1002" y="2233"/>
                  </a:cubicBezTo>
                  <a:lnTo>
                    <a:pt x="1002" y="2233"/>
                  </a:lnTo>
                  <a:lnTo>
                    <a:pt x="15600" y="406"/>
                  </a:lnTo>
                  <a:lnTo>
                    <a:pt x="15600" y="406"/>
                  </a:lnTo>
                  <a:lnTo>
                    <a:pt x="15613" y="508"/>
                  </a:lnTo>
                  <a:lnTo>
                    <a:pt x="15667" y="617"/>
                  </a:lnTo>
                  <a:cubicBezTo>
                    <a:pt x="15686" y="660"/>
                    <a:pt x="15726" y="687"/>
                    <a:pt x="15770" y="687"/>
                  </a:cubicBezTo>
                  <a:cubicBezTo>
                    <a:pt x="15790" y="687"/>
                    <a:pt x="15810" y="682"/>
                    <a:pt x="15829" y="671"/>
                  </a:cubicBezTo>
                  <a:cubicBezTo>
                    <a:pt x="16009" y="589"/>
                    <a:pt x="16199" y="553"/>
                    <a:pt x="16388" y="526"/>
                  </a:cubicBezTo>
                  <a:cubicBezTo>
                    <a:pt x="16483" y="517"/>
                    <a:pt x="16577" y="511"/>
                    <a:pt x="16673" y="511"/>
                  </a:cubicBezTo>
                  <a:cubicBezTo>
                    <a:pt x="16710" y="511"/>
                    <a:pt x="16747" y="512"/>
                    <a:pt x="16784" y="514"/>
                  </a:cubicBezTo>
                  <a:lnTo>
                    <a:pt x="16784" y="514"/>
                  </a:lnTo>
                  <a:cubicBezTo>
                    <a:pt x="16865" y="872"/>
                    <a:pt x="16927" y="1235"/>
                    <a:pt x="16983" y="1599"/>
                  </a:cubicBezTo>
                  <a:cubicBezTo>
                    <a:pt x="17037" y="2005"/>
                    <a:pt x="17109" y="2419"/>
                    <a:pt x="17064" y="2843"/>
                  </a:cubicBezTo>
                  <a:cubicBezTo>
                    <a:pt x="17055" y="2879"/>
                    <a:pt x="17064" y="2906"/>
                    <a:pt x="17073" y="2933"/>
                  </a:cubicBezTo>
                  <a:cubicBezTo>
                    <a:pt x="17100" y="3015"/>
                    <a:pt x="17175" y="3066"/>
                    <a:pt x="17252" y="3066"/>
                  </a:cubicBezTo>
                  <a:cubicBezTo>
                    <a:pt x="17277" y="3066"/>
                    <a:pt x="17301" y="3061"/>
                    <a:pt x="17325" y="3050"/>
                  </a:cubicBezTo>
                  <a:cubicBezTo>
                    <a:pt x="17433" y="3014"/>
                    <a:pt x="17488" y="2897"/>
                    <a:pt x="17442" y="2798"/>
                  </a:cubicBezTo>
                  <a:cubicBezTo>
                    <a:pt x="17298" y="2392"/>
                    <a:pt x="17262" y="1978"/>
                    <a:pt x="17217" y="1563"/>
                  </a:cubicBezTo>
                  <a:cubicBezTo>
                    <a:pt x="17172" y="1148"/>
                    <a:pt x="17145" y="734"/>
                    <a:pt x="17136" y="319"/>
                  </a:cubicBezTo>
                  <a:cubicBezTo>
                    <a:pt x="17136" y="220"/>
                    <a:pt x="17055" y="148"/>
                    <a:pt x="16965" y="148"/>
                  </a:cubicBezTo>
                  <a:lnTo>
                    <a:pt x="16920" y="148"/>
                  </a:lnTo>
                  <a:cubicBezTo>
                    <a:pt x="16739" y="229"/>
                    <a:pt x="16550" y="265"/>
                    <a:pt x="16361" y="292"/>
                  </a:cubicBezTo>
                  <a:cubicBezTo>
                    <a:pt x="16260" y="307"/>
                    <a:pt x="16158" y="316"/>
                    <a:pt x="16056" y="316"/>
                  </a:cubicBezTo>
                  <a:cubicBezTo>
                    <a:pt x="16031" y="316"/>
                    <a:pt x="16007" y="315"/>
                    <a:pt x="15983" y="314"/>
                  </a:cubicBezTo>
                  <a:lnTo>
                    <a:pt x="15983" y="314"/>
                  </a:lnTo>
                  <a:lnTo>
                    <a:pt x="15964" y="166"/>
                  </a:lnTo>
                  <a:cubicBezTo>
                    <a:pt x="15948" y="69"/>
                    <a:pt x="15874" y="1"/>
                    <a:pt x="1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4" name="Google Shape;8414;p293"/>
            <p:cNvSpPr/>
            <p:nvPr/>
          </p:nvSpPr>
          <p:spPr>
            <a:xfrm>
              <a:off x="9007776" y="3586979"/>
              <a:ext cx="90772" cy="141168"/>
            </a:xfrm>
            <a:custGeom>
              <a:avLst/>
              <a:gdLst/>
              <a:ahLst/>
              <a:cxnLst/>
              <a:rect l="l" t="t" r="r" b="b"/>
              <a:pathLst>
                <a:path w="1866" h="2902" extrusionOk="0">
                  <a:moveTo>
                    <a:pt x="1344" y="0"/>
                  </a:moveTo>
                  <a:cubicBezTo>
                    <a:pt x="1323" y="0"/>
                    <a:pt x="1301" y="4"/>
                    <a:pt x="1280" y="12"/>
                  </a:cubicBezTo>
                  <a:cubicBezTo>
                    <a:pt x="1172" y="48"/>
                    <a:pt x="1118" y="165"/>
                    <a:pt x="1163" y="264"/>
                  </a:cubicBezTo>
                  <a:cubicBezTo>
                    <a:pt x="1298" y="643"/>
                    <a:pt x="1334" y="1030"/>
                    <a:pt x="1379" y="1409"/>
                  </a:cubicBezTo>
                  <a:cubicBezTo>
                    <a:pt x="1397" y="1607"/>
                    <a:pt x="1415" y="1796"/>
                    <a:pt x="1424" y="1995"/>
                  </a:cubicBezTo>
                  <a:cubicBezTo>
                    <a:pt x="1438" y="2136"/>
                    <a:pt x="1446" y="2283"/>
                    <a:pt x="1450" y="2430"/>
                  </a:cubicBezTo>
                  <a:lnTo>
                    <a:pt x="1450" y="2430"/>
                  </a:lnTo>
                  <a:cubicBezTo>
                    <a:pt x="1414" y="2442"/>
                    <a:pt x="1379" y="2453"/>
                    <a:pt x="1343" y="2463"/>
                  </a:cubicBezTo>
                  <a:cubicBezTo>
                    <a:pt x="1244" y="2481"/>
                    <a:pt x="1154" y="2499"/>
                    <a:pt x="1055" y="2508"/>
                  </a:cubicBezTo>
                  <a:cubicBezTo>
                    <a:pt x="960" y="2517"/>
                    <a:pt x="865" y="2524"/>
                    <a:pt x="770" y="2524"/>
                  </a:cubicBezTo>
                  <a:cubicBezTo>
                    <a:pt x="738" y="2524"/>
                    <a:pt x="705" y="2523"/>
                    <a:pt x="673" y="2522"/>
                  </a:cubicBezTo>
                  <a:lnTo>
                    <a:pt x="673" y="2522"/>
                  </a:lnTo>
                  <a:cubicBezTo>
                    <a:pt x="626" y="2191"/>
                    <a:pt x="579" y="1854"/>
                    <a:pt x="532" y="1517"/>
                  </a:cubicBezTo>
                  <a:cubicBezTo>
                    <a:pt x="478" y="1138"/>
                    <a:pt x="433" y="751"/>
                    <a:pt x="406" y="363"/>
                  </a:cubicBezTo>
                  <a:cubicBezTo>
                    <a:pt x="406" y="354"/>
                    <a:pt x="406" y="345"/>
                    <a:pt x="406" y="345"/>
                  </a:cubicBezTo>
                  <a:cubicBezTo>
                    <a:pt x="390" y="248"/>
                    <a:pt x="308" y="180"/>
                    <a:pt x="214" y="180"/>
                  </a:cubicBezTo>
                  <a:cubicBezTo>
                    <a:pt x="203" y="180"/>
                    <a:pt x="192" y="181"/>
                    <a:pt x="180" y="183"/>
                  </a:cubicBezTo>
                  <a:cubicBezTo>
                    <a:pt x="72" y="201"/>
                    <a:pt x="0" y="300"/>
                    <a:pt x="27" y="408"/>
                  </a:cubicBezTo>
                  <a:cubicBezTo>
                    <a:pt x="90" y="796"/>
                    <a:pt x="144" y="1174"/>
                    <a:pt x="189" y="1562"/>
                  </a:cubicBezTo>
                  <a:cubicBezTo>
                    <a:pt x="234" y="1950"/>
                    <a:pt x="280" y="2337"/>
                    <a:pt x="316" y="2716"/>
                  </a:cubicBezTo>
                  <a:lnTo>
                    <a:pt x="316" y="2770"/>
                  </a:lnTo>
                  <a:cubicBezTo>
                    <a:pt x="316" y="2779"/>
                    <a:pt x="325" y="2797"/>
                    <a:pt x="334" y="2815"/>
                  </a:cubicBezTo>
                  <a:cubicBezTo>
                    <a:pt x="353" y="2868"/>
                    <a:pt x="407" y="2901"/>
                    <a:pt x="466" y="2901"/>
                  </a:cubicBezTo>
                  <a:cubicBezTo>
                    <a:pt x="488" y="2901"/>
                    <a:pt x="510" y="2897"/>
                    <a:pt x="532" y="2887"/>
                  </a:cubicBezTo>
                  <a:cubicBezTo>
                    <a:pt x="712" y="2806"/>
                    <a:pt x="902" y="2770"/>
                    <a:pt x="1091" y="2734"/>
                  </a:cubicBezTo>
                  <a:cubicBezTo>
                    <a:pt x="1181" y="2725"/>
                    <a:pt x="1280" y="2716"/>
                    <a:pt x="1370" y="2716"/>
                  </a:cubicBezTo>
                  <a:cubicBezTo>
                    <a:pt x="1469" y="2716"/>
                    <a:pt x="1569" y="2725"/>
                    <a:pt x="1668" y="2743"/>
                  </a:cubicBezTo>
                  <a:cubicBezTo>
                    <a:pt x="1677" y="2747"/>
                    <a:pt x="1688" y="2750"/>
                    <a:pt x="1700" y="2750"/>
                  </a:cubicBezTo>
                  <a:cubicBezTo>
                    <a:pt x="1713" y="2750"/>
                    <a:pt x="1726" y="2747"/>
                    <a:pt x="1740" y="2743"/>
                  </a:cubicBezTo>
                  <a:cubicBezTo>
                    <a:pt x="1812" y="2725"/>
                    <a:pt x="1866" y="2644"/>
                    <a:pt x="1839" y="2563"/>
                  </a:cubicBezTo>
                  <a:lnTo>
                    <a:pt x="1830" y="2526"/>
                  </a:lnTo>
                  <a:cubicBezTo>
                    <a:pt x="1785" y="2337"/>
                    <a:pt x="1749" y="2148"/>
                    <a:pt x="1713" y="1959"/>
                  </a:cubicBezTo>
                  <a:cubicBezTo>
                    <a:pt x="1677" y="1769"/>
                    <a:pt x="1641" y="1580"/>
                    <a:pt x="1614" y="1382"/>
                  </a:cubicBezTo>
                  <a:cubicBezTo>
                    <a:pt x="1560" y="1003"/>
                    <a:pt x="1505" y="616"/>
                    <a:pt x="1541" y="219"/>
                  </a:cubicBezTo>
                  <a:cubicBezTo>
                    <a:pt x="1551" y="192"/>
                    <a:pt x="1541" y="156"/>
                    <a:pt x="1532" y="129"/>
                  </a:cubicBezTo>
                  <a:cubicBezTo>
                    <a:pt x="1504" y="51"/>
                    <a:pt x="1425" y="0"/>
                    <a:pt x="1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5" name="Google Shape;8415;p293"/>
            <p:cNvSpPr/>
            <p:nvPr/>
          </p:nvSpPr>
          <p:spPr>
            <a:xfrm>
              <a:off x="9050291" y="3487988"/>
              <a:ext cx="305685" cy="86102"/>
            </a:xfrm>
            <a:custGeom>
              <a:avLst/>
              <a:gdLst/>
              <a:ahLst/>
              <a:cxnLst/>
              <a:rect l="l" t="t" r="r" b="b"/>
              <a:pathLst>
                <a:path w="6284" h="1770" extrusionOk="0">
                  <a:moveTo>
                    <a:pt x="208" y="0"/>
                  </a:moveTo>
                  <a:cubicBezTo>
                    <a:pt x="100" y="0"/>
                    <a:pt x="9" y="82"/>
                    <a:pt x="0" y="190"/>
                  </a:cubicBezTo>
                  <a:cubicBezTo>
                    <a:pt x="0" y="298"/>
                    <a:pt x="82" y="388"/>
                    <a:pt x="190" y="388"/>
                  </a:cubicBezTo>
                  <a:cubicBezTo>
                    <a:pt x="1172" y="442"/>
                    <a:pt x="2137" y="613"/>
                    <a:pt x="3101" y="767"/>
                  </a:cubicBezTo>
                  <a:cubicBezTo>
                    <a:pt x="3588" y="848"/>
                    <a:pt x="4066" y="938"/>
                    <a:pt x="4552" y="1019"/>
                  </a:cubicBezTo>
                  <a:cubicBezTo>
                    <a:pt x="4982" y="1100"/>
                    <a:pt x="5412" y="1189"/>
                    <a:pt x="5849" y="1278"/>
                  </a:cubicBezTo>
                  <a:lnTo>
                    <a:pt x="5849" y="1278"/>
                  </a:lnTo>
                  <a:lnTo>
                    <a:pt x="5887" y="1605"/>
                  </a:lnTo>
                  <a:cubicBezTo>
                    <a:pt x="5903" y="1695"/>
                    <a:pt x="5978" y="1770"/>
                    <a:pt x="6073" y="1770"/>
                  </a:cubicBezTo>
                  <a:cubicBezTo>
                    <a:pt x="6083" y="1770"/>
                    <a:pt x="6093" y="1769"/>
                    <a:pt x="6103" y="1767"/>
                  </a:cubicBezTo>
                  <a:cubicBezTo>
                    <a:pt x="6211" y="1758"/>
                    <a:pt x="6283" y="1659"/>
                    <a:pt x="6274" y="1551"/>
                  </a:cubicBezTo>
                  <a:lnTo>
                    <a:pt x="6211" y="1091"/>
                  </a:lnTo>
                  <a:lnTo>
                    <a:pt x="6211" y="1082"/>
                  </a:lnTo>
                  <a:cubicBezTo>
                    <a:pt x="6202" y="1001"/>
                    <a:pt x="6139" y="929"/>
                    <a:pt x="6049" y="920"/>
                  </a:cubicBezTo>
                  <a:cubicBezTo>
                    <a:pt x="5562" y="875"/>
                    <a:pt x="5075" y="812"/>
                    <a:pt x="4589" y="749"/>
                  </a:cubicBezTo>
                  <a:cubicBezTo>
                    <a:pt x="4111" y="685"/>
                    <a:pt x="3624" y="622"/>
                    <a:pt x="3137" y="550"/>
                  </a:cubicBezTo>
                  <a:cubicBezTo>
                    <a:pt x="2173" y="397"/>
                    <a:pt x="1199" y="262"/>
                    <a:pt x="244" y="9"/>
                  </a:cubicBezTo>
                  <a:cubicBezTo>
                    <a:pt x="235" y="0"/>
                    <a:pt x="217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6" name="Google Shape;8416;p293"/>
            <p:cNvSpPr/>
            <p:nvPr/>
          </p:nvSpPr>
          <p:spPr>
            <a:xfrm>
              <a:off x="9073980" y="3552587"/>
              <a:ext cx="283308" cy="148610"/>
            </a:xfrm>
            <a:custGeom>
              <a:avLst/>
              <a:gdLst/>
              <a:ahLst/>
              <a:cxnLst/>
              <a:rect l="l" t="t" r="r" b="b"/>
              <a:pathLst>
                <a:path w="5824" h="3055" extrusionOk="0">
                  <a:moveTo>
                    <a:pt x="5588" y="1"/>
                  </a:moveTo>
                  <a:cubicBezTo>
                    <a:pt x="5570" y="1"/>
                    <a:pt x="5553" y="3"/>
                    <a:pt x="5535" y="6"/>
                  </a:cubicBezTo>
                  <a:cubicBezTo>
                    <a:pt x="5418" y="34"/>
                    <a:pt x="5336" y="160"/>
                    <a:pt x="5373" y="277"/>
                  </a:cubicBezTo>
                  <a:lnTo>
                    <a:pt x="5406" y="415"/>
                  </a:lnTo>
                  <a:lnTo>
                    <a:pt x="5406" y="415"/>
                  </a:lnTo>
                  <a:cubicBezTo>
                    <a:pt x="5013" y="613"/>
                    <a:pt x="4620" y="805"/>
                    <a:pt x="4228" y="989"/>
                  </a:cubicBezTo>
                  <a:cubicBezTo>
                    <a:pt x="3786" y="1196"/>
                    <a:pt x="3335" y="1395"/>
                    <a:pt x="2885" y="1584"/>
                  </a:cubicBezTo>
                  <a:cubicBezTo>
                    <a:pt x="2434" y="1773"/>
                    <a:pt x="1983" y="1972"/>
                    <a:pt x="1524" y="2152"/>
                  </a:cubicBezTo>
                  <a:cubicBezTo>
                    <a:pt x="1073" y="2332"/>
                    <a:pt x="613" y="2512"/>
                    <a:pt x="153" y="2675"/>
                  </a:cubicBezTo>
                  <a:cubicBezTo>
                    <a:pt x="144" y="2684"/>
                    <a:pt x="135" y="2684"/>
                    <a:pt x="126" y="2684"/>
                  </a:cubicBezTo>
                  <a:cubicBezTo>
                    <a:pt x="36" y="2738"/>
                    <a:pt x="0" y="2855"/>
                    <a:pt x="45" y="2945"/>
                  </a:cubicBezTo>
                  <a:cubicBezTo>
                    <a:pt x="77" y="3016"/>
                    <a:pt x="146" y="3054"/>
                    <a:pt x="219" y="3054"/>
                  </a:cubicBezTo>
                  <a:cubicBezTo>
                    <a:pt x="248" y="3054"/>
                    <a:pt x="278" y="3048"/>
                    <a:pt x="307" y="3035"/>
                  </a:cubicBezTo>
                  <a:cubicBezTo>
                    <a:pt x="748" y="2810"/>
                    <a:pt x="1190" y="2602"/>
                    <a:pt x="1632" y="2395"/>
                  </a:cubicBezTo>
                  <a:cubicBezTo>
                    <a:pt x="2073" y="2188"/>
                    <a:pt x="2524" y="1990"/>
                    <a:pt x="2975" y="1791"/>
                  </a:cubicBezTo>
                  <a:cubicBezTo>
                    <a:pt x="3416" y="1593"/>
                    <a:pt x="3876" y="1404"/>
                    <a:pt x="4327" y="1214"/>
                  </a:cubicBezTo>
                  <a:cubicBezTo>
                    <a:pt x="4778" y="1034"/>
                    <a:pt x="5237" y="854"/>
                    <a:pt x="5706" y="701"/>
                  </a:cubicBezTo>
                  <a:cubicBezTo>
                    <a:pt x="5769" y="674"/>
                    <a:pt x="5823" y="610"/>
                    <a:pt x="5823" y="529"/>
                  </a:cubicBezTo>
                  <a:lnTo>
                    <a:pt x="5823" y="493"/>
                  </a:lnTo>
                  <a:lnTo>
                    <a:pt x="5814" y="223"/>
                  </a:lnTo>
                  <a:cubicBezTo>
                    <a:pt x="5814" y="205"/>
                    <a:pt x="5814" y="187"/>
                    <a:pt x="5805" y="169"/>
                  </a:cubicBezTo>
                  <a:cubicBezTo>
                    <a:pt x="5782" y="68"/>
                    <a:pt x="5692" y="1"/>
                    <a:pt x="5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7" name="Google Shape;8417;p293"/>
            <p:cNvSpPr/>
            <p:nvPr/>
          </p:nvSpPr>
          <p:spPr>
            <a:xfrm>
              <a:off x="7051300" y="3556236"/>
              <a:ext cx="1992937" cy="418201"/>
            </a:xfrm>
            <a:custGeom>
              <a:avLst/>
              <a:gdLst/>
              <a:ahLst/>
              <a:cxnLst/>
              <a:rect l="l" t="t" r="r" b="b"/>
              <a:pathLst>
                <a:path w="40969" h="8597" extrusionOk="0">
                  <a:moveTo>
                    <a:pt x="24542" y="1"/>
                  </a:moveTo>
                  <a:cubicBezTo>
                    <a:pt x="24531" y="1"/>
                    <a:pt x="24520" y="2"/>
                    <a:pt x="24509" y="4"/>
                  </a:cubicBezTo>
                  <a:lnTo>
                    <a:pt x="18812" y="761"/>
                  </a:lnTo>
                  <a:lnTo>
                    <a:pt x="15964" y="1130"/>
                  </a:lnTo>
                  <a:lnTo>
                    <a:pt x="13115" y="1491"/>
                  </a:lnTo>
                  <a:cubicBezTo>
                    <a:pt x="11213" y="1734"/>
                    <a:pt x="9311" y="1978"/>
                    <a:pt x="7409" y="2203"/>
                  </a:cubicBezTo>
                  <a:cubicBezTo>
                    <a:pt x="5508" y="2437"/>
                    <a:pt x="3606" y="2654"/>
                    <a:pt x="1695" y="2861"/>
                  </a:cubicBezTo>
                  <a:cubicBezTo>
                    <a:pt x="1586" y="2870"/>
                    <a:pt x="1514" y="2969"/>
                    <a:pt x="1532" y="3068"/>
                  </a:cubicBezTo>
                  <a:lnTo>
                    <a:pt x="1532" y="3077"/>
                  </a:lnTo>
                  <a:lnTo>
                    <a:pt x="1544" y="3172"/>
                  </a:lnTo>
                  <a:lnTo>
                    <a:pt x="1544" y="3172"/>
                  </a:lnTo>
                  <a:lnTo>
                    <a:pt x="171" y="3339"/>
                  </a:lnTo>
                  <a:cubicBezTo>
                    <a:pt x="72" y="3357"/>
                    <a:pt x="0" y="3438"/>
                    <a:pt x="9" y="3537"/>
                  </a:cubicBezTo>
                  <a:lnTo>
                    <a:pt x="9" y="3555"/>
                  </a:lnTo>
                  <a:cubicBezTo>
                    <a:pt x="36" y="4366"/>
                    <a:pt x="117" y="5169"/>
                    <a:pt x="216" y="5962"/>
                  </a:cubicBezTo>
                  <a:cubicBezTo>
                    <a:pt x="316" y="6764"/>
                    <a:pt x="433" y="7557"/>
                    <a:pt x="604" y="8350"/>
                  </a:cubicBezTo>
                  <a:lnTo>
                    <a:pt x="613" y="8368"/>
                  </a:lnTo>
                  <a:cubicBezTo>
                    <a:pt x="630" y="8461"/>
                    <a:pt x="710" y="8523"/>
                    <a:pt x="802" y="8523"/>
                  </a:cubicBezTo>
                  <a:cubicBezTo>
                    <a:pt x="808" y="8523"/>
                    <a:pt x="814" y="8522"/>
                    <a:pt x="820" y="8522"/>
                  </a:cubicBezTo>
                  <a:lnTo>
                    <a:pt x="2189" y="8348"/>
                  </a:lnTo>
                  <a:lnTo>
                    <a:pt x="2189" y="8348"/>
                  </a:lnTo>
                  <a:lnTo>
                    <a:pt x="2199" y="8423"/>
                  </a:lnTo>
                  <a:lnTo>
                    <a:pt x="2199" y="8432"/>
                  </a:lnTo>
                  <a:lnTo>
                    <a:pt x="2199" y="8441"/>
                  </a:lnTo>
                  <a:cubicBezTo>
                    <a:pt x="2216" y="8529"/>
                    <a:pt x="2297" y="8597"/>
                    <a:pt x="2385" y="8597"/>
                  </a:cubicBezTo>
                  <a:cubicBezTo>
                    <a:pt x="2395" y="8597"/>
                    <a:pt x="2405" y="8596"/>
                    <a:pt x="2416" y="8594"/>
                  </a:cubicBezTo>
                  <a:cubicBezTo>
                    <a:pt x="5598" y="8089"/>
                    <a:pt x="8798" y="7701"/>
                    <a:pt x="11998" y="7305"/>
                  </a:cubicBezTo>
                  <a:lnTo>
                    <a:pt x="21588" y="6124"/>
                  </a:lnTo>
                  <a:lnTo>
                    <a:pt x="31188" y="4943"/>
                  </a:lnTo>
                  <a:lnTo>
                    <a:pt x="40779" y="3789"/>
                  </a:lnTo>
                  <a:lnTo>
                    <a:pt x="40788" y="3789"/>
                  </a:lnTo>
                  <a:cubicBezTo>
                    <a:pt x="40887" y="3780"/>
                    <a:pt x="40968" y="3681"/>
                    <a:pt x="40950" y="3573"/>
                  </a:cubicBezTo>
                  <a:lnTo>
                    <a:pt x="40914" y="3303"/>
                  </a:lnTo>
                  <a:cubicBezTo>
                    <a:pt x="40906" y="3201"/>
                    <a:pt x="40817" y="3131"/>
                    <a:pt x="40716" y="3131"/>
                  </a:cubicBezTo>
                  <a:cubicBezTo>
                    <a:pt x="40710" y="3131"/>
                    <a:pt x="40704" y="3131"/>
                    <a:pt x="40698" y="3131"/>
                  </a:cubicBezTo>
                  <a:cubicBezTo>
                    <a:pt x="40599" y="3149"/>
                    <a:pt x="40518" y="3249"/>
                    <a:pt x="40536" y="3348"/>
                  </a:cubicBezTo>
                  <a:lnTo>
                    <a:pt x="40544" y="3427"/>
                  </a:lnTo>
                  <a:lnTo>
                    <a:pt x="40544" y="3427"/>
                  </a:lnTo>
                  <a:lnTo>
                    <a:pt x="31152" y="4655"/>
                  </a:lnTo>
                  <a:lnTo>
                    <a:pt x="21561" y="5872"/>
                  </a:lnTo>
                  <a:lnTo>
                    <a:pt x="11971" y="7098"/>
                  </a:lnTo>
                  <a:cubicBezTo>
                    <a:pt x="8834" y="7495"/>
                    <a:pt x="5706" y="7893"/>
                    <a:pt x="2562" y="8188"/>
                  </a:cubicBezTo>
                  <a:lnTo>
                    <a:pt x="2562" y="8188"/>
                  </a:lnTo>
                  <a:lnTo>
                    <a:pt x="2551" y="8107"/>
                  </a:lnTo>
                  <a:cubicBezTo>
                    <a:pt x="2534" y="8005"/>
                    <a:pt x="2453" y="7935"/>
                    <a:pt x="2353" y="7935"/>
                  </a:cubicBezTo>
                  <a:cubicBezTo>
                    <a:pt x="2347" y="7935"/>
                    <a:pt x="2341" y="7935"/>
                    <a:pt x="2335" y="7936"/>
                  </a:cubicBezTo>
                  <a:lnTo>
                    <a:pt x="984" y="8108"/>
                  </a:lnTo>
                  <a:lnTo>
                    <a:pt x="984" y="8108"/>
                  </a:lnTo>
                  <a:cubicBezTo>
                    <a:pt x="950" y="7364"/>
                    <a:pt x="866" y="6627"/>
                    <a:pt x="775" y="5899"/>
                  </a:cubicBezTo>
                  <a:cubicBezTo>
                    <a:pt x="684" y="5161"/>
                    <a:pt x="578" y="4430"/>
                    <a:pt x="428" y="3701"/>
                  </a:cubicBezTo>
                  <a:lnTo>
                    <a:pt x="428" y="3701"/>
                  </a:lnTo>
                  <a:lnTo>
                    <a:pt x="1785" y="3528"/>
                  </a:lnTo>
                  <a:cubicBezTo>
                    <a:pt x="1884" y="3519"/>
                    <a:pt x="1965" y="3420"/>
                    <a:pt x="1947" y="3312"/>
                  </a:cubicBezTo>
                  <a:lnTo>
                    <a:pt x="1935" y="3213"/>
                  </a:lnTo>
                  <a:lnTo>
                    <a:pt x="1935" y="3213"/>
                  </a:lnTo>
                  <a:cubicBezTo>
                    <a:pt x="3766" y="2952"/>
                    <a:pt x="5606" y="2700"/>
                    <a:pt x="7437" y="2464"/>
                  </a:cubicBezTo>
                  <a:cubicBezTo>
                    <a:pt x="9338" y="2221"/>
                    <a:pt x="11240" y="1987"/>
                    <a:pt x="13142" y="1752"/>
                  </a:cubicBezTo>
                  <a:lnTo>
                    <a:pt x="16000" y="1401"/>
                  </a:lnTo>
                  <a:lnTo>
                    <a:pt x="18848" y="1058"/>
                  </a:lnTo>
                  <a:lnTo>
                    <a:pt x="24554" y="382"/>
                  </a:lnTo>
                  <a:lnTo>
                    <a:pt x="24563" y="382"/>
                  </a:lnTo>
                  <a:cubicBezTo>
                    <a:pt x="24671" y="373"/>
                    <a:pt x="24743" y="274"/>
                    <a:pt x="24725" y="166"/>
                  </a:cubicBezTo>
                  <a:cubicBezTo>
                    <a:pt x="24717" y="69"/>
                    <a:pt x="24637" y="1"/>
                    <a:pt x="2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8" name="Google Shape;8418;p293"/>
            <p:cNvSpPr/>
            <p:nvPr/>
          </p:nvSpPr>
          <p:spPr>
            <a:xfrm>
              <a:off x="7753724" y="3601377"/>
              <a:ext cx="138152" cy="171960"/>
            </a:xfrm>
            <a:custGeom>
              <a:avLst/>
              <a:gdLst/>
              <a:ahLst/>
              <a:cxnLst/>
              <a:rect l="l" t="t" r="r" b="b"/>
              <a:pathLst>
                <a:path w="2840" h="3535" extrusionOk="0">
                  <a:moveTo>
                    <a:pt x="2624" y="1"/>
                  </a:moveTo>
                  <a:cubicBezTo>
                    <a:pt x="2587" y="1"/>
                    <a:pt x="2549" y="11"/>
                    <a:pt x="2515" y="31"/>
                  </a:cubicBezTo>
                  <a:lnTo>
                    <a:pt x="2065" y="329"/>
                  </a:lnTo>
                  <a:cubicBezTo>
                    <a:pt x="1920" y="428"/>
                    <a:pt x="1767" y="509"/>
                    <a:pt x="1623" y="626"/>
                  </a:cubicBezTo>
                  <a:cubicBezTo>
                    <a:pt x="1343" y="842"/>
                    <a:pt x="1064" y="1068"/>
                    <a:pt x="821" y="1338"/>
                  </a:cubicBezTo>
                  <a:cubicBezTo>
                    <a:pt x="577" y="1599"/>
                    <a:pt x="370" y="1897"/>
                    <a:pt x="217" y="2239"/>
                  </a:cubicBezTo>
                  <a:cubicBezTo>
                    <a:pt x="63" y="2582"/>
                    <a:pt x="0" y="2961"/>
                    <a:pt x="27" y="3339"/>
                  </a:cubicBezTo>
                  <a:lnTo>
                    <a:pt x="27" y="3348"/>
                  </a:lnTo>
                  <a:cubicBezTo>
                    <a:pt x="27" y="3357"/>
                    <a:pt x="27" y="3375"/>
                    <a:pt x="27" y="3384"/>
                  </a:cubicBezTo>
                  <a:cubicBezTo>
                    <a:pt x="51" y="3469"/>
                    <a:pt x="133" y="3534"/>
                    <a:pt x="224" y="3534"/>
                  </a:cubicBezTo>
                  <a:cubicBezTo>
                    <a:pt x="240" y="3534"/>
                    <a:pt x="255" y="3532"/>
                    <a:pt x="271" y="3528"/>
                  </a:cubicBezTo>
                  <a:cubicBezTo>
                    <a:pt x="370" y="3501"/>
                    <a:pt x="433" y="3393"/>
                    <a:pt x="415" y="3294"/>
                  </a:cubicBezTo>
                  <a:cubicBezTo>
                    <a:pt x="334" y="2979"/>
                    <a:pt x="361" y="2654"/>
                    <a:pt x="478" y="2348"/>
                  </a:cubicBezTo>
                  <a:cubicBezTo>
                    <a:pt x="595" y="2041"/>
                    <a:pt x="794" y="1762"/>
                    <a:pt x="1019" y="1518"/>
                  </a:cubicBezTo>
                  <a:cubicBezTo>
                    <a:pt x="1253" y="1275"/>
                    <a:pt x="1524" y="1059"/>
                    <a:pt x="1803" y="878"/>
                  </a:cubicBezTo>
                  <a:lnTo>
                    <a:pt x="1911" y="806"/>
                  </a:lnTo>
                  <a:lnTo>
                    <a:pt x="2019" y="743"/>
                  </a:lnTo>
                  <a:cubicBezTo>
                    <a:pt x="2092" y="698"/>
                    <a:pt x="2173" y="653"/>
                    <a:pt x="2245" y="617"/>
                  </a:cubicBezTo>
                  <a:cubicBezTo>
                    <a:pt x="2398" y="536"/>
                    <a:pt x="2542" y="455"/>
                    <a:pt x="2695" y="374"/>
                  </a:cubicBezTo>
                  <a:lnTo>
                    <a:pt x="2714" y="365"/>
                  </a:lnTo>
                  <a:cubicBezTo>
                    <a:pt x="2714" y="365"/>
                    <a:pt x="2723" y="365"/>
                    <a:pt x="2732" y="356"/>
                  </a:cubicBezTo>
                  <a:cubicBezTo>
                    <a:pt x="2822" y="301"/>
                    <a:pt x="2840" y="175"/>
                    <a:pt x="2786" y="85"/>
                  </a:cubicBezTo>
                  <a:cubicBezTo>
                    <a:pt x="2746" y="29"/>
                    <a:pt x="2686" y="1"/>
                    <a:pt x="2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9" name="Google Shape;8419;p293"/>
            <p:cNvSpPr/>
            <p:nvPr/>
          </p:nvSpPr>
          <p:spPr>
            <a:xfrm>
              <a:off x="8276797" y="3673322"/>
              <a:ext cx="127207" cy="161161"/>
            </a:xfrm>
            <a:custGeom>
              <a:avLst/>
              <a:gdLst/>
              <a:ahLst/>
              <a:cxnLst/>
              <a:rect l="l" t="t" r="r" b="b"/>
              <a:pathLst>
                <a:path w="2615" h="3313" extrusionOk="0">
                  <a:moveTo>
                    <a:pt x="2417" y="0"/>
                  </a:moveTo>
                  <a:cubicBezTo>
                    <a:pt x="2405" y="0"/>
                    <a:pt x="2393" y="1"/>
                    <a:pt x="2381" y="3"/>
                  </a:cubicBezTo>
                  <a:cubicBezTo>
                    <a:pt x="2272" y="30"/>
                    <a:pt x="2209" y="129"/>
                    <a:pt x="2227" y="238"/>
                  </a:cubicBezTo>
                  <a:cubicBezTo>
                    <a:pt x="2254" y="382"/>
                    <a:pt x="2272" y="526"/>
                    <a:pt x="2254" y="670"/>
                  </a:cubicBezTo>
                  <a:cubicBezTo>
                    <a:pt x="2245" y="815"/>
                    <a:pt x="2218" y="968"/>
                    <a:pt x="2155" y="1103"/>
                  </a:cubicBezTo>
                  <a:cubicBezTo>
                    <a:pt x="2056" y="1382"/>
                    <a:pt x="1876" y="1644"/>
                    <a:pt x="1668" y="1869"/>
                  </a:cubicBezTo>
                  <a:cubicBezTo>
                    <a:pt x="1461" y="2104"/>
                    <a:pt x="1218" y="2302"/>
                    <a:pt x="965" y="2473"/>
                  </a:cubicBezTo>
                  <a:cubicBezTo>
                    <a:pt x="830" y="2563"/>
                    <a:pt x="704" y="2653"/>
                    <a:pt x="569" y="2735"/>
                  </a:cubicBezTo>
                  <a:cubicBezTo>
                    <a:pt x="434" y="2807"/>
                    <a:pt x="298" y="2879"/>
                    <a:pt x="154" y="2942"/>
                  </a:cubicBezTo>
                  <a:cubicBezTo>
                    <a:pt x="145" y="2942"/>
                    <a:pt x="136" y="2951"/>
                    <a:pt x="127" y="2951"/>
                  </a:cubicBezTo>
                  <a:cubicBezTo>
                    <a:pt x="28" y="3005"/>
                    <a:pt x="1" y="3131"/>
                    <a:pt x="64" y="3221"/>
                  </a:cubicBezTo>
                  <a:cubicBezTo>
                    <a:pt x="99" y="3280"/>
                    <a:pt x="162" y="3312"/>
                    <a:pt x="226" y="3312"/>
                  </a:cubicBezTo>
                  <a:cubicBezTo>
                    <a:pt x="260" y="3312"/>
                    <a:pt x="294" y="3303"/>
                    <a:pt x="325" y="3284"/>
                  </a:cubicBezTo>
                  <a:lnTo>
                    <a:pt x="334" y="3284"/>
                  </a:lnTo>
                  <a:cubicBezTo>
                    <a:pt x="614" y="3104"/>
                    <a:pt x="875" y="2906"/>
                    <a:pt x="1128" y="2707"/>
                  </a:cubicBezTo>
                  <a:cubicBezTo>
                    <a:pt x="1389" y="2500"/>
                    <a:pt x="1632" y="2284"/>
                    <a:pt x="1849" y="2031"/>
                  </a:cubicBezTo>
                  <a:cubicBezTo>
                    <a:pt x="2065" y="1788"/>
                    <a:pt x="2263" y="1518"/>
                    <a:pt x="2399" y="1202"/>
                  </a:cubicBezTo>
                  <a:cubicBezTo>
                    <a:pt x="2543" y="896"/>
                    <a:pt x="2615" y="553"/>
                    <a:pt x="2615" y="193"/>
                  </a:cubicBezTo>
                  <a:cubicBezTo>
                    <a:pt x="2615" y="184"/>
                    <a:pt x="2615" y="166"/>
                    <a:pt x="2615" y="157"/>
                  </a:cubicBezTo>
                  <a:cubicBezTo>
                    <a:pt x="2591" y="61"/>
                    <a:pt x="2510" y="0"/>
                    <a:pt x="2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0" name="Google Shape;8420;p293"/>
            <p:cNvSpPr/>
            <p:nvPr/>
          </p:nvSpPr>
          <p:spPr>
            <a:xfrm>
              <a:off x="7126261" y="3708687"/>
              <a:ext cx="37311" cy="143746"/>
            </a:xfrm>
            <a:custGeom>
              <a:avLst/>
              <a:gdLst/>
              <a:ahLst/>
              <a:cxnLst/>
              <a:rect l="l" t="t" r="r" b="b"/>
              <a:pathLst>
                <a:path w="767" h="2955" extrusionOk="0">
                  <a:moveTo>
                    <a:pt x="226" y="1"/>
                  </a:moveTo>
                  <a:cubicBezTo>
                    <a:pt x="211" y="1"/>
                    <a:pt x="196" y="3"/>
                    <a:pt x="181" y="6"/>
                  </a:cubicBezTo>
                  <a:cubicBezTo>
                    <a:pt x="73" y="24"/>
                    <a:pt x="0" y="124"/>
                    <a:pt x="27" y="232"/>
                  </a:cubicBezTo>
                  <a:cubicBezTo>
                    <a:pt x="100" y="637"/>
                    <a:pt x="163" y="1052"/>
                    <a:pt x="217" y="1467"/>
                  </a:cubicBezTo>
                  <a:lnTo>
                    <a:pt x="307" y="2089"/>
                  </a:lnTo>
                  <a:cubicBezTo>
                    <a:pt x="325" y="2296"/>
                    <a:pt x="379" y="2494"/>
                    <a:pt x="334" y="2711"/>
                  </a:cubicBezTo>
                  <a:cubicBezTo>
                    <a:pt x="325" y="2756"/>
                    <a:pt x="334" y="2801"/>
                    <a:pt x="352" y="2837"/>
                  </a:cubicBezTo>
                  <a:cubicBezTo>
                    <a:pt x="384" y="2914"/>
                    <a:pt x="458" y="2955"/>
                    <a:pt x="534" y="2955"/>
                  </a:cubicBezTo>
                  <a:cubicBezTo>
                    <a:pt x="564" y="2955"/>
                    <a:pt x="594" y="2949"/>
                    <a:pt x="622" y="2936"/>
                  </a:cubicBezTo>
                  <a:cubicBezTo>
                    <a:pt x="722" y="2891"/>
                    <a:pt x="767" y="2765"/>
                    <a:pt x="722" y="2666"/>
                  </a:cubicBezTo>
                  <a:cubicBezTo>
                    <a:pt x="622" y="2467"/>
                    <a:pt x="622" y="2251"/>
                    <a:pt x="595" y="2053"/>
                  </a:cubicBezTo>
                  <a:lnTo>
                    <a:pt x="523" y="1431"/>
                  </a:lnTo>
                  <a:cubicBezTo>
                    <a:pt x="478" y="1016"/>
                    <a:pt x="433" y="601"/>
                    <a:pt x="406" y="178"/>
                  </a:cubicBezTo>
                  <a:cubicBezTo>
                    <a:pt x="406" y="178"/>
                    <a:pt x="406" y="169"/>
                    <a:pt x="406" y="160"/>
                  </a:cubicBezTo>
                  <a:cubicBezTo>
                    <a:pt x="391" y="67"/>
                    <a:pt x="316" y="1"/>
                    <a:pt x="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1" name="Google Shape;8421;p293"/>
            <p:cNvSpPr/>
            <p:nvPr/>
          </p:nvSpPr>
          <p:spPr>
            <a:xfrm>
              <a:off x="7753724" y="3752661"/>
              <a:ext cx="159215" cy="130125"/>
            </a:xfrm>
            <a:custGeom>
              <a:avLst/>
              <a:gdLst/>
              <a:ahLst/>
              <a:cxnLst/>
              <a:rect l="l" t="t" r="r" b="b"/>
              <a:pathLst>
                <a:path w="3273" h="2675" extrusionOk="0">
                  <a:moveTo>
                    <a:pt x="215" y="1"/>
                  </a:moveTo>
                  <a:cubicBezTo>
                    <a:pt x="203" y="1"/>
                    <a:pt x="192" y="2"/>
                    <a:pt x="181" y="4"/>
                  </a:cubicBezTo>
                  <a:cubicBezTo>
                    <a:pt x="72" y="31"/>
                    <a:pt x="0" y="130"/>
                    <a:pt x="27" y="238"/>
                  </a:cubicBezTo>
                  <a:cubicBezTo>
                    <a:pt x="99" y="581"/>
                    <a:pt x="253" y="905"/>
                    <a:pt x="460" y="1176"/>
                  </a:cubicBezTo>
                  <a:cubicBezTo>
                    <a:pt x="676" y="1446"/>
                    <a:pt x="938" y="1662"/>
                    <a:pt x="1208" y="1843"/>
                  </a:cubicBezTo>
                  <a:cubicBezTo>
                    <a:pt x="1488" y="2023"/>
                    <a:pt x="1776" y="2176"/>
                    <a:pt x="2083" y="2302"/>
                  </a:cubicBezTo>
                  <a:cubicBezTo>
                    <a:pt x="2371" y="2438"/>
                    <a:pt x="2677" y="2564"/>
                    <a:pt x="3002" y="2663"/>
                  </a:cubicBezTo>
                  <a:cubicBezTo>
                    <a:pt x="3011" y="2663"/>
                    <a:pt x="3020" y="2672"/>
                    <a:pt x="3029" y="2672"/>
                  </a:cubicBezTo>
                  <a:cubicBezTo>
                    <a:pt x="3039" y="2674"/>
                    <a:pt x="3049" y="2674"/>
                    <a:pt x="3059" y="2674"/>
                  </a:cubicBezTo>
                  <a:cubicBezTo>
                    <a:pt x="3155" y="2674"/>
                    <a:pt x="3238" y="2599"/>
                    <a:pt x="3254" y="2510"/>
                  </a:cubicBezTo>
                  <a:cubicBezTo>
                    <a:pt x="3272" y="2402"/>
                    <a:pt x="3191" y="2302"/>
                    <a:pt x="3092" y="2284"/>
                  </a:cubicBezTo>
                  <a:cubicBezTo>
                    <a:pt x="2939" y="2266"/>
                    <a:pt x="2786" y="2230"/>
                    <a:pt x="2641" y="2185"/>
                  </a:cubicBezTo>
                  <a:cubicBezTo>
                    <a:pt x="2488" y="2140"/>
                    <a:pt x="2335" y="2086"/>
                    <a:pt x="2191" y="2032"/>
                  </a:cubicBezTo>
                  <a:cubicBezTo>
                    <a:pt x="1902" y="1915"/>
                    <a:pt x="1623" y="1789"/>
                    <a:pt x="1361" y="1608"/>
                  </a:cubicBezTo>
                  <a:cubicBezTo>
                    <a:pt x="1118" y="1437"/>
                    <a:pt x="875" y="1239"/>
                    <a:pt x="712" y="986"/>
                  </a:cubicBezTo>
                  <a:cubicBezTo>
                    <a:pt x="622" y="869"/>
                    <a:pt x="559" y="734"/>
                    <a:pt x="505" y="599"/>
                  </a:cubicBezTo>
                  <a:cubicBezTo>
                    <a:pt x="451" y="464"/>
                    <a:pt x="424" y="319"/>
                    <a:pt x="415" y="175"/>
                  </a:cubicBezTo>
                  <a:lnTo>
                    <a:pt x="406" y="175"/>
                  </a:lnTo>
                  <a:cubicBezTo>
                    <a:pt x="406" y="166"/>
                    <a:pt x="406" y="166"/>
                    <a:pt x="406" y="157"/>
                  </a:cubicBezTo>
                  <a:cubicBezTo>
                    <a:pt x="390" y="61"/>
                    <a:pt x="303" y="1"/>
                    <a:pt x="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2" name="Google Shape;8422;p293"/>
            <p:cNvSpPr/>
            <p:nvPr/>
          </p:nvSpPr>
          <p:spPr>
            <a:xfrm>
              <a:off x="7140708" y="3828157"/>
              <a:ext cx="36046" cy="134163"/>
            </a:xfrm>
            <a:custGeom>
              <a:avLst/>
              <a:gdLst/>
              <a:ahLst/>
              <a:cxnLst/>
              <a:rect l="l" t="t" r="r" b="b"/>
              <a:pathLst>
                <a:path w="741" h="2758" extrusionOk="0">
                  <a:moveTo>
                    <a:pt x="230" y="0"/>
                  </a:moveTo>
                  <a:cubicBezTo>
                    <a:pt x="208" y="0"/>
                    <a:pt x="186" y="4"/>
                    <a:pt x="163" y="11"/>
                  </a:cubicBezTo>
                  <a:cubicBezTo>
                    <a:pt x="64" y="38"/>
                    <a:pt x="1" y="155"/>
                    <a:pt x="37" y="255"/>
                  </a:cubicBezTo>
                  <a:cubicBezTo>
                    <a:pt x="163" y="633"/>
                    <a:pt x="208" y="1021"/>
                    <a:pt x="253" y="1399"/>
                  </a:cubicBezTo>
                  <a:cubicBezTo>
                    <a:pt x="289" y="1787"/>
                    <a:pt x="325" y="2175"/>
                    <a:pt x="325" y="2562"/>
                  </a:cubicBezTo>
                  <a:cubicBezTo>
                    <a:pt x="325" y="2580"/>
                    <a:pt x="325" y="2598"/>
                    <a:pt x="334" y="2607"/>
                  </a:cubicBezTo>
                  <a:cubicBezTo>
                    <a:pt x="357" y="2698"/>
                    <a:pt x="431" y="2758"/>
                    <a:pt x="519" y="2758"/>
                  </a:cubicBezTo>
                  <a:cubicBezTo>
                    <a:pt x="535" y="2758"/>
                    <a:pt x="552" y="2756"/>
                    <a:pt x="569" y="2751"/>
                  </a:cubicBezTo>
                  <a:cubicBezTo>
                    <a:pt x="677" y="2724"/>
                    <a:pt x="740" y="2625"/>
                    <a:pt x="713" y="2517"/>
                  </a:cubicBezTo>
                  <a:cubicBezTo>
                    <a:pt x="623" y="2138"/>
                    <a:pt x="551" y="1760"/>
                    <a:pt x="497" y="1372"/>
                  </a:cubicBezTo>
                  <a:cubicBezTo>
                    <a:pt x="443" y="985"/>
                    <a:pt x="397" y="606"/>
                    <a:pt x="425" y="210"/>
                  </a:cubicBezTo>
                  <a:cubicBezTo>
                    <a:pt x="425" y="182"/>
                    <a:pt x="425" y="155"/>
                    <a:pt x="416" y="137"/>
                  </a:cubicBezTo>
                  <a:cubicBezTo>
                    <a:pt x="387" y="52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23" name="Google Shape;8423;p293"/>
          <p:cNvGrpSpPr/>
          <p:nvPr/>
        </p:nvGrpSpPr>
        <p:grpSpPr>
          <a:xfrm rot="854098">
            <a:off x="7782856" y="510397"/>
            <a:ext cx="639528" cy="438002"/>
            <a:chOff x="5501450" y="2545600"/>
            <a:chExt cx="639525" cy="438000"/>
          </a:xfrm>
        </p:grpSpPr>
        <p:sp>
          <p:nvSpPr>
            <p:cNvPr id="8424" name="Google Shape;8424;p293"/>
            <p:cNvSpPr/>
            <p:nvPr/>
          </p:nvSpPr>
          <p:spPr>
            <a:xfrm>
              <a:off x="5501450" y="2545600"/>
              <a:ext cx="639525" cy="438000"/>
            </a:xfrm>
            <a:custGeom>
              <a:avLst/>
              <a:gdLst/>
              <a:ahLst/>
              <a:cxnLst/>
              <a:rect l="l" t="t" r="r" b="b"/>
              <a:pathLst>
                <a:path w="25581" h="17520" extrusionOk="0">
                  <a:moveTo>
                    <a:pt x="2054" y="916"/>
                  </a:moveTo>
                  <a:cubicBezTo>
                    <a:pt x="4249" y="1273"/>
                    <a:pt x="6534" y="1376"/>
                    <a:pt x="8837" y="1376"/>
                  </a:cubicBezTo>
                  <a:cubicBezTo>
                    <a:pt x="11993" y="1376"/>
                    <a:pt x="15185" y="1183"/>
                    <a:pt x="18229" y="1183"/>
                  </a:cubicBezTo>
                  <a:cubicBezTo>
                    <a:pt x="18767" y="1183"/>
                    <a:pt x="19366" y="1142"/>
                    <a:pt x="19969" y="1142"/>
                  </a:cubicBezTo>
                  <a:cubicBezTo>
                    <a:pt x="21476" y="1142"/>
                    <a:pt x="23008" y="1398"/>
                    <a:pt x="23668" y="3189"/>
                  </a:cubicBezTo>
                  <a:cubicBezTo>
                    <a:pt x="24139" y="4443"/>
                    <a:pt x="23998" y="6292"/>
                    <a:pt x="24045" y="7625"/>
                  </a:cubicBezTo>
                  <a:cubicBezTo>
                    <a:pt x="24154" y="10242"/>
                    <a:pt x="24076" y="12876"/>
                    <a:pt x="23904" y="15493"/>
                  </a:cubicBezTo>
                  <a:cubicBezTo>
                    <a:pt x="19549" y="16044"/>
                    <a:pt x="15184" y="16308"/>
                    <a:pt x="10802" y="16308"/>
                  </a:cubicBezTo>
                  <a:cubicBezTo>
                    <a:pt x="9570" y="16308"/>
                    <a:pt x="8336" y="16287"/>
                    <a:pt x="7101" y="16246"/>
                  </a:cubicBezTo>
                  <a:cubicBezTo>
                    <a:pt x="5141" y="16167"/>
                    <a:pt x="2398" y="16543"/>
                    <a:pt x="1505" y="14036"/>
                  </a:cubicBezTo>
                  <a:cubicBezTo>
                    <a:pt x="1066" y="12782"/>
                    <a:pt x="1270" y="10916"/>
                    <a:pt x="1207" y="9600"/>
                  </a:cubicBezTo>
                  <a:cubicBezTo>
                    <a:pt x="1160" y="8659"/>
                    <a:pt x="235" y="1700"/>
                    <a:pt x="2054" y="916"/>
                  </a:cubicBezTo>
                  <a:close/>
                  <a:moveTo>
                    <a:pt x="1928" y="0"/>
                  </a:moveTo>
                  <a:cubicBezTo>
                    <a:pt x="478" y="0"/>
                    <a:pt x="29" y="2119"/>
                    <a:pt x="16" y="3518"/>
                  </a:cubicBezTo>
                  <a:cubicBezTo>
                    <a:pt x="0" y="5869"/>
                    <a:pt x="204" y="8252"/>
                    <a:pt x="282" y="10603"/>
                  </a:cubicBezTo>
                  <a:cubicBezTo>
                    <a:pt x="345" y="12139"/>
                    <a:pt x="157" y="14098"/>
                    <a:pt x="1003" y="15462"/>
                  </a:cubicBezTo>
                  <a:cubicBezTo>
                    <a:pt x="2119" y="17247"/>
                    <a:pt x="4806" y="17520"/>
                    <a:pt x="7212" y="17520"/>
                  </a:cubicBezTo>
                  <a:cubicBezTo>
                    <a:pt x="8268" y="17520"/>
                    <a:pt x="9269" y="17467"/>
                    <a:pt x="10061" y="17467"/>
                  </a:cubicBezTo>
                  <a:cubicBezTo>
                    <a:pt x="10126" y="17467"/>
                    <a:pt x="10189" y="17468"/>
                    <a:pt x="10251" y="17468"/>
                  </a:cubicBezTo>
                  <a:cubicBezTo>
                    <a:pt x="10550" y="17471"/>
                    <a:pt x="10848" y="17473"/>
                    <a:pt x="11146" y="17473"/>
                  </a:cubicBezTo>
                  <a:cubicBezTo>
                    <a:pt x="15785" y="17473"/>
                    <a:pt x="20422" y="17132"/>
                    <a:pt x="25016" y="16528"/>
                  </a:cubicBezTo>
                  <a:cubicBezTo>
                    <a:pt x="25581" y="16449"/>
                    <a:pt x="25549" y="15791"/>
                    <a:pt x="25189" y="15509"/>
                  </a:cubicBezTo>
                  <a:cubicBezTo>
                    <a:pt x="25440" y="11857"/>
                    <a:pt x="25534" y="8126"/>
                    <a:pt x="25110" y="4490"/>
                  </a:cubicBezTo>
                  <a:cubicBezTo>
                    <a:pt x="24907" y="2766"/>
                    <a:pt x="24515" y="995"/>
                    <a:pt x="22728" y="305"/>
                  </a:cubicBezTo>
                  <a:cubicBezTo>
                    <a:pt x="22098" y="64"/>
                    <a:pt x="21403" y="15"/>
                    <a:pt x="20716" y="15"/>
                  </a:cubicBezTo>
                  <a:cubicBezTo>
                    <a:pt x="20240" y="15"/>
                    <a:pt x="19769" y="38"/>
                    <a:pt x="19327" y="38"/>
                  </a:cubicBezTo>
                  <a:cubicBezTo>
                    <a:pt x="17132" y="38"/>
                    <a:pt x="14954" y="70"/>
                    <a:pt x="12759" y="70"/>
                  </a:cubicBezTo>
                  <a:cubicBezTo>
                    <a:pt x="12545" y="72"/>
                    <a:pt x="12330" y="73"/>
                    <a:pt x="12115" y="73"/>
                  </a:cubicBezTo>
                  <a:cubicBezTo>
                    <a:pt x="10641" y="73"/>
                    <a:pt x="9140" y="30"/>
                    <a:pt x="7640" y="30"/>
                  </a:cubicBezTo>
                  <a:cubicBezTo>
                    <a:pt x="6052" y="30"/>
                    <a:pt x="4466" y="78"/>
                    <a:pt x="2916" y="274"/>
                  </a:cubicBezTo>
                  <a:cubicBezTo>
                    <a:pt x="2544" y="84"/>
                    <a:pt x="2216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5" name="Google Shape;8425;p293"/>
            <p:cNvSpPr/>
            <p:nvPr/>
          </p:nvSpPr>
          <p:spPr>
            <a:xfrm>
              <a:off x="5714775" y="2654925"/>
              <a:ext cx="280075" cy="257600"/>
            </a:xfrm>
            <a:custGeom>
              <a:avLst/>
              <a:gdLst/>
              <a:ahLst/>
              <a:cxnLst/>
              <a:rect l="l" t="t" r="r" b="b"/>
              <a:pathLst>
                <a:path w="11203" h="10304" extrusionOk="0">
                  <a:moveTo>
                    <a:pt x="652" y="289"/>
                  </a:moveTo>
                  <a:cubicBezTo>
                    <a:pt x="809" y="415"/>
                    <a:pt x="966" y="540"/>
                    <a:pt x="1138" y="650"/>
                  </a:cubicBezTo>
                  <a:cubicBezTo>
                    <a:pt x="1076" y="697"/>
                    <a:pt x="1044" y="775"/>
                    <a:pt x="1029" y="854"/>
                  </a:cubicBezTo>
                  <a:cubicBezTo>
                    <a:pt x="1029" y="1042"/>
                    <a:pt x="1044" y="1214"/>
                    <a:pt x="1044" y="1387"/>
                  </a:cubicBezTo>
                  <a:cubicBezTo>
                    <a:pt x="919" y="1449"/>
                    <a:pt x="825" y="1543"/>
                    <a:pt x="778" y="1669"/>
                  </a:cubicBezTo>
                  <a:cubicBezTo>
                    <a:pt x="746" y="1214"/>
                    <a:pt x="699" y="760"/>
                    <a:pt x="652" y="305"/>
                  </a:cubicBezTo>
                  <a:cubicBezTo>
                    <a:pt x="652" y="305"/>
                    <a:pt x="652" y="289"/>
                    <a:pt x="652" y="289"/>
                  </a:cubicBezTo>
                  <a:close/>
                  <a:moveTo>
                    <a:pt x="5778" y="4208"/>
                  </a:moveTo>
                  <a:lnTo>
                    <a:pt x="5778" y="4208"/>
                  </a:lnTo>
                  <a:cubicBezTo>
                    <a:pt x="6217" y="4333"/>
                    <a:pt x="6671" y="4443"/>
                    <a:pt x="7126" y="4521"/>
                  </a:cubicBezTo>
                  <a:cubicBezTo>
                    <a:pt x="7142" y="4537"/>
                    <a:pt x="7142" y="4537"/>
                    <a:pt x="7157" y="4553"/>
                  </a:cubicBezTo>
                  <a:cubicBezTo>
                    <a:pt x="6844" y="4725"/>
                    <a:pt x="6530" y="4913"/>
                    <a:pt x="6232" y="5101"/>
                  </a:cubicBezTo>
                  <a:cubicBezTo>
                    <a:pt x="6138" y="4804"/>
                    <a:pt x="5966" y="4490"/>
                    <a:pt x="5778" y="4208"/>
                  </a:cubicBezTo>
                  <a:close/>
                  <a:moveTo>
                    <a:pt x="840" y="2296"/>
                  </a:moveTo>
                  <a:lnTo>
                    <a:pt x="840" y="2296"/>
                  </a:lnTo>
                  <a:cubicBezTo>
                    <a:pt x="919" y="2672"/>
                    <a:pt x="1013" y="3032"/>
                    <a:pt x="1076" y="3393"/>
                  </a:cubicBezTo>
                  <a:cubicBezTo>
                    <a:pt x="1123" y="4694"/>
                    <a:pt x="1201" y="5995"/>
                    <a:pt x="1264" y="7280"/>
                  </a:cubicBezTo>
                  <a:cubicBezTo>
                    <a:pt x="1279" y="7500"/>
                    <a:pt x="1436" y="7641"/>
                    <a:pt x="1609" y="7688"/>
                  </a:cubicBezTo>
                  <a:cubicBezTo>
                    <a:pt x="1624" y="7923"/>
                    <a:pt x="1656" y="8142"/>
                    <a:pt x="1671" y="8377"/>
                  </a:cubicBezTo>
                  <a:cubicBezTo>
                    <a:pt x="1671" y="8503"/>
                    <a:pt x="1734" y="8612"/>
                    <a:pt x="1812" y="8706"/>
                  </a:cubicBezTo>
                  <a:cubicBezTo>
                    <a:pt x="1781" y="8753"/>
                    <a:pt x="1765" y="8801"/>
                    <a:pt x="1734" y="8848"/>
                  </a:cubicBezTo>
                  <a:cubicBezTo>
                    <a:pt x="1718" y="8910"/>
                    <a:pt x="1718" y="8957"/>
                    <a:pt x="1703" y="9004"/>
                  </a:cubicBezTo>
                  <a:cubicBezTo>
                    <a:pt x="1577" y="9130"/>
                    <a:pt x="1436" y="9239"/>
                    <a:pt x="1295" y="9365"/>
                  </a:cubicBezTo>
                  <a:cubicBezTo>
                    <a:pt x="1154" y="7014"/>
                    <a:pt x="1029" y="4647"/>
                    <a:pt x="840" y="2296"/>
                  </a:cubicBezTo>
                  <a:close/>
                  <a:moveTo>
                    <a:pt x="299" y="0"/>
                  </a:moveTo>
                  <a:cubicBezTo>
                    <a:pt x="146" y="0"/>
                    <a:pt x="0" y="102"/>
                    <a:pt x="10" y="305"/>
                  </a:cubicBezTo>
                  <a:cubicBezTo>
                    <a:pt x="88" y="3440"/>
                    <a:pt x="355" y="6575"/>
                    <a:pt x="574" y="9710"/>
                  </a:cubicBezTo>
                  <a:cubicBezTo>
                    <a:pt x="590" y="9866"/>
                    <a:pt x="684" y="9976"/>
                    <a:pt x="793" y="10023"/>
                  </a:cubicBezTo>
                  <a:cubicBezTo>
                    <a:pt x="841" y="10176"/>
                    <a:pt x="985" y="10303"/>
                    <a:pt x="1148" y="10303"/>
                  </a:cubicBezTo>
                  <a:cubicBezTo>
                    <a:pt x="1201" y="10303"/>
                    <a:pt x="1256" y="10289"/>
                    <a:pt x="1311" y="10258"/>
                  </a:cubicBezTo>
                  <a:cubicBezTo>
                    <a:pt x="1718" y="10070"/>
                    <a:pt x="2110" y="9851"/>
                    <a:pt x="2486" y="9647"/>
                  </a:cubicBezTo>
                  <a:cubicBezTo>
                    <a:pt x="2627" y="9631"/>
                    <a:pt x="2753" y="9569"/>
                    <a:pt x="2847" y="9475"/>
                  </a:cubicBezTo>
                  <a:cubicBezTo>
                    <a:pt x="2894" y="9427"/>
                    <a:pt x="2941" y="9396"/>
                    <a:pt x="2988" y="9349"/>
                  </a:cubicBezTo>
                  <a:cubicBezTo>
                    <a:pt x="5417" y="7938"/>
                    <a:pt x="7721" y="6199"/>
                    <a:pt x="10151" y="4819"/>
                  </a:cubicBezTo>
                  <a:cubicBezTo>
                    <a:pt x="10229" y="4757"/>
                    <a:pt x="10292" y="4694"/>
                    <a:pt x="10323" y="4615"/>
                  </a:cubicBezTo>
                  <a:cubicBezTo>
                    <a:pt x="10383" y="4639"/>
                    <a:pt x="10441" y="4649"/>
                    <a:pt x="10497" y="4649"/>
                  </a:cubicBezTo>
                  <a:cubicBezTo>
                    <a:pt x="10925" y="4649"/>
                    <a:pt x="11203" y="4024"/>
                    <a:pt x="10731" y="3816"/>
                  </a:cubicBezTo>
                  <a:cubicBezTo>
                    <a:pt x="9101" y="3032"/>
                    <a:pt x="7439" y="2296"/>
                    <a:pt x="5762" y="1606"/>
                  </a:cubicBezTo>
                  <a:cubicBezTo>
                    <a:pt x="4238" y="987"/>
                    <a:pt x="2525" y="34"/>
                    <a:pt x="860" y="34"/>
                  </a:cubicBezTo>
                  <a:cubicBezTo>
                    <a:pt x="796" y="34"/>
                    <a:pt x="732" y="36"/>
                    <a:pt x="668" y="39"/>
                  </a:cubicBezTo>
                  <a:cubicBezTo>
                    <a:pt x="621" y="39"/>
                    <a:pt x="590" y="70"/>
                    <a:pt x="558" y="117"/>
                  </a:cubicBezTo>
                  <a:cubicBezTo>
                    <a:pt x="492" y="39"/>
                    <a:pt x="394" y="0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8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8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8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8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30" name="Google Shape;8430;p294"/>
          <p:cNvGrpSpPr/>
          <p:nvPr/>
        </p:nvGrpSpPr>
        <p:grpSpPr>
          <a:xfrm rot="774136">
            <a:off x="1633044" y="2577318"/>
            <a:ext cx="1303213" cy="585343"/>
            <a:chOff x="4345425" y="2175475"/>
            <a:chExt cx="800750" cy="176025"/>
          </a:xfrm>
        </p:grpSpPr>
        <p:sp>
          <p:nvSpPr>
            <p:cNvPr id="8431" name="Google Shape;8431;p29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2" name="Google Shape;8432;p29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3" name="Google Shape;8433;p294"/>
          <p:cNvGrpSpPr/>
          <p:nvPr/>
        </p:nvGrpSpPr>
        <p:grpSpPr>
          <a:xfrm rot="774136">
            <a:off x="6244644" y="2577318"/>
            <a:ext cx="1303213" cy="585343"/>
            <a:chOff x="4345425" y="2175475"/>
            <a:chExt cx="800750" cy="176025"/>
          </a:xfrm>
        </p:grpSpPr>
        <p:sp>
          <p:nvSpPr>
            <p:cNvPr id="8434" name="Google Shape;8434;p29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5" name="Google Shape;8435;p29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36" name="Google Shape;8436;p294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Fixed Collection</a:t>
            </a:r>
            <a:endParaRPr/>
          </a:p>
        </p:txBody>
      </p:sp>
      <p:sp>
        <p:nvSpPr>
          <p:cNvPr id="8437" name="Google Shape;8437;p294"/>
          <p:cNvSpPr txBox="1">
            <a:spLocks noGrp="1"/>
          </p:cNvSpPr>
          <p:nvPr>
            <p:ph type="body" idx="1"/>
          </p:nvPr>
        </p:nvSpPr>
        <p:spPr>
          <a:xfrm>
            <a:off x="720000" y="2980202"/>
            <a:ext cx="3129300" cy="17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Tuples provide a way to store a fixed collection of items. Making them ideal for situations where you need to ensure the data remains consistent</a:t>
            </a:r>
            <a:endParaRPr/>
          </a:p>
        </p:txBody>
      </p:sp>
      <p:sp>
        <p:nvSpPr>
          <p:cNvPr id="8438" name="Google Shape;8438;p294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Efficient</a:t>
            </a:r>
            <a:endParaRPr/>
          </a:p>
        </p:txBody>
      </p:sp>
      <p:sp>
        <p:nvSpPr>
          <p:cNvPr id="8439" name="Google Shape;8439;p29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Why use Tuples?</a:t>
            </a:r>
            <a:endParaRPr/>
          </a:p>
        </p:txBody>
      </p:sp>
      <p:sp>
        <p:nvSpPr>
          <p:cNvPr id="8440" name="Google Shape;8440;p294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Tuples are generally faster and consume less memory than lists because of their immutability. This can be beneficial in scenarios where performance is crucial.</a:t>
            </a:r>
            <a:endParaRPr/>
          </a:p>
        </p:txBody>
      </p:sp>
      <p:grpSp>
        <p:nvGrpSpPr>
          <p:cNvPr id="8441" name="Google Shape;8441;p294"/>
          <p:cNvGrpSpPr/>
          <p:nvPr/>
        </p:nvGrpSpPr>
        <p:grpSpPr>
          <a:xfrm>
            <a:off x="6682192" y="859247"/>
            <a:ext cx="1491960" cy="454575"/>
            <a:chOff x="6157325" y="1245050"/>
            <a:chExt cx="554900" cy="169075"/>
          </a:xfrm>
        </p:grpSpPr>
        <p:sp>
          <p:nvSpPr>
            <p:cNvPr id="8442" name="Google Shape;8442;p294"/>
            <p:cNvSpPr/>
            <p:nvPr/>
          </p:nvSpPr>
          <p:spPr>
            <a:xfrm>
              <a:off x="6157325" y="1320350"/>
              <a:ext cx="47050" cy="41875"/>
            </a:xfrm>
            <a:custGeom>
              <a:avLst/>
              <a:gdLst/>
              <a:ahLst/>
              <a:cxnLst/>
              <a:rect l="l" t="t" r="r" b="b"/>
              <a:pathLst>
                <a:path w="1882" h="1675" extrusionOk="0">
                  <a:moveTo>
                    <a:pt x="1759" y="0"/>
                  </a:moveTo>
                  <a:cubicBezTo>
                    <a:pt x="1737" y="0"/>
                    <a:pt x="1714" y="11"/>
                    <a:pt x="1694" y="37"/>
                  </a:cubicBezTo>
                  <a:cubicBezTo>
                    <a:pt x="1494" y="263"/>
                    <a:pt x="1268" y="463"/>
                    <a:pt x="1042" y="689"/>
                  </a:cubicBezTo>
                  <a:cubicBezTo>
                    <a:pt x="842" y="463"/>
                    <a:pt x="641" y="263"/>
                    <a:pt x="416" y="62"/>
                  </a:cubicBezTo>
                  <a:cubicBezTo>
                    <a:pt x="387" y="26"/>
                    <a:pt x="349" y="10"/>
                    <a:pt x="313" y="10"/>
                  </a:cubicBezTo>
                  <a:cubicBezTo>
                    <a:pt x="226" y="10"/>
                    <a:pt x="152" y="99"/>
                    <a:pt x="240" y="188"/>
                  </a:cubicBezTo>
                  <a:cubicBezTo>
                    <a:pt x="441" y="413"/>
                    <a:pt x="641" y="639"/>
                    <a:pt x="842" y="839"/>
                  </a:cubicBezTo>
                  <a:cubicBezTo>
                    <a:pt x="591" y="1040"/>
                    <a:pt x="316" y="1190"/>
                    <a:pt x="90" y="1416"/>
                  </a:cubicBezTo>
                  <a:cubicBezTo>
                    <a:pt x="1" y="1505"/>
                    <a:pt x="91" y="1674"/>
                    <a:pt x="200" y="1674"/>
                  </a:cubicBezTo>
                  <a:cubicBezTo>
                    <a:pt x="213" y="1674"/>
                    <a:pt x="227" y="1672"/>
                    <a:pt x="240" y="1666"/>
                  </a:cubicBezTo>
                  <a:cubicBezTo>
                    <a:pt x="541" y="1541"/>
                    <a:pt x="817" y="1290"/>
                    <a:pt x="1068" y="1065"/>
                  </a:cubicBezTo>
                  <a:cubicBezTo>
                    <a:pt x="1193" y="1215"/>
                    <a:pt x="1343" y="1366"/>
                    <a:pt x="1494" y="1466"/>
                  </a:cubicBezTo>
                  <a:cubicBezTo>
                    <a:pt x="1525" y="1481"/>
                    <a:pt x="1556" y="1488"/>
                    <a:pt x="1584" y="1488"/>
                  </a:cubicBezTo>
                  <a:cubicBezTo>
                    <a:pt x="1694" y="1488"/>
                    <a:pt x="1769" y="1385"/>
                    <a:pt x="1669" y="1265"/>
                  </a:cubicBezTo>
                  <a:cubicBezTo>
                    <a:pt x="1569" y="1115"/>
                    <a:pt x="1418" y="990"/>
                    <a:pt x="1268" y="864"/>
                  </a:cubicBezTo>
                  <a:cubicBezTo>
                    <a:pt x="1469" y="639"/>
                    <a:pt x="1669" y="413"/>
                    <a:pt x="1844" y="163"/>
                  </a:cubicBezTo>
                  <a:cubicBezTo>
                    <a:pt x="1882" y="88"/>
                    <a:pt x="1823" y="0"/>
                    <a:pt x="1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3" name="Google Shape;8443;p294"/>
            <p:cNvSpPr/>
            <p:nvPr/>
          </p:nvSpPr>
          <p:spPr>
            <a:xfrm>
              <a:off x="6224725" y="1327375"/>
              <a:ext cx="46400" cy="9125"/>
            </a:xfrm>
            <a:custGeom>
              <a:avLst/>
              <a:gdLst/>
              <a:ahLst/>
              <a:cxnLst/>
              <a:rect l="l" t="t" r="r" b="b"/>
              <a:pathLst>
                <a:path w="1856" h="365" extrusionOk="0">
                  <a:moveTo>
                    <a:pt x="1282" y="1"/>
                  </a:moveTo>
                  <a:cubicBezTo>
                    <a:pt x="1160" y="1"/>
                    <a:pt x="1041" y="7"/>
                    <a:pt x="928" y="7"/>
                  </a:cubicBezTo>
                  <a:lnTo>
                    <a:pt x="151" y="7"/>
                  </a:lnTo>
                  <a:cubicBezTo>
                    <a:pt x="1" y="7"/>
                    <a:pt x="26" y="258"/>
                    <a:pt x="151" y="258"/>
                  </a:cubicBezTo>
                  <a:cubicBezTo>
                    <a:pt x="427" y="283"/>
                    <a:pt x="677" y="308"/>
                    <a:pt x="953" y="308"/>
                  </a:cubicBezTo>
                  <a:cubicBezTo>
                    <a:pt x="1135" y="328"/>
                    <a:pt x="1334" y="365"/>
                    <a:pt x="1536" y="365"/>
                  </a:cubicBezTo>
                  <a:cubicBezTo>
                    <a:pt x="1584" y="365"/>
                    <a:pt x="1632" y="363"/>
                    <a:pt x="1680" y="358"/>
                  </a:cubicBezTo>
                  <a:cubicBezTo>
                    <a:pt x="1855" y="308"/>
                    <a:pt x="1780" y="82"/>
                    <a:pt x="1655" y="32"/>
                  </a:cubicBezTo>
                  <a:cubicBezTo>
                    <a:pt x="1529" y="7"/>
                    <a:pt x="1404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4" name="Google Shape;8444;p294"/>
            <p:cNvSpPr/>
            <p:nvPr/>
          </p:nvSpPr>
          <p:spPr>
            <a:xfrm>
              <a:off x="6217875" y="1343050"/>
              <a:ext cx="49475" cy="9600"/>
            </a:xfrm>
            <a:custGeom>
              <a:avLst/>
              <a:gdLst/>
              <a:ahLst/>
              <a:cxnLst/>
              <a:rect l="l" t="t" r="r" b="b"/>
              <a:pathLst>
                <a:path w="1979" h="384" extrusionOk="0">
                  <a:moveTo>
                    <a:pt x="134" y="0"/>
                  </a:moveTo>
                  <a:cubicBezTo>
                    <a:pt x="0" y="0"/>
                    <a:pt x="13" y="236"/>
                    <a:pt x="174" y="282"/>
                  </a:cubicBezTo>
                  <a:cubicBezTo>
                    <a:pt x="475" y="357"/>
                    <a:pt x="801" y="382"/>
                    <a:pt x="1102" y="382"/>
                  </a:cubicBezTo>
                  <a:cubicBezTo>
                    <a:pt x="1157" y="382"/>
                    <a:pt x="1215" y="383"/>
                    <a:pt x="1274" y="383"/>
                  </a:cubicBezTo>
                  <a:cubicBezTo>
                    <a:pt x="1512" y="383"/>
                    <a:pt x="1768" y="367"/>
                    <a:pt x="1929" y="207"/>
                  </a:cubicBezTo>
                  <a:cubicBezTo>
                    <a:pt x="1979" y="157"/>
                    <a:pt x="1954" y="32"/>
                    <a:pt x="1854" y="32"/>
                  </a:cubicBezTo>
                  <a:cubicBezTo>
                    <a:pt x="1787" y="12"/>
                    <a:pt x="1721" y="4"/>
                    <a:pt x="1655" y="4"/>
                  </a:cubicBezTo>
                  <a:cubicBezTo>
                    <a:pt x="1471" y="4"/>
                    <a:pt x="1286" y="63"/>
                    <a:pt x="1102" y="82"/>
                  </a:cubicBezTo>
                  <a:cubicBezTo>
                    <a:pt x="801" y="82"/>
                    <a:pt x="500" y="57"/>
                    <a:pt x="174" y="7"/>
                  </a:cubicBezTo>
                  <a:cubicBezTo>
                    <a:pt x="160" y="2"/>
                    <a:pt x="147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5" name="Google Shape;8445;p294"/>
            <p:cNvSpPr/>
            <p:nvPr/>
          </p:nvSpPr>
          <p:spPr>
            <a:xfrm>
              <a:off x="6284250" y="1264050"/>
              <a:ext cx="44700" cy="50275"/>
            </a:xfrm>
            <a:custGeom>
              <a:avLst/>
              <a:gdLst/>
              <a:ahLst/>
              <a:cxnLst/>
              <a:rect l="l" t="t" r="r" b="b"/>
              <a:pathLst>
                <a:path w="1788" h="2011" extrusionOk="0">
                  <a:moveTo>
                    <a:pt x="495" y="0"/>
                  </a:moveTo>
                  <a:cubicBezTo>
                    <a:pt x="458" y="0"/>
                    <a:pt x="427" y="25"/>
                    <a:pt x="427" y="84"/>
                  </a:cubicBezTo>
                  <a:cubicBezTo>
                    <a:pt x="402" y="510"/>
                    <a:pt x="402" y="911"/>
                    <a:pt x="376" y="1337"/>
                  </a:cubicBezTo>
                  <a:cubicBezTo>
                    <a:pt x="376" y="1411"/>
                    <a:pt x="445" y="1499"/>
                    <a:pt x="522" y="1499"/>
                  </a:cubicBezTo>
                  <a:cubicBezTo>
                    <a:pt x="548" y="1499"/>
                    <a:pt x="576" y="1488"/>
                    <a:pt x="602" y="1462"/>
                  </a:cubicBezTo>
                  <a:cubicBezTo>
                    <a:pt x="727" y="1387"/>
                    <a:pt x="878" y="1262"/>
                    <a:pt x="1028" y="1212"/>
                  </a:cubicBezTo>
                  <a:cubicBezTo>
                    <a:pt x="1080" y="1186"/>
                    <a:pt x="1128" y="1173"/>
                    <a:pt x="1173" y="1173"/>
                  </a:cubicBezTo>
                  <a:cubicBezTo>
                    <a:pt x="1300" y="1173"/>
                    <a:pt x="1392" y="1276"/>
                    <a:pt x="1429" y="1462"/>
                  </a:cubicBezTo>
                  <a:cubicBezTo>
                    <a:pt x="1354" y="1537"/>
                    <a:pt x="1279" y="1588"/>
                    <a:pt x="1204" y="1613"/>
                  </a:cubicBezTo>
                  <a:cubicBezTo>
                    <a:pt x="878" y="1713"/>
                    <a:pt x="502" y="1713"/>
                    <a:pt x="176" y="1713"/>
                  </a:cubicBezTo>
                  <a:cubicBezTo>
                    <a:pt x="1" y="1713"/>
                    <a:pt x="51" y="1963"/>
                    <a:pt x="176" y="1989"/>
                  </a:cubicBezTo>
                  <a:cubicBezTo>
                    <a:pt x="271" y="2000"/>
                    <a:pt x="413" y="2011"/>
                    <a:pt x="573" y="2011"/>
                  </a:cubicBezTo>
                  <a:cubicBezTo>
                    <a:pt x="1087" y="2011"/>
                    <a:pt x="1787" y="1903"/>
                    <a:pt x="1730" y="1387"/>
                  </a:cubicBezTo>
                  <a:cubicBezTo>
                    <a:pt x="1730" y="1136"/>
                    <a:pt x="1479" y="936"/>
                    <a:pt x="1254" y="911"/>
                  </a:cubicBezTo>
                  <a:cubicBezTo>
                    <a:pt x="1213" y="902"/>
                    <a:pt x="1173" y="898"/>
                    <a:pt x="1134" y="898"/>
                  </a:cubicBezTo>
                  <a:cubicBezTo>
                    <a:pt x="957" y="898"/>
                    <a:pt x="796" y="984"/>
                    <a:pt x="652" y="1086"/>
                  </a:cubicBezTo>
                  <a:cubicBezTo>
                    <a:pt x="652" y="760"/>
                    <a:pt x="627" y="460"/>
                    <a:pt x="627" y="134"/>
                  </a:cubicBezTo>
                  <a:cubicBezTo>
                    <a:pt x="627" y="58"/>
                    <a:pt x="553" y="0"/>
                    <a:pt x="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6" name="Google Shape;8446;p294"/>
            <p:cNvSpPr/>
            <p:nvPr/>
          </p:nvSpPr>
          <p:spPr>
            <a:xfrm>
              <a:off x="6255000" y="1287300"/>
              <a:ext cx="30525" cy="9800"/>
            </a:xfrm>
            <a:custGeom>
              <a:avLst/>
              <a:gdLst/>
              <a:ahLst/>
              <a:cxnLst/>
              <a:rect l="l" t="t" r="r" b="b"/>
              <a:pathLst>
                <a:path w="1221" h="392" extrusionOk="0">
                  <a:moveTo>
                    <a:pt x="633" y="1"/>
                  </a:moveTo>
                  <a:cubicBezTo>
                    <a:pt x="472" y="1"/>
                    <a:pt x="310" y="20"/>
                    <a:pt x="193" y="31"/>
                  </a:cubicBezTo>
                  <a:cubicBezTo>
                    <a:pt x="1" y="55"/>
                    <a:pt x="62" y="333"/>
                    <a:pt x="245" y="333"/>
                  </a:cubicBezTo>
                  <a:cubicBezTo>
                    <a:pt x="252" y="333"/>
                    <a:pt x="260" y="333"/>
                    <a:pt x="268" y="332"/>
                  </a:cubicBezTo>
                  <a:cubicBezTo>
                    <a:pt x="444" y="332"/>
                    <a:pt x="619" y="332"/>
                    <a:pt x="820" y="357"/>
                  </a:cubicBezTo>
                  <a:cubicBezTo>
                    <a:pt x="888" y="371"/>
                    <a:pt x="949" y="392"/>
                    <a:pt x="1011" y="392"/>
                  </a:cubicBezTo>
                  <a:cubicBezTo>
                    <a:pt x="1062" y="392"/>
                    <a:pt x="1114" y="377"/>
                    <a:pt x="1171" y="332"/>
                  </a:cubicBezTo>
                  <a:cubicBezTo>
                    <a:pt x="1221" y="307"/>
                    <a:pt x="1196" y="231"/>
                    <a:pt x="1171" y="181"/>
                  </a:cubicBezTo>
                  <a:cubicBezTo>
                    <a:pt x="1069" y="37"/>
                    <a:pt x="852" y="1"/>
                    <a:pt x="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7" name="Google Shape;8447;p294"/>
            <p:cNvSpPr/>
            <p:nvPr/>
          </p:nvSpPr>
          <p:spPr>
            <a:xfrm>
              <a:off x="6334375" y="1284100"/>
              <a:ext cx="37000" cy="37050"/>
            </a:xfrm>
            <a:custGeom>
              <a:avLst/>
              <a:gdLst/>
              <a:ahLst/>
              <a:cxnLst/>
              <a:rect l="l" t="t" r="r" b="b"/>
              <a:pathLst>
                <a:path w="1480" h="1482" extrusionOk="0">
                  <a:moveTo>
                    <a:pt x="916" y="0"/>
                  </a:moveTo>
                  <a:cubicBezTo>
                    <a:pt x="875" y="0"/>
                    <a:pt x="838" y="25"/>
                    <a:pt x="828" y="84"/>
                  </a:cubicBezTo>
                  <a:cubicBezTo>
                    <a:pt x="803" y="334"/>
                    <a:pt x="752" y="560"/>
                    <a:pt x="677" y="786"/>
                  </a:cubicBezTo>
                  <a:cubicBezTo>
                    <a:pt x="502" y="811"/>
                    <a:pt x="326" y="836"/>
                    <a:pt x="176" y="836"/>
                  </a:cubicBezTo>
                  <a:cubicBezTo>
                    <a:pt x="1" y="861"/>
                    <a:pt x="76" y="1111"/>
                    <a:pt x="201" y="1111"/>
                  </a:cubicBezTo>
                  <a:cubicBezTo>
                    <a:pt x="326" y="1086"/>
                    <a:pt x="452" y="1061"/>
                    <a:pt x="577" y="1061"/>
                  </a:cubicBezTo>
                  <a:cubicBezTo>
                    <a:pt x="527" y="1161"/>
                    <a:pt x="502" y="1262"/>
                    <a:pt x="527" y="1362"/>
                  </a:cubicBezTo>
                  <a:cubicBezTo>
                    <a:pt x="527" y="1435"/>
                    <a:pt x="581" y="1482"/>
                    <a:pt x="639" y="1482"/>
                  </a:cubicBezTo>
                  <a:cubicBezTo>
                    <a:pt x="660" y="1482"/>
                    <a:pt x="682" y="1476"/>
                    <a:pt x="702" y="1462"/>
                  </a:cubicBezTo>
                  <a:cubicBezTo>
                    <a:pt x="828" y="1362"/>
                    <a:pt x="903" y="1187"/>
                    <a:pt x="928" y="1011"/>
                  </a:cubicBezTo>
                  <a:cubicBezTo>
                    <a:pt x="1103" y="1011"/>
                    <a:pt x="1304" y="1011"/>
                    <a:pt x="1429" y="911"/>
                  </a:cubicBezTo>
                  <a:cubicBezTo>
                    <a:pt x="1479" y="861"/>
                    <a:pt x="1479" y="786"/>
                    <a:pt x="1429" y="760"/>
                  </a:cubicBezTo>
                  <a:cubicBezTo>
                    <a:pt x="1341" y="731"/>
                    <a:pt x="1253" y="719"/>
                    <a:pt x="1165" y="719"/>
                  </a:cubicBezTo>
                  <a:cubicBezTo>
                    <a:pt x="1103" y="719"/>
                    <a:pt x="1040" y="725"/>
                    <a:pt x="978" y="735"/>
                  </a:cubicBezTo>
                  <a:cubicBezTo>
                    <a:pt x="1028" y="535"/>
                    <a:pt x="1053" y="334"/>
                    <a:pt x="1053" y="134"/>
                  </a:cubicBezTo>
                  <a:cubicBezTo>
                    <a:pt x="1053" y="58"/>
                    <a:pt x="979" y="0"/>
                    <a:pt x="9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8" name="Google Shape;8448;p294"/>
            <p:cNvSpPr/>
            <p:nvPr/>
          </p:nvSpPr>
          <p:spPr>
            <a:xfrm>
              <a:off x="6379900" y="1245050"/>
              <a:ext cx="273425" cy="77750"/>
            </a:xfrm>
            <a:custGeom>
              <a:avLst/>
              <a:gdLst/>
              <a:ahLst/>
              <a:cxnLst/>
              <a:rect l="l" t="t" r="r" b="b"/>
              <a:pathLst>
                <a:path w="10937" h="3110" extrusionOk="0">
                  <a:moveTo>
                    <a:pt x="2086" y="1"/>
                  </a:moveTo>
                  <a:cubicBezTo>
                    <a:pt x="1680" y="1"/>
                    <a:pt x="1294" y="60"/>
                    <a:pt x="1087" y="292"/>
                  </a:cubicBezTo>
                  <a:cubicBezTo>
                    <a:pt x="886" y="518"/>
                    <a:pt x="886" y="944"/>
                    <a:pt x="861" y="1195"/>
                  </a:cubicBezTo>
                  <a:cubicBezTo>
                    <a:pt x="811" y="1671"/>
                    <a:pt x="761" y="2147"/>
                    <a:pt x="711" y="2623"/>
                  </a:cubicBezTo>
                  <a:cubicBezTo>
                    <a:pt x="535" y="2348"/>
                    <a:pt x="360" y="2047"/>
                    <a:pt x="185" y="1746"/>
                  </a:cubicBezTo>
                  <a:cubicBezTo>
                    <a:pt x="168" y="1721"/>
                    <a:pt x="140" y="1710"/>
                    <a:pt x="112" y="1710"/>
                  </a:cubicBezTo>
                  <a:cubicBezTo>
                    <a:pt x="57" y="1710"/>
                    <a:pt x="1" y="1754"/>
                    <a:pt x="34" y="1821"/>
                  </a:cubicBezTo>
                  <a:cubicBezTo>
                    <a:pt x="235" y="2222"/>
                    <a:pt x="460" y="2623"/>
                    <a:pt x="686" y="3024"/>
                  </a:cubicBezTo>
                  <a:cubicBezTo>
                    <a:pt x="712" y="3077"/>
                    <a:pt x="774" y="3109"/>
                    <a:pt x="826" y="3109"/>
                  </a:cubicBezTo>
                  <a:cubicBezTo>
                    <a:pt x="872" y="3109"/>
                    <a:pt x="911" y="3083"/>
                    <a:pt x="911" y="3024"/>
                  </a:cubicBezTo>
                  <a:cubicBezTo>
                    <a:pt x="1037" y="2072"/>
                    <a:pt x="836" y="718"/>
                    <a:pt x="1889" y="317"/>
                  </a:cubicBezTo>
                  <a:cubicBezTo>
                    <a:pt x="2002" y="272"/>
                    <a:pt x="2155" y="257"/>
                    <a:pt x="2325" y="257"/>
                  </a:cubicBezTo>
                  <a:cubicBezTo>
                    <a:pt x="2723" y="257"/>
                    <a:pt x="3212" y="343"/>
                    <a:pt x="3493" y="343"/>
                  </a:cubicBezTo>
                  <a:cubicBezTo>
                    <a:pt x="3969" y="343"/>
                    <a:pt x="4445" y="343"/>
                    <a:pt x="4921" y="368"/>
                  </a:cubicBezTo>
                  <a:cubicBezTo>
                    <a:pt x="6342" y="386"/>
                    <a:pt x="7775" y="445"/>
                    <a:pt x="9213" y="445"/>
                  </a:cubicBezTo>
                  <a:cubicBezTo>
                    <a:pt x="9728" y="445"/>
                    <a:pt x="10245" y="438"/>
                    <a:pt x="10761" y="418"/>
                  </a:cubicBezTo>
                  <a:cubicBezTo>
                    <a:pt x="10937" y="418"/>
                    <a:pt x="10886" y="117"/>
                    <a:pt x="10736" y="117"/>
                  </a:cubicBezTo>
                  <a:cubicBezTo>
                    <a:pt x="9580" y="47"/>
                    <a:pt x="8412" y="26"/>
                    <a:pt x="7244" y="26"/>
                  </a:cubicBezTo>
                  <a:cubicBezTo>
                    <a:pt x="5906" y="26"/>
                    <a:pt x="4567" y="53"/>
                    <a:pt x="3242" y="67"/>
                  </a:cubicBezTo>
                  <a:cubicBezTo>
                    <a:pt x="2960" y="67"/>
                    <a:pt x="2512" y="1"/>
                    <a:pt x="20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9" name="Google Shape;8449;p294"/>
            <p:cNvSpPr/>
            <p:nvPr/>
          </p:nvSpPr>
          <p:spPr>
            <a:xfrm>
              <a:off x="6441975" y="1278000"/>
              <a:ext cx="42800" cy="51575"/>
            </a:xfrm>
            <a:custGeom>
              <a:avLst/>
              <a:gdLst/>
              <a:ahLst/>
              <a:cxnLst/>
              <a:rect l="l" t="t" r="r" b="b"/>
              <a:pathLst>
                <a:path w="1712" h="2063" extrusionOk="0">
                  <a:moveTo>
                    <a:pt x="405" y="1"/>
                  </a:moveTo>
                  <a:cubicBezTo>
                    <a:pt x="367" y="1"/>
                    <a:pt x="333" y="22"/>
                    <a:pt x="333" y="77"/>
                  </a:cubicBezTo>
                  <a:cubicBezTo>
                    <a:pt x="333" y="528"/>
                    <a:pt x="283" y="979"/>
                    <a:pt x="283" y="1456"/>
                  </a:cubicBezTo>
                  <a:cubicBezTo>
                    <a:pt x="283" y="1525"/>
                    <a:pt x="368" y="1619"/>
                    <a:pt x="445" y="1619"/>
                  </a:cubicBezTo>
                  <a:cubicBezTo>
                    <a:pt x="479" y="1619"/>
                    <a:pt x="511" y="1602"/>
                    <a:pt x="534" y="1556"/>
                  </a:cubicBezTo>
                  <a:cubicBezTo>
                    <a:pt x="634" y="1405"/>
                    <a:pt x="709" y="1255"/>
                    <a:pt x="860" y="1155"/>
                  </a:cubicBezTo>
                  <a:cubicBezTo>
                    <a:pt x="933" y="1106"/>
                    <a:pt x="1002" y="1081"/>
                    <a:pt x="1063" y="1081"/>
                  </a:cubicBezTo>
                  <a:cubicBezTo>
                    <a:pt x="1189" y="1081"/>
                    <a:pt x="1285" y="1186"/>
                    <a:pt x="1336" y="1405"/>
                  </a:cubicBezTo>
                  <a:cubicBezTo>
                    <a:pt x="1311" y="1506"/>
                    <a:pt x="1235" y="1581"/>
                    <a:pt x="1160" y="1631"/>
                  </a:cubicBezTo>
                  <a:cubicBezTo>
                    <a:pt x="1042" y="1705"/>
                    <a:pt x="802" y="1770"/>
                    <a:pt x="589" y="1770"/>
                  </a:cubicBezTo>
                  <a:cubicBezTo>
                    <a:pt x="440" y="1770"/>
                    <a:pt x="305" y="1738"/>
                    <a:pt x="233" y="1656"/>
                  </a:cubicBezTo>
                  <a:cubicBezTo>
                    <a:pt x="209" y="1638"/>
                    <a:pt x="182" y="1630"/>
                    <a:pt x="156" y="1630"/>
                  </a:cubicBezTo>
                  <a:cubicBezTo>
                    <a:pt x="74" y="1630"/>
                    <a:pt x="0" y="1711"/>
                    <a:pt x="58" y="1806"/>
                  </a:cubicBezTo>
                  <a:cubicBezTo>
                    <a:pt x="158" y="2007"/>
                    <a:pt x="347" y="2063"/>
                    <a:pt x="559" y="2063"/>
                  </a:cubicBezTo>
                  <a:cubicBezTo>
                    <a:pt x="665" y="2063"/>
                    <a:pt x="776" y="2049"/>
                    <a:pt x="885" y="2032"/>
                  </a:cubicBezTo>
                  <a:cubicBezTo>
                    <a:pt x="1235" y="2007"/>
                    <a:pt x="1586" y="1806"/>
                    <a:pt x="1662" y="1431"/>
                  </a:cubicBezTo>
                  <a:cubicBezTo>
                    <a:pt x="1712" y="1105"/>
                    <a:pt x="1511" y="854"/>
                    <a:pt x="1210" y="804"/>
                  </a:cubicBezTo>
                  <a:cubicBezTo>
                    <a:pt x="1154" y="789"/>
                    <a:pt x="1101" y="782"/>
                    <a:pt x="1049" y="782"/>
                  </a:cubicBezTo>
                  <a:cubicBezTo>
                    <a:pt x="846" y="782"/>
                    <a:pt x="679" y="890"/>
                    <a:pt x="559" y="1030"/>
                  </a:cubicBezTo>
                  <a:cubicBezTo>
                    <a:pt x="534" y="704"/>
                    <a:pt x="534" y="403"/>
                    <a:pt x="509" y="77"/>
                  </a:cubicBezTo>
                  <a:cubicBezTo>
                    <a:pt x="509" y="35"/>
                    <a:pt x="454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0" name="Google Shape;8450;p294"/>
            <p:cNvSpPr/>
            <p:nvPr/>
          </p:nvSpPr>
          <p:spPr>
            <a:xfrm>
              <a:off x="6481950" y="1268900"/>
              <a:ext cx="35400" cy="27425"/>
            </a:xfrm>
            <a:custGeom>
              <a:avLst/>
              <a:gdLst/>
              <a:ahLst/>
              <a:cxnLst/>
              <a:rect l="l" t="t" r="r" b="b"/>
              <a:pathLst>
                <a:path w="1416" h="1097" extrusionOk="0">
                  <a:moveTo>
                    <a:pt x="256" y="0"/>
                  </a:moveTo>
                  <a:cubicBezTo>
                    <a:pt x="175" y="0"/>
                    <a:pt x="97" y="47"/>
                    <a:pt x="37" y="165"/>
                  </a:cubicBezTo>
                  <a:cubicBezTo>
                    <a:pt x="1" y="221"/>
                    <a:pt x="86" y="303"/>
                    <a:pt x="153" y="303"/>
                  </a:cubicBezTo>
                  <a:cubicBezTo>
                    <a:pt x="177" y="303"/>
                    <a:pt x="200" y="292"/>
                    <a:pt x="213" y="266"/>
                  </a:cubicBezTo>
                  <a:cubicBezTo>
                    <a:pt x="228" y="250"/>
                    <a:pt x="242" y="244"/>
                    <a:pt x="253" y="244"/>
                  </a:cubicBezTo>
                  <a:cubicBezTo>
                    <a:pt x="338" y="244"/>
                    <a:pt x="338" y="592"/>
                    <a:pt x="338" y="592"/>
                  </a:cubicBezTo>
                  <a:cubicBezTo>
                    <a:pt x="338" y="667"/>
                    <a:pt x="338" y="717"/>
                    <a:pt x="363" y="792"/>
                  </a:cubicBezTo>
                  <a:cubicBezTo>
                    <a:pt x="413" y="917"/>
                    <a:pt x="489" y="1018"/>
                    <a:pt x="614" y="1068"/>
                  </a:cubicBezTo>
                  <a:cubicBezTo>
                    <a:pt x="667" y="1089"/>
                    <a:pt x="720" y="1097"/>
                    <a:pt x="773" y="1097"/>
                  </a:cubicBezTo>
                  <a:cubicBezTo>
                    <a:pt x="845" y="1097"/>
                    <a:pt x="917" y="1082"/>
                    <a:pt x="990" y="1068"/>
                  </a:cubicBezTo>
                  <a:cubicBezTo>
                    <a:pt x="1115" y="1043"/>
                    <a:pt x="1291" y="1043"/>
                    <a:pt x="1391" y="917"/>
                  </a:cubicBezTo>
                  <a:cubicBezTo>
                    <a:pt x="1416" y="892"/>
                    <a:pt x="1391" y="842"/>
                    <a:pt x="1366" y="792"/>
                  </a:cubicBezTo>
                  <a:cubicBezTo>
                    <a:pt x="1306" y="718"/>
                    <a:pt x="1230" y="696"/>
                    <a:pt x="1146" y="696"/>
                  </a:cubicBezTo>
                  <a:cubicBezTo>
                    <a:pt x="1088" y="696"/>
                    <a:pt x="1026" y="707"/>
                    <a:pt x="965" y="717"/>
                  </a:cubicBezTo>
                  <a:cubicBezTo>
                    <a:pt x="898" y="730"/>
                    <a:pt x="824" y="758"/>
                    <a:pt x="762" y="758"/>
                  </a:cubicBezTo>
                  <a:cubicBezTo>
                    <a:pt x="707" y="758"/>
                    <a:pt x="662" y="737"/>
                    <a:pt x="639" y="667"/>
                  </a:cubicBezTo>
                  <a:cubicBezTo>
                    <a:pt x="614" y="566"/>
                    <a:pt x="639" y="441"/>
                    <a:pt x="614" y="366"/>
                  </a:cubicBezTo>
                  <a:cubicBezTo>
                    <a:pt x="581" y="183"/>
                    <a:pt x="415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1" name="Google Shape;8451;p294"/>
            <p:cNvSpPr/>
            <p:nvPr/>
          </p:nvSpPr>
          <p:spPr>
            <a:xfrm>
              <a:off x="6523800" y="1310425"/>
              <a:ext cx="53075" cy="12150"/>
            </a:xfrm>
            <a:custGeom>
              <a:avLst/>
              <a:gdLst/>
              <a:ahLst/>
              <a:cxnLst/>
              <a:rect l="l" t="t" r="r" b="b"/>
              <a:pathLst>
                <a:path w="2123" h="486" extrusionOk="0">
                  <a:moveTo>
                    <a:pt x="1513" y="0"/>
                  </a:moveTo>
                  <a:cubicBezTo>
                    <a:pt x="1075" y="0"/>
                    <a:pt x="597" y="107"/>
                    <a:pt x="193" y="184"/>
                  </a:cubicBezTo>
                  <a:cubicBezTo>
                    <a:pt x="1" y="208"/>
                    <a:pt x="85" y="486"/>
                    <a:pt x="248" y="486"/>
                  </a:cubicBezTo>
                  <a:cubicBezTo>
                    <a:pt x="254" y="486"/>
                    <a:pt x="261" y="485"/>
                    <a:pt x="268" y="484"/>
                  </a:cubicBezTo>
                  <a:cubicBezTo>
                    <a:pt x="544" y="434"/>
                    <a:pt x="820" y="409"/>
                    <a:pt x="1095" y="384"/>
                  </a:cubicBezTo>
                  <a:cubicBezTo>
                    <a:pt x="1164" y="378"/>
                    <a:pt x="1235" y="376"/>
                    <a:pt x="1306" y="376"/>
                  </a:cubicBezTo>
                  <a:cubicBezTo>
                    <a:pt x="1378" y="376"/>
                    <a:pt x="1451" y="378"/>
                    <a:pt x="1525" y="378"/>
                  </a:cubicBezTo>
                  <a:cubicBezTo>
                    <a:pt x="1672" y="378"/>
                    <a:pt x="1822" y="372"/>
                    <a:pt x="1973" y="334"/>
                  </a:cubicBezTo>
                  <a:cubicBezTo>
                    <a:pt x="2123" y="284"/>
                    <a:pt x="2023" y="58"/>
                    <a:pt x="1897" y="33"/>
                  </a:cubicBezTo>
                  <a:cubicBezTo>
                    <a:pt x="1775" y="10"/>
                    <a:pt x="1646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2" name="Google Shape;8452;p294"/>
            <p:cNvSpPr/>
            <p:nvPr/>
          </p:nvSpPr>
          <p:spPr>
            <a:xfrm>
              <a:off x="6581250" y="1283075"/>
              <a:ext cx="36800" cy="48550"/>
            </a:xfrm>
            <a:custGeom>
              <a:avLst/>
              <a:gdLst/>
              <a:ahLst/>
              <a:cxnLst/>
              <a:rect l="l" t="t" r="r" b="b"/>
              <a:pathLst>
                <a:path w="1472" h="1942" extrusionOk="0">
                  <a:moveTo>
                    <a:pt x="128" y="0"/>
                  </a:moveTo>
                  <a:cubicBezTo>
                    <a:pt x="94" y="0"/>
                    <a:pt x="61" y="22"/>
                    <a:pt x="50" y="75"/>
                  </a:cubicBezTo>
                  <a:cubicBezTo>
                    <a:pt x="0" y="375"/>
                    <a:pt x="151" y="726"/>
                    <a:pt x="451" y="877"/>
                  </a:cubicBezTo>
                  <a:cubicBezTo>
                    <a:pt x="534" y="918"/>
                    <a:pt x="647" y="937"/>
                    <a:pt x="766" y="937"/>
                  </a:cubicBezTo>
                  <a:cubicBezTo>
                    <a:pt x="863" y="937"/>
                    <a:pt x="963" y="924"/>
                    <a:pt x="1053" y="902"/>
                  </a:cubicBezTo>
                  <a:lnTo>
                    <a:pt x="1053" y="902"/>
                  </a:lnTo>
                  <a:cubicBezTo>
                    <a:pt x="1028" y="952"/>
                    <a:pt x="1003" y="1002"/>
                    <a:pt x="1003" y="1052"/>
                  </a:cubicBezTo>
                  <a:cubicBezTo>
                    <a:pt x="928" y="1303"/>
                    <a:pt x="827" y="1553"/>
                    <a:pt x="827" y="1804"/>
                  </a:cubicBezTo>
                  <a:cubicBezTo>
                    <a:pt x="827" y="1859"/>
                    <a:pt x="895" y="1942"/>
                    <a:pt x="961" y="1942"/>
                  </a:cubicBezTo>
                  <a:cubicBezTo>
                    <a:pt x="984" y="1942"/>
                    <a:pt x="1008" y="1931"/>
                    <a:pt x="1028" y="1904"/>
                  </a:cubicBezTo>
                  <a:cubicBezTo>
                    <a:pt x="1153" y="1679"/>
                    <a:pt x="1178" y="1428"/>
                    <a:pt x="1253" y="1177"/>
                  </a:cubicBezTo>
                  <a:cubicBezTo>
                    <a:pt x="1304" y="902"/>
                    <a:pt x="1379" y="626"/>
                    <a:pt x="1454" y="350"/>
                  </a:cubicBezTo>
                  <a:cubicBezTo>
                    <a:pt x="1472" y="262"/>
                    <a:pt x="1377" y="173"/>
                    <a:pt x="1302" y="173"/>
                  </a:cubicBezTo>
                  <a:cubicBezTo>
                    <a:pt x="1271" y="173"/>
                    <a:pt x="1243" y="188"/>
                    <a:pt x="1228" y="225"/>
                  </a:cubicBezTo>
                  <a:cubicBezTo>
                    <a:pt x="1203" y="325"/>
                    <a:pt x="1203" y="400"/>
                    <a:pt x="1178" y="476"/>
                  </a:cubicBezTo>
                  <a:lnTo>
                    <a:pt x="1153" y="476"/>
                  </a:lnTo>
                  <a:cubicBezTo>
                    <a:pt x="991" y="499"/>
                    <a:pt x="872" y="629"/>
                    <a:pt x="697" y="629"/>
                  </a:cubicBezTo>
                  <a:cubicBezTo>
                    <a:pt x="682" y="629"/>
                    <a:pt x="667" y="628"/>
                    <a:pt x="652" y="626"/>
                  </a:cubicBezTo>
                  <a:cubicBezTo>
                    <a:pt x="376" y="576"/>
                    <a:pt x="226" y="350"/>
                    <a:pt x="226" y="100"/>
                  </a:cubicBezTo>
                  <a:cubicBezTo>
                    <a:pt x="226" y="42"/>
                    <a:pt x="175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3" name="Google Shape;8453;p294"/>
            <p:cNvSpPr/>
            <p:nvPr/>
          </p:nvSpPr>
          <p:spPr>
            <a:xfrm>
              <a:off x="6626975" y="1299300"/>
              <a:ext cx="36375" cy="29225"/>
            </a:xfrm>
            <a:custGeom>
              <a:avLst/>
              <a:gdLst/>
              <a:ahLst/>
              <a:cxnLst/>
              <a:rect l="l" t="t" r="r" b="b"/>
              <a:pathLst>
                <a:path w="1455" h="1169" extrusionOk="0">
                  <a:moveTo>
                    <a:pt x="1032" y="0"/>
                  </a:moveTo>
                  <a:cubicBezTo>
                    <a:pt x="633" y="0"/>
                    <a:pt x="264" y="199"/>
                    <a:pt x="51" y="553"/>
                  </a:cubicBezTo>
                  <a:cubicBezTo>
                    <a:pt x="1" y="604"/>
                    <a:pt x="26" y="679"/>
                    <a:pt x="51" y="729"/>
                  </a:cubicBezTo>
                  <a:cubicBezTo>
                    <a:pt x="139" y="852"/>
                    <a:pt x="276" y="913"/>
                    <a:pt x="419" y="913"/>
                  </a:cubicBezTo>
                  <a:cubicBezTo>
                    <a:pt x="480" y="913"/>
                    <a:pt x="542" y="902"/>
                    <a:pt x="602" y="879"/>
                  </a:cubicBezTo>
                  <a:cubicBezTo>
                    <a:pt x="803" y="829"/>
                    <a:pt x="928" y="704"/>
                    <a:pt x="1079" y="579"/>
                  </a:cubicBezTo>
                  <a:cubicBezTo>
                    <a:pt x="1079" y="754"/>
                    <a:pt x="1079" y="954"/>
                    <a:pt x="1154" y="1080"/>
                  </a:cubicBezTo>
                  <a:cubicBezTo>
                    <a:pt x="1182" y="1136"/>
                    <a:pt x="1234" y="1169"/>
                    <a:pt x="1283" y="1169"/>
                  </a:cubicBezTo>
                  <a:cubicBezTo>
                    <a:pt x="1321" y="1169"/>
                    <a:pt x="1357" y="1149"/>
                    <a:pt x="1379" y="1105"/>
                  </a:cubicBezTo>
                  <a:cubicBezTo>
                    <a:pt x="1455" y="879"/>
                    <a:pt x="1379" y="579"/>
                    <a:pt x="1379" y="353"/>
                  </a:cubicBezTo>
                  <a:cubicBezTo>
                    <a:pt x="1357" y="263"/>
                    <a:pt x="1294" y="174"/>
                    <a:pt x="1192" y="174"/>
                  </a:cubicBezTo>
                  <a:cubicBezTo>
                    <a:pt x="1180" y="174"/>
                    <a:pt x="1167" y="175"/>
                    <a:pt x="1154" y="178"/>
                  </a:cubicBezTo>
                  <a:cubicBezTo>
                    <a:pt x="1003" y="228"/>
                    <a:pt x="878" y="353"/>
                    <a:pt x="728" y="453"/>
                  </a:cubicBezTo>
                  <a:cubicBezTo>
                    <a:pt x="659" y="522"/>
                    <a:pt x="507" y="632"/>
                    <a:pt x="386" y="632"/>
                  </a:cubicBezTo>
                  <a:cubicBezTo>
                    <a:pt x="374" y="632"/>
                    <a:pt x="363" y="631"/>
                    <a:pt x="352" y="629"/>
                  </a:cubicBezTo>
                  <a:cubicBezTo>
                    <a:pt x="527" y="353"/>
                    <a:pt x="803" y="203"/>
                    <a:pt x="1129" y="178"/>
                  </a:cubicBezTo>
                  <a:cubicBezTo>
                    <a:pt x="1229" y="152"/>
                    <a:pt x="1179" y="2"/>
                    <a:pt x="1104" y="2"/>
                  </a:cubicBezTo>
                  <a:cubicBezTo>
                    <a:pt x="1080" y="1"/>
                    <a:pt x="1056" y="0"/>
                    <a:pt x="1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4" name="Google Shape;8454;p294"/>
            <p:cNvSpPr/>
            <p:nvPr/>
          </p:nvSpPr>
          <p:spPr>
            <a:xfrm>
              <a:off x="6673350" y="1296825"/>
              <a:ext cx="38875" cy="34700"/>
            </a:xfrm>
            <a:custGeom>
              <a:avLst/>
              <a:gdLst/>
              <a:ahLst/>
              <a:cxnLst/>
              <a:rect l="l" t="t" r="r" b="b"/>
              <a:pathLst>
                <a:path w="1555" h="1388" extrusionOk="0">
                  <a:moveTo>
                    <a:pt x="1028" y="1"/>
                  </a:moveTo>
                  <a:cubicBezTo>
                    <a:pt x="552" y="1"/>
                    <a:pt x="1" y="402"/>
                    <a:pt x="101" y="953"/>
                  </a:cubicBezTo>
                  <a:cubicBezTo>
                    <a:pt x="151" y="1229"/>
                    <a:pt x="351" y="1354"/>
                    <a:pt x="602" y="1379"/>
                  </a:cubicBezTo>
                  <a:cubicBezTo>
                    <a:pt x="655" y="1384"/>
                    <a:pt x="715" y="1387"/>
                    <a:pt x="776" y="1387"/>
                  </a:cubicBezTo>
                  <a:cubicBezTo>
                    <a:pt x="1033" y="1387"/>
                    <a:pt x="1338" y="1336"/>
                    <a:pt x="1479" y="1154"/>
                  </a:cubicBezTo>
                  <a:cubicBezTo>
                    <a:pt x="1554" y="1079"/>
                    <a:pt x="1479" y="953"/>
                    <a:pt x="1404" y="953"/>
                  </a:cubicBezTo>
                  <a:cubicBezTo>
                    <a:pt x="1396" y="952"/>
                    <a:pt x="1387" y="952"/>
                    <a:pt x="1376" y="952"/>
                  </a:cubicBezTo>
                  <a:cubicBezTo>
                    <a:pt x="1232" y="952"/>
                    <a:pt x="901" y="1049"/>
                    <a:pt x="665" y="1049"/>
                  </a:cubicBezTo>
                  <a:cubicBezTo>
                    <a:pt x="514" y="1049"/>
                    <a:pt x="402" y="1009"/>
                    <a:pt x="402" y="878"/>
                  </a:cubicBezTo>
                  <a:cubicBezTo>
                    <a:pt x="402" y="552"/>
                    <a:pt x="777" y="277"/>
                    <a:pt x="1078" y="226"/>
                  </a:cubicBezTo>
                  <a:cubicBezTo>
                    <a:pt x="1204" y="201"/>
                    <a:pt x="1153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5" name="Google Shape;8455;p294"/>
            <p:cNvSpPr/>
            <p:nvPr/>
          </p:nvSpPr>
          <p:spPr>
            <a:xfrm>
              <a:off x="6295525" y="1342575"/>
              <a:ext cx="356550" cy="21250"/>
            </a:xfrm>
            <a:custGeom>
              <a:avLst/>
              <a:gdLst/>
              <a:ahLst/>
              <a:cxnLst/>
              <a:rect l="l" t="t" r="r" b="b"/>
              <a:pathLst>
                <a:path w="14262" h="850" extrusionOk="0">
                  <a:moveTo>
                    <a:pt x="126" y="0"/>
                  </a:moveTo>
                  <a:cubicBezTo>
                    <a:pt x="1" y="0"/>
                    <a:pt x="26" y="201"/>
                    <a:pt x="126" y="201"/>
                  </a:cubicBezTo>
                  <a:cubicBezTo>
                    <a:pt x="2507" y="477"/>
                    <a:pt x="4913" y="602"/>
                    <a:pt x="7319" y="702"/>
                  </a:cubicBezTo>
                  <a:cubicBezTo>
                    <a:pt x="8744" y="750"/>
                    <a:pt x="10221" y="849"/>
                    <a:pt x="11676" y="849"/>
                  </a:cubicBezTo>
                  <a:cubicBezTo>
                    <a:pt x="12499" y="849"/>
                    <a:pt x="13315" y="818"/>
                    <a:pt x="14111" y="727"/>
                  </a:cubicBezTo>
                  <a:cubicBezTo>
                    <a:pt x="14261" y="702"/>
                    <a:pt x="14236" y="502"/>
                    <a:pt x="14111" y="477"/>
                  </a:cubicBezTo>
                  <a:cubicBezTo>
                    <a:pt x="13055" y="385"/>
                    <a:pt x="11983" y="367"/>
                    <a:pt x="10909" y="367"/>
                  </a:cubicBezTo>
                  <a:cubicBezTo>
                    <a:pt x="10204" y="367"/>
                    <a:pt x="9497" y="374"/>
                    <a:pt x="8794" y="374"/>
                  </a:cubicBezTo>
                  <a:cubicBezTo>
                    <a:pt x="8233" y="374"/>
                    <a:pt x="7673" y="369"/>
                    <a:pt x="7119" y="351"/>
                  </a:cubicBezTo>
                  <a:cubicBezTo>
                    <a:pt x="4788" y="251"/>
                    <a:pt x="2457" y="101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6" name="Google Shape;8456;p294"/>
            <p:cNvSpPr/>
            <p:nvPr/>
          </p:nvSpPr>
          <p:spPr>
            <a:xfrm>
              <a:off x="6402675" y="1373100"/>
              <a:ext cx="75050" cy="40425"/>
            </a:xfrm>
            <a:custGeom>
              <a:avLst/>
              <a:gdLst/>
              <a:ahLst/>
              <a:cxnLst/>
              <a:rect l="l" t="t" r="r" b="b"/>
              <a:pathLst>
                <a:path w="3002" h="1617" extrusionOk="0">
                  <a:moveTo>
                    <a:pt x="1148" y="1"/>
                  </a:moveTo>
                  <a:cubicBezTo>
                    <a:pt x="943" y="1"/>
                    <a:pt x="707" y="104"/>
                    <a:pt x="552" y="208"/>
                  </a:cubicBezTo>
                  <a:cubicBezTo>
                    <a:pt x="444" y="273"/>
                    <a:pt x="522" y="449"/>
                    <a:pt x="625" y="449"/>
                  </a:cubicBezTo>
                  <a:cubicBezTo>
                    <a:pt x="642" y="449"/>
                    <a:pt x="660" y="444"/>
                    <a:pt x="677" y="434"/>
                  </a:cubicBezTo>
                  <a:cubicBezTo>
                    <a:pt x="746" y="385"/>
                    <a:pt x="811" y="359"/>
                    <a:pt x="871" y="359"/>
                  </a:cubicBezTo>
                  <a:cubicBezTo>
                    <a:pt x="966" y="359"/>
                    <a:pt x="1052" y="422"/>
                    <a:pt x="1128" y="559"/>
                  </a:cubicBezTo>
                  <a:cubicBezTo>
                    <a:pt x="1028" y="634"/>
                    <a:pt x="903" y="709"/>
                    <a:pt x="777" y="784"/>
                  </a:cubicBezTo>
                  <a:cubicBezTo>
                    <a:pt x="577" y="885"/>
                    <a:pt x="376" y="960"/>
                    <a:pt x="176" y="1010"/>
                  </a:cubicBezTo>
                  <a:cubicBezTo>
                    <a:pt x="0" y="1060"/>
                    <a:pt x="126" y="1286"/>
                    <a:pt x="226" y="1311"/>
                  </a:cubicBezTo>
                  <a:cubicBezTo>
                    <a:pt x="752" y="1436"/>
                    <a:pt x="1304" y="1536"/>
                    <a:pt x="1830" y="1586"/>
                  </a:cubicBezTo>
                  <a:cubicBezTo>
                    <a:pt x="1989" y="1597"/>
                    <a:pt x="2144" y="1617"/>
                    <a:pt x="2293" y="1617"/>
                  </a:cubicBezTo>
                  <a:cubicBezTo>
                    <a:pt x="2494" y="1617"/>
                    <a:pt x="2684" y="1580"/>
                    <a:pt x="2858" y="1436"/>
                  </a:cubicBezTo>
                  <a:cubicBezTo>
                    <a:pt x="3002" y="1333"/>
                    <a:pt x="2858" y="1128"/>
                    <a:pt x="2719" y="1128"/>
                  </a:cubicBezTo>
                  <a:cubicBezTo>
                    <a:pt x="2689" y="1128"/>
                    <a:pt x="2659" y="1138"/>
                    <a:pt x="2632" y="1160"/>
                  </a:cubicBezTo>
                  <a:cubicBezTo>
                    <a:pt x="2483" y="1267"/>
                    <a:pt x="2292" y="1301"/>
                    <a:pt x="2092" y="1301"/>
                  </a:cubicBezTo>
                  <a:cubicBezTo>
                    <a:pt x="1822" y="1301"/>
                    <a:pt x="1534" y="1239"/>
                    <a:pt x="1304" y="1211"/>
                  </a:cubicBezTo>
                  <a:cubicBezTo>
                    <a:pt x="1153" y="1185"/>
                    <a:pt x="1003" y="1160"/>
                    <a:pt x="853" y="1135"/>
                  </a:cubicBezTo>
                  <a:cubicBezTo>
                    <a:pt x="1228" y="985"/>
                    <a:pt x="1655" y="709"/>
                    <a:pt x="1554" y="358"/>
                  </a:cubicBezTo>
                  <a:cubicBezTo>
                    <a:pt x="1506" y="92"/>
                    <a:pt x="1340" y="1"/>
                    <a:pt x="1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7" name="Google Shape;8457;p294"/>
            <p:cNvSpPr/>
            <p:nvPr/>
          </p:nvSpPr>
          <p:spPr>
            <a:xfrm>
              <a:off x="6485375" y="1381475"/>
              <a:ext cx="44375" cy="32650"/>
            </a:xfrm>
            <a:custGeom>
              <a:avLst/>
              <a:gdLst/>
              <a:ahLst/>
              <a:cxnLst/>
              <a:rect l="l" t="t" r="r" b="b"/>
              <a:pathLst>
                <a:path w="1775" h="1306" extrusionOk="0">
                  <a:moveTo>
                    <a:pt x="978" y="0"/>
                  </a:moveTo>
                  <a:cubicBezTo>
                    <a:pt x="822" y="0"/>
                    <a:pt x="663" y="65"/>
                    <a:pt x="527" y="174"/>
                  </a:cubicBezTo>
                  <a:cubicBezTo>
                    <a:pt x="301" y="349"/>
                    <a:pt x="1" y="650"/>
                    <a:pt x="201" y="926"/>
                  </a:cubicBezTo>
                  <a:cubicBezTo>
                    <a:pt x="288" y="1070"/>
                    <a:pt x="440" y="1123"/>
                    <a:pt x="602" y="1123"/>
                  </a:cubicBezTo>
                  <a:cubicBezTo>
                    <a:pt x="722" y="1123"/>
                    <a:pt x="846" y="1094"/>
                    <a:pt x="953" y="1051"/>
                  </a:cubicBezTo>
                  <a:cubicBezTo>
                    <a:pt x="1078" y="1001"/>
                    <a:pt x="1204" y="951"/>
                    <a:pt x="1304" y="850"/>
                  </a:cubicBezTo>
                  <a:cubicBezTo>
                    <a:pt x="1304" y="1051"/>
                    <a:pt x="1379" y="1201"/>
                    <a:pt x="1580" y="1302"/>
                  </a:cubicBezTo>
                  <a:cubicBezTo>
                    <a:pt x="1590" y="1304"/>
                    <a:pt x="1601" y="1305"/>
                    <a:pt x="1611" y="1305"/>
                  </a:cubicBezTo>
                  <a:cubicBezTo>
                    <a:pt x="1699" y="1305"/>
                    <a:pt x="1775" y="1216"/>
                    <a:pt x="1730" y="1126"/>
                  </a:cubicBezTo>
                  <a:cubicBezTo>
                    <a:pt x="1605" y="876"/>
                    <a:pt x="1580" y="675"/>
                    <a:pt x="1655" y="374"/>
                  </a:cubicBezTo>
                  <a:cubicBezTo>
                    <a:pt x="1672" y="272"/>
                    <a:pt x="1573" y="170"/>
                    <a:pt x="1493" y="170"/>
                  </a:cubicBezTo>
                  <a:cubicBezTo>
                    <a:pt x="1454" y="170"/>
                    <a:pt x="1420" y="193"/>
                    <a:pt x="1404" y="249"/>
                  </a:cubicBezTo>
                  <a:cubicBezTo>
                    <a:pt x="1304" y="575"/>
                    <a:pt x="953" y="825"/>
                    <a:pt x="602" y="825"/>
                  </a:cubicBezTo>
                  <a:cubicBezTo>
                    <a:pt x="502" y="825"/>
                    <a:pt x="402" y="825"/>
                    <a:pt x="477" y="675"/>
                  </a:cubicBezTo>
                  <a:cubicBezTo>
                    <a:pt x="502" y="600"/>
                    <a:pt x="602" y="525"/>
                    <a:pt x="652" y="475"/>
                  </a:cubicBezTo>
                  <a:cubicBezTo>
                    <a:pt x="759" y="350"/>
                    <a:pt x="905" y="237"/>
                    <a:pt x="1070" y="237"/>
                  </a:cubicBezTo>
                  <a:cubicBezTo>
                    <a:pt x="1137" y="237"/>
                    <a:pt x="1207" y="256"/>
                    <a:pt x="1279" y="299"/>
                  </a:cubicBezTo>
                  <a:cubicBezTo>
                    <a:pt x="1296" y="312"/>
                    <a:pt x="1312" y="318"/>
                    <a:pt x="1326" y="318"/>
                  </a:cubicBezTo>
                  <a:cubicBezTo>
                    <a:pt x="1393" y="318"/>
                    <a:pt x="1416" y="190"/>
                    <a:pt x="1354" y="149"/>
                  </a:cubicBezTo>
                  <a:cubicBezTo>
                    <a:pt x="1240" y="46"/>
                    <a:pt x="1110" y="0"/>
                    <a:pt x="9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58" name="Google Shape;8458;p294"/>
          <p:cNvGrpSpPr/>
          <p:nvPr/>
        </p:nvGrpSpPr>
        <p:grpSpPr>
          <a:xfrm rot="1514788">
            <a:off x="5041770" y="1187651"/>
            <a:ext cx="1376274" cy="908487"/>
            <a:chOff x="5248525" y="821375"/>
            <a:chExt cx="1082824" cy="694544"/>
          </a:xfrm>
        </p:grpSpPr>
        <p:sp>
          <p:nvSpPr>
            <p:cNvPr id="8459" name="Google Shape;8459;p294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0" name="Google Shape;8460;p294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1" name="Google Shape;8461;p294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2" name="Google Shape;8462;p294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3" name="Google Shape;8463;p294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4" name="Google Shape;8464;p294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65" name="Google Shape;8465;p294"/>
          <p:cNvGrpSpPr/>
          <p:nvPr/>
        </p:nvGrpSpPr>
        <p:grpSpPr>
          <a:xfrm flipH="1">
            <a:off x="719922" y="934457"/>
            <a:ext cx="3253287" cy="176025"/>
            <a:chOff x="4345425" y="2175475"/>
            <a:chExt cx="800750" cy="176025"/>
          </a:xfrm>
        </p:grpSpPr>
        <p:sp>
          <p:nvSpPr>
            <p:cNvPr id="8466" name="Google Shape;8466;p29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7" name="Google Shape;8467;p29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72" name="Google Shape;8472;p295"/>
          <p:cNvGrpSpPr/>
          <p:nvPr/>
        </p:nvGrpSpPr>
        <p:grpSpPr>
          <a:xfrm rot="774136">
            <a:off x="1633044" y="2577318"/>
            <a:ext cx="1303213" cy="585343"/>
            <a:chOff x="4345425" y="2175475"/>
            <a:chExt cx="800750" cy="176025"/>
          </a:xfrm>
        </p:grpSpPr>
        <p:sp>
          <p:nvSpPr>
            <p:cNvPr id="8473" name="Google Shape;8473;p29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4" name="Google Shape;8474;p29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75" name="Google Shape;8475;p295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Mutable</a:t>
            </a:r>
            <a:endParaRPr/>
          </a:p>
        </p:txBody>
      </p:sp>
      <p:sp>
        <p:nvSpPr>
          <p:cNvPr id="8476" name="Google Shape;8476;p295"/>
          <p:cNvSpPr txBox="1">
            <a:spLocks noGrp="1"/>
          </p:cNvSpPr>
          <p:nvPr>
            <p:ph type="body" idx="1"/>
          </p:nvPr>
        </p:nvSpPr>
        <p:spPr>
          <a:xfrm>
            <a:off x="720000" y="2980202"/>
            <a:ext cx="3129300" cy="17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Means objects can be modified or altered after they are created. This means you can change, add or remove elements.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Ex: List</a:t>
            </a:r>
            <a:endParaRPr/>
          </a:p>
        </p:txBody>
      </p:sp>
      <p:grpSp>
        <p:nvGrpSpPr>
          <p:cNvPr id="8477" name="Google Shape;8477;p295"/>
          <p:cNvGrpSpPr/>
          <p:nvPr/>
        </p:nvGrpSpPr>
        <p:grpSpPr>
          <a:xfrm rot="774136">
            <a:off x="6244644" y="2577318"/>
            <a:ext cx="1303213" cy="585343"/>
            <a:chOff x="4345425" y="2175475"/>
            <a:chExt cx="800750" cy="176025"/>
          </a:xfrm>
        </p:grpSpPr>
        <p:sp>
          <p:nvSpPr>
            <p:cNvPr id="8478" name="Google Shape;8478;p29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9" name="Google Shape;8479;p29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80" name="Google Shape;8480;p29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Mutable Vs.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Immutable</a:t>
            </a:r>
            <a:endParaRPr/>
          </a:p>
        </p:txBody>
      </p:sp>
      <p:grpSp>
        <p:nvGrpSpPr>
          <p:cNvPr id="8481" name="Google Shape;8481;p295"/>
          <p:cNvGrpSpPr/>
          <p:nvPr/>
        </p:nvGrpSpPr>
        <p:grpSpPr>
          <a:xfrm>
            <a:off x="6682192" y="859247"/>
            <a:ext cx="1491960" cy="454575"/>
            <a:chOff x="6157325" y="1245050"/>
            <a:chExt cx="554900" cy="169075"/>
          </a:xfrm>
        </p:grpSpPr>
        <p:sp>
          <p:nvSpPr>
            <p:cNvPr id="8482" name="Google Shape;8482;p295"/>
            <p:cNvSpPr/>
            <p:nvPr/>
          </p:nvSpPr>
          <p:spPr>
            <a:xfrm>
              <a:off x="6157325" y="1320350"/>
              <a:ext cx="47050" cy="41875"/>
            </a:xfrm>
            <a:custGeom>
              <a:avLst/>
              <a:gdLst/>
              <a:ahLst/>
              <a:cxnLst/>
              <a:rect l="l" t="t" r="r" b="b"/>
              <a:pathLst>
                <a:path w="1882" h="1675" extrusionOk="0">
                  <a:moveTo>
                    <a:pt x="1759" y="0"/>
                  </a:moveTo>
                  <a:cubicBezTo>
                    <a:pt x="1737" y="0"/>
                    <a:pt x="1714" y="11"/>
                    <a:pt x="1694" y="37"/>
                  </a:cubicBezTo>
                  <a:cubicBezTo>
                    <a:pt x="1494" y="263"/>
                    <a:pt x="1268" y="463"/>
                    <a:pt x="1042" y="689"/>
                  </a:cubicBezTo>
                  <a:cubicBezTo>
                    <a:pt x="842" y="463"/>
                    <a:pt x="641" y="263"/>
                    <a:pt x="416" y="62"/>
                  </a:cubicBezTo>
                  <a:cubicBezTo>
                    <a:pt x="387" y="26"/>
                    <a:pt x="349" y="10"/>
                    <a:pt x="313" y="10"/>
                  </a:cubicBezTo>
                  <a:cubicBezTo>
                    <a:pt x="226" y="10"/>
                    <a:pt x="152" y="99"/>
                    <a:pt x="240" y="188"/>
                  </a:cubicBezTo>
                  <a:cubicBezTo>
                    <a:pt x="441" y="413"/>
                    <a:pt x="641" y="639"/>
                    <a:pt x="842" y="839"/>
                  </a:cubicBezTo>
                  <a:cubicBezTo>
                    <a:pt x="591" y="1040"/>
                    <a:pt x="316" y="1190"/>
                    <a:pt x="90" y="1416"/>
                  </a:cubicBezTo>
                  <a:cubicBezTo>
                    <a:pt x="1" y="1505"/>
                    <a:pt x="91" y="1674"/>
                    <a:pt x="200" y="1674"/>
                  </a:cubicBezTo>
                  <a:cubicBezTo>
                    <a:pt x="213" y="1674"/>
                    <a:pt x="227" y="1672"/>
                    <a:pt x="240" y="1666"/>
                  </a:cubicBezTo>
                  <a:cubicBezTo>
                    <a:pt x="541" y="1541"/>
                    <a:pt x="817" y="1290"/>
                    <a:pt x="1068" y="1065"/>
                  </a:cubicBezTo>
                  <a:cubicBezTo>
                    <a:pt x="1193" y="1215"/>
                    <a:pt x="1343" y="1366"/>
                    <a:pt x="1494" y="1466"/>
                  </a:cubicBezTo>
                  <a:cubicBezTo>
                    <a:pt x="1525" y="1481"/>
                    <a:pt x="1556" y="1488"/>
                    <a:pt x="1584" y="1488"/>
                  </a:cubicBezTo>
                  <a:cubicBezTo>
                    <a:pt x="1694" y="1488"/>
                    <a:pt x="1769" y="1385"/>
                    <a:pt x="1669" y="1265"/>
                  </a:cubicBezTo>
                  <a:cubicBezTo>
                    <a:pt x="1569" y="1115"/>
                    <a:pt x="1418" y="990"/>
                    <a:pt x="1268" y="864"/>
                  </a:cubicBezTo>
                  <a:cubicBezTo>
                    <a:pt x="1469" y="639"/>
                    <a:pt x="1669" y="413"/>
                    <a:pt x="1844" y="163"/>
                  </a:cubicBezTo>
                  <a:cubicBezTo>
                    <a:pt x="1882" y="88"/>
                    <a:pt x="1823" y="0"/>
                    <a:pt x="1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3" name="Google Shape;8483;p295"/>
            <p:cNvSpPr/>
            <p:nvPr/>
          </p:nvSpPr>
          <p:spPr>
            <a:xfrm>
              <a:off x="6224725" y="1327375"/>
              <a:ext cx="46400" cy="9125"/>
            </a:xfrm>
            <a:custGeom>
              <a:avLst/>
              <a:gdLst/>
              <a:ahLst/>
              <a:cxnLst/>
              <a:rect l="l" t="t" r="r" b="b"/>
              <a:pathLst>
                <a:path w="1856" h="365" extrusionOk="0">
                  <a:moveTo>
                    <a:pt x="1282" y="1"/>
                  </a:moveTo>
                  <a:cubicBezTo>
                    <a:pt x="1160" y="1"/>
                    <a:pt x="1041" y="7"/>
                    <a:pt x="928" y="7"/>
                  </a:cubicBezTo>
                  <a:lnTo>
                    <a:pt x="151" y="7"/>
                  </a:lnTo>
                  <a:cubicBezTo>
                    <a:pt x="1" y="7"/>
                    <a:pt x="26" y="258"/>
                    <a:pt x="151" y="258"/>
                  </a:cubicBezTo>
                  <a:cubicBezTo>
                    <a:pt x="427" y="283"/>
                    <a:pt x="677" y="308"/>
                    <a:pt x="953" y="308"/>
                  </a:cubicBezTo>
                  <a:cubicBezTo>
                    <a:pt x="1135" y="328"/>
                    <a:pt x="1334" y="365"/>
                    <a:pt x="1536" y="365"/>
                  </a:cubicBezTo>
                  <a:cubicBezTo>
                    <a:pt x="1584" y="365"/>
                    <a:pt x="1632" y="363"/>
                    <a:pt x="1680" y="358"/>
                  </a:cubicBezTo>
                  <a:cubicBezTo>
                    <a:pt x="1855" y="308"/>
                    <a:pt x="1780" y="82"/>
                    <a:pt x="1655" y="32"/>
                  </a:cubicBezTo>
                  <a:cubicBezTo>
                    <a:pt x="1529" y="7"/>
                    <a:pt x="1404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4" name="Google Shape;8484;p295"/>
            <p:cNvSpPr/>
            <p:nvPr/>
          </p:nvSpPr>
          <p:spPr>
            <a:xfrm>
              <a:off x="6217875" y="1343050"/>
              <a:ext cx="49475" cy="9600"/>
            </a:xfrm>
            <a:custGeom>
              <a:avLst/>
              <a:gdLst/>
              <a:ahLst/>
              <a:cxnLst/>
              <a:rect l="l" t="t" r="r" b="b"/>
              <a:pathLst>
                <a:path w="1979" h="384" extrusionOk="0">
                  <a:moveTo>
                    <a:pt x="134" y="0"/>
                  </a:moveTo>
                  <a:cubicBezTo>
                    <a:pt x="0" y="0"/>
                    <a:pt x="13" y="236"/>
                    <a:pt x="174" y="282"/>
                  </a:cubicBezTo>
                  <a:cubicBezTo>
                    <a:pt x="475" y="357"/>
                    <a:pt x="801" y="382"/>
                    <a:pt x="1102" y="382"/>
                  </a:cubicBezTo>
                  <a:cubicBezTo>
                    <a:pt x="1157" y="382"/>
                    <a:pt x="1215" y="383"/>
                    <a:pt x="1274" y="383"/>
                  </a:cubicBezTo>
                  <a:cubicBezTo>
                    <a:pt x="1512" y="383"/>
                    <a:pt x="1768" y="367"/>
                    <a:pt x="1929" y="207"/>
                  </a:cubicBezTo>
                  <a:cubicBezTo>
                    <a:pt x="1979" y="157"/>
                    <a:pt x="1954" y="32"/>
                    <a:pt x="1854" y="32"/>
                  </a:cubicBezTo>
                  <a:cubicBezTo>
                    <a:pt x="1787" y="12"/>
                    <a:pt x="1721" y="4"/>
                    <a:pt x="1655" y="4"/>
                  </a:cubicBezTo>
                  <a:cubicBezTo>
                    <a:pt x="1471" y="4"/>
                    <a:pt x="1286" y="63"/>
                    <a:pt x="1102" y="82"/>
                  </a:cubicBezTo>
                  <a:cubicBezTo>
                    <a:pt x="801" y="82"/>
                    <a:pt x="500" y="57"/>
                    <a:pt x="174" y="7"/>
                  </a:cubicBezTo>
                  <a:cubicBezTo>
                    <a:pt x="160" y="2"/>
                    <a:pt x="147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5" name="Google Shape;8485;p295"/>
            <p:cNvSpPr/>
            <p:nvPr/>
          </p:nvSpPr>
          <p:spPr>
            <a:xfrm>
              <a:off x="6284250" y="1264050"/>
              <a:ext cx="44700" cy="50275"/>
            </a:xfrm>
            <a:custGeom>
              <a:avLst/>
              <a:gdLst/>
              <a:ahLst/>
              <a:cxnLst/>
              <a:rect l="l" t="t" r="r" b="b"/>
              <a:pathLst>
                <a:path w="1788" h="2011" extrusionOk="0">
                  <a:moveTo>
                    <a:pt x="495" y="0"/>
                  </a:moveTo>
                  <a:cubicBezTo>
                    <a:pt x="458" y="0"/>
                    <a:pt x="427" y="25"/>
                    <a:pt x="427" y="84"/>
                  </a:cubicBezTo>
                  <a:cubicBezTo>
                    <a:pt x="402" y="510"/>
                    <a:pt x="402" y="911"/>
                    <a:pt x="376" y="1337"/>
                  </a:cubicBezTo>
                  <a:cubicBezTo>
                    <a:pt x="376" y="1411"/>
                    <a:pt x="445" y="1499"/>
                    <a:pt x="522" y="1499"/>
                  </a:cubicBezTo>
                  <a:cubicBezTo>
                    <a:pt x="548" y="1499"/>
                    <a:pt x="576" y="1488"/>
                    <a:pt x="602" y="1462"/>
                  </a:cubicBezTo>
                  <a:cubicBezTo>
                    <a:pt x="727" y="1387"/>
                    <a:pt x="878" y="1262"/>
                    <a:pt x="1028" y="1212"/>
                  </a:cubicBezTo>
                  <a:cubicBezTo>
                    <a:pt x="1080" y="1186"/>
                    <a:pt x="1128" y="1173"/>
                    <a:pt x="1173" y="1173"/>
                  </a:cubicBezTo>
                  <a:cubicBezTo>
                    <a:pt x="1300" y="1173"/>
                    <a:pt x="1392" y="1276"/>
                    <a:pt x="1429" y="1462"/>
                  </a:cubicBezTo>
                  <a:cubicBezTo>
                    <a:pt x="1354" y="1537"/>
                    <a:pt x="1279" y="1588"/>
                    <a:pt x="1204" y="1613"/>
                  </a:cubicBezTo>
                  <a:cubicBezTo>
                    <a:pt x="878" y="1713"/>
                    <a:pt x="502" y="1713"/>
                    <a:pt x="176" y="1713"/>
                  </a:cubicBezTo>
                  <a:cubicBezTo>
                    <a:pt x="1" y="1713"/>
                    <a:pt x="51" y="1963"/>
                    <a:pt x="176" y="1989"/>
                  </a:cubicBezTo>
                  <a:cubicBezTo>
                    <a:pt x="271" y="2000"/>
                    <a:pt x="413" y="2011"/>
                    <a:pt x="573" y="2011"/>
                  </a:cubicBezTo>
                  <a:cubicBezTo>
                    <a:pt x="1087" y="2011"/>
                    <a:pt x="1787" y="1903"/>
                    <a:pt x="1730" y="1387"/>
                  </a:cubicBezTo>
                  <a:cubicBezTo>
                    <a:pt x="1730" y="1136"/>
                    <a:pt x="1479" y="936"/>
                    <a:pt x="1254" y="911"/>
                  </a:cubicBezTo>
                  <a:cubicBezTo>
                    <a:pt x="1213" y="902"/>
                    <a:pt x="1173" y="898"/>
                    <a:pt x="1134" y="898"/>
                  </a:cubicBezTo>
                  <a:cubicBezTo>
                    <a:pt x="957" y="898"/>
                    <a:pt x="796" y="984"/>
                    <a:pt x="652" y="1086"/>
                  </a:cubicBezTo>
                  <a:cubicBezTo>
                    <a:pt x="652" y="760"/>
                    <a:pt x="627" y="460"/>
                    <a:pt x="627" y="134"/>
                  </a:cubicBezTo>
                  <a:cubicBezTo>
                    <a:pt x="627" y="58"/>
                    <a:pt x="553" y="0"/>
                    <a:pt x="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6" name="Google Shape;8486;p295"/>
            <p:cNvSpPr/>
            <p:nvPr/>
          </p:nvSpPr>
          <p:spPr>
            <a:xfrm>
              <a:off x="6255000" y="1287300"/>
              <a:ext cx="30525" cy="9800"/>
            </a:xfrm>
            <a:custGeom>
              <a:avLst/>
              <a:gdLst/>
              <a:ahLst/>
              <a:cxnLst/>
              <a:rect l="l" t="t" r="r" b="b"/>
              <a:pathLst>
                <a:path w="1221" h="392" extrusionOk="0">
                  <a:moveTo>
                    <a:pt x="633" y="1"/>
                  </a:moveTo>
                  <a:cubicBezTo>
                    <a:pt x="472" y="1"/>
                    <a:pt x="310" y="20"/>
                    <a:pt x="193" y="31"/>
                  </a:cubicBezTo>
                  <a:cubicBezTo>
                    <a:pt x="1" y="55"/>
                    <a:pt x="62" y="333"/>
                    <a:pt x="245" y="333"/>
                  </a:cubicBezTo>
                  <a:cubicBezTo>
                    <a:pt x="252" y="333"/>
                    <a:pt x="260" y="333"/>
                    <a:pt x="268" y="332"/>
                  </a:cubicBezTo>
                  <a:cubicBezTo>
                    <a:pt x="444" y="332"/>
                    <a:pt x="619" y="332"/>
                    <a:pt x="820" y="357"/>
                  </a:cubicBezTo>
                  <a:cubicBezTo>
                    <a:pt x="888" y="371"/>
                    <a:pt x="949" y="392"/>
                    <a:pt x="1011" y="392"/>
                  </a:cubicBezTo>
                  <a:cubicBezTo>
                    <a:pt x="1062" y="392"/>
                    <a:pt x="1114" y="377"/>
                    <a:pt x="1171" y="332"/>
                  </a:cubicBezTo>
                  <a:cubicBezTo>
                    <a:pt x="1221" y="307"/>
                    <a:pt x="1196" y="231"/>
                    <a:pt x="1171" y="181"/>
                  </a:cubicBezTo>
                  <a:cubicBezTo>
                    <a:pt x="1069" y="37"/>
                    <a:pt x="852" y="1"/>
                    <a:pt x="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7" name="Google Shape;8487;p295"/>
            <p:cNvSpPr/>
            <p:nvPr/>
          </p:nvSpPr>
          <p:spPr>
            <a:xfrm>
              <a:off x="6334375" y="1284100"/>
              <a:ext cx="37000" cy="37050"/>
            </a:xfrm>
            <a:custGeom>
              <a:avLst/>
              <a:gdLst/>
              <a:ahLst/>
              <a:cxnLst/>
              <a:rect l="l" t="t" r="r" b="b"/>
              <a:pathLst>
                <a:path w="1480" h="1482" extrusionOk="0">
                  <a:moveTo>
                    <a:pt x="916" y="0"/>
                  </a:moveTo>
                  <a:cubicBezTo>
                    <a:pt x="875" y="0"/>
                    <a:pt x="838" y="25"/>
                    <a:pt x="828" y="84"/>
                  </a:cubicBezTo>
                  <a:cubicBezTo>
                    <a:pt x="803" y="334"/>
                    <a:pt x="752" y="560"/>
                    <a:pt x="677" y="786"/>
                  </a:cubicBezTo>
                  <a:cubicBezTo>
                    <a:pt x="502" y="811"/>
                    <a:pt x="326" y="836"/>
                    <a:pt x="176" y="836"/>
                  </a:cubicBezTo>
                  <a:cubicBezTo>
                    <a:pt x="1" y="861"/>
                    <a:pt x="76" y="1111"/>
                    <a:pt x="201" y="1111"/>
                  </a:cubicBezTo>
                  <a:cubicBezTo>
                    <a:pt x="326" y="1086"/>
                    <a:pt x="452" y="1061"/>
                    <a:pt x="577" y="1061"/>
                  </a:cubicBezTo>
                  <a:cubicBezTo>
                    <a:pt x="527" y="1161"/>
                    <a:pt x="502" y="1262"/>
                    <a:pt x="527" y="1362"/>
                  </a:cubicBezTo>
                  <a:cubicBezTo>
                    <a:pt x="527" y="1435"/>
                    <a:pt x="581" y="1482"/>
                    <a:pt x="639" y="1482"/>
                  </a:cubicBezTo>
                  <a:cubicBezTo>
                    <a:pt x="660" y="1482"/>
                    <a:pt x="682" y="1476"/>
                    <a:pt x="702" y="1462"/>
                  </a:cubicBezTo>
                  <a:cubicBezTo>
                    <a:pt x="828" y="1362"/>
                    <a:pt x="903" y="1187"/>
                    <a:pt x="928" y="1011"/>
                  </a:cubicBezTo>
                  <a:cubicBezTo>
                    <a:pt x="1103" y="1011"/>
                    <a:pt x="1304" y="1011"/>
                    <a:pt x="1429" y="911"/>
                  </a:cubicBezTo>
                  <a:cubicBezTo>
                    <a:pt x="1479" y="861"/>
                    <a:pt x="1479" y="786"/>
                    <a:pt x="1429" y="760"/>
                  </a:cubicBezTo>
                  <a:cubicBezTo>
                    <a:pt x="1341" y="731"/>
                    <a:pt x="1253" y="719"/>
                    <a:pt x="1165" y="719"/>
                  </a:cubicBezTo>
                  <a:cubicBezTo>
                    <a:pt x="1103" y="719"/>
                    <a:pt x="1040" y="725"/>
                    <a:pt x="978" y="735"/>
                  </a:cubicBezTo>
                  <a:cubicBezTo>
                    <a:pt x="1028" y="535"/>
                    <a:pt x="1053" y="334"/>
                    <a:pt x="1053" y="134"/>
                  </a:cubicBezTo>
                  <a:cubicBezTo>
                    <a:pt x="1053" y="58"/>
                    <a:pt x="979" y="0"/>
                    <a:pt x="9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8" name="Google Shape;8488;p295"/>
            <p:cNvSpPr/>
            <p:nvPr/>
          </p:nvSpPr>
          <p:spPr>
            <a:xfrm>
              <a:off x="6379900" y="1245050"/>
              <a:ext cx="273425" cy="77750"/>
            </a:xfrm>
            <a:custGeom>
              <a:avLst/>
              <a:gdLst/>
              <a:ahLst/>
              <a:cxnLst/>
              <a:rect l="l" t="t" r="r" b="b"/>
              <a:pathLst>
                <a:path w="10937" h="3110" extrusionOk="0">
                  <a:moveTo>
                    <a:pt x="2086" y="1"/>
                  </a:moveTo>
                  <a:cubicBezTo>
                    <a:pt x="1680" y="1"/>
                    <a:pt x="1294" y="60"/>
                    <a:pt x="1087" y="292"/>
                  </a:cubicBezTo>
                  <a:cubicBezTo>
                    <a:pt x="886" y="518"/>
                    <a:pt x="886" y="944"/>
                    <a:pt x="861" y="1195"/>
                  </a:cubicBezTo>
                  <a:cubicBezTo>
                    <a:pt x="811" y="1671"/>
                    <a:pt x="761" y="2147"/>
                    <a:pt x="711" y="2623"/>
                  </a:cubicBezTo>
                  <a:cubicBezTo>
                    <a:pt x="535" y="2348"/>
                    <a:pt x="360" y="2047"/>
                    <a:pt x="185" y="1746"/>
                  </a:cubicBezTo>
                  <a:cubicBezTo>
                    <a:pt x="168" y="1721"/>
                    <a:pt x="140" y="1710"/>
                    <a:pt x="112" y="1710"/>
                  </a:cubicBezTo>
                  <a:cubicBezTo>
                    <a:pt x="57" y="1710"/>
                    <a:pt x="1" y="1754"/>
                    <a:pt x="34" y="1821"/>
                  </a:cubicBezTo>
                  <a:cubicBezTo>
                    <a:pt x="235" y="2222"/>
                    <a:pt x="460" y="2623"/>
                    <a:pt x="686" y="3024"/>
                  </a:cubicBezTo>
                  <a:cubicBezTo>
                    <a:pt x="712" y="3077"/>
                    <a:pt x="774" y="3109"/>
                    <a:pt x="826" y="3109"/>
                  </a:cubicBezTo>
                  <a:cubicBezTo>
                    <a:pt x="872" y="3109"/>
                    <a:pt x="911" y="3083"/>
                    <a:pt x="911" y="3024"/>
                  </a:cubicBezTo>
                  <a:cubicBezTo>
                    <a:pt x="1037" y="2072"/>
                    <a:pt x="836" y="718"/>
                    <a:pt x="1889" y="317"/>
                  </a:cubicBezTo>
                  <a:cubicBezTo>
                    <a:pt x="2002" y="272"/>
                    <a:pt x="2155" y="257"/>
                    <a:pt x="2325" y="257"/>
                  </a:cubicBezTo>
                  <a:cubicBezTo>
                    <a:pt x="2723" y="257"/>
                    <a:pt x="3212" y="343"/>
                    <a:pt x="3493" y="343"/>
                  </a:cubicBezTo>
                  <a:cubicBezTo>
                    <a:pt x="3969" y="343"/>
                    <a:pt x="4445" y="343"/>
                    <a:pt x="4921" y="368"/>
                  </a:cubicBezTo>
                  <a:cubicBezTo>
                    <a:pt x="6342" y="386"/>
                    <a:pt x="7775" y="445"/>
                    <a:pt x="9213" y="445"/>
                  </a:cubicBezTo>
                  <a:cubicBezTo>
                    <a:pt x="9728" y="445"/>
                    <a:pt x="10245" y="438"/>
                    <a:pt x="10761" y="418"/>
                  </a:cubicBezTo>
                  <a:cubicBezTo>
                    <a:pt x="10937" y="418"/>
                    <a:pt x="10886" y="117"/>
                    <a:pt x="10736" y="117"/>
                  </a:cubicBezTo>
                  <a:cubicBezTo>
                    <a:pt x="9580" y="47"/>
                    <a:pt x="8412" y="26"/>
                    <a:pt x="7244" y="26"/>
                  </a:cubicBezTo>
                  <a:cubicBezTo>
                    <a:pt x="5906" y="26"/>
                    <a:pt x="4567" y="53"/>
                    <a:pt x="3242" y="67"/>
                  </a:cubicBezTo>
                  <a:cubicBezTo>
                    <a:pt x="2960" y="67"/>
                    <a:pt x="2512" y="1"/>
                    <a:pt x="20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9" name="Google Shape;8489;p295"/>
            <p:cNvSpPr/>
            <p:nvPr/>
          </p:nvSpPr>
          <p:spPr>
            <a:xfrm>
              <a:off x="6441975" y="1278000"/>
              <a:ext cx="42800" cy="51575"/>
            </a:xfrm>
            <a:custGeom>
              <a:avLst/>
              <a:gdLst/>
              <a:ahLst/>
              <a:cxnLst/>
              <a:rect l="l" t="t" r="r" b="b"/>
              <a:pathLst>
                <a:path w="1712" h="2063" extrusionOk="0">
                  <a:moveTo>
                    <a:pt x="405" y="1"/>
                  </a:moveTo>
                  <a:cubicBezTo>
                    <a:pt x="367" y="1"/>
                    <a:pt x="333" y="22"/>
                    <a:pt x="333" y="77"/>
                  </a:cubicBezTo>
                  <a:cubicBezTo>
                    <a:pt x="333" y="528"/>
                    <a:pt x="283" y="979"/>
                    <a:pt x="283" y="1456"/>
                  </a:cubicBezTo>
                  <a:cubicBezTo>
                    <a:pt x="283" y="1525"/>
                    <a:pt x="368" y="1619"/>
                    <a:pt x="445" y="1619"/>
                  </a:cubicBezTo>
                  <a:cubicBezTo>
                    <a:pt x="479" y="1619"/>
                    <a:pt x="511" y="1602"/>
                    <a:pt x="534" y="1556"/>
                  </a:cubicBezTo>
                  <a:cubicBezTo>
                    <a:pt x="634" y="1405"/>
                    <a:pt x="709" y="1255"/>
                    <a:pt x="860" y="1155"/>
                  </a:cubicBezTo>
                  <a:cubicBezTo>
                    <a:pt x="933" y="1106"/>
                    <a:pt x="1002" y="1081"/>
                    <a:pt x="1063" y="1081"/>
                  </a:cubicBezTo>
                  <a:cubicBezTo>
                    <a:pt x="1189" y="1081"/>
                    <a:pt x="1285" y="1186"/>
                    <a:pt x="1336" y="1405"/>
                  </a:cubicBezTo>
                  <a:cubicBezTo>
                    <a:pt x="1311" y="1506"/>
                    <a:pt x="1235" y="1581"/>
                    <a:pt x="1160" y="1631"/>
                  </a:cubicBezTo>
                  <a:cubicBezTo>
                    <a:pt x="1042" y="1705"/>
                    <a:pt x="802" y="1770"/>
                    <a:pt x="589" y="1770"/>
                  </a:cubicBezTo>
                  <a:cubicBezTo>
                    <a:pt x="440" y="1770"/>
                    <a:pt x="305" y="1738"/>
                    <a:pt x="233" y="1656"/>
                  </a:cubicBezTo>
                  <a:cubicBezTo>
                    <a:pt x="209" y="1638"/>
                    <a:pt x="182" y="1630"/>
                    <a:pt x="156" y="1630"/>
                  </a:cubicBezTo>
                  <a:cubicBezTo>
                    <a:pt x="74" y="1630"/>
                    <a:pt x="0" y="1711"/>
                    <a:pt x="58" y="1806"/>
                  </a:cubicBezTo>
                  <a:cubicBezTo>
                    <a:pt x="158" y="2007"/>
                    <a:pt x="347" y="2063"/>
                    <a:pt x="559" y="2063"/>
                  </a:cubicBezTo>
                  <a:cubicBezTo>
                    <a:pt x="665" y="2063"/>
                    <a:pt x="776" y="2049"/>
                    <a:pt x="885" y="2032"/>
                  </a:cubicBezTo>
                  <a:cubicBezTo>
                    <a:pt x="1235" y="2007"/>
                    <a:pt x="1586" y="1806"/>
                    <a:pt x="1662" y="1431"/>
                  </a:cubicBezTo>
                  <a:cubicBezTo>
                    <a:pt x="1712" y="1105"/>
                    <a:pt x="1511" y="854"/>
                    <a:pt x="1210" y="804"/>
                  </a:cubicBezTo>
                  <a:cubicBezTo>
                    <a:pt x="1154" y="789"/>
                    <a:pt x="1101" y="782"/>
                    <a:pt x="1049" y="782"/>
                  </a:cubicBezTo>
                  <a:cubicBezTo>
                    <a:pt x="846" y="782"/>
                    <a:pt x="679" y="890"/>
                    <a:pt x="559" y="1030"/>
                  </a:cubicBezTo>
                  <a:cubicBezTo>
                    <a:pt x="534" y="704"/>
                    <a:pt x="534" y="403"/>
                    <a:pt x="509" y="77"/>
                  </a:cubicBezTo>
                  <a:cubicBezTo>
                    <a:pt x="509" y="35"/>
                    <a:pt x="454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0" name="Google Shape;8490;p295"/>
            <p:cNvSpPr/>
            <p:nvPr/>
          </p:nvSpPr>
          <p:spPr>
            <a:xfrm>
              <a:off x="6481950" y="1268900"/>
              <a:ext cx="35400" cy="27425"/>
            </a:xfrm>
            <a:custGeom>
              <a:avLst/>
              <a:gdLst/>
              <a:ahLst/>
              <a:cxnLst/>
              <a:rect l="l" t="t" r="r" b="b"/>
              <a:pathLst>
                <a:path w="1416" h="1097" extrusionOk="0">
                  <a:moveTo>
                    <a:pt x="256" y="0"/>
                  </a:moveTo>
                  <a:cubicBezTo>
                    <a:pt x="175" y="0"/>
                    <a:pt x="97" y="47"/>
                    <a:pt x="37" y="165"/>
                  </a:cubicBezTo>
                  <a:cubicBezTo>
                    <a:pt x="1" y="221"/>
                    <a:pt x="86" y="303"/>
                    <a:pt x="153" y="303"/>
                  </a:cubicBezTo>
                  <a:cubicBezTo>
                    <a:pt x="177" y="303"/>
                    <a:pt x="200" y="292"/>
                    <a:pt x="213" y="266"/>
                  </a:cubicBezTo>
                  <a:cubicBezTo>
                    <a:pt x="228" y="250"/>
                    <a:pt x="242" y="244"/>
                    <a:pt x="253" y="244"/>
                  </a:cubicBezTo>
                  <a:cubicBezTo>
                    <a:pt x="338" y="244"/>
                    <a:pt x="338" y="592"/>
                    <a:pt x="338" y="592"/>
                  </a:cubicBezTo>
                  <a:cubicBezTo>
                    <a:pt x="338" y="667"/>
                    <a:pt x="338" y="717"/>
                    <a:pt x="363" y="792"/>
                  </a:cubicBezTo>
                  <a:cubicBezTo>
                    <a:pt x="413" y="917"/>
                    <a:pt x="489" y="1018"/>
                    <a:pt x="614" y="1068"/>
                  </a:cubicBezTo>
                  <a:cubicBezTo>
                    <a:pt x="667" y="1089"/>
                    <a:pt x="720" y="1097"/>
                    <a:pt x="773" y="1097"/>
                  </a:cubicBezTo>
                  <a:cubicBezTo>
                    <a:pt x="845" y="1097"/>
                    <a:pt x="917" y="1082"/>
                    <a:pt x="990" y="1068"/>
                  </a:cubicBezTo>
                  <a:cubicBezTo>
                    <a:pt x="1115" y="1043"/>
                    <a:pt x="1291" y="1043"/>
                    <a:pt x="1391" y="917"/>
                  </a:cubicBezTo>
                  <a:cubicBezTo>
                    <a:pt x="1416" y="892"/>
                    <a:pt x="1391" y="842"/>
                    <a:pt x="1366" y="792"/>
                  </a:cubicBezTo>
                  <a:cubicBezTo>
                    <a:pt x="1306" y="718"/>
                    <a:pt x="1230" y="696"/>
                    <a:pt x="1146" y="696"/>
                  </a:cubicBezTo>
                  <a:cubicBezTo>
                    <a:pt x="1088" y="696"/>
                    <a:pt x="1026" y="707"/>
                    <a:pt x="965" y="717"/>
                  </a:cubicBezTo>
                  <a:cubicBezTo>
                    <a:pt x="898" y="730"/>
                    <a:pt x="824" y="758"/>
                    <a:pt x="762" y="758"/>
                  </a:cubicBezTo>
                  <a:cubicBezTo>
                    <a:pt x="707" y="758"/>
                    <a:pt x="662" y="737"/>
                    <a:pt x="639" y="667"/>
                  </a:cubicBezTo>
                  <a:cubicBezTo>
                    <a:pt x="614" y="566"/>
                    <a:pt x="639" y="441"/>
                    <a:pt x="614" y="366"/>
                  </a:cubicBezTo>
                  <a:cubicBezTo>
                    <a:pt x="581" y="183"/>
                    <a:pt x="415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1" name="Google Shape;8491;p295"/>
            <p:cNvSpPr/>
            <p:nvPr/>
          </p:nvSpPr>
          <p:spPr>
            <a:xfrm>
              <a:off x="6523800" y="1310425"/>
              <a:ext cx="53075" cy="12150"/>
            </a:xfrm>
            <a:custGeom>
              <a:avLst/>
              <a:gdLst/>
              <a:ahLst/>
              <a:cxnLst/>
              <a:rect l="l" t="t" r="r" b="b"/>
              <a:pathLst>
                <a:path w="2123" h="486" extrusionOk="0">
                  <a:moveTo>
                    <a:pt x="1513" y="0"/>
                  </a:moveTo>
                  <a:cubicBezTo>
                    <a:pt x="1075" y="0"/>
                    <a:pt x="597" y="107"/>
                    <a:pt x="193" y="184"/>
                  </a:cubicBezTo>
                  <a:cubicBezTo>
                    <a:pt x="1" y="208"/>
                    <a:pt x="85" y="486"/>
                    <a:pt x="248" y="486"/>
                  </a:cubicBezTo>
                  <a:cubicBezTo>
                    <a:pt x="254" y="486"/>
                    <a:pt x="261" y="485"/>
                    <a:pt x="268" y="484"/>
                  </a:cubicBezTo>
                  <a:cubicBezTo>
                    <a:pt x="544" y="434"/>
                    <a:pt x="820" y="409"/>
                    <a:pt x="1095" y="384"/>
                  </a:cubicBezTo>
                  <a:cubicBezTo>
                    <a:pt x="1164" y="378"/>
                    <a:pt x="1235" y="376"/>
                    <a:pt x="1306" y="376"/>
                  </a:cubicBezTo>
                  <a:cubicBezTo>
                    <a:pt x="1378" y="376"/>
                    <a:pt x="1451" y="378"/>
                    <a:pt x="1525" y="378"/>
                  </a:cubicBezTo>
                  <a:cubicBezTo>
                    <a:pt x="1672" y="378"/>
                    <a:pt x="1822" y="372"/>
                    <a:pt x="1973" y="334"/>
                  </a:cubicBezTo>
                  <a:cubicBezTo>
                    <a:pt x="2123" y="284"/>
                    <a:pt x="2023" y="58"/>
                    <a:pt x="1897" y="33"/>
                  </a:cubicBezTo>
                  <a:cubicBezTo>
                    <a:pt x="1775" y="10"/>
                    <a:pt x="1646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2" name="Google Shape;8492;p295"/>
            <p:cNvSpPr/>
            <p:nvPr/>
          </p:nvSpPr>
          <p:spPr>
            <a:xfrm>
              <a:off x="6581250" y="1283075"/>
              <a:ext cx="36800" cy="48550"/>
            </a:xfrm>
            <a:custGeom>
              <a:avLst/>
              <a:gdLst/>
              <a:ahLst/>
              <a:cxnLst/>
              <a:rect l="l" t="t" r="r" b="b"/>
              <a:pathLst>
                <a:path w="1472" h="1942" extrusionOk="0">
                  <a:moveTo>
                    <a:pt x="128" y="0"/>
                  </a:moveTo>
                  <a:cubicBezTo>
                    <a:pt x="94" y="0"/>
                    <a:pt x="61" y="22"/>
                    <a:pt x="50" y="75"/>
                  </a:cubicBezTo>
                  <a:cubicBezTo>
                    <a:pt x="0" y="375"/>
                    <a:pt x="151" y="726"/>
                    <a:pt x="451" y="877"/>
                  </a:cubicBezTo>
                  <a:cubicBezTo>
                    <a:pt x="534" y="918"/>
                    <a:pt x="647" y="937"/>
                    <a:pt x="766" y="937"/>
                  </a:cubicBezTo>
                  <a:cubicBezTo>
                    <a:pt x="863" y="937"/>
                    <a:pt x="963" y="924"/>
                    <a:pt x="1053" y="902"/>
                  </a:cubicBezTo>
                  <a:lnTo>
                    <a:pt x="1053" y="902"/>
                  </a:lnTo>
                  <a:cubicBezTo>
                    <a:pt x="1028" y="952"/>
                    <a:pt x="1003" y="1002"/>
                    <a:pt x="1003" y="1052"/>
                  </a:cubicBezTo>
                  <a:cubicBezTo>
                    <a:pt x="928" y="1303"/>
                    <a:pt x="827" y="1553"/>
                    <a:pt x="827" y="1804"/>
                  </a:cubicBezTo>
                  <a:cubicBezTo>
                    <a:pt x="827" y="1859"/>
                    <a:pt x="895" y="1942"/>
                    <a:pt x="961" y="1942"/>
                  </a:cubicBezTo>
                  <a:cubicBezTo>
                    <a:pt x="984" y="1942"/>
                    <a:pt x="1008" y="1931"/>
                    <a:pt x="1028" y="1904"/>
                  </a:cubicBezTo>
                  <a:cubicBezTo>
                    <a:pt x="1153" y="1679"/>
                    <a:pt x="1178" y="1428"/>
                    <a:pt x="1253" y="1177"/>
                  </a:cubicBezTo>
                  <a:cubicBezTo>
                    <a:pt x="1304" y="902"/>
                    <a:pt x="1379" y="626"/>
                    <a:pt x="1454" y="350"/>
                  </a:cubicBezTo>
                  <a:cubicBezTo>
                    <a:pt x="1472" y="262"/>
                    <a:pt x="1377" y="173"/>
                    <a:pt x="1302" y="173"/>
                  </a:cubicBezTo>
                  <a:cubicBezTo>
                    <a:pt x="1271" y="173"/>
                    <a:pt x="1243" y="188"/>
                    <a:pt x="1228" y="225"/>
                  </a:cubicBezTo>
                  <a:cubicBezTo>
                    <a:pt x="1203" y="325"/>
                    <a:pt x="1203" y="400"/>
                    <a:pt x="1178" y="476"/>
                  </a:cubicBezTo>
                  <a:lnTo>
                    <a:pt x="1153" y="476"/>
                  </a:lnTo>
                  <a:cubicBezTo>
                    <a:pt x="991" y="499"/>
                    <a:pt x="872" y="629"/>
                    <a:pt x="697" y="629"/>
                  </a:cubicBezTo>
                  <a:cubicBezTo>
                    <a:pt x="682" y="629"/>
                    <a:pt x="667" y="628"/>
                    <a:pt x="652" y="626"/>
                  </a:cubicBezTo>
                  <a:cubicBezTo>
                    <a:pt x="376" y="576"/>
                    <a:pt x="226" y="350"/>
                    <a:pt x="226" y="100"/>
                  </a:cubicBezTo>
                  <a:cubicBezTo>
                    <a:pt x="226" y="42"/>
                    <a:pt x="175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3" name="Google Shape;8493;p295"/>
            <p:cNvSpPr/>
            <p:nvPr/>
          </p:nvSpPr>
          <p:spPr>
            <a:xfrm>
              <a:off x="6626975" y="1299300"/>
              <a:ext cx="36375" cy="29225"/>
            </a:xfrm>
            <a:custGeom>
              <a:avLst/>
              <a:gdLst/>
              <a:ahLst/>
              <a:cxnLst/>
              <a:rect l="l" t="t" r="r" b="b"/>
              <a:pathLst>
                <a:path w="1455" h="1169" extrusionOk="0">
                  <a:moveTo>
                    <a:pt x="1032" y="0"/>
                  </a:moveTo>
                  <a:cubicBezTo>
                    <a:pt x="633" y="0"/>
                    <a:pt x="264" y="199"/>
                    <a:pt x="51" y="553"/>
                  </a:cubicBezTo>
                  <a:cubicBezTo>
                    <a:pt x="1" y="604"/>
                    <a:pt x="26" y="679"/>
                    <a:pt x="51" y="729"/>
                  </a:cubicBezTo>
                  <a:cubicBezTo>
                    <a:pt x="139" y="852"/>
                    <a:pt x="276" y="913"/>
                    <a:pt x="419" y="913"/>
                  </a:cubicBezTo>
                  <a:cubicBezTo>
                    <a:pt x="480" y="913"/>
                    <a:pt x="542" y="902"/>
                    <a:pt x="602" y="879"/>
                  </a:cubicBezTo>
                  <a:cubicBezTo>
                    <a:pt x="803" y="829"/>
                    <a:pt x="928" y="704"/>
                    <a:pt x="1079" y="579"/>
                  </a:cubicBezTo>
                  <a:cubicBezTo>
                    <a:pt x="1079" y="754"/>
                    <a:pt x="1079" y="954"/>
                    <a:pt x="1154" y="1080"/>
                  </a:cubicBezTo>
                  <a:cubicBezTo>
                    <a:pt x="1182" y="1136"/>
                    <a:pt x="1234" y="1169"/>
                    <a:pt x="1283" y="1169"/>
                  </a:cubicBezTo>
                  <a:cubicBezTo>
                    <a:pt x="1321" y="1169"/>
                    <a:pt x="1357" y="1149"/>
                    <a:pt x="1379" y="1105"/>
                  </a:cubicBezTo>
                  <a:cubicBezTo>
                    <a:pt x="1455" y="879"/>
                    <a:pt x="1379" y="579"/>
                    <a:pt x="1379" y="353"/>
                  </a:cubicBezTo>
                  <a:cubicBezTo>
                    <a:pt x="1357" y="263"/>
                    <a:pt x="1294" y="174"/>
                    <a:pt x="1192" y="174"/>
                  </a:cubicBezTo>
                  <a:cubicBezTo>
                    <a:pt x="1180" y="174"/>
                    <a:pt x="1167" y="175"/>
                    <a:pt x="1154" y="178"/>
                  </a:cubicBezTo>
                  <a:cubicBezTo>
                    <a:pt x="1003" y="228"/>
                    <a:pt x="878" y="353"/>
                    <a:pt x="728" y="453"/>
                  </a:cubicBezTo>
                  <a:cubicBezTo>
                    <a:pt x="659" y="522"/>
                    <a:pt x="507" y="632"/>
                    <a:pt x="386" y="632"/>
                  </a:cubicBezTo>
                  <a:cubicBezTo>
                    <a:pt x="374" y="632"/>
                    <a:pt x="363" y="631"/>
                    <a:pt x="352" y="629"/>
                  </a:cubicBezTo>
                  <a:cubicBezTo>
                    <a:pt x="527" y="353"/>
                    <a:pt x="803" y="203"/>
                    <a:pt x="1129" y="178"/>
                  </a:cubicBezTo>
                  <a:cubicBezTo>
                    <a:pt x="1229" y="152"/>
                    <a:pt x="1179" y="2"/>
                    <a:pt x="1104" y="2"/>
                  </a:cubicBezTo>
                  <a:cubicBezTo>
                    <a:pt x="1080" y="1"/>
                    <a:pt x="1056" y="0"/>
                    <a:pt x="1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4" name="Google Shape;8494;p295"/>
            <p:cNvSpPr/>
            <p:nvPr/>
          </p:nvSpPr>
          <p:spPr>
            <a:xfrm>
              <a:off x="6673350" y="1296825"/>
              <a:ext cx="38875" cy="34700"/>
            </a:xfrm>
            <a:custGeom>
              <a:avLst/>
              <a:gdLst/>
              <a:ahLst/>
              <a:cxnLst/>
              <a:rect l="l" t="t" r="r" b="b"/>
              <a:pathLst>
                <a:path w="1555" h="1388" extrusionOk="0">
                  <a:moveTo>
                    <a:pt x="1028" y="1"/>
                  </a:moveTo>
                  <a:cubicBezTo>
                    <a:pt x="552" y="1"/>
                    <a:pt x="1" y="402"/>
                    <a:pt x="101" y="953"/>
                  </a:cubicBezTo>
                  <a:cubicBezTo>
                    <a:pt x="151" y="1229"/>
                    <a:pt x="351" y="1354"/>
                    <a:pt x="602" y="1379"/>
                  </a:cubicBezTo>
                  <a:cubicBezTo>
                    <a:pt x="655" y="1384"/>
                    <a:pt x="715" y="1387"/>
                    <a:pt x="776" y="1387"/>
                  </a:cubicBezTo>
                  <a:cubicBezTo>
                    <a:pt x="1033" y="1387"/>
                    <a:pt x="1338" y="1336"/>
                    <a:pt x="1479" y="1154"/>
                  </a:cubicBezTo>
                  <a:cubicBezTo>
                    <a:pt x="1554" y="1079"/>
                    <a:pt x="1479" y="953"/>
                    <a:pt x="1404" y="953"/>
                  </a:cubicBezTo>
                  <a:cubicBezTo>
                    <a:pt x="1396" y="952"/>
                    <a:pt x="1387" y="952"/>
                    <a:pt x="1376" y="952"/>
                  </a:cubicBezTo>
                  <a:cubicBezTo>
                    <a:pt x="1232" y="952"/>
                    <a:pt x="901" y="1049"/>
                    <a:pt x="665" y="1049"/>
                  </a:cubicBezTo>
                  <a:cubicBezTo>
                    <a:pt x="514" y="1049"/>
                    <a:pt x="402" y="1009"/>
                    <a:pt x="402" y="878"/>
                  </a:cubicBezTo>
                  <a:cubicBezTo>
                    <a:pt x="402" y="552"/>
                    <a:pt x="777" y="277"/>
                    <a:pt x="1078" y="226"/>
                  </a:cubicBezTo>
                  <a:cubicBezTo>
                    <a:pt x="1204" y="201"/>
                    <a:pt x="1153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5" name="Google Shape;8495;p295"/>
            <p:cNvSpPr/>
            <p:nvPr/>
          </p:nvSpPr>
          <p:spPr>
            <a:xfrm>
              <a:off x="6295525" y="1342575"/>
              <a:ext cx="356550" cy="21250"/>
            </a:xfrm>
            <a:custGeom>
              <a:avLst/>
              <a:gdLst/>
              <a:ahLst/>
              <a:cxnLst/>
              <a:rect l="l" t="t" r="r" b="b"/>
              <a:pathLst>
                <a:path w="14262" h="850" extrusionOk="0">
                  <a:moveTo>
                    <a:pt x="126" y="0"/>
                  </a:moveTo>
                  <a:cubicBezTo>
                    <a:pt x="1" y="0"/>
                    <a:pt x="26" y="201"/>
                    <a:pt x="126" y="201"/>
                  </a:cubicBezTo>
                  <a:cubicBezTo>
                    <a:pt x="2507" y="477"/>
                    <a:pt x="4913" y="602"/>
                    <a:pt x="7319" y="702"/>
                  </a:cubicBezTo>
                  <a:cubicBezTo>
                    <a:pt x="8744" y="750"/>
                    <a:pt x="10221" y="849"/>
                    <a:pt x="11676" y="849"/>
                  </a:cubicBezTo>
                  <a:cubicBezTo>
                    <a:pt x="12499" y="849"/>
                    <a:pt x="13315" y="818"/>
                    <a:pt x="14111" y="727"/>
                  </a:cubicBezTo>
                  <a:cubicBezTo>
                    <a:pt x="14261" y="702"/>
                    <a:pt x="14236" y="502"/>
                    <a:pt x="14111" y="477"/>
                  </a:cubicBezTo>
                  <a:cubicBezTo>
                    <a:pt x="13055" y="385"/>
                    <a:pt x="11983" y="367"/>
                    <a:pt x="10909" y="367"/>
                  </a:cubicBezTo>
                  <a:cubicBezTo>
                    <a:pt x="10204" y="367"/>
                    <a:pt x="9497" y="374"/>
                    <a:pt x="8794" y="374"/>
                  </a:cubicBezTo>
                  <a:cubicBezTo>
                    <a:pt x="8233" y="374"/>
                    <a:pt x="7673" y="369"/>
                    <a:pt x="7119" y="351"/>
                  </a:cubicBezTo>
                  <a:cubicBezTo>
                    <a:pt x="4788" y="251"/>
                    <a:pt x="2457" y="101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6" name="Google Shape;8496;p295"/>
            <p:cNvSpPr/>
            <p:nvPr/>
          </p:nvSpPr>
          <p:spPr>
            <a:xfrm>
              <a:off x="6402675" y="1373100"/>
              <a:ext cx="75050" cy="40425"/>
            </a:xfrm>
            <a:custGeom>
              <a:avLst/>
              <a:gdLst/>
              <a:ahLst/>
              <a:cxnLst/>
              <a:rect l="l" t="t" r="r" b="b"/>
              <a:pathLst>
                <a:path w="3002" h="1617" extrusionOk="0">
                  <a:moveTo>
                    <a:pt x="1148" y="1"/>
                  </a:moveTo>
                  <a:cubicBezTo>
                    <a:pt x="943" y="1"/>
                    <a:pt x="707" y="104"/>
                    <a:pt x="552" y="208"/>
                  </a:cubicBezTo>
                  <a:cubicBezTo>
                    <a:pt x="444" y="273"/>
                    <a:pt x="522" y="449"/>
                    <a:pt x="625" y="449"/>
                  </a:cubicBezTo>
                  <a:cubicBezTo>
                    <a:pt x="642" y="449"/>
                    <a:pt x="660" y="444"/>
                    <a:pt x="677" y="434"/>
                  </a:cubicBezTo>
                  <a:cubicBezTo>
                    <a:pt x="746" y="385"/>
                    <a:pt x="811" y="359"/>
                    <a:pt x="871" y="359"/>
                  </a:cubicBezTo>
                  <a:cubicBezTo>
                    <a:pt x="966" y="359"/>
                    <a:pt x="1052" y="422"/>
                    <a:pt x="1128" y="559"/>
                  </a:cubicBezTo>
                  <a:cubicBezTo>
                    <a:pt x="1028" y="634"/>
                    <a:pt x="903" y="709"/>
                    <a:pt x="777" y="784"/>
                  </a:cubicBezTo>
                  <a:cubicBezTo>
                    <a:pt x="577" y="885"/>
                    <a:pt x="376" y="960"/>
                    <a:pt x="176" y="1010"/>
                  </a:cubicBezTo>
                  <a:cubicBezTo>
                    <a:pt x="0" y="1060"/>
                    <a:pt x="126" y="1286"/>
                    <a:pt x="226" y="1311"/>
                  </a:cubicBezTo>
                  <a:cubicBezTo>
                    <a:pt x="752" y="1436"/>
                    <a:pt x="1304" y="1536"/>
                    <a:pt x="1830" y="1586"/>
                  </a:cubicBezTo>
                  <a:cubicBezTo>
                    <a:pt x="1989" y="1597"/>
                    <a:pt x="2144" y="1617"/>
                    <a:pt x="2293" y="1617"/>
                  </a:cubicBezTo>
                  <a:cubicBezTo>
                    <a:pt x="2494" y="1617"/>
                    <a:pt x="2684" y="1580"/>
                    <a:pt x="2858" y="1436"/>
                  </a:cubicBezTo>
                  <a:cubicBezTo>
                    <a:pt x="3002" y="1333"/>
                    <a:pt x="2858" y="1128"/>
                    <a:pt x="2719" y="1128"/>
                  </a:cubicBezTo>
                  <a:cubicBezTo>
                    <a:pt x="2689" y="1128"/>
                    <a:pt x="2659" y="1138"/>
                    <a:pt x="2632" y="1160"/>
                  </a:cubicBezTo>
                  <a:cubicBezTo>
                    <a:pt x="2483" y="1267"/>
                    <a:pt x="2292" y="1301"/>
                    <a:pt x="2092" y="1301"/>
                  </a:cubicBezTo>
                  <a:cubicBezTo>
                    <a:pt x="1822" y="1301"/>
                    <a:pt x="1534" y="1239"/>
                    <a:pt x="1304" y="1211"/>
                  </a:cubicBezTo>
                  <a:cubicBezTo>
                    <a:pt x="1153" y="1185"/>
                    <a:pt x="1003" y="1160"/>
                    <a:pt x="853" y="1135"/>
                  </a:cubicBezTo>
                  <a:cubicBezTo>
                    <a:pt x="1228" y="985"/>
                    <a:pt x="1655" y="709"/>
                    <a:pt x="1554" y="358"/>
                  </a:cubicBezTo>
                  <a:cubicBezTo>
                    <a:pt x="1506" y="92"/>
                    <a:pt x="1340" y="1"/>
                    <a:pt x="1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7" name="Google Shape;8497;p295"/>
            <p:cNvSpPr/>
            <p:nvPr/>
          </p:nvSpPr>
          <p:spPr>
            <a:xfrm>
              <a:off x="6485375" y="1381475"/>
              <a:ext cx="44375" cy="32650"/>
            </a:xfrm>
            <a:custGeom>
              <a:avLst/>
              <a:gdLst/>
              <a:ahLst/>
              <a:cxnLst/>
              <a:rect l="l" t="t" r="r" b="b"/>
              <a:pathLst>
                <a:path w="1775" h="1306" extrusionOk="0">
                  <a:moveTo>
                    <a:pt x="978" y="0"/>
                  </a:moveTo>
                  <a:cubicBezTo>
                    <a:pt x="822" y="0"/>
                    <a:pt x="663" y="65"/>
                    <a:pt x="527" y="174"/>
                  </a:cubicBezTo>
                  <a:cubicBezTo>
                    <a:pt x="301" y="349"/>
                    <a:pt x="1" y="650"/>
                    <a:pt x="201" y="926"/>
                  </a:cubicBezTo>
                  <a:cubicBezTo>
                    <a:pt x="288" y="1070"/>
                    <a:pt x="440" y="1123"/>
                    <a:pt x="602" y="1123"/>
                  </a:cubicBezTo>
                  <a:cubicBezTo>
                    <a:pt x="722" y="1123"/>
                    <a:pt x="846" y="1094"/>
                    <a:pt x="953" y="1051"/>
                  </a:cubicBezTo>
                  <a:cubicBezTo>
                    <a:pt x="1078" y="1001"/>
                    <a:pt x="1204" y="951"/>
                    <a:pt x="1304" y="850"/>
                  </a:cubicBezTo>
                  <a:cubicBezTo>
                    <a:pt x="1304" y="1051"/>
                    <a:pt x="1379" y="1201"/>
                    <a:pt x="1580" y="1302"/>
                  </a:cubicBezTo>
                  <a:cubicBezTo>
                    <a:pt x="1590" y="1304"/>
                    <a:pt x="1601" y="1305"/>
                    <a:pt x="1611" y="1305"/>
                  </a:cubicBezTo>
                  <a:cubicBezTo>
                    <a:pt x="1699" y="1305"/>
                    <a:pt x="1775" y="1216"/>
                    <a:pt x="1730" y="1126"/>
                  </a:cubicBezTo>
                  <a:cubicBezTo>
                    <a:pt x="1605" y="876"/>
                    <a:pt x="1580" y="675"/>
                    <a:pt x="1655" y="374"/>
                  </a:cubicBezTo>
                  <a:cubicBezTo>
                    <a:pt x="1672" y="272"/>
                    <a:pt x="1573" y="170"/>
                    <a:pt x="1493" y="170"/>
                  </a:cubicBezTo>
                  <a:cubicBezTo>
                    <a:pt x="1454" y="170"/>
                    <a:pt x="1420" y="193"/>
                    <a:pt x="1404" y="249"/>
                  </a:cubicBezTo>
                  <a:cubicBezTo>
                    <a:pt x="1304" y="575"/>
                    <a:pt x="953" y="825"/>
                    <a:pt x="602" y="825"/>
                  </a:cubicBezTo>
                  <a:cubicBezTo>
                    <a:pt x="502" y="825"/>
                    <a:pt x="402" y="825"/>
                    <a:pt x="477" y="675"/>
                  </a:cubicBezTo>
                  <a:cubicBezTo>
                    <a:pt x="502" y="600"/>
                    <a:pt x="602" y="525"/>
                    <a:pt x="652" y="475"/>
                  </a:cubicBezTo>
                  <a:cubicBezTo>
                    <a:pt x="759" y="350"/>
                    <a:pt x="905" y="237"/>
                    <a:pt x="1070" y="237"/>
                  </a:cubicBezTo>
                  <a:cubicBezTo>
                    <a:pt x="1137" y="237"/>
                    <a:pt x="1207" y="256"/>
                    <a:pt x="1279" y="299"/>
                  </a:cubicBezTo>
                  <a:cubicBezTo>
                    <a:pt x="1296" y="312"/>
                    <a:pt x="1312" y="318"/>
                    <a:pt x="1326" y="318"/>
                  </a:cubicBezTo>
                  <a:cubicBezTo>
                    <a:pt x="1393" y="318"/>
                    <a:pt x="1416" y="190"/>
                    <a:pt x="1354" y="149"/>
                  </a:cubicBezTo>
                  <a:cubicBezTo>
                    <a:pt x="1240" y="46"/>
                    <a:pt x="1110" y="0"/>
                    <a:pt x="9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98" name="Google Shape;8498;p295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Immutable</a:t>
            </a:r>
            <a:endParaRPr/>
          </a:p>
        </p:txBody>
      </p:sp>
      <p:grpSp>
        <p:nvGrpSpPr>
          <p:cNvPr id="8499" name="Google Shape;8499;p295"/>
          <p:cNvGrpSpPr/>
          <p:nvPr/>
        </p:nvGrpSpPr>
        <p:grpSpPr>
          <a:xfrm rot="1514788">
            <a:off x="5041770" y="1187651"/>
            <a:ext cx="1376274" cy="908487"/>
            <a:chOff x="5248525" y="821375"/>
            <a:chExt cx="1082824" cy="694544"/>
          </a:xfrm>
        </p:grpSpPr>
        <p:sp>
          <p:nvSpPr>
            <p:cNvPr id="8500" name="Google Shape;8500;p295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1" name="Google Shape;8501;p295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2" name="Google Shape;8502;p295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3" name="Google Shape;8503;p295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4" name="Google Shape;8504;p295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5" name="Google Shape;8505;p295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6" name="Google Shape;8506;p295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Means objects CANNOT be modified or altered after they are created. This means you cannot change, add or remove elements.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Ex: Tuple</a:t>
            </a:r>
            <a:endParaRPr/>
          </a:p>
        </p:txBody>
      </p:sp>
      <p:grpSp>
        <p:nvGrpSpPr>
          <p:cNvPr id="8507" name="Google Shape;8507;p295"/>
          <p:cNvGrpSpPr/>
          <p:nvPr/>
        </p:nvGrpSpPr>
        <p:grpSpPr>
          <a:xfrm flipH="1">
            <a:off x="719922" y="934457"/>
            <a:ext cx="3253287" cy="176025"/>
            <a:chOff x="4345425" y="2175475"/>
            <a:chExt cx="800750" cy="176025"/>
          </a:xfrm>
        </p:grpSpPr>
        <p:sp>
          <p:nvSpPr>
            <p:cNvPr id="8508" name="Google Shape;8508;p29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9" name="Google Shape;8509;p29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0" name="Google Shape;8510;p295"/>
          <p:cNvGrpSpPr/>
          <p:nvPr/>
        </p:nvGrpSpPr>
        <p:grpSpPr>
          <a:xfrm flipH="1">
            <a:off x="719986" y="1396579"/>
            <a:ext cx="2997127" cy="176025"/>
            <a:chOff x="4345425" y="2175475"/>
            <a:chExt cx="800750" cy="176025"/>
          </a:xfrm>
        </p:grpSpPr>
        <p:sp>
          <p:nvSpPr>
            <p:cNvPr id="8511" name="Google Shape;8511;p29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2" name="Google Shape;8512;p29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17" name="Google Shape;8517;p296"/>
          <p:cNvGrpSpPr/>
          <p:nvPr/>
        </p:nvGrpSpPr>
        <p:grpSpPr>
          <a:xfrm rot="774136">
            <a:off x="1633044" y="2577318"/>
            <a:ext cx="1303213" cy="585343"/>
            <a:chOff x="4345425" y="2175475"/>
            <a:chExt cx="800750" cy="176025"/>
          </a:xfrm>
        </p:grpSpPr>
        <p:sp>
          <p:nvSpPr>
            <p:cNvPr id="8518" name="Google Shape;8518;p29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9" name="Google Shape;8519;p29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20" name="Google Shape;8520;p296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Ordered List</a:t>
            </a:r>
            <a:endParaRPr/>
          </a:p>
        </p:txBody>
      </p:sp>
      <p:sp>
        <p:nvSpPr>
          <p:cNvPr id="8521" name="Google Shape;8521;p296"/>
          <p:cNvSpPr txBox="1">
            <a:spLocks noGrp="1"/>
          </p:cNvSpPr>
          <p:nvPr>
            <p:ph type="body" idx="1"/>
          </p:nvPr>
        </p:nvSpPr>
        <p:spPr>
          <a:xfrm>
            <a:off x="720000" y="2980202"/>
            <a:ext cx="3129300" cy="17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An Ordered List is a simple way to make a list of things with a specific order.</a:t>
            </a:r>
            <a:endParaRPr sz="2300"/>
          </a:p>
        </p:txBody>
      </p:sp>
      <p:grpSp>
        <p:nvGrpSpPr>
          <p:cNvPr id="8522" name="Google Shape;8522;p296"/>
          <p:cNvGrpSpPr/>
          <p:nvPr/>
        </p:nvGrpSpPr>
        <p:grpSpPr>
          <a:xfrm rot="774136">
            <a:off x="6244644" y="2577318"/>
            <a:ext cx="1303213" cy="585343"/>
            <a:chOff x="4345425" y="2175475"/>
            <a:chExt cx="800750" cy="176025"/>
          </a:xfrm>
        </p:grpSpPr>
        <p:sp>
          <p:nvSpPr>
            <p:cNvPr id="8523" name="Google Shape;8523;p29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4" name="Google Shape;8524;p29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25" name="Google Shape;8525;p29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Ordered List Vs.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Unordered List</a:t>
            </a:r>
            <a:endParaRPr/>
          </a:p>
        </p:txBody>
      </p:sp>
      <p:grpSp>
        <p:nvGrpSpPr>
          <p:cNvPr id="8526" name="Google Shape;8526;p296"/>
          <p:cNvGrpSpPr/>
          <p:nvPr/>
        </p:nvGrpSpPr>
        <p:grpSpPr>
          <a:xfrm>
            <a:off x="6682192" y="859247"/>
            <a:ext cx="1491960" cy="454575"/>
            <a:chOff x="6157325" y="1245050"/>
            <a:chExt cx="554900" cy="169075"/>
          </a:xfrm>
        </p:grpSpPr>
        <p:sp>
          <p:nvSpPr>
            <p:cNvPr id="8527" name="Google Shape;8527;p296"/>
            <p:cNvSpPr/>
            <p:nvPr/>
          </p:nvSpPr>
          <p:spPr>
            <a:xfrm>
              <a:off x="6157325" y="1320350"/>
              <a:ext cx="47050" cy="41875"/>
            </a:xfrm>
            <a:custGeom>
              <a:avLst/>
              <a:gdLst/>
              <a:ahLst/>
              <a:cxnLst/>
              <a:rect l="l" t="t" r="r" b="b"/>
              <a:pathLst>
                <a:path w="1882" h="1675" extrusionOk="0">
                  <a:moveTo>
                    <a:pt x="1759" y="0"/>
                  </a:moveTo>
                  <a:cubicBezTo>
                    <a:pt x="1737" y="0"/>
                    <a:pt x="1714" y="11"/>
                    <a:pt x="1694" y="37"/>
                  </a:cubicBezTo>
                  <a:cubicBezTo>
                    <a:pt x="1494" y="263"/>
                    <a:pt x="1268" y="463"/>
                    <a:pt x="1042" y="689"/>
                  </a:cubicBezTo>
                  <a:cubicBezTo>
                    <a:pt x="842" y="463"/>
                    <a:pt x="641" y="263"/>
                    <a:pt x="416" y="62"/>
                  </a:cubicBezTo>
                  <a:cubicBezTo>
                    <a:pt x="387" y="26"/>
                    <a:pt x="349" y="10"/>
                    <a:pt x="313" y="10"/>
                  </a:cubicBezTo>
                  <a:cubicBezTo>
                    <a:pt x="226" y="10"/>
                    <a:pt x="152" y="99"/>
                    <a:pt x="240" y="188"/>
                  </a:cubicBezTo>
                  <a:cubicBezTo>
                    <a:pt x="441" y="413"/>
                    <a:pt x="641" y="639"/>
                    <a:pt x="842" y="839"/>
                  </a:cubicBezTo>
                  <a:cubicBezTo>
                    <a:pt x="591" y="1040"/>
                    <a:pt x="316" y="1190"/>
                    <a:pt x="90" y="1416"/>
                  </a:cubicBezTo>
                  <a:cubicBezTo>
                    <a:pt x="1" y="1505"/>
                    <a:pt x="91" y="1674"/>
                    <a:pt x="200" y="1674"/>
                  </a:cubicBezTo>
                  <a:cubicBezTo>
                    <a:pt x="213" y="1674"/>
                    <a:pt x="227" y="1672"/>
                    <a:pt x="240" y="1666"/>
                  </a:cubicBezTo>
                  <a:cubicBezTo>
                    <a:pt x="541" y="1541"/>
                    <a:pt x="817" y="1290"/>
                    <a:pt x="1068" y="1065"/>
                  </a:cubicBezTo>
                  <a:cubicBezTo>
                    <a:pt x="1193" y="1215"/>
                    <a:pt x="1343" y="1366"/>
                    <a:pt x="1494" y="1466"/>
                  </a:cubicBezTo>
                  <a:cubicBezTo>
                    <a:pt x="1525" y="1481"/>
                    <a:pt x="1556" y="1488"/>
                    <a:pt x="1584" y="1488"/>
                  </a:cubicBezTo>
                  <a:cubicBezTo>
                    <a:pt x="1694" y="1488"/>
                    <a:pt x="1769" y="1385"/>
                    <a:pt x="1669" y="1265"/>
                  </a:cubicBezTo>
                  <a:cubicBezTo>
                    <a:pt x="1569" y="1115"/>
                    <a:pt x="1418" y="990"/>
                    <a:pt x="1268" y="864"/>
                  </a:cubicBezTo>
                  <a:cubicBezTo>
                    <a:pt x="1469" y="639"/>
                    <a:pt x="1669" y="413"/>
                    <a:pt x="1844" y="163"/>
                  </a:cubicBezTo>
                  <a:cubicBezTo>
                    <a:pt x="1882" y="88"/>
                    <a:pt x="1823" y="0"/>
                    <a:pt x="1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8" name="Google Shape;8528;p296"/>
            <p:cNvSpPr/>
            <p:nvPr/>
          </p:nvSpPr>
          <p:spPr>
            <a:xfrm>
              <a:off x="6224725" y="1327375"/>
              <a:ext cx="46400" cy="9125"/>
            </a:xfrm>
            <a:custGeom>
              <a:avLst/>
              <a:gdLst/>
              <a:ahLst/>
              <a:cxnLst/>
              <a:rect l="l" t="t" r="r" b="b"/>
              <a:pathLst>
                <a:path w="1856" h="365" extrusionOk="0">
                  <a:moveTo>
                    <a:pt x="1282" y="1"/>
                  </a:moveTo>
                  <a:cubicBezTo>
                    <a:pt x="1160" y="1"/>
                    <a:pt x="1041" y="7"/>
                    <a:pt x="928" y="7"/>
                  </a:cubicBezTo>
                  <a:lnTo>
                    <a:pt x="151" y="7"/>
                  </a:lnTo>
                  <a:cubicBezTo>
                    <a:pt x="1" y="7"/>
                    <a:pt x="26" y="258"/>
                    <a:pt x="151" y="258"/>
                  </a:cubicBezTo>
                  <a:cubicBezTo>
                    <a:pt x="427" y="283"/>
                    <a:pt x="677" y="308"/>
                    <a:pt x="953" y="308"/>
                  </a:cubicBezTo>
                  <a:cubicBezTo>
                    <a:pt x="1135" y="328"/>
                    <a:pt x="1334" y="365"/>
                    <a:pt x="1536" y="365"/>
                  </a:cubicBezTo>
                  <a:cubicBezTo>
                    <a:pt x="1584" y="365"/>
                    <a:pt x="1632" y="363"/>
                    <a:pt x="1680" y="358"/>
                  </a:cubicBezTo>
                  <a:cubicBezTo>
                    <a:pt x="1855" y="308"/>
                    <a:pt x="1780" y="82"/>
                    <a:pt x="1655" y="32"/>
                  </a:cubicBezTo>
                  <a:cubicBezTo>
                    <a:pt x="1529" y="7"/>
                    <a:pt x="1404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9" name="Google Shape;8529;p296"/>
            <p:cNvSpPr/>
            <p:nvPr/>
          </p:nvSpPr>
          <p:spPr>
            <a:xfrm>
              <a:off x="6217875" y="1343050"/>
              <a:ext cx="49475" cy="9600"/>
            </a:xfrm>
            <a:custGeom>
              <a:avLst/>
              <a:gdLst/>
              <a:ahLst/>
              <a:cxnLst/>
              <a:rect l="l" t="t" r="r" b="b"/>
              <a:pathLst>
                <a:path w="1979" h="384" extrusionOk="0">
                  <a:moveTo>
                    <a:pt x="134" y="0"/>
                  </a:moveTo>
                  <a:cubicBezTo>
                    <a:pt x="0" y="0"/>
                    <a:pt x="13" y="236"/>
                    <a:pt x="174" y="282"/>
                  </a:cubicBezTo>
                  <a:cubicBezTo>
                    <a:pt x="475" y="357"/>
                    <a:pt x="801" y="382"/>
                    <a:pt x="1102" y="382"/>
                  </a:cubicBezTo>
                  <a:cubicBezTo>
                    <a:pt x="1157" y="382"/>
                    <a:pt x="1215" y="383"/>
                    <a:pt x="1274" y="383"/>
                  </a:cubicBezTo>
                  <a:cubicBezTo>
                    <a:pt x="1512" y="383"/>
                    <a:pt x="1768" y="367"/>
                    <a:pt x="1929" y="207"/>
                  </a:cubicBezTo>
                  <a:cubicBezTo>
                    <a:pt x="1979" y="157"/>
                    <a:pt x="1954" y="32"/>
                    <a:pt x="1854" y="32"/>
                  </a:cubicBezTo>
                  <a:cubicBezTo>
                    <a:pt x="1787" y="12"/>
                    <a:pt x="1721" y="4"/>
                    <a:pt x="1655" y="4"/>
                  </a:cubicBezTo>
                  <a:cubicBezTo>
                    <a:pt x="1471" y="4"/>
                    <a:pt x="1286" y="63"/>
                    <a:pt x="1102" y="82"/>
                  </a:cubicBezTo>
                  <a:cubicBezTo>
                    <a:pt x="801" y="82"/>
                    <a:pt x="500" y="57"/>
                    <a:pt x="174" y="7"/>
                  </a:cubicBezTo>
                  <a:cubicBezTo>
                    <a:pt x="160" y="2"/>
                    <a:pt x="147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0" name="Google Shape;8530;p296"/>
            <p:cNvSpPr/>
            <p:nvPr/>
          </p:nvSpPr>
          <p:spPr>
            <a:xfrm>
              <a:off x="6284250" y="1264050"/>
              <a:ext cx="44700" cy="50275"/>
            </a:xfrm>
            <a:custGeom>
              <a:avLst/>
              <a:gdLst/>
              <a:ahLst/>
              <a:cxnLst/>
              <a:rect l="l" t="t" r="r" b="b"/>
              <a:pathLst>
                <a:path w="1788" h="2011" extrusionOk="0">
                  <a:moveTo>
                    <a:pt x="495" y="0"/>
                  </a:moveTo>
                  <a:cubicBezTo>
                    <a:pt x="458" y="0"/>
                    <a:pt x="427" y="25"/>
                    <a:pt x="427" y="84"/>
                  </a:cubicBezTo>
                  <a:cubicBezTo>
                    <a:pt x="402" y="510"/>
                    <a:pt x="402" y="911"/>
                    <a:pt x="376" y="1337"/>
                  </a:cubicBezTo>
                  <a:cubicBezTo>
                    <a:pt x="376" y="1411"/>
                    <a:pt x="445" y="1499"/>
                    <a:pt x="522" y="1499"/>
                  </a:cubicBezTo>
                  <a:cubicBezTo>
                    <a:pt x="548" y="1499"/>
                    <a:pt x="576" y="1488"/>
                    <a:pt x="602" y="1462"/>
                  </a:cubicBezTo>
                  <a:cubicBezTo>
                    <a:pt x="727" y="1387"/>
                    <a:pt x="878" y="1262"/>
                    <a:pt x="1028" y="1212"/>
                  </a:cubicBezTo>
                  <a:cubicBezTo>
                    <a:pt x="1080" y="1186"/>
                    <a:pt x="1128" y="1173"/>
                    <a:pt x="1173" y="1173"/>
                  </a:cubicBezTo>
                  <a:cubicBezTo>
                    <a:pt x="1300" y="1173"/>
                    <a:pt x="1392" y="1276"/>
                    <a:pt x="1429" y="1462"/>
                  </a:cubicBezTo>
                  <a:cubicBezTo>
                    <a:pt x="1354" y="1537"/>
                    <a:pt x="1279" y="1588"/>
                    <a:pt x="1204" y="1613"/>
                  </a:cubicBezTo>
                  <a:cubicBezTo>
                    <a:pt x="878" y="1713"/>
                    <a:pt x="502" y="1713"/>
                    <a:pt x="176" y="1713"/>
                  </a:cubicBezTo>
                  <a:cubicBezTo>
                    <a:pt x="1" y="1713"/>
                    <a:pt x="51" y="1963"/>
                    <a:pt x="176" y="1989"/>
                  </a:cubicBezTo>
                  <a:cubicBezTo>
                    <a:pt x="271" y="2000"/>
                    <a:pt x="413" y="2011"/>
                    <a:pt x="573" y="2011"/>
                  </a:cubicBezTo>
                  <a:cubicBezTo>
                    <a:pt x="1087" y="2011"/>
                    <a:pt x="1787" y="1903"/>
                    <a:pt x="1730" y="1387"/>
                  </a:cubicBezTo>
                  <a:cubicBezTo>
                    <a:pt x="1730" y="1136"/>
                    <a:pt x="1479" y="936"/>
                    <a:pt x="1254" y="911"/>
                  </a:cubicBezTo>
                  <a:cubicBezTo>
                    <a:pt x="1213" y="902"/>
                    <a:pt x="1173" y="898"/>
                    <a:pt x="1134" y="898"/>
                  </a:cubicBezTo>
                  <a:cubicBezTo>
                    <a:pt x="957" y="898"/>
                    <a:pt x="796" y="984"/>
                    <a:pt x="652" y="1086"/>
                  </a:cubicBezTo>
                  <a:cubicBezTo>
                    <a:pt x="652" y="760"/>
                    <a:pt x="627" y="460"/>
                    <a:pt x="627" y="134"/>
                  </a:cubicBezTo>
                  <a:cubicBezTo>
                    <a:pt x="627" y="58"/>
                    <a:pt x="553" y="0"/>
                    <a:pt x="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1" name="Google Shape;8531;p296"/>
            <p:cNvSpPr/>
            <p:nvPr/>
          </p:nvSpPr>
          <p:spPr>
            <a:xfrm>
              <a:off x="6255000" y="1287300"/>
              <a:ext cx="30525" cy="9800"/>
            </a:xfrm>
            <a:custGeom>
              <a:avLst/>
              <a:gdLst/>
              <a:ahLst/>
              <a:cxnLst/>
              <a:rect l="l" t="t" r="r" b="b"/>
              <a:pathLst>
                <a:path w="1221" h="392" extrusionOk="0">
                  <a:moveTo>
                    <a:pt x="633" y="1"/>
                  </a:moveTo>
                  <a:cubicBezTo>
                    <a:pt x="472" y="1"/>
                    <a:pt x="310" y="20"/>
                    <a:pt x="193" y="31"/>
                  </a:cubicBezTo>
                  <a:cubicBezTo>
                    <a:pt x="1" y="55"/>
                    <a:pt x="62" y="333"/>
                    <a:pt x="245" y="333"/>
                  </a:cubicBezTo>
                  <a:cubicBezTo>
                    <a:pt x="252" y="333"/>
                    <a:pt x="260" y="333"/>
                    <a:pt x="268" y="332"/>
                  </a:cubicBezTo>
                  <a:cubicBezTo>
                    <a:pt x="444" y="332"/>
                    <a:pt x="619" y="332"/>
                    <a:pt x="820" y="357"/>
                  </a:cubicBezTo>
                  <a:cubicBezTo>
                    <a:pt x="888" y="371"/>
                    <a:pt x="949" y="392"/>
                    <a:pt x="1011" y="392"/>
                  </a:cubicBezTo>
                  <a:cubicBezTo>
                    <a:pt x="1062" y="392"/>
                    <a:pt x="1114" y="377"/>
                    <a:pt x="1171" y="332"/>
                  </a:cubicBezTo>
                  <a:cubicBezTo>
                    <a:pt x="1221" y="307"/>
                    <a:pt x="1196" y="231"/>
                    <a:pt x="1171" y="181"/>
                  </a:cubicBezTo>
                  <a:cubicBezTo>
                    <a:pt x="1069" y="37"/>
                    <a:pt x="852" y="1"/>
                    <a:pt x="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2" name="Google Shape;8532;p296"/>
            <p:cNvSpPr/>
            <p:nvPr/>
          </p:nvSpPr>
          <p:spPr>
            <a:xfrm>
              <a:off x="6334375" y="1284100"/>
              <a:ext cx="37000" cy="37050"/>
            </a:xfrm>
            <a:custGeom>
              <a:avLst/>
              <a:gdLst/>
              <a:ahLst/>
              <a:cxnLst/>
              <a:rect l="l" t="t" r="r" b="b"/>
              <a:pathLst>
                <a:path w="1480" h="1482" extrusionOk="0">
                  <a:moveTo>
                    <a:pt x="916" y="0"/>
                  </a:moveTo>
                  <a:cubicBezTo>
                    <a:pt x="875" y="0"/>
                    <a:pt x="838" y="25"/>
                    <a:pt x="828" y="84"/>
                  </a:cubicBezTo>
                  <a:cubicBezTo>
                    <a:pt x="803" y="334"/>
                    <a:pt x="752" y="560"/>
                    <a:pt x="677" y="786"/>
                  </a:cubicBezTo>
                  <a:cubicBezTo>
                    <a:pt x="502" y="811"/>
                    <a:pt x="326" y="836"/>
                    <a:pt x="176" y="836"/>
                  </a:cubicBezTo>
                  <a:cubicBezTo>
                    <a:pt x="1" y="861"/>
                    <a:pt x="76" y="1111"/>
                    <a:pt x="201" y="1111"/>
                  </a:cubicBezTo>
                  <a:cubicBezTo>
                    <a:pt x="326" y="1086"/>
                    <a:pt x="452" y="1061"/>
                    <a:pt x="577" y="1061"/>
                  </a:cubicBezTo>
                  <a:cubicBezTo>
                    <a:pt x="527" y="1161"/>
                    <a:pt x="502" y="1262"/>
                    <a:pt x="527" y="1362"/>
                  </a:cubicBezTo>
                  <a:cubicBezTo>
                    <a:pt x="527" y="1435"/>
                    <a:pt x="581" y="1482"/>
                    <a:pt x="639" y="1482"/>
                  </a:cubicBezTo>
                  <a:cubicBezTo>
                    <a:pt x="660" y="1482"/>
                    <a:pt x="682" y="1476"/>
                    <a:pt x="702" y="1462"/>
                  </a:cubicBezTo>
                  <a:cubicBezTo>
                    <a:pt x="828" y="1362"/>
                    <a:pt x="903" y="1187"/>
                    <a:pt x="928" y="1011"/>
                  </a:cubicBezTo>
                  <a:cubicBezTo>
                    <a:pt x="1103" y="1011"/>
                    <a:pt x="1304" y="1011"/>
                    <a:pt x="1429" y="911"/>
                  </a:cubicBezTo>
                  <a:cubicBezTo>
                    <a:pt x="1479" y="861"/>
                    <a:pt x="1479" y="786"/>
                    <a:pt x="1429" y="760"/>
                  </a:cubicBezTo>
                  <a:cubicBezTo>
                    <a:pt x="1341" y="731"/>
                    <a:pt x="1253" y="719"/>
                    <a:pt x="1165" y="719"/>
                  </a:cubicBezTo>
                  <a:cubicBezTo>
                    <a:pt x="1103" y="719"/>
                    <a:pt x="1040" y="725"/>
                    <a:pt x="978" y="735"/>
                  </a:cubicBezTo>
                  <a:cubicBezTo>
                    <a:pt x="1028" y="535"/>
                    <a:pt x="1053" y="334"/>
                    <a:pt x="1053" y="134"/>
                  </a:cubicBezTo>
                  <a:cubicBezTo>
                    <a:pt x="1053" y="58"/>
                    <a:pt x="979" y="0"/>
                    <a:pt x="9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3" name="Google Shape;8533;p296"/>
            <p:cNvSpPr/>
            <p:nvPr/>
          </p:nvSpPr>
          <p:spPr>
            <a:xfrm>
              <a:off x="6379900" y="1245050"/>
              <a:ext cx="273425" cy="77750"/>
            </a:xfrm>
            <a:custGeom>
              <a:avLst/>
              <a:gdLst/>
              <a:ahLst/>
              <a:cxnLst/>
              <a:rect l="l" t="t" r="r" b="b"/>
              <a:pathLst>
                <a:path w="10937" h="3110" extrusionOk="0">
                  <a:moveTo>
                    <a:pt x="2086" y="1"/>
                  </a:moveTo>
                  <a:cubicBezTo>
                    <a:pt x="1680" y="1"/>
                    <a:pt x="1294" y="60"/>
                    <a:pt x="1087" y="292"/>
                  </a:cubicBezTo>
                  <a:cubicBezTo>
                    <a:pt x="886" y="518"/>
                    <a:pt x="886" y="944"/>
                    <a:pt x="861" y="1195"/>
                  </a:cubicBezTo>
                  <a:cubicBezTo>
                    <a:pt x="811" y="1671"/>
                    <a:pt x="761" y="2147"/>
                    <a:pt x="711" y="2623"/>
                  </a:cubicBezTo>
                  <a:cubicBezTo>
                    <a:pt x="535" y="2348"/>
                    <a:pt x="360" y="2047"/>
                    <a:pt x="185" y="1746"/>
                  </a:cubicBezTo>
                  <a:cubicBezTo>
                    <a:pt x="168" y="1721"/>
                    <a:pt x="140" y="1710"/>
                    <a:pt x="112" y="1710"/>
                  </a:cubicBezTo>
                  <a:cubicBezTo>
                    <a:pt x="57" y="1710"/>
                    <a:pt x="1" y="1754"/>
                    <a:pt x="34" y="1821"/>
                  </a:cubicBezTo>
                  <a:cubicBezTo>
                    <a:pt x="235" y="2222"/>
                    <a:pt x="460" y="2623"/>
                    <a:pt x="686" y="3024"/>
                  </a:cubicBezTo>
                  <a:cubicBezTo>
                    <a:pt x="712" y="3077"/>
                    <a:pt x="774" y="3109"/>
                    <a:pt x="826" y="3109"/>
                  </a:cubicBezTo>
                  <a:cubicBezTo>
                    <a:pt x="872" y="3109"/>
                    <a:pt x="911" y="3083"/>
                    <a:pt x="911" y="3024"/>
                  </a:cubicBezTo>
                  <a:cubicBezTo>
                    <a:pt x="1037" y="2072"/>
                    <a:pt x="836" y="718"/>
                    <a:pt x="1889" y="317"/>
                  </a:cubicBezTo>
                  <a:cubicBezTo>
                    <a:pt x="2002" y="272"/>
                    <a:pt x="2155" y="257"/>
                    <a:pt x="2325" y="257"/>
                  </a:cubicBezTo>
                  <a:cubicBezTo>
                    <a:pt x="2723" y="257"/>
                    <a:pt x="3212" y="343"/>
                    <a:pt x="3493" y="343"/>
                  </a:cubicBezTo>
                  <a:cubicBezTo>
                    <a:pt x="3969" y="343"/>
                    <a:pt x="4445" y="343"/>
                    <a:pt x="4921" y="368"/>
                  </a:cubicBezTo>
                  <a:cubicBezTo>
                    <a:pt x="6342" y="386"/>
                    <a:pt x="7775" y="445"/>
                    <a:pt x="9213" y="445"/>
                  </a:cubicBezTo>
                  <a:cubicBezTo>
                    <a:pt x="9728" y="445"/>
                    <a:pt x="10245" y="438"/>
                    <a:pt x="10761" y="418"/>
                  </a:cubicBezTo>
                  <a:cubicBezTo>
                    <a:pt x="10937" y="418"/>
                    <a:pt x="10886" y="117"/>
                    <a:pt x="10736" y="117"/>
                  </a:cubicBezTo>
                  <a:cubicBezTo>
                    <a:pt x="9580" y="47"/>
                    <a:pt x="8412" y="26"/>
                    <a:pt x="7244" y="26"/>
                  </a:cubicBezTo>
                  <a:cubicBezTo>
                    <a:pt x="5906" y="26"/>
                    <a:pt x="4567" y="53"/>
                    <a:pt x="3242" y="67"/>
                  </a:cubicBezTo>
                  <a:cubicBezTo>
                    <a:pt x="2960" y="67"/>
                    <a:pt x="2512" y="1"/>
                    <a:pt x="20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4" name="Google Shape;8534;p296"/>
            <p:cNvSpPr/>
            <p:nvPr/>
          </p:nvSpPr>
          <p:spPr>
            <a:xfrm>
              <a:off x="6441975" y="1278000"/>
              <a:ext cx="42800" cy="51575"/>
            </a:xfrm>
            <a:custGeom>
              <a:avLst/>
              <a:gdLst/>
              <a:ahLst/>
              <a:cxnLst/>
              <a:rect l="l" t="t" r="r" b="b"/>
              <a:pathLst>
                <a:path w="1712" h="2063" extrusionOk="0">
                  <a:moveTo>
                    <a:pt x="405" y="1"/>
                  </a:moveTo>
                  <a:cubicBezTo>
                    <a:pt x="367" y="1"/>
                    <a:pt x="333" y="22"/>
                    <a:pt x="333" y="77"/>
                  </a:cubicBezTo>
                  <a:cubicBezTo>
                    <a:pt x="333" y="528"/>
                    <a:pt x="283" y="979"/>
                    <a:pt x="283" y="1456"/>
                  </a:cubicBezTo>
                  <a:cubicBezTo>
                    <a:pt x="283" y="1525"/>
                    <a:pt x="368" y="1619"/>
                    <a:pt x="445" y="1619"/>
                  </a:cubicBezTo>
                  <a:cubicBezTo>
                    <a:pt x="479" y="1619"/>
                    <a:pt x="511" y="1602"/>
                    <a:pt x="534" y="1556"/>
                  </a:cubicBezTo>
                  <a:cubicBezTo>
                    <a:pt x="634" y="1405"/>
                    <a:pt x="709" y="1255"/>
                    <a:pt x="860" y="1155"/>
                  </a:cubicBezTo>
                  <a:cubicBezTo>
                    <a:pt x="933" y="1106"/>
                    <a:pt x="1002" y="1081"/>
                    <a:pt x="1063" y="1081"/>
                  </a:cubicBezTo>
                  <a:cubicBezTo>
                    <a:pt x="1189" y="1081"/>
                    <a:pt x="1285" y="1186"/>
                    <a:pt x="1336" y="1405"/>
                  </a:cubicBezTo>
                  <a:cubicBezTo>
                    <a:pt x="1311" y="1506"/>
                    <a:pt x="1235" y="1581"/>
                    <a:pt x="1160" y="1631"/>
                  </a:cubicBezTo>
                  <a:cubicBezTo>
                    <a:pt x="1042" y="1705"/>
                    <a:pt x="802" y="1770"/>
                    <a:pt x="589" y="1770"/>
                  </a:cubicBezTo>
                  <a:cubicBezTo>
                    <a:pt x="440" y="1770"/>
                    <a:pt x="305" y="1738"/>
                    <a:pt x="233" y="1656"/>
                  </a:cubicBezTo>
                  <a:cubicBezTo>
                    <a:pt x="209" y="1638"/>
                    <a:pt x="182" y="1630"/>
                    <a:pt x="156" y="1630"/>
                  </a:cubicBezTo>
                  <a:cubicBezTo>
                    <a:pt x="74" y="1630"/>
                    <a:pt x="0" y="1711"/>
                    <a:pt x="58" y="1806"/>
                  </a:cubicBezTo>
                  <a:cubicBezTo>
                    <a:pt x="158" y="2007"/>
                    <a:pt x="347" y="2063"/>
                    <a:pt x="559" y="2063"/>
                  </a:cubicBezTo>
                  <a:cubicBezTo>
                    <a:pt x="665" y="2063"/>
                    <a:pt x="776" y="2049"/>
                    <a:pt x="885" y="2032"/>
                  </a:cubicBezTo>
                  <a:cubicBezTo>
                    <a:pt x="1235" y="2007"/>
                    <a:pt x="1586" y="1806"/>
                    <a:pt x="1662" y="1431"/>
                  </a:cubicBezTo>
                  <a:cubicBezTo>
                    <a:pt x="1712" y="1105"/>
                    <a:pt x="1511" y="854"/>
                    <a:pt x="1210" y="804"/>
                  </a:cubicBezTo>
                  <a:cubicBezTo>
                    <a:pt x="1154" y="789"/>
                    <a:pt x="1101" y="782"/>
                    <a:pt x="1049" y="782"/>
                  </a:cubicBezTo>
                  <a:cubicBezTo>
                    <a:pt x="846" y="782"/>
                    <a:pt x="679" y="890"/>
                    <a:pt x="559" y="1030"/>
                  </a:cubicBezTo>
                  <a:cubicBezTo>
                    <a:pt x="534" y="704"/>
                    <a:pt x="534" y="403"/>
                    <a:pt x="509" y="77"/>
                  </a:cubicBezTo>
                  <a:cubicBezTo>
                    <a:pt x="509" y="35"/>
                    <a:pt x="454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5" name="Google Shape;8535;p296"/>
            <p:cNvSpPr/>
            <p:nvPr/>
          </p:nvSpPr>
          <p:spPr>
            <a:xfrm>
              <a:off x="6481950" y="1268900"/>
              <a:ext cx="35400" cy="27425"/>
            </a:xfrm>
            <a:custGeom>
              <a:avLst/>
              <a:gdLst/>
              <a:ahLst/>
              <a:cxnLst/>
              <a:rect l="l" t="t" r="r" b="b"/>
              <a:pathLst>
                <a:path w="1416" h="1097" extrusionOk="0">
                  <a:moveTo>
                    <a:pt x="256" y="0"/>
                  </a:moveTo>
                  <a:cubicBezTo>
                    <a:pt x="175" y="0"/>
                    <a:pt x="97" y="47"/>
                    <a:pt x="37" y="165"/>
                  </a:cubicBezTo>
                  <a:cubicBezTo>
                    <a:pt x="1" y="221"/>
                    <a:pt x="86" y="303"/>
                    <a:pt x="153" y="303"/>
                  </a:cubicBezTo>
                  <a:cubicBezTo>
                    <a:pt x="177" y="303"/>
                    <a:pt x="200" y="292"/>
                    <a:pt x="213" y="266"/>
                  </a:cubicBezTo>
                  <a:cubicBezTo>
                    <a:pt x="228" y="250"/>
                    <a:pt x="242" y="244"/>
                    <a:pt x="253" y="244"/>
                  </a:cubicBezTo>
                  <a:cubicBezTo>
                    <a:pt x="338" y="244"/>
                    <a:pt x="338" y="592"/>
                    <a:pt x="338" y="592"/>
                  </a:cubicBezTo>
                  <a:cubicBezTo>
                    <a:pt x="338" y="667"/>
                    <a:pt x="338" y="717"/>
                    <a:pt x="363" y="792"/>
                  </a:cubicBezTo>
                  <a:cubicBezTo>
                    <a:pt x="413" y="917"/>
                    <a:pt x="489" y="1018"/>
                    <a:pt x="614" y="1068"/>
                  </a:cubicBezTo>
                  <a:cubicBezTo>
                    <a:pt x="667" y="1089"/>
                    <a:pt x="720" y="1097"/>
                    <a:pt x="773" y="1097"/>
                  </a:cubicBezTo>
                  <a:cubicBezTo>
                    <a:pt x="845" y="1097"/>
                    <a:pt x="917" y="1082"/>
                    <a:pt x="990" y="1068"/>
                  </a:cubicBezTo>
                  <a:cubicBezTo>
                    <a:pt x="1115" y="1043"/>
                    <a:pt x="1291" y="1043"/>
                    <a:pt x="1391" y="917"/>
                  </a:cubicBezTo>
                  <a:cubicBezTo>
                    <a:pt x="1416" y="892"/>
                    <a:pt x="1391" y="842"/>
                    <a:pt x="1366" y="792"/>
                  </a:cubicBezTo>
                  <a:cubicBezTo>
                    <a:pt x="1306" y="718"/>
                    <a:pt x="1230" y="696"/>
                    <a:pt x="1146" y="696"/>
                  </a:cubicBezTo>
                  <a:cubicBezTo>
                    <a:pt x="1088" y="696"/>
                    <a:pt x="1026" y="707"/>
                    <a:pt x="965" y="717"/>
                  </a:cubicBezTo>
                  <a:cubicBezTo>
                    <a:pt x="898" y="730"/>
                    <a:pt x="824" y="758"/>
                    <a:pt x="762" y="758"/>
                  </a:cubicBezTo>
                  <a:cubicBezTo>
                    <a:pt x="707" y="758"/>
                    <a:pt x="662" y="737"/>
                    <a:pt x="639" y="667"/>
                  </a:cubicBezTo>
                  <a:cubicBezTo>
                    <a:pt x="614" y="566"/>
                    <a:pt x="639" y="441"/>
                    <a:pt x="614" y="366"/>
                  </a:cubicBezTo>
                  <a:cubicBezTo>
                    <a:pt x="581" y="183"/>
                    <a:pt x="415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6" name="Google Shape;8536;p296"/>
            <p:cNvSpPr/>
            <p:nvPr/>
          </p:nvSpPr>
          <p:spPr>
            <a:xfrm>
              <a:off x="6523800" y="1310425"/>
              <a:ext cx="53075" cy="12150"/>
            </a:xfrm>
            <a:custGeom>
              <a:avLst/>
              <a:gdLst/>
              <a:ahLst/>
              <a:cxnLst/>
              <a:rect l="l" t="t" r="r" b="b"/>
              <a:pathLst>
                <a:path w="2123" h="486" extrusionOk="0">
                  <a:moveTo>
                    <a:pt x="1513" y="0"/>
                  </a:moveTo>
                  <a:cubicBezTo>
                    <a:pt x="1075" y="0"/>
                    <a:pt x="597" y="107"/>
                    <a:pt x="193" y="184"/>
                  </a:cubicBezTo>
                  <a:cubicBezTo>
                    <a:pt x="1" y="208"/>
                    <a:pt x="85" y="486"/>
                    <a:pt x="248" y="486"/>
                  </a:cubicBezTo>
                  <a:cubicBezTo>
                    <a:pt x="254" y="486"/>
                    <a:pt x="261" y="485"/>
                    <a:pt x="268" y="484"/>
                  </a:cubicBezTo>
                  <a:cubicBezTo>
                    <a:pt x="544" y="434"/>
                    <a:pt x="820" y="409"/>
                    <a:pt x="1095" y="384"/>
                  </a:cubicBezTo>
                  <a:cubicBezTo>
                    <a:pt x="1164" y="378"/>
                    <a:pt x="1235" y="376"/>
                    <a:pt x="1306" y="376"/>
                  </a:cubicBezTo>
                  <a:cubicBezTo>
                    <a:pt x="1378" y="376"/>
                    <a:pt x="1451" y="378"/>
                    <a:pt x="1525" y="378"/>
                  </a:cubicBezTo>
                  <a:cubicBezTo>
                    <a:pt x="1672" y="378"/>
                    <a:pt x="1822" y="372"/>
                    <a:pt x="1973" y="334"/>
                  </a:cubicBezTo>
                  <a:cubicBezTo>
                    <a:pt x="2123" y="284"/>
                    <a:pt x="2023" y="58"/>
                    <a:pt x="1897" y="33"/>
                  </a:cubicBezTo>
                  <a:cubicBezTo>
                    <a:pt x="1775" y="10"/>
                    <a:pt x="1646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7" name="Google Shape;8537;p296"/>
            <p:cNvSpPr/>
            <p:nvPr/>
          </p:nvSpPr>
          <p:spPr>
            <a:xfrm>
              <a:off x="6581250" y="1283075"/>
              <a:ext cx="36800" cy="48550"/>
            </a:xfrm>
            <a:custGeom>
              <a:avLst/>
              <a:gdLst/>
              <a:ahLst/>
              <a:cxnLst/>
              <a:rect l="l" t="t" r="r" b="b"/>
              <a:pathLst>
                <a:path w="1472" h="1942" extrusionOk="0">
                  <a:moveTo>
                    <a:pt x="128" y="0"/>
                  </a:moveTo>
                  <a:cubicBezTo>
                    <a:pt x="94" y="0"/>
                    <a:pt x="61" y="22"/>
                    <a:pt x="50" y="75"/>
                  </a:cubicBezTo>
                  <a:cubicBezTo>
                    <a:pt x="0" y="375"/>
                    <a:pt x="151" y="726"/>
                    <a:pt x="451" y="877"/>
                  </a:cubicBezTo>
                  <a:cubicBezTo>
                    <a:pt x="534" y="918"/>
                    <a:pt x="647" y="937"/>
                    <a:pt x="766" y="937"/>
                  </a:cubicBezTo>
                  <a:cubicBezTo>
                    <a:pt x="863" y="937"/>
                    <a:pt x="963" y="924"/>
                    <a:pt x="1053" y="902"/>
                  </a:cubicBezTo>
                  <a:lnTo>
                    <a:pt x="1053" y="902"/>
                  </a:lnTo>
                  <a:cubicBezTo>
                    <a:pt x="1028" y="952"/>
                    <a:pt x="1003" y="1002"/>
                    <a:pt x="1003" y="1052"/>
                  </a:cubicBezTo>
                  <a:cubicBezTo>
                    <a:pt x="928" y="1303"/>
                    <a:pt x="827" y="1553"/>
                    <a:pt x="827" y="1804"/>
                  </a:cubicBezTo>
                  <a:cubicBezTo>
                    <a:pt x="827" y="1859"/>
                    <a:pt x="895" y="1942"/>
                    <a:pt x="961" y="1942"/>
                  </a:cubicBezTo>
                  <a:cubicBezTo>
                    <a:pt x="984" y="1942"/>
                    <a:pt x="1008" y="1931"/>
                    <a:pt x="1028" y="1904"/>
                  </a:cubicBezTo>
                  <a:cubicBezTo>
                    <a:pt x="1153" y="1679"/>
                    <a:pt x="1178" y="1428"/>
                    <a:pt x="1253" y="1177"/>
                  </a:cubicBezTo>
                  <a:cubicBezTo>
                    <a:pt x="1304" y="902"/>
                    <a:pt x="1379" y="626"/>
                    <a:pt x="1454" y="350"/>
                  </a:cubicBezTo>
                  <a:cubicBezTo>
                    <a:pt x="1472" y="262"/>
                    <a:pt x="1377" y="173"/>
                    <a:pt x="1302" y="173"/>
                  </a:cubicBezTo>
                  <a:cubicBezTo>
                    <a:pt x="1271" y="173"/>
                    <a:pt x="1243" y="188"/>
                    <a:pt x="1228" y="225"/>
                  </a:cubicBezTo>
                  <a:cubicBezTo>
                    <a:pt x="1203" y="325"/>
                    <a:pt x="1203" y="400"/>
                    <a:pt x="1178" y="476"/>
                  </a:cubicBezTo>
                  <a:lnTo>
                    <a:pt x="1153" y="476"/>
                  </a:lnTo>
                  <a:cubicBezTo>
                    <a:pt x="991" y="499"/>
                    <a:pt x="872" y="629"/>
                    <a:pt x="697" y="629"/>
                  </a:cubicBezTo>
                  <a:cubicBezTo>
                    <a:pt x="682" y="629"/>
                    <a:pt x="667" y="628"/>
                    <a:pt x="652" y="626"/>
                  </a:cubicBezTo>
                  <a:cubicBezTo>
                    <a:pt x="376" y="576"/>
                    <a:pt x="226" y="350"/>
                    <a:pt x="226" y="100"/>
                  </a:cubicBezTo>
                  <a:cubicBezTo>
                    <a:pt x="226" y="42"/>
                    <a:pt x="175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8" name="Google Shape;8538;p296"/>
            <p:cNvSpPr/>
            <p:nvPr/>
          </p:nvSpPr>
          <p:spPr>
            <a:xfrm>
              <a:off x="6626975" y="1299300"/>
              <a:ext cx="36375" cy="29225"/>
            </a:xfrm>
            <a:custGeom>
              <a:avLst/>
              <a:gdLst/>
              <a:ahLst/>
              <a:cxnLst/>
              <a:rect l="l" t="t" r="r" b="b"/>
              <a:pathLst>
                <a:path w="1455" h="1169" extrusionOk="0">
                  <a:moveTo>
                    <a:pt x="1032" y="0"/>
                  </a:moveTo>
                  <a:cubicBezTo>
                    <a:pt x="633" y="0"/>
                    <a:pt x="264" y="199"/>
                    <a:pt x="51" y="553"/>
                  </a:cubicBezTo>
                  <a:cubicBezTo>
                    <a:pt x="1" y="604"/>
                    <a:pt x="26" y="679"/>
                    <a:pt x="51" y="729"/>
                  </a:cubicBezTo>
                  <a:cubicBezTo>
                    <a:pt x="139" y="852"/>
                    <a:pt x="276" y="913"/>
                    <a:pt x="419" y="913"/>
                  </a:cubicBezTo>
                  <a:cubicBezTo>
                    <a:pt x="480" y="913"/>
                    <a:pt x="542" y="902"/>
                    <a:pt x="602" y="879"/>
                  </a:cubicBezTo>
                  <a:cubicBezTo>
                    <a:pt x="803" y="829"/>
                    <a:pt x="928" y="704"/>
                    <a:pt x="1079" y="579"/>
                  </a:cubicBezTo>
                  <a:cubicBezTo>
                    <a:pt x="1079" y="754"/>
                    <a:pt x="1079" y="954"/>
                    <a:pt x="1154" y="1080"/>
                  </a:cubicBezTo>
                  <a:cubicBezTo>
                    <a:pt x="1182" y="1136"/>
                    <a:pt x="1234" y="1169"/>
                    <a:pt x="1283" y="1169"/>
                  </a:cubicBezTo>
                  <a:cubicBezTo>
                    <a:pt x="1321" y="1169"/>
                    <a:pt x="1357" y="1149"/>
                    <a:pt x="1379" y="1105"/>
                  </a:cubicBezTo>
                  <a:cubicBezTo>
                    <a:pt x="1455" y="879"/>
                    <a:pt x="1379" y="579"/>
                    <a:pt x="1379" y="353"/>
                  </a:cubicBezTo>
                  <a:cubicBezTo>
                    <a:pt x="1357" y="263"/>
                    <a:pt x="1294" y="174"/>
                    <a:pt x="1192" y="174"/>
                  </a:cubicBezTo>
                  <a:cubicBezTo>
                    <a:pt x="1180" y="174"/>
                    <a:pt x="1167" y="175"/>
                    <a:pt x="1154" y="178"/>
                  </a:cubicBezTo>
                  <a:cubicBezTo>
                    <a:pt x="1003" y="228"/>
                    <a:pt x="878" y="353"/>
                    <a:pt x="728" y="453"/>
                  </a:cubicBezTo>
                  <a:cubicBezTo>
                    <a:pt x="659" y="522"/>
                    <a:pt x="507" y="632"/>
                    <a:pt x="386" y="632"/>
                  </a:cubicBezTo>
                  <a:cubicBezTo>
                    <a:pt x="374" y="632"/>
                    <a:pt x="363" y="631"/>
                    <a:pt x="352" y="629"/>
                  </a:cubicBezTo>
                  <a:cubicBezTo>
                    <a:pt x="527" y="353"/>
                    <a:pt x="803" y="203"/>
                    <a:pt x="1129" y="178"/>
                  </a:cubicBezTo>
                  <a:cubicBezTo>
                    <a:pt x="1229" y="152"/>
                    <a:pt x="1179" y="2"/>
                    <a:pt x="1104" y="2"/>
                  </a:cubicBezTo>
                  <a:cubicBezTo>
                    <a:pt x="1080" y="1"/>
                    <a:pt x="1056" y="0"/>
                    <a:pt x="1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9" name="Google Shape;8539;p296"/>
            <p:cNvSpPr/>
            <p:nvPr/>
          </p:nvSpPr>
          <p:spPr>
            <a:xfrm>
              <a:off x="6673350" y="1296825"/>
              <a:ext cx="38875" cy="34700"/>
            </a:xfrm>
            <a:custGeom>
              <a:avLst/>
              <a:gdLst/>
              <a:ahLst/>
              <a:cxnLst/>
              <a:rect l="l" t="t" r="r" b="b"/>
              <a:pathLst>
                <a:path w="1555" h="1388" extrusionOk="0">
                  <a:moveTo>
                    <a:pt x="1028" y="1"/>
                  </a:moveTo>
                  <a:cubicBezTo>
                    <a:pt x="552" y="1"/>
                    <a:pt x="1" y="402"/>
                    <a:pt x="101" y="953"/>
                  </a:cubicBezTo>
                  <a:cubicBezTo>
                    <a:pt x="151" y="1229"/>
                    <a:pt x="351" y="1354"/>
                    <a:pt x="602" y="1379"/>
                  </a:cubicBezTo>
                  <a:cubicBezTo>
                    <a:pt x="655" y="1384"/>
                    <a:pt x="715" y="1387"/>
                    <a:pt x="776" y="1387"/>
                  </a:cubicBezTo>
                  <a:cubicBezTo>
                    <a:pt x="1033" y="1387"/>
                    <a:pt x="1338" y="1336"/>
                    <a:pt x="1479" y="1154"/>
                  </a:cubicBezTo>
                  <a:cubicBezTo>
                    <a:pt x="1554" y="1079"/>
                    <a:pt x="1479" y="953"/>
                    <a:pt x="1404" y="953"/>
                  </a:cubicBezTo>
                  <a:cubicBezTo>
                    <a:pt x="1396" y="952"/>
                    <a:pt x="1387" y="952"/>
                    <a:pt x="1376" y="952"/>
                  </a:cubicBezTo>
                  <a:cubicBezTo>
                    <a:pt x="1232" y="952"/>
                    <a:pt x="901" y="1049"/>
                    <a:pt x="665" y="1049"/>
                  </a:cubicBezTo>
                  <a:cubicBezTo>
                    <a:pt x="514" y="1049"/>
                    <a:pt x="402" y="1009"/>
                    <a:pt x="402" y="878"/>
                  </a:cubicBezTo>
                  <a:cubicBezTo>
                    <a:pt x="402" y="552"/>
                    <a:pt x="777" y="277"/>
                    <a:pt x="1078" y="226"/>
                  </a:cubicBezTo>
                  <a:cubicBezTo>
                    <a:pt x="1204" y="201"/>
                    <a:pt x="1153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0" name="Google Shape;8540;p296"/>
            <p:cNvSpPr/>
            <p:nvPr/>
          </p:nvSpPr>
          <p:spPr>
            <a:xfrm>
              <a:off x="6295525" y="1342575"/>
              <a:ext cx="356550" cy="21250"/>
            </a:xfrm>
            <a:custGeom>
              <a:avLst/>
              <a:gdLst/>
              <a:ahLst/>
              <a:cxnLst/>
              <a:rect l="l" t="t" r="r" b="b"/>
              <a:pathLst>
                <a:path w="14262" h="850" extrusionOk="0">
                  <a:moveTo>
                    <a:pt x="126" y="0"/>
                  </a:moveTo>
                  <a:cubicBezTo>
                    <a:pt x="1" y="0"/>
                    <a:pt x="26" y="201"/>
                    <a:pt x="126" y="201"/>
                  </a:cubicBezTo>
                  <a:cubicBezTo>
                    <a:pt x="2507" y="477"/>
                    <a:pt x="4913" y="602"/>
                    <a:pt x="7319" y="702"/>
                  </a:cubicBezTo>
                  <a:cubicBezTo>
                    <a:pt x="8744" y="750"/>
                    <a:pt x="10221" y="849"/>
                    <a:pt x="11676" y="849"/>
                  </a:cubicBezTo>
                  <a:cubicBezTo>
                    <a:pt x="12499" y="849"/>
                    <a:pt x="13315" y="818"/>
                    <a:pt x="14111" y="727"/>
                  </a:cubicBezTo>
                  <a:cubicBezTo>
                    <a:pt x="14261" y="702"/>
                    <a:pt x="14236" y="502"/>
                    <a:pt x="14111" y="477"/>
                  </a:cubicBezTo>
                  <a:cubicBezTo>
                    <a:pt x="13055" y="385"/>
                    <a:pt x="11983" y="367"/>
                    <a:pt x="10909" y="367"/>
                  </a:cubicBezTo>
                  <a:cubicBezTo>
                    <a:pt x="10204" y="367"/>
                    <a:pt x="9497" y="374"/>
                    <a:pt x="8794" y="374"/>
                  </a:cubicBezTo>
                  <a:cubicBezTo>
                    <a:pt x="8233" y="374"/>
                    <a:pt x="7673" y="369"/>
                    <a:pt x="7119" y="351"/>
                  </a:cubicBezTo>
                  <a:cubicBezTo>
                    <a:pt x="4788" y="251"/>
                    <a:pt x="2457" y="101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1" name="Google Shape;8541;p296"/>
            <p:cNvSpPr/>
            <p:nvPr/>
          </p:nvSpPr>
          <p:spPr>
            <a:xfrm>
              <a:off x="6402675" y="1373100"/>
              <a:ext cx="75050" cy="40425"/>
            </a:xfrm>
            <a:custGeom>
              <a:avLst/>
              <a:gdLst/>
              <a:ahLst/>
              <a:cxnLst/>
              <a:rect l="l" t="t" r="r" b="b"/>
              <a:pathLst>
                <a:path w="3002" h="1617" extrusionOk="0">
                  <a:moveTo>
                    <a:pt x="1148" y="1"/>
                  </a:moveTo>
                  <a:cubicBezTo>
                    <a:pt x="943" y="1"/>
                    <a:pt x="707" y="104"/>
                    <a:pt x="552" y="208"/>
                  </a:cubicBezTo>
                  <a:cubicBezTo>
                    <a:pt x="444" y="273"/>
                    <a:pt x="522" y="449"/>
                    <a:pt x="625" y="449"/>
                  </a:cubicBezTo>
                  <a:cubicBezTo>
                    <a:pt x="642" y="449"/>
                    <a:pt x="660" y="444"/>
                    <a:pt x="677" y="434"/>
                  </a:cubicBezTo>
                  <a:cubicBezTo>
                    <a:pt x="746" y="385"/>
                    <a:pt x="811" y="359"/>
                    <a:pt x="871" y="359"/>
                  </a:cubicBezTo>
                  <a:cubicBezTo>
                    <a:pt x="966" y="359"/>
                    <a:pt x="1052" y="422"/>
                    <a:pt x="1128" y="559"/>
                  </a:cubicBezTo>
                  <a:cubicBezTo>
                    <a:pt x="1028" y="634"/>
                    <a:pt x="903" y="709"/>
                    <a:pt x="777" y="784"/>
                  </a:cubicBezTo>
                  <a:cubicBezTo>
                    <a:pt x="577" y="885"/>
                    <a:pt x="376" y="960"/>
                    <a:pt x="176" y="1010"/>
                  </a:cubicBezTo>
                  <a:cubicBezTo>
                    <a:pt x="0" y="1060"/>
                    <a:pt x="126" y="1286"/>
                    <a:pt x="226" y="1311"/>
                  </a:cubicBezTo>
                  <a:cubicBezTo>
                    <a:pt x="752" y="1436"/>
                    <a:pt x="1304" y="1536"/>
                    <a:pt x="1830" y="1586"/>
                  </a:cubicBezTo>
                  <a:cubicBezTo>
                    <a:pt x="1989" y="1597"/>
                    <a:pt x="2144" y="1617"/>
                    <a:pt x="2293" y="1617"/>
                  </a:cubicBezTo>
                  <a:cubicBezTo>
                    <a:pt x="2494" y="1617"/>
                    <a:pt x="2684" y="1580"/>
                    <a:pt x="2858" y="1436"/>
                  </a:cubicBezTo>
                  <a:cubicBezTo>
                    <a:pt x="3002" y="1333"/>
                    <a:pt x="2858" y="1128"/>
                    <a:pt x="2719" y="1128"/>
                  </a:cubicBezTo>
                  <a:cubicBezTo>
                    <a:pt x="2689" y="1128"/>
                    <a:pt x="2659" y="1138"/>
                    <a:pt x="2632" y="1160"/>
                  </a:cubicBezTo>
                  <a:cubicBezTo>
                    <a:pt x="2483" y="1267"/>
                    <a:pt x="2292" y="1301"/>
                    <a:pt x="2092" y="1301"/>
                  </a:cubicBezTo>
                  <a:cubicBezTo>
                    <a:pt x="1822" y="1301"/>
                    <a:pt x="1534" y="1239"/>
                    <a:pt x="1304" y="1211"/>
                  </a:cubicBezTo>
                  <a:cubicBezTo>
                    <a:pt x="1153" y="1185"/>
                    <a:pt x="1003" y="1160"/>
                    <a:pt x="853" y="1135"/>
                  </a:cubicBezTo>
                  <a:cubicBezTo>
                    <a:pt x="1228" y="985"/>
                    <a:pt x="1655" y="709"/>
                    <a:pt x="1554" y="358"/>
                  </a:cubicBezTo>
                  <a:cubicBezTo>
                    <a:pt x="1506" y="92"/>
                    <a:pt x="1340" y="1"/>
                    <a:pt x="1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2" name="Google Shape;8542;p296"/>
            <p:cNvSpPr/>
            <p:nvPr/>
          </p:nvSpPr>
          <p:spPr>
            <a:xfrm>
              <a:off x="6485375" y="1381475"/>
              <a:ext cx="44375" cy="32650"/>
            </a:xfrm>
            <a:custGeom>
              <a:avLst/>
              <a:gdLst/>
              <a:ahLst/>
              <a:cxnLst/>
              <a:rect l="l" t="t" r="r" b="b"/>
              <a:pathLst>
                <a:path w="1775" h="1306" extrusionOk="0">
                  <a:moveTo>
                    <a:pt x="978" y="0"/>
                  </a:moveTo>
                  <a:cubicBezTo>
                    <a:pt x="822" y="0"/>
                    <a:pt x="663" y="65"/>
                    <a:pt x="527" y="174"/>
                  </a:cubicBezTo>
                  <a:cubicBezTo>
                    <a:pt x="301" y="349"/>
                    <a:pt x="1" y="650"/>
                    <a:pt x="201" y="926"/>
                  </a:cubicBezTo>
                  <a:cubicBezTo>
                    <a:pt x="288" y="1070"/>
                    <a:pt x="440" y="1123"/>
                    <a:pt x="602" y="1123"/>
                  </a:cubicBezTo>
                  <a:cubicBezTo>
                    <a:pt x="722" y="1123"/>
                    <a:pt x="846" y="1094"/>
                    <a:pt x="953" y="1051"/>
                  </a:cubicBezTo>
                  <a:cubicBezTo>
                    <a:pt x="1078" y="1001"/>
                    <a:pt x="1204" y="951"/>
                    <a:pt x="1304" y="850"/>
                  </a:cubicBezTo>
                  <a:cubicBezTo>
                    <a:pt x="1304" y="1051"/>
                    <a:pt x="1379" y="1201"/>
                    <a:pt x="1580" y="1302"/>
                  </a:cubicBezTo>
                  <a:cubicBezTo>
                    <a:pt x="1590" y="1304"/>
                    <a:pt x="1601" y="1305"/>
                    <a:pt x="1611" y="1305"/>
                  </a:cubicBezTo>
                  <a:cubicBezTo>
                    <a:pt x="1699" y="1305"/>
                    <a:pt x="1775" y="1216"/>
                    <a:pt x="1730" y="1126"/>
                  </a:cubicBezTo>
                  <a:cubicBezTo>
                    <a:pt x="1605" y="876"/>
                    <a:pt x="1580" y="675"/>
                    <a:pt x="1655" y="374"/>
                  </a:cubicBezTo>
                  <a:cubicBezTo>
                    <a:pt x="1672" y="272"/>
                    <a:pt x="1573" y="170"/>
                    <a:pt x="1493" y="170"/>
                  </a:cubicBezTo>
                  <a:cubicBezTo>
                    <a:pt x="1454" y="170"/>
                    <a:pt x="1420" y="193"/>
                    <a:pt x="1404" y="249"/>
                  </a:cubicBezTo>
                  <a:cubicBezTo>
                    <a:pt x="1304" y="575"/>
                    <a:pt x="953" y="825"/>
                    <a:pt x="602" y="825"/>
                  </a:cubicBezTo>
                  <a:cubicBezTo>
                    <a:pt x="502" y="825"/>
                    <a:pt x="402" y="825"/>
                    <a:pt x="477" y="675"/>
                  </a:cubicBezTo>
                  <a:cubicBezTo>
                    <a:pt x="502" y="600"/>
                    <a:pt x="602" y="525"/>
                    <a:pt x="652" y="475"/>
                  </a:cubicBezTo>
                  <a:cubicBezTo>
                    <a:pt x="759" y="350"/>
                    <a:pt x="905" y="237"/>
                    <a:pt x="1070" y="237"/>
                  </a:cubicBezTo>
                  <a:cubicBezTo>
                    <a:pt x="1137" y="237"/>
                    <a:pt x="1207" y="256"/>
                    <a:pt x="1279" y="299"/>
                  </a:cubicBezTo>
                  <a:cubicBezTo>
                    <a:pt x="1296" y="312"/>
                    <a:pt x="1312" y="318"/>
                    <a:pt x="1326" y="318"/>
                  </a:cubicBezTo>
                  <a:cubicBezTo>
                    <a:pt x="1393" y="318"/>
                    <a:pt x="1416" y="190"/>
                    <a:pt x="1354" y="149"/>
                  </a:cubicBezTo>
                  <a:cubicBezTo>
                    <a:pt x="1240" y="46"/>
                    <a:pt x="1110" y="0"/>
                    <a:pt x="9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43" name="Google Shape;8543;p296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Unordered List</a:t>
            </a:r>
            <a:endParaRPr/>
          </a:p>
        </p:txBody>
      </p:sp>
      <p:grpSp>
        <p:nvGrpSpPr>
          <p:cNvPr id="8544" name="Google Shape;8544;p296"/>
          <p:cNvGrpSpPr/>
          <p:nvPr/>
        </p:nvGrpSpPr>
        <p:grpSpPr>
          <a:xfrm rot="1514788">
            <a:off x="5041770" y="1187651"/>
            <a:ext cx="1376274" cy="908487"/>
            <a:chOff x="5248525" y="821375"/>
            <a:chExt cx="1082824" cy="694544"/>
          </a:xfrm>
        </p:grpSpPr>
        <p:sp>
          <p:nvSpPr>
            <p:cNvPr id="8545" name="Google Shape;8545;p296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6" name="Google Shape;8546;p296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7" name="Google Shape;8547;p296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8" name="Google Shape;8548;p296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9" name="Google Shape;8549;p296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0" name="Google Shape;8550;p296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51" name="Google Shape;8551;p296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An unordered list is a simple way to make a list of things without worrying about the order.</a:t>
            </a:r>
            <a:endParaRPr sz="2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sz="2300"/>
          </a:p>
        </p:txBody>
      </p:sp>
      <p:grpSp>
        <p:nvGrpSpPr>
          <p:cNvPr id="8552" name="Google Shape;8552;p296"/>
          <p:cNvGrpSpPr/>
          <p:nvPr/>
        </p:nvGrpSpPr>
        <p:grpSpPr>
          <a:xfrm flipH="1">
            <a:off x="719922" y="934457"/>
            <a:ext cx="3253287" cy="176025"/>
            <a:chOff x="4345425" y="2175475"/>
            <a:chExt cx="800750" cy="176025"/>
          </a:xfrm>
        </p:grpSpPr>
        <p:sp>
          <p:nvSpPr>
            <p:cNvPr id="8553" name="Google Shape;8553;p29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4" name="Google Shape;8554;p29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55" name="Google Shape;8555;p296"/>
          <p:cNvGrpSpPr/>
          <p:nvPr/>
        </p:nvGrpSpPr>
        <p:grpSpPr>
          <a:xfrm flipH="1">
            <a:off x="719986" y="1396579"/>
            <a:ext cx="2997127" cy="176025"/>
            <a:chOff x="4345425" y="2175475"/>
            <a:chExt cx="800750" cy="176025"/>
          </a:xfrm>
        </p:grpSpPr>
        <p:sp>
          <p:nvSpPr>
            <p:cNvPr id="8556" name="Google Shape;8556;p296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7" name="Google Shape;8557;p296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62" name="Google Shape;8562;p297"/>
          <p:cNvGrpSpPr/>
          <p:nvPr/>
        </p:nvGrpSpPr>
        <p:grpSpPr>
          <a:xfrm rot="774136">
            <a:off x="1633044" y="2577318"/>
            <a:ext cx="1303213" cy="585343"/>
            <a:chOff x="4345425" y="2175475"/>
            <a:chExt cx="800750" cy="176025"/>
          </a:xfrm>
        </p:grpSpPr>
        <p:sp>
          <p:nvSpPr>
            <p:cNvPr id="8563" name="Google Shape;8563;p297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4" name="Google Shape;8564;p297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65" name="Google Shape;8565;p297"/>
          <p:cNvGrpSpPr/>
          <p:nvPr/>
        </p:nvGrpSpPr>
        <p:grpSpPr>
          <a:xfrm rot="774136">
            <a:off x="6244644" y="2577318"/>
            <a:ext cx="1303213" cy="585343"/>
            <a:chOff x="4345425" y="2175475"/>
            <a:chExt cx="800750" cy="176025"/>
          </a:xfrm>
        </p:grpSpPr>
        <p:sp>
          <p:nvSpPr>
            <p:cNvPr id="8566" name="Google Shape;8566;p297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7" name="Google Shape;8567;p297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68" name="Google Shape;8568;p297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600"/>
              <a:t>Inclusive</a:t>
            </a:r>
            <a:endParaRPr sz="2600"/>
          </a:p>
        </p:txBody>
      </p:sp>
      <p:sp>
        <p:nvSpPr>
          <p:cNvPr id="8569" name="Google Shape;8569;p297"/>
          <p:cNvSpPr txBox="1">
            <a:spLocks noGrp="1"/>
          </p:cNvSpPr>
          <p:nvPr>
            <p:ph type="body" idx="1"/>
          </p:nvPr>
        </p:nvSpPr>
        <p:spPr>
          <a:xfrm>
            <a:off x="314600" y="2993200"/>
            <a:ext cx="3807900" cy="22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Inclusive index means the element at the specified position is considered a part of the selection</a:t>
            </a:r>
            <a:endParaRPr sz="2300"/>
          </a:p>
        </p:txBody>
      </p:sp>
      <p:sp>
        <p:nvSpPr>
          <p:cNvPr id="8570" name="Google Shape;8570;p297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Exclusive</a:t>
            </a:r>
            <a:endParaRPr sz="2600"/>
          </a:p>
        </p:txBody>
      </p:sp>
      <p:sp>
        <p:nvSpPr>
          <p:cNvPr id="8571" name="Google Shape;8571;p29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What is a Inclusive &amp; Exclusive</a:t>
            </a:r>
            <a:endParaRPr/>
          </a:p>
        </p:txBody>
      </p:sp>
      <p:sp>
        <p:nvSpPr>
          <p:cNvPr id="8572" name="Google Shape;8572;p297"/>
          <p:cNvSpPr txBox="1">
            <a:spLocks noGrp="1"/>
          </p:cNvSpPr>
          <p:nvPr>
            <p:ph type="body" idx="2"/>
          </p:nvPr>
        </p:nvSpPr>
        <p:spPr>
          <a:xfrm>
            <a:off x="5045400" y="2993200"/>
            <a:ext cx="38079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300"/>
              <a:t>Exclusive index means the element at the specified position is not included in the selection </a:t>
            </a:r>
            <a:endParaRPr sz="2300"/>
          </a:p>
        </p:txBody>
      </p:sp>
      <p:grpSp>
        <p:nvGrpSpPr>
          <p:cNvPr id="8573" name="Google Shape;8573;p297"/>
          <p:cNvGrpSpPr/>
          <p:nvPr/>
        </p:nvGrpSpPr>
        <p:grpSpPr>
          <a:xfrm>
            <a:off x="6682192" y="859247"/>
            <a:ext cx="1491960" cy="454575"/>
            <a:chOff x="6157325" y="1245050"/>
            <a:chExt cx="554900" cy="169075"/>
          </a:xfrm>
        </p:grpSpPr>
        <p:sp>
          <p:nvSpPr>
            <p:cNvPr id="8574" name="Google Shape;8574;p297"/>
            <p:cNvSpPr/>
            <p:nvPr/>
          </p:nvSpPr>
          <p:spPr>
            <a:xfrm>
              <a:off x="6157325" y="1320350"/>
              <a:ext cx="47050" cy="41875"/>
            </a:xfrm>
            <a:custGeom>
              <a:avLst/>
              <a:gdLst/>
              <a:ahLst/>
              <a:cxnLst/>
              <a:rect l="l" t="t" r="r" b="b"/>
              <a:pathLst>
                <a:path w="1882" h="1675" extrusionOk="0">
                  <a:moveTo>
                    <a:pt x="1759" y="0"/>
                  </a:moveTo>
                  <a:cubicBezTo>
                    <a:pt x="1737" y="0"/>
                    <a:pt x="1714" y="11"/>
                    <a:pt x="1694" y="37"/>
                  </a:cubicBezTo>
                  <a:cubicBezTo>
                    <a:pt x="1494" y="263"/>
                    <a:pt x="1268" y="463"/>
                    <a:pt x="1042" y="689"/>
                  </a:cubicBezTo>
                  <a:cubicBezTo>
                    <a:pt x="842" y="463"/>
                    <a:pt x="641" y="263"/>
                    <a:pt x="416" y="62"/>
                  </a:cubicBezTo>
                  <a:cubicBezTo>
                    <a:pt x="387" y="26"/>
                    <a:pt x="349" y="10"/>
                    <a:pt x="313" y="10"/>
                  </a:cubicBezTo>
                  <a:cubicBezTo>
                    <a:pt x="226" y="10"/>
                    <a:pt x="152" y="99"/>
                    <a:pt x="240" y="188"/>
                  </a:cubicBezTo>
                  <a:cubicBezTo>
                    <a:pt x="441" y="413"/>
                    <a:pt x="641" y="639"/>
                    <a:pt x="842" y="839"/>
                  </a:cubicBezTo>
                  <a:cubicBezTo>
                    <a:pt x="591" y="1040"/>
                    <a:pt x="316" y="1190"/>
                    <a:pt x="90" y="1416"/>
                  </a:cubicBezTo>
                  <a:cubicBezTo>
                    <a:pt x="1" y="1505"/>
                    <a:pt x="91" y="1674"/>
                    <a:pt x="200" y="1674"/>
                  </a:cubicBezTo>
                  <a:cubicBezTo>
                    <a:pt x="213" y="1674"/>
                    <a:pt x="227" y="1672"/>
                    <a:pt x="240" y="1666"/>
                  </a:cubicBezTo>
                  <a:cubicBezTo>
                    <a:pt x="541" y="1541"/>
                    <a:pt x="817" y="1290"/>
                    <a:pt x="1068" y="1065"/>
                  </a:cubicBezTo>
                  <a:cubicBezTo>
                    <a:pt x="1193" y="1215"/>
                    <a:pt x="1343" y="1366"/>
                    <a:pt x="1494" y="1466"/>
                  </a:cubicBezTo>
                  <a:cubicBezTo>
                    <a:pt x="1525" y="1481"/>
                    <a:pt x="1556" y="1488"/>
                    <a:pt x="1584" y="1488"/>
                  </a:cubicBezTo>
                  <a:cubicBezTo>
                    <a:pt x="1694" y="1488"/>
                    <a:pt x="1769" y="1385"/>
                    <a:pt x="1669" y="1265"/>
                  </a:cubicBezTo>
                  <a:cubicBezTo>
                    <a:pt x="1569" y="1115"/>
                    <a:pt x="1418" y="990"/>
                    <a:pt x="1268" y="864"/>
                  </a:cubicBezTo>
                  <a:cubicBezTo>
                    <a:pt x="1469" y="639"/>
                    <a:pt x="1669" y="413"/>
                    <a:pt x="1844" y="163"/>
                  </a:cubicBezTo>
                  <a:cubicBezTo>
                    <a:pt x="1882" y="88"/>
                    <a:pt x="1823" y="0"/>
                    <a:pt x="1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5" name="Google Shape;8575;p297"/>
            <p:cNvSpPr/>
            <p:nvPr/>
          </p:nvSpPr>
          <p:spPr>
            <a:xfrm>
              <a:off x="6224725" y="1327375"/>
              <a:ext cx="46400" cy="9125"/>
            </a:xfrm>
            <a:custGeom>
              <a:avLst/>
              <a:gdLst/>
              <a:ahLst/>
              <a:cxnLst/>
              <a:rect l="l" t="t" r="r" b="b"/>
              <a:pathLst>
                <a:path w="1856" h="365" extrusionOk="0">
                  <a:moveTo>
                    <a:pt x="1282" y="1"/>
                  </a:moveTo>
                  <a:cubicBezTo>
                    <a:pt x="1160" y="1"/>
                    <a:pt x="1041" y="7"/>
                    <a:pt x="928" y="7"/>
                  </a:cubicBezTo>
                  <a:lnTo>
                    <a:pt x="151" y="7"/>
                  </a:lnTo>
                  <a:cubicBezTo>
                    <a:pt x="1" y="7"/>
                    <a:pt x="26" y="258"/>
                    <a:pt x="151" y="258"/>
                  </a:cubicBezTo>
                  <a:cubicBezTo>
                    <a:pt x="427" y="283"/>
                    <a:pt x="677" y="308"/>
                    <a:pt x="953" y="308"/>
                  </a:cubicBezTo>
                  <a:cubicBezTo>
                    <a:pt x="1135" y="328"/>
                    <a:pt x="1334" y="365"/>
                    <a:pt x="1536" y="365"/>
                  </a:cubicBezTo>
                  <a:cubicBezTo>
                    <a:pt x="1584" y="365"/>
                    <a:pt x="1632" y="363"/>
                    <a:pt x="1680" y="358"/>
                  </a:cubicBezTo>
                  <a:cubicBezTo>
                    <a:pt x="1855" y="308"/>
                    <a:pt x="1780" y="82"/>
                    <a:pt x="1655" y="32"/>
                  </a:cubicBezTo>
                  <a:cubicBezTo>
                    <a:pt x="1529" y="7"/>
                    <a:pt x="1404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6" name="Google Shape;8576;p297"/>
            <p:cNvSpPr/>
            <p:nvPr/>
          </p:nvSpPr>
          <p:spPr>
            <a:xfrm>
              <a:off x="6217875" y="1343050"/>
              <a:ext cx="49475" cy="9600"/>
            </a:xfrm>
            <a:custGeom>
              <a:avLst/>
              <a:gdLst/>
              <a:ahLst/>
              <a:cxnLst/>
              <a:rect l="l" t="t" r="r" b="b"/>
              <a:pathLst>
                <a:path w="1979" h="384" extrusionOk="0">
                  <a:moveTo>
                    <a:pt x="134" y="0"/>
                  </a:moveTo>
                  <a:cubicBezTo>
                    <a:pt x="0" y="0"/>
                    <a:pt x="13" y="236"/>
                    <a:pt x="174" y="282"/>
                  </a:cubicBezTo>
                  <a:cubicBezTo>
                    <a:pt x="475" y="357"/>
                    <a:pt x="801" y="382"/>
                    <a:pt x="1102" y="382"/>
                  </a:cubicBezTo>
                  <a:cubicBezTo>
                    <a:pt x="1157" y="382"/>
                    <a:pt x="1215" y="383"/>
                    <a:pt x="1274" y="383"/>
                  </a:cubicBezTo>
                  <a:cubicBezTo>
                    <a:pt x="1512" y="383"/>
                    <a:pt x="1768" y="367"/>
                    <a:pt x="1929" y="207"/>
                  </a:cubicBezTo>
                  <a:cubicBezTo>
                    <a:pt x="1979" y="157"/>
                    <a:pt x="1954" y="32"/>
                    <a:pt x="1854" y="32"/>
                  </a:cubicBezTo>
                  <a:cubicBezTo>
                    <a:pt x="1787" y="12"/>
                    <a:pt x="1721" y="4"/>
                    <a:pt x="1655" y="4"/>
                  </a:cubicBezTo>
                  <a:cubicBezTo>
                    <a:pt x="1471" y="4"/>
                    <a:pt x="1286" y="63"/>
                    <a:pt x="1102" y="82"/>
                  </a:cubicBezTo>
                  <a:cubicBezTo>
                    <a:pt x="801" y="82"/>
                    <a:pt x="500" y="57"/>
                    <a:pt x="174" y="7"/>
                  </a:cubicBezTo>
                  <a:cubicBezTo>
                    <a:pt x="160" y="2"/>
                    <a:pt x="147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7" name="Google Shape;8577;p297"/>
            <p:cNvSpPr/>
            <p:nvPr/>
          </p:nvSpPr>
          <p:spPr>
            <a:xfrm>
              <a:off x="6284250" y="1264050"/>
              <a:ext cx="44700" cy="50275"/>
            </a:xfrm>
            <a:custGeom>
              <a:avLst/>
              <a:gdLst/>
              <a:ahLst/>
              <a:cxnLst/>
              <a:rect l="l" t="t" r="r" b="b"/>
              <a:pathLst>
                <a:path w="1788" h="2011" extrusionOk="0">
                  <a:moveTo>
                    <a:pt x="495" y="0"/>
                  </a:moveTo>
                  <a:cubicBezTo>
                    <a:pt x="458" y="0"/>
                    <a:pt x="427" y="25"/>
                    <a:pt x="427" y="84"/>
                  </a:cubicBezTo>
                  <a:cubicBezTo>
                    <a:pt x="402" y="510"/>
                    <a:pt x="402" y="911"/>
                    <a:pt x="376" y="1337"/>
                  </a:cubicBezTo>
                  <a:cubicBezTo>
                    <a:pt x="376" y="1411"/>
                    <a:pt x="445" y="1499"/>
                    <a:pt x="522" y="1499"/>
                  </a:cubicBezTo>
                  <a:cubicBezTo>
                    <a:pt x="548" y="1499"/>
                    <a:pt x="576" y="1488"/>
                    <a:pt x="602" y="1462"/>
                  </a:cubicBezTo>
                  <a:cubicBezTo>
                    <a:pt x="727" y="1387"/>
                    <a:pt x="878" y="1262"/>
                    <a:pt x="1028" y="1212"/>
                  </a:cubicBezTo>
                  <a:cubicBezTo>
                    <a:pt x="1080" y="1186"/>
                    <a:pt x="1128" y="1173"/>
                    <a:pt x="1173" y="1173"/>
                  </a:cubicBezTo>
                  <a:cubicBezTo>
                    <a:pt x="1300" y="1173"/>
                    <a:pt x="1392" y="1276"/>
                    <a:pt x="1429" y="1462"/>
                  </a:cubicBezTo>
                  <a:cubicBezTo>
                    <a:pt x="1354" y="1537"/>
                    <a:pt x="1279" y="1588"/>
                    <a:pt x="1204" y="1613"/>
                  </a:cubicBezTo>
                  <a:cubicBezTo>
                    <a:pt x="878" y="1713"/>
                    <a:pt x="502" y="1713"/>
                    <a:pt x="176" y="1713"/>
                  </a:cubicBezTo>
                  <a:cubicBezTo>
                    <a:pt x="1" y="1713"/>
                    <a:pt x="51" y="1963"/>
                    <a:pt x="176" y="1989"/>
                  </a:cubicBezTo>
                  <a:cubicBezTo>
                    <a:pt x="271" y="2000"/>
                    <a:pt x="413" y="2011"/>
                    <a:pt x="573" y="2011"/>
                  </a:cubicBezTo>
                  <a:cubicBezTo>
                    <a:pt x="1087" y="2011"/>
                    <a:pt x="1787" y="1903"/>
                    <a:pt x="1730" y="1387"/>
                  </a:cubicBezTo>
                  <a:cubicBezTo>
                    <a:pt x="1730" y="1136"/>
                    <a:pt x="1479" y="936"/>
                    <a:pt x="1254" y="911"/>
                  </a:cubicBezTo>
                  <a:cubicBezTo>
                    <a:pt x="1213" y="902"/>
                    <a:pt x="1173" y="898"/>
                    <a:pt x="1134" y="898"/>
                  </a:cubicBezTo>
                  <a:cubicBezTo>
                    <a:pt x="957" y="898"/>
                    <a:pt x="796" y="984"/>
                    <a:pt x="652" y="1086"/>
                  </a:cubicBezTo>
                  <a:cubicBezTo>
                    <a:pt x="652" y="760"/>
                    <a:pt x="627" y="460"/>
                    <a:pt x="627" y="134"/>
                  </a:cubicBezTo>
                  <a:cubicBezTo>
                    <a:pt x="627" y="58"/>
                    <a:pt x="553" y="0"/>
                    <a:pt x="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8" name="Google Shape;8578;p297"/>
            <p:cNvSpPr/>
            <p:nvPr/>
          </p:nvSpPr>
          <p:spPr>
            <a:xfrm>
              <a:off x="6255000" y="1287300"/>
              <a:ext cx="30525" cy="9800"/>
            </a:xfrm>
            <a:custGeom>
              <a:avLst/>
              <a:gdLst/>
              <a:ahLst/>
              <a:cxnLst/>
              <a:rect l="l" t="t" r="r" b="b"/>
              <a:pathLst>
                <a:path w="1221" h="392" extrusionOk="0">
                  <a:moveTo>
                    <a:pt x="633" y="1"/>
                  </a:moveTo>
                  <a:cubicBezTo>
                    <a:pt x="472" y="1"/>
                    <a:pt x="310" y="20"/>
                    <a:pt x="193" y="31"/>
                  </a:cubicBezTo>
                  <a:cubicBezTo>
                    <a:pt x="1" y="55"/>
                    <a:pt x="62" y="333"/>
                    <a:pt x="245" y="333"/>
                  </a:cubicBezTo>
                  <a:cubicBezTo>
                    <a:pt x="252" y="333"/>
                    <a:pt x="260" y="333"/>
                    <a:pt x="268" y="332"/>
                  </a:cubicBezTo>
                  <a:cubicBezTo>
                    <a:pt x="444" y="332"/>
                    <a:pt x="619" y="332"/>
                    <a:pt x="820" y="357"/>
                  </a:cubicBezTo>
                  <a:cubicBezTo>
                    <a:pt x="888" y="371"/>
                    <a:pt x="949" y="392"/>
                    <a:pt x="1011" y="392"/>
                  </a:cubicBezTo>
                  <a:cubicBezTo>
                    <a:pt x="1062" y="392"/>
                    <a:pt x="1114" y="377"/>
                    <a:pt x="1171" y="332"/>
                  </a:cubicBezTo>
                  <a:cubicBezTo>
                    <a:pt x="1221" y="307"/>
                    <a:pt x="1196" y="231"/>
                    <a:pt x="1171" y="181"/>
                  </a:cubicBezTo>
                  <a:cubicBezTo>
                    <a:pt x="1069" y="37"/>
                    <a:pt x="852" y="1"/>
                    <a:pt x="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9" name="Google Shape;8579;p297"/>
            <p:cNvSpPr/>
            <p:nvPr/>
          </p:nvSpPr>
          <p:spPr>
            <a:xfrm>
              <a:off x="6334375" y="1284100"/>
              <a:ext cx="37000" cy="37050"/>
            </a:xfrm>
            <a:custGeom>
              <a:avLst/>
              <a:gdLst/>
              <a:ahLst/>
              <a:cxnLst/>
              <a:rect l="l" t="t" r="r" b="b"/>
              <a:pathLst>
                <a:path w="1480" h="1482" extrusionOk="0">
                  <a:moveTo>
                    <a:pt x="916" y="0"/>
                  </a:moveTo>
                  <a:cubicBezTo>
                    <a:pt x="875" y="0"/>
                    <a:pt x="838" y="25"/>
                    <a:pt x="828" y="84"/>
                  </a:cubicBezTo>
                  <a:cubicBezTo>
                    <a:pt x="803" y="334"/>
                    <a:pt x="752" y="560"/>
                    <a:pt x="677" y="786"/>
                  </a:cubicBezTo>
                  <a:cubicBezTo>
                    <a:pt x="502" y="811"/>
                    <a:pt x="326" y="836"/>
                    <a:pt x="176" y="836"/>
                  </a:cubicBezTo>
                  <a:cubicBezTo>
                    <a:pt x="1" y="861"/>
                    <a:pt x="76" y="1111"/>
                    <a:pt x="201" y="1111"/>
                  </a:cubicBezTo>
                  <a:cubicBezTo>
                    <a:pt x="326" y="1086"/>
                    <a:pt x="452" y="1061"/>
                    <a:pt x="577" y="1061"/>
                  </a:cubicBezTo>
                  <a:cubicBezTo>
                    <a:pt x="527" y="1161"/>
                    <a:pt x="502" y="1262"/>
                    <a:pt x="527" y="1362"/>
                  </a:cubicBezTo>
                  <a:cubicBezTo>
                    <a:pt x="527" y="1435"/>
                    <a:pt x="581" y="1482"/>
                    <a:pt x="639" y="1482"/>
                  </a:cubicBezTo>
                  <a:cubicBezTo>
                    <a:pt x="660" y="1482"/>
                    <a:pt x="682" y="1476"/>
                    <a:pt x="702" y="1462"/>
                  </a:cubicBezTo>
                  <a:cubicBezTo>
                    <a:pt x="828" y="1362"/>
                    <a:pt x="903" y="1187"/>
                    <a:pt x="928" y="1011"/>
                  </a:cubicBezTo>
                  <a:cubicBezTo>
                    <a:pt x="1103" y="1011"/>
                    <a:pt x="1304" y="1011"/>
                    <a:pt x="1429" y="911"/>
                  </a:cubicBezTo>
                  <a:cubicBezTo>
                    <a:pt x="1479" y="861"/>
                    <a:pt x="1479" y="786"/>
                    <a:pt x="1429" y="760"/>
                  </a:cubicBezTo>
                  <a:cubicBezTo>
                    <a:pt x="1341" y="731"/>
                    <a:pt x="1253" y="719"/>
                    <a:pt x="1165" y="719"/>
                  </a:cubicBezTo>
                  <a:cubicBezTo>
                    <a:pt x="1103" y="719"/>
                    <a:pt x="1040" y="725"/>
                    <a:pt x="978" y="735"/>
                  </a:cubicBezTo>
                  <a:cubicBezTo>
                    <a:pt x="1028" y="535"/>
                    <a:pt x="1053" y="334"/>
                    <a:pt x="1053" y="134"/>
                  </a:cubicBezTo>
                  <a:cubicBezTo>
                    <a:pt x="1053" y="58"/>
                    <a:pt x="979" y="0"/>
                    <a:pt x="9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0" name="Google Shape;8580;p297"/>
            <p:cNvSpPr/>
            <p:nvPr/>
          </p:nvSpPr>
          <p:spPr>
            <a:xfrm>
              <a:off x="6379900" y="1245050"/>
              <a:ext cx="273425" cy="77750"/>
            </a:xfrm>
            <a:custGeom>
              <a:avLst/>
              <a:gdLst/>
              <a:ahLst/>
              <a:cxnLst/>
              <a:rect l="l" t="t" r="r" b="b"/>
              <a:pathLst>
                <a:path w="10937" h="3110" extrusionOk="0">
                  <a:moveTo>
                    <a:pt x="2086" y="1"/>
                  </a:moveTo>
                  <a:cubicBezTo>
                    <a:pt x="1680" y="1"/>
                    <a:pt x="1294" y="60"/>
                    <a:pt x="1087" y="292"/>
                  </a:cubicBezTo>
                  <a:cubicBezTo>
                    <a:pt x="886" y="518"/>
                    <a:pt x="886" y="944"/>
                    <a:pt x="861" y="1195"/>
                  </a:cubicBezTo>
                  <a:cubicBezTo>
                    <a:pt x="811" y="1671"/>
                    <a:pt x="761" y="2147"/>
                    <a:pt x="711" y="2623"/>
                  </a:cubicBezTo>
                  <a:cubicBezTo>
                    <a:pt x="535" y="2348"/>
                    <a:pt x="360" y="2047"/>
                    <a:pt x="185" y="1746"/>
                  </a:cubicBezTo>
                  <a:cubicBezTo>
                    <a:pt x="168" y="1721"/>
                    <a:pt x="140" y="1710"/>
                    <a:pt x="112" y="1710"/>
                  </a:cubicBezTo>
                  <a:cubicBezTo>
                    <a:pt x="57" y="1710"/>
                    <a:pt x="1" y="1754"/>
                    <a:pt x="34" y="1821"/>
                  </a:cubicBezTo>
                  <a:cubicBezTo>
                    <a:pt x="235" y="2222"/>
                    <a:pt x="460" y="2623"/>
                    <a:pt x="686" y="3024"/>
                  </a:cubicBezTo>
                  <a:cubicBezTo>
                    <a:pt x="712" y="3077"/>
                    <a:pt x="774" y="3109"/>
                    <a:pt x="826" y="3109"/>
                  </a:cubicBezTo>
                  <a:cubicBezTo>
                    <a:pt x="872" y="3109"/>
                    <a:pt x="911" y="3083"/>
                    <a:pt x="911" y="3024"/>
                  </a:cubicBezTo>
                  <a:cubicBezTo>
                    <a:pt x="1037" y="2072"/>
                    <a:pt x="836" y="718"/>
                    <a:pt x="1889" y="317"/>
                  </a:cubicBezTo>
                  <a:cubicBezTo>
                    <a:pt x="2002" y="272"/>
                    <a:pt x="2155" y="257"/>
                    <a:pt x="2325" y="257"/>
                  </a:cubicBezTo>
                  <a:cubicBezTo>
                    <a:pt x="2723" y="257"/>
                    <a:pt x="3212" y="343"/>
                    <a:pt x="3493" y="343"/>
                  </a:cubicBezTo>
                  <a:cubicBezTo>
                    <a:pt x="3969" y="343"/>
                    <a:pt x="4445" y="343"/>
                    <a:pt x="4921" y="368"/>
                  </a:cubicBezTo>
                  <a:cubicBezTo>
                    <a:pt x="6342" y="386"/>
                    <a:pt x="7775" y="445"/>
                    <a:pt x="9213" y="445"/>
                  </a:cubicBezTo>
                  <a:cubicBezTo>
                    <a:pt x="9728" y="445"/>
                    <a:pt x="10245" y="438"/>
                    <a:pt x="10761" y="418"/>
                  </a:cubicBezTo>
                  <a:cubicBezTo>
                    <a:pt x="10937" y="418"/>
                    <a:pt x="10886" y="117"/>
                    <a:pt x="10736" y="117"/>
                  </a:cubicBezTo>
                  <a:cubicBezTo>
                    <a:pt x="9580" y="47"/>
                    <a:pt x="8412" y="26"/>
                    <a:pt x="7244" y="26"/>
                  </a:cubicBezTo>
                  <a:cubicBezTo>
                    <a:pt x="5906" y="26"/>
                    <a:pt x="4567" y="53"/>
                    <a:pt x="3242" y="67"/>
                  </a:cubicBezTo>
                  <a:cubicBezTo>
                    <a:pt x="2960" y="67"/>
                    <a:pt x="2512" y="1"/>
                    <a:pt x="20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1" name="Google Shape;8581;p297"/>
            <p:cNvSpPr/>
            <p:nvPr/>
          </p:nvSpPr>
          <p:spPr>
            <a:xfrm>
              <a:off x="6441975" y="1278000"/>
              <a:ext cx="42800" cy="51575"/>
            </a:xfrm>
            <a:custGeom>
              <a:avLst/>
              <a:gdLst/>
              <a:ahLst/>
              <a:cxnLst/>
              <a:rect l="l" t="t" r="r" b="b"/>
              <a:pathLst>
                <a:path w="1712" h="2063" extrusionOk="0">
                  <a:moveTo>
                    <a:pt x="405" y="1"/>
                  </a:moveTo>
                  <a:cubicBezTo>
                    <a:pt x="367" y="1"/>
                    <a:pt x="333" y="22"/>
                    <a:pt x="333" y="77"/>
                  </a:cubicBezTo>
                  <a:cubicBezTo>
                    <a:pt x="333" y="528"/>
                    <a:pt x="283" y="979"/>
                    <a:pt x="283" y="1456"/>
                  </a:cubicBezTo>
                  <a:cubicBezTo>
                    <a:pt x="283" y="1525"/>
                    <a:pt x="368" y="1619"/>
                    <a:pt x="445" y="1619"/>
                  </a:cubicBezTo>
                  <a:cubicBezTo>
                    <a:pt x="479" y="1619"/>
                    <a:pt x="511" y="1602"/>
                    <a:pt x="534" y="1556"/>
                  </a:cubicBezTo>
                  <a:cubicBezTo>
                    <a:pt x="634" y="1405"/>
                    <a:pt x="709" y="1255"/>
                    <a:pt x="860" y="1155"/>
                  </a:cubicBezTo>
                  <a:cubicBezTo>
                    <a:pt x="933" y="1106"/>
                    <a:pt x="1002" y="1081"/>
                    <a:pt x="1063" y="1081"/>
                  </a:cubicBezTo>
                  <a:cubicBezTo>
                    <a:pt x="1189" y="1081"/>
                    <a:pt x="1285" y="1186"/>
                    <a:pt x="1336" y="1405"/>
                  </a:cubicBezTo>
                  <a:cubicBezTo>
                    <a:pt x="1311" y="1506"/>
                    <a:pt x="1235" y="1581"/>
                    <a:pt x="1160" y="1631"/>
                  </a:cubicBezTo>
                  <a:cubicBezTo>
                    <a:pt x="1042" y="1705"/>
                    <a:pt x="802" y="1770"/>
                    <a:pt x="589" y="1770"/>
                  </a:cubicBezTo>
                  <a:cubicBezTo>
                    <a:pt x="440" y="1770"/>
                    <a:pt x="305" y="1738"/>
                    <a:pt x="233" y="1656"/>
                  </a:cubicBezTo>
                  <a:cubicBezTo>
                    <a:pt x="209" y="1638"/>
                    <a:pt x="182" y="1630"/>
                    <a:pt x="156" y="1630"/>
                  </a:cubicBezTo>
                  <a:cubicBezTo>
                    <a:pt x="74" y="1630"/>
                    <a:pt x="0" y="1711"/>
                    <a:pt x="58" y="1806"/>
                  </a:cubicBezTo>
                  <a:cubicBezTo>
                    <a:pt x="158" y="2007"/>
                    <a:pt x="347" y="2063"/>
                    <a:pt x="559" y="2063"/>
                  </a:cubicBezTo>
                  <a:cubicBezTo>
                    <a:pt x="665" y="2063"/>
                    <a:pt x="776" y="2049"/>
                    <a:pt x="885" y="2032"/>
                  </a:cubicBezTo>
                  <a:cubicBezTo>
                    <a:pt x="1235" y="2007"/>
                    <a:pt x="1586" y="1806"/>
                    <a:pt x="1662" y="1431"/>
                  </a:cubicBezTo>
                  <a:cubicBezTo>
                    <a:pt x="1712" y="1105"/>
                    <a:pt x="1511" y="854"/>
                    <a:pt x="1210" y="804"/>
                  </a:cubicBezTo>
                  <a:cubicBezTo>
                    <a:pt x="1154" y="789"/>
                    <a:pt x="1101" y="782"/>
                    <a:pt x="1049" y="782"/>
                  </a:cubicBezTo>
                  <a:cubicBezTo>
                    <a:pt x="846" y="782"/>
                    <a:pt x="679" y="890"/>
                    <a:pt x="559" y="1030"/>
                  </a:cubicBezTo>
                  <a:cubicBezTo>
                    <a:pt x="534" y="704"/>
                    <a:pt x="534" y="403"/>
                    <a:pt x="509" y="77"/>
                  </a:cubicBezTo>
                  <a:cubicBezTo>
                    <a:pt x="509" y="35"/>
                    <a:pt x="454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2" name="Google Shape;8582;p297"/>
            <p:cNvSpPr/>
            <p:nvPr/>
          </p:nvSpPr>
          <p:spPr>
            <a:xfrm>
              <a:off x="6481950" y="1268900"/>
              <a:ext cx="35400" cy="27425"/>
            </a:xfrm>
            <a:custGeom>
              <a:avLst/>
              <a:gdLst/>
              <a:ahLst/>
              <a:cxnLst/>
              <a:rect l="l" t="t" r="r" b="b"/>
              <a:pathLst>
                <a:path w="1416" h="1097" extrusionOk="0">
                  <a:moveTo>
                    <a:pt x="256" y="0"/>
                  </a:moveTo>
                  <a:cubicBezTo>
                    <a:pt x="175" y="0"/>
                    <a:pt x="97" y="47"/>
                    <a:pt x="37" y="165"/>
                  </a:cubicBezTo>
                  <a:cubicBezTo>
                    <a:pt x="1" y="221"/>
                    <a:pt x="86" y="303"/>
                    <a:pt x="153" y="303"/>
                  </a:cubicBezTo>
                  <a:cubicBezTo>
                    <a:pt x="177" y="303"/>
                    <a:pt x="200" y="292"/>
                    <a:pt x="213" y="266"/>
                  </a:cubicBezTo>
                  <a:cubicBezTo>
                    <a:pt x="228" y="250"/>
                    <a:pt x="242" y="244"/>
                    <a:pt x="253" y="244"/>
                  </a:cubicBezTo>
                  <a:cubicBezTo>
                    <a:pt x="338" y="244"/>
                    <a:pt x="338" y="592"/>
                    <a:pt x="338" y="592"/>
                  </a:cubicBezTo>
                  <a:cubicBezTo>
                    <a:pt x="338" y="667"/>
                    <a:pt x="338" y="717"/>
                    <a:pt x="363" y="792"/>
                  </a:cubicBezTo>
                  <a:cubicBezTo>
                    <a:pt x="413" y="917"/>
                    <a:pt x="489" y="1018"/>
                    <a:pt x="614" y="1068"/>
                  </a:cubicBezTo>
                  <a:cubicBezTo>
                    <a:pt x="667" y="1089"/>
                    <a:pt x="720" y="1097"/>
                    <a:pt x="773" y="1097"/>
                  </a:cubicBezTo>
                  <a:cubicBezTo>
                    <a:pt x="845" y="1097"/>
                    <a:pt x="917" y="1082"/>
                    <a:pt x="990" y="1068"/>
                  </a:cubicBezTo>
                  <a:cubicBezTo>
                    <a:pt x="1115" y="1043"/>
                    <a:pt x="1291" y="1043"/>
                    <a:pt x="1391" y="917"/>
                  </a:cubicBezTo>
                  <a:cubicBezTo>
                    <a:pt x="1416" y="892"/>
                    <a:pt x="1391" y="842"/>
                    <a:pt x="1366" y="792"/>
                  </a:cubicBezTo>
                  <a:cubicBezTo>
                    <a:pt x="1306" y="718"/>
                    <a:pt x="1230" y="696"/>
                    <a:pt x="1146" y="696"/>
                  </a:cubicBezTo>
                  <a:cubicBezTo>
                    <a:pt x="1088" y="696"/>
                    <a:pt x="1026" y="707"/>
                    <a:pt x="965" y="717"/>
                  </a:cubicBezTo>
                  <a:cubicBezTo>
                    <a:pt x="898" y="730"/>
                    <a:pt x="824" y="758"/>
                    <a:pt x="762" y="758"/>
                  </a:cubicBezTo>
                  <a:cubicBezTo>
                    <a:pt x="707" y="758"/>
                    <a:pt x="662" y="737"/>
                    <a:pt x="639" y="667"/>
                  </a:cubicBezTo>
                  <a:cubicBezTo>
                    <a:pt x="614" y="566"/>
                    <a:pt x="639" y="441"/>
                    <a:pt x="614" y="366"/>
                  </a:cubicBezTo>
                  <a:cubicBezTo>
                    <a:pt x="581" y="183"/>
                    <a:pt x="415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3" name="Google Shape;8583;p297"/>
            <p:cNvSpPr/>
            <p:nvPr/>
          </p:nvSpPr>
          <p:spPr>
            <a:xfrm>
              <a:off x="6523800" y="1310425"/>
              <a:ext cx="53075" cy="12150"/>
            </a:xfrm>
            <a:custGeom>
              <a:avLst/>
              <a:gdLst/>
              <a:ahLst/>
              <a:cxnLst/>
              <a:rect l="l" t="t" r="r" b="b"/>
              <a:pathLst>
                <a:path w="2123" h="486" extrusionOk="0">
                  <a:moveTo>
                    <a:pt x="1513" y="0"/>
                  </a:moveTo>
                  <a:cubicBezTo>
                    <a:pt x="1075" y="0"/>
                    <a:pt x="597" y="107"/>
                    <a:pt x="193" y="184"/>
                  </a:cubicBezTo>
                  <a:cubicBezTo>
                    <a:pt x="1" y="208"/>
                    <a:pt x="85" y="486"/>
                    <a:pt x="248" y="486"/>
                  </a:cubicBezTo>
                  <a:cubicBezTo>
                    <a:pt x="254" y="486"/>
                    <a:pt x="261" y="485"/>
                    <a:pt x="268" y="484"/>
                  </a:cubicBezTo>
                  <a:cubicBezTo>
                    <a:pt x="544" y="434"/>
                    <a:pt x="820" y="409"/>
                    <a:pt x="1095" y="384"/>
                  </a:cubicBezTo>
                  <a:cubicBezTo>
                    <a:pt x="1164" y="378"/>
                    <a:pt x="1235" y="376"/>
                    <a:pt x="1306" y="376"/>
                  </a:cubicBezTo>
                  <a:cubicBezTo>
                    <a:pt x="1378" y="376"/>
                    <a:pt x="1451" y="378"/>
                    <a:pt x="1525" y="378"/>
                  </a:cubicBezTo>
                  <a:cubicBezTo>
                    <a:pt x="1672" y="378"/>
                    <a:pt x="1822" y="372"/>
                    <a:pt x="1973" y="334"/>
                  </a:cubicBezTo>
                  <a:cubicBezTo>
                    <a:pt x="2123" y="284"/>
                    <a:pt x="2023" y="58"/>
                    <a:pt x="1897" y="33"/>
                  </a:cubicBezTo>
                  <a:cubicBezTo>
                    <a:pt x="1775" y="10"/>
                    <a:pt x="1646" y="0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4" name="Google Shape;8584;p297"/>
            <p:cNvSpPr/>
            <p:nvPr/>
          </p:nvSpPr>
          <p:spPr>
            <a:xfrm>
              <a:off x="6581250" y="1283075"/>
              <a:ext cx="36800" cy="48550"/>
            </a:xfrm>
            <a:custGeom>
              <a:avLst/>
              <a:gdLst/>
              <a:ahLst/>
              <a:cxnLst/>
              <a:rect l="l" t="t" r="r" b="b"/>
              <a:pathLst>
                <a:path w="1472" h="1942" extrusionOk="0">
                  <a:moveTo>
                    <a:pt x="128" y="0"/>
                  </a:moveTo>
                  <a:cubicBezTo>
                    <a:pt x="94" y="0"/>
                    <a:pt x="61" y="22"/>
                    <a:pt x="50" y="75"/>
                  </a:cubicBezTo>
                  <a:cubicBezTo>
                    <a:pt x="0" y="375"/>
                    <a:pt x="151" y="726"/>
                    <a:pt x="451" y="877"/>
                  </a:cubicBezTo>
                  <a:cubicBezTo>
                    <a:pt x="534" y="918"/>
                    <a:pt x="647" y="937"/>
                    <a:pt x="766" y="937"/>
                  </a:cubicBezTo>
                  <a:cubicBezTo>
                    <a:pt x="863" y="937"/>
                    <a:pt x="963" y="924"/>
                    <a:pt x="1053" y="902"/>
                  </a:cubicBezTo>
                  <a:lnTo>
                    <a:pt x="1053" y="902"/>
                  </a:lnTo>
                  <a:cubicBezTo>
                    <a:pt x="1028" y="952"/>
                    <a:pt x="1003" y="1002"/>
                    <a:pt x="1003" y="1052"/>
                  </a:cubicBezTo>
                  <a:cubicBezTo>
                    <a:pt x="928" y="1303"/>
                    <a:pt x="827" y="1553"/>
                    <a:pt x="827" y="1804"/>
                  </a:cubicBezTo>
                  <a:cubicBezTo>
                    <a:pt x="827" y="1859"/>
                    <a:pt x="895" y="1942"/>
                    <a:pt x="961" y="1942"/>
                  </a:cubicBezTo>
                  <a:cubicBezTo>
                    <a:pt x="984" y="1942"/>
                    <a:pt x="1008" y="1931"/>
                    <a:pt x="1028" y="1904"/>
                  </a:cubicBezTo>
                  <a:cubicBezTo>
                    <a:pt x="1153" y="1679"/>
                    <a:pt x="1178" y="1428"/>
                    <a:pt x="1253" y="1177"/>
                  </a:cubicBezTo>
                  <a:cubicBezTo>
                    <a:pt x="1304" y="902"/>
                    <a:pt x="1379" y="626"/>
                    <a:pt x="1454" y="350"/>
                  </a:cubicBezTo>
                  <a:cubicBezTo>
                    <a:pt x="1472" y="262"/>
                    <a:pt x="1377" y="173"/>
                    <a:pt x="1302" y="173"/>
                  </a:cubicBezTo>
                  <a:cubicBezTo>
                    <a:pt x="1271" y="173"/>
                    <a:pt x="1243" y="188"/>
                    <a:pt x="1228" y="225"/>
                  </a:cubicBezTo>
                  <a:cubicBezTo>
                    <a:pt x="1203" y="325"/>
                    <a:pt x="1203" y="400"/>
                    <a:pt x="1178" y="476"/>
                  </a:cubicBezTo>
                  <a:lnTo>
                    <a:pt x="1153" y="476"/>
                  </a:lnTo>
                  <a:cubicBezTo>
                    <a:pt x="991" y="499"/>
                    <a:pt x="872" y="629"/>
                    <a:pt x="697" y="629"/>
                  </a:cubicBezTo>
                  <a:cubicBezTo>
                    <a:pt x="682" y="629"/>
                    <a:pt x="667" y="628"/>
                    <a:pt x="652" y="626"/>
                  </a:cubicBezTo>
                  <a:cubicBezTo>
                    <a:pt x="376" y="576"/>
                    <a:pt x="226" y="350"/>
                    <a:pt x="226" y="100"/>
                  </a:cubicBezTo>
                  <a:cubicBezTo>
                    <a:pt x="226" y="42"/>
                    <a:pt x="175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5" name="Google Shape;8585;p297"/>
            <p:cNvSpPr/>
            <p:nvPr/>
          </p:nvSpPr>
          <p:spPr>
            <a:xfrm>
              <a:off x="6626975" y="1299300"/>
              <a:ext cx="36375" cy="29225"/>
            </a:xfrm>
            <a:custGeom>
              <a:avLst/>
              <a:gdLst/>
              <a:ahLst/>
              <a:cxnLst/>
              <a:rect l="l" t="t" r="r" b="b"/>
              <a:pathLst>
                <a:path w="1455" h="1169" extrusionOk="0">
                  <a:moveTo>
                    <a:pt x="1032" y="0"/>
                  </a:moveTo>
                  <a:cubicBezTo>
                    <a:pt x="633" y="0"/>
                    <a:pt x="264" y="199"/>
                    <a:pt x="51" y="553"/>
                  </a:cubicBezTo>
                  <a:cubicBezTo>
                    <a:pt x="1" y="604"/>
                    <a:pt x="26" y="679"/>
                    <a:pt x="51" y="729"/>
                  </a:cubicBezTo>
                  <a:cubicBezTo>
                    <a:pt x="139" y="852"/>
                    <a:pt x="276" y="913"/>
                    <a:pt x="419" y="913"/>
                  </a:cubicBezTo>
                  <a:cubicBezTo>
                    <a:pt x="480" y="913"/>
                    <a:pt x="542" y="902"/>
                    <a:pt x="602" y="879"/>
                  </a:cubicBezTo>
                  <a:cubicBezTo>
                    <a:pt x="803" y="829"/>
                    <a:pt x="928" y="704"/>
                    <a:pt x="1079" y="579"/>
                  </a:cubicBezTo>
                  <a:cubicBezTo>
                    <a:pt x="1079" y="754"/>
                    <a:pt x="1079" y="954"/>
                    <a:pt x="1154" y="1080"/>
                  </a:cubicBezTo>
                  <a:cubicBezTo>
                    <a:pt x="1182" y="1136"/>
                    <a:pt x="1234" y="1169"/>
                    <a:pt x="1283" y="1169"/>
                  </a:cubicBezTo>
                  <a:cubicBezTo>
                    <a:pt x="1321" y="1169"/>
                    <a:pt x="1357" y="1149"/>
                    <a:pt x="1379" y="1105"/>
                  </a:cubicBezTo>
                  <a:cubicBezTo>
                    <a:pt x="1455" y="879"/>
                    <a:pt x="1379" y="579"/>
                    <a:pt x="1379" y="353"/>
                  </a:cubicBezTo>
                  <a:cubicBezTo>
                    <a:pt x="1357" y="263"/>
                    <a:pt x="1294" y="174"/>
                    <a:pt x="1192" y="174"/>
                  </a:cubicBezTo>
                  <a:cubicBezTo>
                    <a:pt x="1180" y="174"/>
                    <a:pt x="1167" y="175"/>
                    <a:pt x="1154" y="178"/>
                  </a:cubicBezTo>
                  <a:cubicBezTo>
                    <a:pt x="1003" y="228"/>
                    <a:pt x="878" y="353"/>
                    <a:pt x="728" y="453"/>
                  </a:cubicBezTo>
                  <a:cubicBezTo>
                    <a:pt x="659" y="522"/>
                    <a:pt x="507" y="632"/>
                    <a:pt x="386" y="632"/>
                  </a:cubicBezTo>
                  <a:cubicBezTo>
                    <a:pt x="374" y="632"/>
                    <a:pt x="363" y="631"/>
                    <a:pt x="352" y="629"/>
                  </a:cubicBezTo>
                  <a:cubicBezTo>
                    <a:pt x="527" y="353"/>
                    <a:pt x="803" y="203"/>
                    <a:pt x="1129" y="178"/>
                  </a:cubicBezTo>
                  <a:cubicBezTo>
                    <a:pt x="1229" y="152"/>
                    <a:pt x="1179" y="2"/>
                    <a:pt x="1104" y="2"/>
                  </a:cubicBezTo>
                  <a:cubicBezTo>
                    <a:pt x="1080" y="1"/>
                    <a:pt x="1056" y="0"/>
                    <a:pt x="1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6" name="Google Shape;8586;p297"/>
            <p:cNvSpPr/>
            <p:nvPr/>
          </p:nvSpPr>
          <p:spPr>
            <a:xfrm>
              <a:off x="6673350" y="1296825"/>
              <a:ext cx="38875" cy="34700"/>
            </a:xfrm>
            <a:custGeom>
              <a:avLst/>
              <a:gdLst/>
              <a:ahLst/>
              <a:cxnLst/>
              <a:rect l="l" t="t" r="r" b="b"/>
              <a:pathLst>
                <a:path w="1555" h="1388" extrusionOk="0">
                  <a:moveTo>
                    <a:pt x="1028" y="1"/>
                  </a:moveTo>
                  <a:cubicBezTo>
                    <a:pt x="552" y="1"/>
                    <a:pt x="1" y="402"/>
                    <a:pt x="101" y="953"/>
                  </a:cubicBezTo>
                  <a:cubicBezTo>
                    <a:pt x="151" y="1229"/>
                    <a:pt x="351" y="1354"/>
                    <a:pt x="602" y="1379"/>
                  </a:cubicBezTo>
                  <a:cubicBezTo>
                    <a:pt x="655" y="1384"/>
                    <a:pt x="715" y="1387"/>
                    <a:pt x="776" y="1387"/>
                  </a:cubicBezTo>
                  <a:cubicBezTo>
                    <a:pt x="1033" y="1387"/>
                    <a:pt x="1338" y="1336"/>
                    <a:pt x="1479" y="1154"/>
                  </a:cubicBezTo>
                  <a:cubicBezTo>
                    <a:pt x="1554" y="1079"/>
                    <a:pt x="1479" y="953"/>
                    <a:pt x="1404" y="953"/>
                  </a:cubicBezTo>
                  <a:cubicBezTo>
                    <a:pt x="1396" y="952"/>
                    <a:pt x="1387" y="952"/>
                    <a:pt x="1376" y="952"/>
                  </a:cubicBezTo>
                  <a:cubicBezTo>
                    <a:pt x="1232" y="952"/>
                    <a:pt x="901" y="1049"/>
                    <a:pt x="665" y="1049"/>
                  </a:cubicBezTo>
                  <a:cubicBezTo>
                    <a:pt x="514" y="1049"/>
                    <a:pt x="402" y="1009"/>
                    <a:pt x="402" y="878"/>
                  </a:cubicBezTo>
                  <a:cubicBezTo>
                    <a:pt x="402" y="552"/>
                    <a:pt x="777" y="277"/>
                    <a:pt x="1078" y="226"/>
                  </a:cubicBezTo>
                  <a:cubicBezTo>
                    <a:pt x="1204" y="201"/>
                    <a:pt x="1153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7" name="Google Shape;8587;p297"/>
            <p:cNvSpPr/>
            <p:nvPr/>
          </p:nvSpPr>
          <p:spPr>
            <a:xfrm>
              <a:off x="6295525" y="1342575"/>
              <a:ext cx="356550" cy="21250"/>
            </a:xfrm>
            <a:custGeom>
              <a:avLst/>
              <a:gdLst/>
              <a:ahLst/>
              <a:cxnLst/>
              <a:rect l="l" t="t" r="r" b="b"/>
              <a:pathLst>
                <a:path w="14262" h="850" extrusionOk="0">
                  <a:moveTo>
                    <a:pt x="126" y="0"/>
                  </a:moveTo>
                  <a:cubicBezTo>
                    <a:pt x="1" y="0"/>
                    <a:pt x="26" y="201"/>
                    <a:pt x="126" y="201"/>
                  </a:cubicBezTo>
                  <a:cubicBezTo>
                    <a:pt x="2507" y="477"/>
                    <a:pt x="4913" y="602"/>
                    <a:pt x="7319" y="702"/>
                  </a:cubicBezTo>
                  <a:cubicBezTo>
                    <a:pt x="8744" y="750"/>
                    <a:pt x="10221" y="849"/>
                    <a:pt x="11676" y="849"/>
                  </a:cubicBezTo>
                  <a:cubicBezTo>
                    <a:pt x="12499" y="849"/>
                    <a:pt x="13315" y="818"/>
                    <a:pt x="14111" y="727"/>
                  </a:cubicBezTo>
                  <a:cubicBezTo>
                    <a:pt x="14261" y="702"/>
                    <a:pt x="14236" y="502"/>
                    <a:pt x="14111" y="477"/>
                  </a:cubicBezTo>
                  <a:cubicBezTo>
                    <a:pt x="13055" y="385"/>
                    <a:pt x="11983" y="367"/>
                    <a:pt x="10909" y="367"/>
                  </a:cubicBezTo>
                  <a:cubicBezTo>
                    <a:pt x="10204" y="367"/>
                    <a:pt x="9497" y="374"/>
                    <a:pt x="8794" y="374"/>
                  </a:cubicBezTo>
                  <a:cubicBezTo>
                    <a:pt x="8233" y="374"/>
                    <a:pt x="7673" y="369"/>
                    <a:pt x="7119" y="351"/>
                  </a:cubicBezTo>
                  <a:cubicBezTo>
                    <a:pt x="4788" y="251"/>
                    <a:pt x="2457" y="101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8" name="Google Shape;8588;p297"/>
            <p:cNvSpPr/>
            <p:nvPr/>
          </p:nvSpPr>
          <p:spPr>
            <a:xfrm>
              <a:off x="6402675" y="1373100"/>
              <a:ext cx="75050" cy="40425"/>
            </a:xfrm>
            <a:custGeom>
              <a:avLst/>
              <a:gdLst/>
              <a:ahLst/>
              <a:cxnLst/>
              <a:rect l="l" t="t" r="r" b="b"/>
              <a:pathLst>
                <a:path w="3002" h="1617" extrusionOk="0">
                  <a:moveTo>
                    <a:pt x="1148" y="1"/>
                  </a:moveTo>
                  <a:cubicBezTo>
                    <a:pt x="943" y="1"/>
                    <a:pt x="707" y="104"/>
                    <a:pt x="552" y="208"/>
                  </a:cubicBezTo>
                  <a:cubicBezTo>
                    <a:pt x="444" y="273"/>
                    <a:pt x="522" y="449"/>
                    <a:pt x="625" y="449"/>
                  </a:cubicBezTo>
                  <a:cubicBezTo>
                    <a:pt x="642" y="449"/>
                    <a:pt x="660" y="444"/>
                    <a:pt x="677" y="434"/>
                  </a:cubicBezTo>
                  <a:cubicBezTo>
                    <a:pt x="746" y="385"/>
                    <a:pt x="811" y="359"/>
                    <a:pt x="871" y="359"/>
                  </a:cubicBezTo>
                  <a:cubicBezTo>
                    <a:pt x="966" y="359"/>
                    <a:pt x="1052" y="422"/>
                    <a:pt x="1128" y="559"/>
                  </a:cubicBezTo>
                  <a:cubicBezTo>
                    <a:pt x="1028" y="634"/>
                    <a:pt x="903" y="709"/>
                    <a:pt x="777" y="784"/>
                  </a:cubicBezTo>
                  <a:cubicBezTo>
                    <a:pt x="577" y="885"/>
                    <a:pt x="376" y="960"/>
                    <a:pt x="176" y="1010"/>
                  </a:cubicBezTo>
                  <a:cubicBezTo>
                    <a:pt x="0" y="1060"/>
                    <a:pt x="126" y="1286"/>
                    <a:pt x="226" y="1311"/>
                  </a:cubicBezTo>
                  <a:cubicBezTo>
                    <a:pt x="752" y="1436"/>
                    <a:pt x="1304" y="1536"/>
                    <a:pt x="1830" y="1586"/>
                  </a:cubicBezTo>
                  <a:cubicBezTo>
                    <a:pt x="1989" y="1597"/>
                    <a:pt x="2144" y="1617"/>
                    <a:pt x="2293" y="1617"/>
                  </a:cubicBezTo>
                  <a:cubicBezTo>
                    <a:pt x="2494" y="1617"/>
                    <a:pt x="2684" y="1580"/>
                    <a:pt x="2858" y="1436"/>
                  </a:cubicBezTo>
                  <a:cubicBezTo>
                    <a:pt x="3002" y="1333"/>
                    <a:pt x="2858" y="1128"/>
                    <a:pt x="2719" y="1128"/>
                  </a:cubicBezTo>
                  <a:cubicBezTo>
                    <a:pt x="2689" y="1128"/>
                    <a:pt x="2659" y="1138"/>
                    <a:pt x="2632" y="1160"/>
                  </a:cubicBezTo>
                  <a:cubicBezTo>
                    <a:pt x="2483" y="1267"/>
                    <a:pt x="2292" y="1301"/>
                    <a:pt x="2092" y="1301"/>
                  </a:cubicBezTo>
                  <a:cubicBezTo>
                    <a:pt x="1822" y="1301"/>
                    <a:pt x="1534" y="1239"/>
                    <a:pt x="1304" y="1211"/>
                  </a:cubicBezTo>
                  <a:cubicBezTo>
                    <a:pt x="1153" y="1185"/>
                    <a:pt x="1003" y="1160"/>
                    <a:pt x="853" y="1135"/>
                  </a:cubicBezTo>
                  <a:cubicBezTo>
                    <a:pt x="1228" y="985"/>
                    <a:pt x="1655" y="709"/>
                    <a:pt x="1554" y="358"/>
                  </a:cubicBezTo>
                  <a:cubicBezTo>
                    <a:pt x="1506" y="92"/>
                    <a:pt x="1340" y="1"/>
                    <a:pt x="1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9" name="Google Shape;8589;p297"/>
            <p:cNvSpPr/>
            <p:nvPr/>
          </p:nvSpPr>
          <p:spPr>
            <a:xfrm>
              <a:off x="6485375" y="1381475"/>
              <a:ext cx="44375" cy="32650"/>
            </a:xfrm>
            <a:custGeom>
              <a:avLst/>
              <a:gdLst/>
              <a:ahLst/>
              <a:cxnLst/>
              <a:rect l="l" t="t" r="r" b="b"/>
              <a:pathLst>
                <a:path w="1775" h="1306" extrusionOk="0">
                  <a:moveTo>
                    <a:pt x="978" y="0"/>
                  </a:moveTo>
                  <a:cubicBezTo>
                    <a:pt x="822" y="0"/>
                    <a:pt x="663" y="65"/>
                    <a:pt x="527" y="174"/>
                  </a:cubicBezTo>
                  <a:cubicBezTo>
                    <a:pt x="301" y="349"/>
                    <a:pt x="1" y="650"/>
                    <a:pt x="201" y="926"/>
                  </a:cubicBezTo>
                  <a:cubicBezTo>
                    <a:pt x="288" y="1070"/>
                    <a:pt x="440" y="1123"/>
                    <a:pt x="602" y="1123"/>
                  </a:cubicBezTo>
                  <a:cubicBezTo>
                    <a:pt x="722" y="1123"/>
                    <a:pt x="846" y="1094"/>
                    <a:pt x="953" y="1051"/>
                  </a:cubicBezTo>
                  <a:cubicBezTo>
                    <a:pt x="1078" y="1001"/>
                    <a:pt x="1204" y="951"/>
                    <a:pt x="1304" y="850"/>
                  </a:cubicBezTo>
                  <a:cubicBezTo>
                    <a:pt x="1304" y="1051"/>
                    <a:pt x="1379" y="1201"/>
                    <a:pt x="1580" y="1302"/>
                  </a:cubicBezTo>
                  <a:cubicBezTo>
                    <a:pt x="1590" y="1304"/>
                    <a:pt x="1601" y="1305"/>
                    <a:pt x="1611" y="1305"/>
                  </a:cubicBezTo>
                  <a:cubicBezTo>
                    <a:pt x="1699" y="1305"/>
                    <a:pt x="1775" y="1216"/>
                    <a:pt x="1730" y="1126"/>
                  </a:cubicBezTo>
                  <a:cubicBezTo>
                    <a:pt x="1605" y="876"/>
                    <a:pt x="1580" y="675"/>
                    <a:pt x="1655" y="374"/>
                  </a:cubicBezTo>
                  <a:cubicBezTo>
                    <a:pt x="1672" y="272"/>
                    <a:pt x="1573" y="170"/>
                    <a:pt x="1493" y="170"/>
                  </a:cubicBezTo>
                  <a:cubicBezTo>
                    <a:pt x="1454" y="170"/>
                    <a:pt x="1420" y="193"/>
                    <a:pt x="1404" y="249"/>
                  </a:cubicBezTo>
                  <a:cubicBezTo>
                    <a:pt x="1304" y="575"/>
                    <a:pt x="953" y="825"/>
                    <a:pt x="602" y="825"/>
                  </a:cubicBezTo>
                  <a:cubicBezTo>
                    <a:pt x="502" y="825"/>
                    <a:pt x="402" y="825"/>
                    <a:pt x="477" y="675"/>
                  </a:cubicBezTo>
                  <a:cubicBezTo>
                    <a:pt x="502" y="600"/>
                    <a:pt x="602" y="525"/>
                    <a:pt x="652" y="475"/>
                  </a:cubicBezTo>
                  <a:cubicBezTo>
                    <a:pt x="759" y="350"/>
                    <a:pt x="905" y="237"/>
                    <a:pt x="1070" y="237"/>
                  </a:cubicBezTo>
                  <a:cubicBezTo>
                    <a:pt x="1137" y="237"/>
                    <a:pt x="1207" y="256"/>
                    <a:pt x="1279" y="299"/>
                  </a:cubicBezTo>
                  <a:cubicBezTo>
                    <a:pt x="1296" y="312"/>
                    <a:pt x="1312" y="318"/>
                    <a:pt x="1326" y="318"/>
                  </a:cubicBezTo>
                  <a:cubicBezTo>
                    <a:pt x="1393" y="318"/>
                    <a:pt x="1416" y="190"/>
                    <a:pt x="1354" y="149"/>
                  </a:cubicBezTo>
                  <a:cubicBezTo>
                    <a:pt x="1240" y="46"/>
                    <a:pt x="1110" y="0"/>
                    <a:pt x="9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90" name="Google Shape;8590;p297"/>
          <p:cNvGrpSpPr/>
          <p:nvPr/>
        </p:nvGrpSpPr>
        <p:grpSpPr>
          <a:xfrm rot="1514788">
            <a:off x="5041770" y="1187651"/>
            <a:ext cx="1376274" cy="908487"/>
            <a:chOff x="5248525" y="821375"/>
            <a:chExt cx="1082824" cy="694544"/>
          </a:xfrm>
        </p:grpSpPr>
        <p:sp>
          <p:nvSpPr>
            <p:cNvPr id="8591" name="Google Shape;8591;p297"/>
            <p:cNvSpPr/>
            <p:nvPr/>
          </p:nvSpPr>
          <p:spPr>
            <a:xfrm>
              <a:off x="5386964" y="1033865"/>
              <a:ext cx="843217" cy="475585"/>
            </a:xfrm>
            <a:custGeom>
              <a:avLst/>
              <a:gdLst/>
              <a:ahLst/>
              <a:cxnLst/>
              <a:rect l="l" t="t" r="r" b="b"/>
              <a:pathLst>
                <a:path w="24870" h="14027" extrusionOk="0">
                  <a:moveTo>
                    <a:pt x="2110" y="1"/>
                  </a:moveTo>
                  <a:lnTo>
                    <a:pt x="172" y="5463"/>
                  </a:lnTo>
                  <a:lnTo>
                    <a:pt x="0" y="5941"/>
                  </a:lnTo>
                  <a:lnTo>
                    <a:pt x="22760" y="14026"/>
                  </a:lnTo>
                  <a:lnTo>
                    <a:pt x="22995" y="13368"/>
                  </a:lnTo>
                  <a:lnTo>
                    <a:pt x="24870" y="8086"/>
                  </a:lnTo>
                  <a:lnTo>
                    <a:pt x="2110" y="1"/>
                  </a:lnTo>
                  <a:close/>
                </a:path>
              </a:pathLst>
            </a:custGeom>
            <a:solidFill>
              <a:srgbClr val="0285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2" name="Google Shape;8592;p297"/>
            <p:cNvSpPr/>
            <p:nvPr/>
          </p:nvSpPr>
          <p:spPr>
            <a:xfrm>
              <a:off x="5455115" y="824528"/>
              <a:ext cx="851795" cy="486876"/>
            </a:xfrm>
            <a:custGeom>
              <a:avLst/>
              <a:gdLst/>
              <a:ahLst/>
              <a:cxnLst/>
              <a:rect l="l" t="t" r="r" b="b"/>
              <a:pathLst>
                <a:path w="25123" h="14360" extrusionOk="0">
                  <a:moveTo>
                    <a:pt x="2209" y="0"/>
                  </a:moveTo>
                  <a:lnTo>
                    <a:pt x="0" y="6220"/>
                  </a:lnTo>
                  <a:lnTo>
                    <a:pt x="22914" y="14359"/>
                  </a:lnTo>
                  <a:lnTo>
                    <a:pt x="25122" y="8140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00AF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3" name="Google Shape;8593;p297"/>
            <p:cNvSpPr/>
            <p:nvPr/>
          </p:nvSpPr>
          <p:spPr>
            <a:xfrm>
              <a:off x="5343564" y="832157"/>
              <a:ext cx="980431" cy="665352"/>
            </a:xfrm>
            <a:custGeom>
              <a:avLst/>
              <a:gdLst/>
              <a:ahLst/>
              <a:cxnLst/>
              <a:rect l="l" t="t" r="r" b="b"/>
              <a:pathLst>
                <a:path w="28917" h="19624" extrusionOk="0">
                  <a:moveTo>
                    <a:pt x="3858" y="0"/>
                  </a:moveTo>
                  <a:lnTo>
                    <a:pt x="0" y="10853"/>
                  </a:lnTo>
                  <a:cubicBezTo>
                    <a:pt x="36" y="10889"/>
                    <a:pt x="72" y="10916"/>
                    <a:pt x="118" y="10934"/>
                  </a:cubicBezTo>
                  <a:lnTo>
                    <a:pt x="1452" y="11412"/>
                  </a:lnTo>
                  <a:lnTo>
                    <a:pt x="3390" y="5950"/>
                  </a:lnTo>
                  <a:lnTo>
                    <a:pt x="5328" y="496"/>
                  </a:lnTo>
                  <a:lnTo>
                    <a:pt x="3994" y="27"/>
                  </a:lnTo>
                  <a:cubicBezTo>
                    <a:pt x="3948" y="18"/>
                    <a:pt x="3903" y="9"/>
                    <a:pt x="3858" y="0"/>
                  </a:cubicBezTo>
                  <a:close/>
                  <a:moveTo>
                    <a:pt x="28061" y="8681"/>
                  </a:moveTo>
                  <a:lnTo>
                    <a:pt x="26150" y="14035"/>
                  </a:lnTo>
                  <a:lnTo>
                    <a:pt x="24275" y="19317"/>
                  </a:lnTo>
                  <a:lnTo>
                    <a:pt x="25140" y="19624"/>
                  </a:lnTo>
                  <a:lnTo>
                    <a:pt x="28917" y="8978"/>
                  </a:lnTo>
                  <a:lnTo>
                    <a:pt x="28061" y="8681"/>
                  </a:lnTo>
                  <a:close/>
                </a:path>
              </a:pathLst>
            </a:custGeom>
            <a:solidFill>
              <a:srgbClr val="AF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4" name="Google Shape;8594;p297"/>
            <p:cNvSpPr/>
            <p:nvPr/>
          </p:nvSpPr>
          <p:spPr>
            <a:xfrm>
              <a:off x="5248525" y="830292"/>
              <a:ext cx="225875" cy="369870"/>
            </a:xfrm>
            <a:custGeom>
              <a:avLst/>
              <a:gdLst/>
              <a:ahLst/>
              <a:cxnLst/>
              <a:rect l="l" t="t" r="r" b="b"/>
              <a:pathLst>
                <a:path w="6662" h="10909" extrusionOk="0">
                  <a:moveTo>
                    <a:pt x="5792" y="0"/>
                  </a:moveTo>
                  <a:cubicBezTo>
                    <a:pt x="3890" y="0"/>
                    <a:pt x="2470" y="856"/>
                    <a:pt x="1550" y="2561"/>
                  </a:cubicBezTo>
                  <a:cubicBezTo>
                    <a:pt x="1019" y="3553"/>
                    <a:pt x="640" y="4607"/>
                    <a:pt x="424" y="5743"/>
                  </a:cubicBezTo>
                  <a:cubicBezTo>
                    <a:pt x="0" y="7934"/>
                    <a:pt x="802" y="9655"/>
                    <a:pt x="2803" y="10908"/>
                  </a:cubicBezTo>
                  <a:lnTo>
                    <a:pt x="6661" y="55"/>
                  </a:lnTo>
                  <a:cubicBezTo>
                    <a:pt x="6361" y="18"/>
                    <a:pt x="6071" y="0"/>
                    <a:pt x="579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5" name="Google Shape;8595;p297"/>
            <p:cNvSpPr/>
            <p:nvPr/>
          </p:nvSpPr>
          <p:spPr>
            <a:xfrm>
              <a:off x="5250356" y="821375"/>
              <a:ext cx="1080993" cy="694544"/>
            </a:xfrm>
            <a:custGeom>
              <a:avLst/>
              <a:gdLst/>
              <a:ahLst/>
              <a:cxnLst/>
              <a:rect l="l" t="t" r="r" b="b"/>
              <a:pathLst>
                <a:path w="31883" h="20485" extrusionOk="0">
                  <a:moveTo>
                    <a:pt x="30903" y="9238"/>
                  </a:moveTo>
                  <a:lnTo>
                    <a:pt x="31425" y="9422"/>
                  </a:lnTo>
                  <a:lnTo>
                    <a:pt x="31425" y="9422"/>
                  </a:lnTo>
                  <a:cubicBezTo>
                    <a:pt x="31154" y="10260"/>
                    <a:pt x="30869" y="11089"/>
                    <a:pt x="30584" y="11910"/>
                  </a:cubicBezTo>
                  <a:cubicBezTo>
                    <a:pt x="30287" y="12803"/>
                    <a:pt x="29971" y="13686"/>
                    <a:pt x="29656" y="14578"/>
                  </a:cubicBezTo>
                  <a:lnTo>
                    <a:pt x="28700" y="17238"/>
                  </a:lnTo>
                  <a:cubicBezTo>
                    <a:pt x="28398" y="18060"/>
                    <a:pt x="28088" y="18875"/>
                    <a:pt x="27770" y="19697"/>
                  </a:cubicBezTo>
                  <a:lnTo>
                    <a:pt x="27770" y="19697"/>
                  </a:lnTo>
                  <a:lnTo>
                    <a:pt x="27262" y="19517"/>
                  </a:lnTo>
                  <a:lnTo>
                    <a:pt x="27262" y="19517"/>
                  </a:lnTo>
                  <a:cubicBezTo>
                    <a:pt x="27552" y="18623"/>
                    <a:pt x="27856" y="17736"/>
                    <a:pt x="28160" y="16841"/>
                  </a:cubicBezTo>
                  <a:cubicBezTo>
                    <a:pt x="28493" y="15894"/>
                    <a:pt x="28818" y="14948"/>
                    <a:pt x="29160" y="14002"/>
                  </a:cubicBezTo>
                  <a:cubicBezTo>
                    <a:pt x="29503" y="13055"/>
                    <a:pt x="29836" y="12109"/>
                    <a:pt x="30179" y="11171"/>
                  </a:cubicBezTo>
                  <a:cubicBezTo>
                    <a:pt x="30419" y="10523"/>
                    <a:pt x="30660" y="9880"/>
                    <a:pt x="30903" y="9238"/>
                  </a:cubicBezTo>
                  <a:close/>
                  <a:moveTo>
                    <a:pt x="5751" y="373"/>
                  </a:moveTo>
                  <a:cubicBezTo>
                    <a:pt x="6073" y="381"/>
                    <a:pt x="6404" y="417"/>
                    <a:pt x="6717" y="470"/>
                  </a:cubicBezTo>
                  <a:lnTo>
                    <a:pt x="6717" y="470"/>
                  </a:lnTo>
                  <a:cubicBezTo>
                    <a:pt x="6935" y="557"/>
                    <a:pt x="7145" y="636"/>
                    <a:pt x="7355" y="724"/>
                  </a:cubicBezTo>
                  <a:cubicBezTo>
                    <a:pt x="7581" y="814"/>
                    <a:pt x="7797" y="904"/>
                    <a:pt x="8013" y="994"/>
                  </a:cubicBezTo>
                  <a:cubicBezTo>
                    <a:pt x="8013" y="994"/>
                    <a:pt x="8013" y="1003"/>
                    <a:pt x="8013" y="1003"/>
                  </a:cubicBezTo>
                  <a:cubicBezTo>
                    <a:pt x="8033" y="1009"/>
                    <a:pt x="8052" y="1011"/>
                    <a:pt x="8071" y="1011"/>
                  </a:cubicBezTo>
                  <a:cubicBezTo>
                    <a:pt x="8152" y="1011"/>
                    <a:pt x="8228" y="966"/>
                    <a:pt x="8257" y="886"/>
                  </a:cubicBezTo>
                  <a:lnTo>
                    <a:pt x="8257" y="877"/>
                  </a:lnTo>
                  <a:lnTo>
                    <a:pt x="8414" y="444"/>
                  </a:lnTo>
                  <a:lnTo>
                    <a:pt x="8414" y="444"/>
                  </a:lnTo>
                  <a:cubicBezTo>
                    <a:pt x="10263" y="1072"/>
                    <a:pt x="12104" y="1701"/>
                    <a:pt x="13945" y="2347"/>
                  </a:cubicBezTo>
                  <a:cubicBezTo>
                    <a:pt x="15847" y="3005"/>
                    <a:pt x="17749" y="3672"/>
                    <a:pt x="19641" y="4339"/>
                  </a:cubicBezTo>
                  <a:lnTo>
                    <a:pt x="22490" y="5348"/>
                  </a:lnTo>
                  <a:lnTo>
                    <a:pt x="25329" y="6367"/>
                  </a:lnTo>
                  <a:cubicBezTo>
                    <a:pt x="27160" y="7029"/>
                    <a:pt x="28991" y="7701"/>
                    <a:pt x="30814" y="8396"/>
                  </a:cubicBezTo>
                  <a:lnTo>
                    <a:pt x="30814" y="8396"/>
                  </a:lnTo>
                  <a:cubicBezTo>
                    <a:pt x="30764" y="8551"/>
                    <a:pt x="30714" y="8705"/>
                    <a:pt x="30664" y="8859"/>
                  </a:cubicBezTo>
                  <a:lnTo>
                    <a:pt x="30664" y="8859"/>
                  </a:lnTo>
                  <a:cubicBezTo>
                    <a:pt x="30645" y="8878"/>
                    <a:pt x="30630" y="8901"/>
                    <a:pt x="30620" y="8927"/>
                  </a:cubicBezTo>
                  <a:cubicBezTo>
                    <a:pt x="30610" y="8958"/>
                    <a:pt x="30607" y="8990"/>
                    <a:pt x="30611" y="9019"/>
                  </a:cubicBezTo>
                  <a:lnTo>
                    <a:pt x="30611" y="9019"/>
                  </a:lnTo>
                  <a:cubicBezTo>
                    <a:pt x="30384" y="9706"/>
                    <a:pt x="30151" y="10391"/>
                    <a:pt x="29917" y="11072"/>
                  </a:cubicBezTo>
                  <a:cubicBezTo>
                    <a:pt x="29602" y="12027"/>
                    <a:pt x="29259" y="12974"/>
                    <a:pt x="28926" y="13920"/>
                  </a:cubicBezTo>
                  <a:cubicBezTo>
                    <a:pt x="28592" y="14867"/>
                    <a:pt x="28250" y="15804"/>
                    <a:pt x="27907" y="16751"/>
                  </a:cubicBezTo>
                  <a:cubicBezTo>
                    <a:pt x="27557" y="17694"/>
                    <a:pt x="27216" y="18628"/>
                    <a:pt x="26847" y="19562"/>
                  </a:cubicBezTo>
                  <a:lnTo>
                    <a:pt x="26847" y="19562"/>
                  </a:lnTo>
                  <a:cubicBezTo>
                    <a:pt x="26846" y="19565"/>
                    <a:pt x="26845" y="19569"/>
                    <a:pt x="26844" y="19572"/>
                  </a:cubicBezTo>
                  <a:lnTo>
                    <a:pt x="26841" y="19578"/>
                  </a:lnTo>
                  <a:lnTo>
                    <a:pt x="26841" y="19578"/>
                  </a:lnTo>
                  <a:cubicBezTo>
                    <a:pt x="26840" y="19580"/>
                    <a:pt x="26838" y="19581"/>
                    <a:pt x="26835" y="19581"/>
                  </a:cubicBezTo>
                  <a:cubicBezTo>
                    <a:pt x="26832" y="19592"/>
                    <a:pt x="26830" y="19603"/>
                    <a:pt x="26829" y="19614"/>
                  </a:cubicBezTo>
                  <a:lnTo>
                    <a:pt x="26829" y="19614"/>
                  </a:lnTo>
                  <a:lnTo>
                    <a:pt x="26673" y="20051"/>
                  </a:lnTo>
                  <a:lnTo>
                    <a:pt x="26673" y="20051"/>
                  </a:lnTo>
                  <a:cubicBezTo>
                    <a:pt x="24831" y="19414"/>
                    <a:pt x="22989" y="18785"/>
                    <a:pt x="21147" y="18148"/>
                  </a:cubicBezTo>
                  <a:lnTo>
                    <a:pt x="15450" y="16147"/>
                  </a:lnTo>
                  <a:lnTo>
                    <a:pt x="9753" y="14137"/>
                  </a:lnTo>
                  <a:cubicBezTo>
                    <a:pt x="7921" y="13474"/>
                    <a:pt x="6090" y="12811"/>
                    <a:pt x="4274" y="12091"/>
                  </a:cubicBezTo>
                  <a:lnTo>
                    <a:pt x="4274" y="12091"/>
                  </a:lnTo>
                  <a:lnTo>
                    <a:pt x="4381" y="11793"/>
                  </a:lnTo>
                  <a:cubicBezTo>
                    <a:pt x="4417" y="11694"/>
                    <a:pt x="4363" y="11586"/>
                    <a:pt x="4264" y="11550"/>
                  </a:cubicBezTo>
                  <a:cubicBezTo>
                    <a:pt x="3813" y="11397"/>
                    <a:pt x="3371" y="11252"/>
                    <a:pt x="2921" y="11099"/>
                  </a:cubicBezTo>
                  <a:lnTo>
                    <a:pt x="2921" y="11099"/>
                  </a:lnTo>
                  <a:lnTo>
                    <a:pt x="2957" y="11108"/>
                  </a:lnTo>
                  <a:cubicBezTo>
                    <a:pt x="2398" y="10784"/>
                    <a:pt x="1884" y="10378"/>
                    <a:pt x="1460" y="9891"/>
                  </a:cubicBezTo>
                  <a:cubicBezTo>
                    <a:pt x="1046" y="9404"/>
                    <a:pt x="739" y="8828"/>
                    <a:pt x="595" y="8215"/>
                  </a:cubicBezTo>
                  <a:cubicBezTo>
                    <a:pt x="442" y="7602"/>
                    <a:pt x="451" y="6962"/>
                    <a:pt x="550" y="6331"/>
                  </a:cubicBezTo>
                  <a:cubicBezTo>
                    <a:pt x="604" y="6015"/>
                    <a:pt x="685" y="5700"/>
                    <a:pt x="766" y="5393"/>
                  </a:cubicBezTo>
                  <a:cubicBezTo>
                    <a:pt x="856" y="5078"/>
                    <a:pt x="956" y="4771"/>
                    <a:pt x="1055" y="4465"/>
                  </a:cubicBezTo>
                  <a:cubicBezTo>
                    <a:pt x="1514" y="3266"/>
                    <a:pt x="2010" y="2022"/>
                    <a:pt x="3029" y="1211"/>
                  </a:cubicBezTo>
                  <a:cubicBezTo>
                    <a:pt x="3534" y="814"/>
                    <a:pt x="4147" y="562"/>
                    <a:pt x="4787" y="454"/>
                  </a:cubicBezTo>
                  <a:cubicBezTo>
                    <a:pt x="5102" y="391"/>
                    <a:pt x="5426" y="373"/>
                    <a:pt x="5751" y="373"/>
                  </a:cubicBezTo>
                  <a:close/>
                  <a:moveTo>
                    <a:pt x="8302" y="1"/>
                  </a:moveTo>
                  <a:cubicBezTo>
                    <a:pt x="8223" y="1"/>
                    <a:pt x="8150" y="51"/>
                    <a:pt x="8122" y="129"/>
                  </a:cubicBezTo>
                  <a:lnTo>
                    <a:pt x="8113" y="129"/>
                  </a:lnTo>
                  <a:lnTo>
                    <a:pt x="7956" y="581"/>
                  </a:lnTo>
                  <a:lnTo>
                    <a:pt x="7956" y="581"/>
                  </a:lnTo>
                  <a:cubicBezTo>
                    <a:pt x="7792" y="532"/>
                    <a:pt x="7628" y="479"/>
                    <a:pt x="7464" y="427"/>
                  </a:cubicBezTo>
                  <a:cubicBezTo>
                    <a:pt x="7238" y="363"/>
                    <a:pt x="7013" y="291"/>
                    <a:pt x="6788" y="219"/>
                  </a:cubicBezTo>
                  <a:lnTo>
                    <a:pt x="6779" y="219"/>
                  </a:lnTo>
                  <a:cubicBezTo>
                    <a:pt x="6779" y="210"/>
                    <a:pt x="6770" y="210"/>
                    <a:pt x="6761" y="210"/>
                  </a:cubicBezTo>
                  <a:cubicBezTo>
                    <a:pt x="6451" y="177"/>
                    <a:pt x="6140" y="157"/>
                    <a:pt x="5828" y="157"/>
                  </a:cubicBezTo>
                  <a:cubicBezTo>
                    <a:pt x="5468" y="157"/>
                    <a:pt x="5108" y="183"/>
                    <a:pt x="4750" y="246"/>
                  </a:cubicBezTo>
                  <a:cubicBezTo>
                    <a:pt x="4083" y="363"/>
                    <a:pt x="3434" y="616"/>
                    <a:pt x="2876" y="994"/>
                  </a:cubicBezTo>
                  <a:cubicBezTo>
                    <a:pt x="2299" y="1373"/>
                    <a:pt x="1821" y="1887"/>
                    <a:pt x="1442" y="2464"/>
                  </a:cubicBezTo>
                  <a:cubicBezTo>
                    <a:pt x="1253" y="2752"/>
                    <a:pt x="1100" y="3050"/>
                    <a:pt x="956" y="3347"/>
                  </a:cubicBezTo>
                  <a:cubicBezTo>
                    <a:pt x="802" y="3654"/>
                    <a:pt x="676" y="3969"/>
                    <a:pt x="568" y="4294"/>
                  </a:cubicBezTo>
                  <a:cubicBezTo>
                    <a:pt x="343" y="4934"/>
                    <a:pt x="171" y="5583"/>
                    <a:pt x="81" y="6268"/>
                  </a:cubicBezTo>
                  <a:cubicBezTo>
                    <a:pt x="0" y="6944"/>
                    <a:pt x="27" y="7647"/>
                    <a:pt x="225" y="8314"/>
                  </a:cubicBezTo>
                  <a:cubicBezTo>
                    <a:pt x="406" y="8981"/>
                    <a:pt x="766" y="9594"/>
                    <a:pt x="1208" y="10108"/>
                  </a:cubicBezTo>
                  <a:cubicBezTo>
                    <a:pt x="1659" y="10630"/>
                    <a:pt x="2209" y="11045"/>
                    <a:pt x="2776" y="11397"/>
                  </a:cubicBezTo>
                  <a:cubicBezTo>
                    <a:pt x="2785" y="11406"/>
                    <a:pt x="2794" y="11415"/>
                    <a:pt x="2803" y="11415"/>
                  </a:cubicBezTo>
                  <a:lnTo>
                    <a:pt x="2812" y="11415"/>
                  </a:lnTo>
                  <a:cubicBezTo>
                    <a:pt x="3194" y="11555"/>
                    <a:pt x="3575" y="11695"/>
                    <a:pt x="3957" y="11841"/>
                  </a:cubicBezTo>
                  <a:lnTo>
                    <a:pt x="3957" y="11841"/>
                  </a:lnTo>
                  <a:lnTo>
                    <a:pt x="3849" y="12136"/>
                  </a:lnTo>
                  <a:lnTo>
                    <a:pt x="3840" y="12154"/>
                  </a:lnTo>
                  <a:cubicBezTo>
                    <a:pt x="3813" y="12253"/>
                    <a:pt x="3867" y="12361"/>
                    <a:pt x="3966" y="12388"/>
                  </a:cubicBezTo>
                  <a:cubicBezTo>
                    <a:pt x="5886" y="12992"/>
                    <a:pt x="7788" y="13650"/>
                    <a:pt x="9690" y="14317"/>
                  </a:cubicBezTo>
                  <a:lnTo>
                    <a:pt x="15378" y="16345"/>
                  </a:lnTo>
                  <a:lnTo>
                    <a:pt x="21057" y="18400"/>
                  </a:lnTo>
                  <a:cubicBezTo>
                    <a:pt x="22950" y="19076"/>
                    <a:pt x="24833" y="19779"/>
                    <a:pt x="26726" y="20473"/>
                  </a:cubicBezTo>
                  <a:cubicBezTo>
                    <a:pt x="26747" y="20481"/>
                    <a:pt x="26769" y="20485"/>
                    <a:pt x="26791" y="20485"/>
                  </a:cubicBezTo>
                  <a:cubicBezTo>
                    <a:pt x="26871" y="20485"/>
                    <a:pt x="26950" y="20435"/>
                    <a:pt x="26979" y="20356"/>
                  </a:cubicBezTo>
                  <a:lnTo>
                    <a:pt x="27142" y="19880"/>
                  </a:lnTo>
                  <a:lnTo>
                    <a:pt x="27142" y="19880"/>
                  </a:lnTo>
                  <a:lnTo>
                    <a:pt x="27817" y="20122"/>
                  </a:lnTo>
                  <a:lnTo>
                    <a:pt x="27835" y="20131"/>
                  </a:lnTo>
                  <a:cubicBezTo>
                    <a:pt x="27852" y="20136"/>
                    <a:pt x="27869" y="20138"/>
                    <a:pt x="27886" y="20138"/>
                  </a:cubicBezTo>
                  <a:cubicBezTo>
                    <a:pt x="27967" y="20138"/>
                    <a:pt x="28040" y="20087"/>
                    <a:pt x="28069" y="20005"/>
                  </a:cubicBezTo>
                  <a:cubicBezTo>
                    <a:pt x="28358" y="19112"/>
                    <a:pt x="28655" y="18220"/>
                    <a:pt x="28962" y="17328"/>
                  </a:cubicBezTo>
                  <a:lnTo>
                    <a:pt x="29890" y="14660"/>
                  </a:lnTo>
                  <a:cubicBezTo>
                    <a:pt x="30215" y="13776"/>
                    <a:pt x="30530" y="12893"/>
                    <a:pt x="30855" y="12009"/>
                  </a:cubicBezTo>
                  <a:cubicBezTo>
                    <a:pt x="31179" y="11126"/>
                    <a:pt x="31504" y="10243"/>
                    <a:pt x="31846" y="9368"/>
                  </a:cubicBezTo>
                  <a:cubicBezTo>
                    <a:pt x="31846" y="9368"/>
                    <a:pt x="31846" y="9359"/>
                    <a:pt x="31846" y="9359"/>
                  </a:cubicBezTo>
                  <a:cubicBezTo>
                    <a:pt x="31882" y="9260"/>
                    <a:pt x="31837" y="9152"/>
                    <a:pt x="31738" y="9116"/>
                  </a:cubicBezTo>
                  <a:lnTo>
                    <a:pt x="31729" y="9116"/>
                  </a:lnTo>
                  <a:lnTo>
                    <a:pt x="31043" y="8870"/>
                  </a:lnTo>
                  <a:lnTo>
                    <a:pt x="31043" y="8870"/>
                  </a:lnTo>
                  <a:cubicBezTo>
                    <a:pt x="31109" y="8697"/>
                    <a:pt x="31176" y="8523"/>
                    <a:pt x="31242" y="8350"/>
                  </a:cubicBezTo>
                  <a:cubicBezTo>
                    <a:pt x="31242" y="8350"/>
                    <a:pt x="31242" y="8341"/>
                    <a:pt x="31242" y="8341"/>
                  </a:cubicBezTo>
                  <a:cubicBezTo>
                    <a:pt x="31278" y="8242"/>
                    <a:pt x="31224" y="8133"/>
                    <a:pt x="31125" y="8097"/>
                  </a:cubicBezTo>
                  <a:cubicBezTo>
                    <a:pt x="29214" y="7466"/>
                    <a:pt x="27303" y="6817"/>
                    <a:pt x="25410" y="6150"/>
                  </a:cubicBezTo>
                  <a:lnTo>
                    <a:pt x="22562" y="5150"/>
                  </a:lnTo>
                  <a:lnTo>
                    <a:pt x="19714" y="4131"/>
                  </a:lnTo>
                  <a:cubicBezTo>
                    <a:pt x="17821" y="3455"/>
                    <a:pt x="15928" y="2779"/>
                    <a:pt x="14035" y="2085"/>
                  </a:cubicBezTo>
                  <a:cubicBezTo>
                    <a:pt x="12142" y="1409"/>
                    <a:pt x="10258" y="706"/>
                    <a:pt x="8365" y="12"/>
                  </a:cubicBezTo>
                  <a:cubicBezTo>
                    <a:pt x="8344" y="4"/>
                    <a:pt x="8323" y="1"/>
                    <a:pt x="83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6" name="Google Shape;8596;p297"/>
            <p:cNvSpPr/>
            <p:nvPr/>
          </p:nvSpPr>
          <p:spPr>
            <a:xfrm>
              <a:off x="5385438" y="842193"/>
              <a:ext cx="146402" cy="383398"/>
            </a:xfrm>
            <a:custGeom>
              <a:avLst/>
              <a:gdLst/>
              <a:ahLst/>
              <a:cxnLst/>
              <a:rect l="l" t="t" r="r" b="b"/>
              <a:pathLst>
                <a:path w="4318" h="11308" extrusionOk="0">
                  <a:moveTo>
                    <a:pt x="4098" y="1"/>
                  </a:moveTo>
                  <a:cubicBezTo>
                    <a:pt x="4017" y="1"/>
                    <a:pt x="3941" y="57"/>
                    <a:pt x="3912" y="137"/>
                  </a:cubicBezTo>
                  <a:cubicBezTo>
                    <a:pt x="3624" y="1057"/>
                    <a:pt x="3299" y="1967"/>
                    <a:pt x="2984" y="2877"/>
                  </a:cubicBezTo>
                  <a:lnTo>
                    <a:pt x="2001" y="5609"/>
                  </a:lnTo>
                  <a:lnTo>
                    <a:pt x="1028" y="8331"/>
                  </a:lnTo>
                  <a:cubicBezTo>
                    <a:pt x="703" y="9241"/>
                    <a:pt x="361" y="10143"/>
                    <a:pt x="36" y="11053"/>
                  </a:cubicBezTo>
                  <a:cubicBezTo>
                    <a:pt x="0" y="11152"/>
                    <a:pt x="54" y="11269"/>
                    <a:pt x="154" y="11296"/>
                  </a:cubicBezTo>
                  <a:cubicBezTo>
                    <a:pt x="174" y="11304"/>
                    <a:pt x="196" y="11308"/>
                    <a:pt x="217" y="11308"/>
                  </a:cubicBezTo>
                  <a:cubicBezTo>
                    <a:pt x="295" y="11308"/>
                    <a:pt x="368" y="11257"/>
                    <a:pt x="397" y="11179"/>
                  </a:cubicBezTo>
                  <a:cubicBezTo>
                    <a:pt x="712" y="10269"/>
                    <a:pt x="1028" y="9358"/>
                    <a:pt x="1343" y="8448"/>
                  </a:cubicBezTo>
                  <a:lnTo>
                    <a:pt x="2308" y="5717"/>
                  </a:lnTo>
                  <a:lnTo>
                    <a:pt x="3272" y="2985"/>
                  </a:lnTo>
                  <a:cubicBezTo>
                    <a:pt x="3597" y="2075"/>
                    <a:pt x="3921" y="1165"/>
                    <a:pt x="4273" y="263"/>
                  </a:cubicBezTo>
                  <a:cubicBezTo>
                    <a:pt x="4282" y="263"/>
                    <a:pt x="4282" y="254"/>
                    <a:pt x="4282" y="254"/>
                  </a:cubicBezTo>
                  <a:cubicBezTo>
                    <a:pt x="4318" y="155"/>
                    <a:pt x="4255" y="47"/>
                    <a:pt x="4156" y="11"/>
                  </a:cubicBezTo>
                  <a:cubicBezTo>
                    <a:pt x="4136" y="4"/>
                    <a:pt x="4117" y="1"/>
                    <a:pt x="40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97" name="Google Shape;8597;p297"/>
          <p:cNvGrpSpPr/>
          <p:nvPr/>
        </p:nvGrpSpPr>
        <p:grpSpPr>
          <a:xfrm flipH="1">
            <a:off x="719922" y="934457"/>
            <a:ext cx="3253287" cy="176025"/>
            <a:chOff x="4345425" y="2175475"/>
            <a:chExt cx="800750" cy="176025"/>
          </a:xfrm>
        </p:grpSpPr>
        <p:sp>
          <p:nvSpPr>
            <p:cNvPr id="8598" name="Google Shape;8598;p297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9" name="Google Shape;8599;p297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00" name="Google Shape;8600;p297"/>
          <p:cNvGrpSpPr/>
          <p:nvPr/>
        </p:nvGrpSpPr>
        <p:grpSpPr>
          <a:xfrm flipH="1">
            <a:off x="719986" y="1396579"/>
            <a:ext cx="2997127" cy="176025"/>
            <a:chOff x="4345425" y="2175475"/>
            <a:chExt cx="800750" cy="176025"/>
          </a:xfrm>
        </p:grpSpPr>
        <p:sp>
          <p:nvSpPr>
            <p:cNvPr id="8601" name="Google Shape;8601;p297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2" name="Google Shape;8602;p297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7" name="Google Shape;8607;p298"/>
          <p:cNvSpPr txBox="1">
            <a:spLocks noGrp="1"/>
          </p:cNvSpPr>
          <p:nvPr>
            <p:ph type="title"/>
          </p:nvPr>
        </p:nvSpPr>
        <p:spPr>
          <a:xfrm>
            <a:off x="1378050" y="2344774"/>
            <a:ext cx="6387900" cy="94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dirty="0"/>
              <a:t>Tuple Challenge Activity</a:t>
            </a:r>
            <a:endParaRPr dirty="0"/>
          </a:p>
        </p:txBody>
      </p:sp>
      <p:grpSp>
        <p:nvGrpSpPr>
          <p:cNvPr id="8612" name="Google Shape;8612;p298"/>
          <p:cNvGrpSpPr/>
          <p:nvPr/>
        </p:nvGrpSpPr>
        <p:grpSpPr>
          <a:xfrm>
            <a:off x="1541738" y="3108974"/>
            <a:ext cx="6053350" cy="176025"/>
            <a:chOff x="4345425" y="2175475"/>
            <a:chExt cx="800750" cy="176025"/>
          </a:xfrm>
        </p:grpSpPr>
        <p:sp>
          <p:nvSpPr>
            <p:cNvPr id="8613" name="Google Shape;8613;p29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4" name="Google Shape;8614;p29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5" name="Google Shape;8615;p298"/>
          <p:cNvGrpSpPr/>
          <p:nvPr/>
        </p:nvGrpSpPr>
        <p:grpSpPr>
          <a:xfrm rot="372491" flipH="1">
            <a:off x="1097518" y="3478413"/>
            <a:ext cx="595061" cy="675849"/>
            <a:chOff x="5464100" y="4208075"/>
            <a:chExt cx="494625" cy="579650"/>
          </a:xfrm>
        </p:grpSpPr>
        <p:sp>
          <p:nvSpPr>
            <p:cNvPr id="8616" name="Google Shape;8616;p298"/>
            <p:cNvSpPr/>
            <p:nvPr/>
          </p:nvSpPr>
          <p:spPr>
            <a:xfrm>
              <a:off x="5594650" y="4504850"/>
              <a:ext cx="341250" cy="255800"/>
            </a:xfrm>
            <a:custGeom>
              <a:avLst/>
              <a:gdLst/>
              <a:ahLst/>
              <a:cxnLst/>
              <a:rect l="l" t="t" r="r" b="b"/>
              <a:pathLst>
                <a:path w="13650" h="10232" extrusionOk="0">
                  <a:moveTo>
                    <a:pt x="11619" y="0"/>
                  </a:moveTo>
                  <a:cubicBezTo>
                    <a:pt x="11538" y="0"/>
                    <a:pt x="11454" y="19"/>
                    <a:pt x="11367" y="60"/>
                  </a:cubicBezTo>
                  <a:cubicBezTo>
                    <a:pt x="10774" y="356"/>
                    <a:pt x="10157" y="653"/>
                    <a:pt x="9587" y="973"/>
                  </a:cubicBezTo>
                  <a:cubicBezTo>
                    <a:pt x="8423" y="1657"/>
                    <a:pt x="7327" y="2388"/>
                    <a:pt x="6254" y="3209"/>
                  </a:cubicBezTo>
                  <a:cubicBezTo>
                    <a:pt x="4177" y="4784"/>
                    <a:pt x="2100" y="6359"/>
                    <a:pt x="0" y="7934"/>
                  </a:cubicBezTo>
                  <a:cubicBezTo>
                    <a:pt x="584" y="8864"/>
                    <a:pt x="1080" y="10231"/>
                    <a:pt x="2001" y="10231"/>
                  </a:cubicBezTo>
                  <a:cubicBezTo>
                    <a:pt x="2232" y="10231"/>
                    <a:pt x="2491" y="10145"/>
                    <a:pt x="2785" y="9943"/>
                  </a:cubicBezTo>
                  <a:cubicBezTo>
                    <a:pt x="3972" y="9121"/>
                    <a:pt x="5159" y="8300"/>
                    <a:pt x="6323" y="7478"/>
                  </a:cubicBezTo>
                  <a:cubicBezTo>
                    <a:pt x="7281" y="6816"/>
                    <a:pt x="13650" y="2867"/>
                    <a:pt x="13011" y="1726"/>
                  </a:cubicBezTo>
                  <a:cubicBezTo>
                    <a:pt x="12806" y="1338"/>
                    <a:pt x="12310" y="0"/>
                    <a:pt x="11619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7" name="Google Shape;8617;p298"/>
            <p:cNvSpPr/>
            <p:nvPr/>
          </p:nvSpPr>
          <p:spPr>
            <a:xfrm>
              <a:off x="5518750" y="4363750"/>
              <a:ext cx="340700" cy="255675"/>
            </a:xfrm>
            <a:custGeom>
              <a:avLst/>
              <a:gdLst/>
              <a:ahLst/>
              <a:cxnLst/>
              <a:rect l="l" t="t" r="r" b="b"/>
              <a:pathLst>
                <a:path w="13628" h="10227" extrusionOk="0">
                  <a:moveTo>
                    <a:pt x="11606" y="0"/>
                  </a:moveTo>
                  <a:cubicBezTo>
                    <a:pt x="11522" y="0"/>
                    <a:pt x="11435" y="21"/>
                    <a:pt x="11345" y="66"/>
                  </a:cubicBezTo>
                  <a:cubicBezTo>
                    <a:pt x="10751" y="362"/>
                    <a:pt x="10158" y="659"/>
                    <a:pt x="9587" y="979"/>
                  </a:cubicBezTo>
                  <a:cubicBezTo>
                    <a:pt x="8423" y="1664"/>
                    <a:pt x="7304" y="2394"/>
                    <a:pt x="6232" y="3216"/>
                  </a:cubicBezTo>
                  <a:cubicBezTo>
                    <a:pt x="4155" y="4791"/>
                    <a:pt x="2077" y="6343"/>
                    <a:pt x="0" y="7940"/>
                  </a:cubicBezTo>
                  <a:cubicBezTo>
                    <a:pt x="563" y="8867"/>
                    <a:pt x="1054" y="10226"/>
                    <a:pt x="1967" y="10226"/>
                  </a:cubicBezTo>
                  <a:cubicBezTo>
                    <a:pt x="2201" y="10226"/>
                    <a:pt x="2464" y="10136"/>
                    <a:pt x="2762" y="9926"/>
                  </a:cubicBezTo>
                  <a:cubicBezTo>
                    <a:pt x="3949" y="9127"/>
                    <a:pt x="5136" y="8306"/>
                    <a:pt x="6323" y="7484"/>
                  </a:cubicBezTo>
                  <a:cubicBezTo>
                    <a:pt x="7282" y="6822"/>
                    <a:pt x="13627" y="2873"/>
                    <a:pt x="13011" y="1732"/>
                  </a:cubicBezTo>
                  <a:cubicBezTo>
                    <a:pt x="12787" y="1346"/>
                    <a:pt x="12292" y="0"/>
                    <a:pt x="11606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8" name="Google Shape;8618;p298"/>
            <p:cNvSpPr/>
            <p:nvPr/>
          </p:nvSpPr>
          <p:spPr>
            <a:xfrm>
              <a:off x="5475950" y="4235275"/>
              <a:ext cx="281925" cy="269375"/>
            </a:xfrm>
            <a:custGeom>
              <a:avLst/>
              <a:gdLst/>
              <a:ahLst/>
              <a:cxnLst/>
              <a:rect l="l" t="t" r="r" b="b"/>
              <a:pathLst>
                <a:path w="11277" h="10775" extrusionOk="0">
                  <a:moveTo>
                    <a:pt x="1210" y="1"/>
                  </a:moveTo>
                  <a:cubicBezTo>
                    <a:pt x="1233" y="23"/>
                    <a:pt x="1233" y="46"/>
                    <a:pt x="1233" y="92"/>
                  </a:cubicBezTo>
                  <a:cubicBezTo>
                    <a:pt x="1005" y="3653"/>
                    <a:pt x="503" y="7213"/>
                    <a:pt x="0" y="10774"/>
                  </a:cubicBezTo>
                  <a:cubicBezTo>
                    <a:pt x="3607" y="7989"/>
                    <a:pt x="7396" y="5456"/>
                    <a:pt x="11276" y="3082"/>
                  </a:cubicBezTo>
                  <a:cubicBezTo>
                    <a:pt x="7967" y="1918"/>
                    <a:pt x="4634" y="868"/>
                    <a:pt x="1210" y="1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9" name="Google Shape;8619;p298"/>
            <p:cNvSpPr/>
            <p:nvPr/>
          </p:nvSpPr>
          <p:spPr>
            <a:xfrm>
              <a:off x="5717000" y="4421125"/>
              <a:ext cx="42000" cy="94525"/>
            </a:xfrm>
            <a:custGeom>
              <a:avLst/>
              <a:gdLst/>
              <a:ahLst/>
              <a:cxnLst/>
              <a:rect l="l" t="t" r="r" b="b"/>
              <a:pathLst>
                <a:path w="1680" h="3781" extrusionOk="0">
                  <a:moveTo>
                    <a:pt x="1497" y="0"/>
                  </a:moveTo>
                  <a:cubicBezTo>
                    <a:pt x="1449" y="0"/>
                    <a:pt x="1398" y="23"/>
                    <a:pt x="1360" y="76"/>
                  </a:cubicBezTo>
                  <a:cubicBezTo>
                    <a:pt x="676" y="1103"/>
                    <a:pt x="265" y="2404"/>
                    <a:pt x="14" y="3614"/>
                  </a:cubicBezTo>
                  <a:cubicBezTo>
                    <a:pt x="0" y="3720"/>
                    <a:pt x="80" y="3780"/>
                    <a:pt x="162" y="3780"/>
                  </a:cubicBezTo>
                  <a:cubicBezTo>
                    <a:pt x="221" y="3780"/>
                    <a:pt x="282" y="3749"/>
                    <a:pt x="310" y="3683"/>
                  </a:cubicBezTo>
                  <a:cubicBezTo>
                    <a:pt x="698" y="2496"/>
                    <a:pt x="1201" y="1377"/>
                    <a:pt x="1634" y="213"/>
                  </a:cubicBezTo>
                  <a:cubicBezTo>
                    <a:pt x="1680" y="91"/>
                    <a:pt x="1594" y="0"/>
                    <a:pt x="1497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0" name="Google Shape;8620;p298"/>
            <p:cNvSpPr/>
            <p:nvPr/>
          </p:nvSpPr>
          <p:spPr>
            <a:xfrm>
              <a:off x="5750000" y="4392700"/>
              <a:ext cx="46925" cy="98950"/>
            </a:xfrm>
            <a:custGeom>
              <a:avLst/>
              <a:gdLst/>
              <a:ahLst/>
              <a:cxnLst/>
              <a:rect l="l" t="t" r="r" b="b"/>
              <a:pathLst>
                <a:path w="1877" h="3958" extrusionOk="0">
                  <a:moveTo>
                    <a:pt x="1669" y="1"/>
                  </a:moveTo>
                  <a:cubicBezTo>
                    <a:pt x="1627" y="1"/>
                    <a:pt x="1584" y="22"/>
                    <a:pt x="1547" y="72"/>
                  </a:cubicBezTo>
                  <a:cubicBezTo>
                    <a:pt x="771" y="1122"/>
                    <a:pt x="360" y="2446"/>
                    <a:pt x="40" y="3701"/>
                  </a:cubicBezTo>
                  <a:cubicBezTo>
                    <a:pt x="0" y="3860"/>
                    <a:pt x="130" y="3958"/>
                    <a:pt x="259" y="3958"/>
                  </a:cubicBezTo>
                  <a:cubicBezTo>
                    <a:pt x="353" y="3958"/>
                    <a:pt x="445" y="3907"/>
                    <a:pt x="474" y="3792"/>
                  </a:cubicBezTo>
                  <a:cubicBezTo>
                    <a:pt x="816" y="2560"/>
                    <a:pt x="1410" y="1464"/>
                    <a:pt x="1843" y="277"/>
                  </a:cubicBezTo>
                  <a:cubicBezTo>
                    <a:pt x="1877" y="145"/>
                    <a:pt x="1778" y="1"/>
                    <a:pt x="1669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1" name="Google Shape;8621;p298"/>
            <p:cNvSpPr/>
            <p:nvPr/>
          </p:nvSpPr>
          <p:spPr>
            <a:xfrm>
              <a:off x="5795175" y="4403700"/>
              <a:ext cx="30450" cy="52625"/>
            </a:xfrm>
            <a:custGeom>
              <a:avLst/>
              <a:gdLst/>
              <a:ahLst/>
              <a:cxnLst/>
              <a:rect l="l" t="t" r="r" b="b"/>
              <a:pathLst>
                <a:path w="1218" h="2105" extrusionOk="0">
                  <a:moveTo>
                    <a:pt x="977" y="1"/>
                  </a:moveTo>
                  <a:cubicBezTo>
                    <a:pt x="935" y="1"/>
                    <a:pt x="893" y="14"/>
                    <a:pt x="858" y="43"/>
                  </a:cubicBezTo>
                  <a:cubicBezTo>
                    <a:pt x="356" y="522"/>
                    <a:pt x="105" y="1138"/>
                    <a:pt x="14" y="1800"/>
                  </a:cubicBezTo>
                  <a:cubicBezTo>
                    <a:pt x="0" y="1988"/>
                    <a:pt x="160" y="2104"/>
                    <a:pt x="303" y="2104"/>
                  </a:cubicBezTo>
                  <a:cubicBezTo>
                    <a:pt x="404" y="2104"/>
                    <a:pt x="497" y="2046"/>
                    <a:pt x="516" y="1914"/>
                  </a:cubicBezTo>
                  <a:cubicBezTo>
                    <a:pt x="607" y="1321"/>
                    <a:pt x="835" y="773"/>
                    <a:pt x="1132" y="248"/>
                  </a:cubicBezTo>
                  <a:cubicBezTo>
                    <a:pt x="1217" y="112"/>
                    <a:pt x="1099" y="1"/>
                    <a:pt x="97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2" name="Google Shape;8622;p298"/>
            <p:cNvSpPr/>
            <p:nvPr/>
          </p:nvSpPr>
          <p:spPr>
            <a:xfrm>
              <a:off x="5783525" y="4580275"/>
              <a:ext cx="38225" cy="81675"/>
            </a:xfrm>
            <a:custGeom>
              <a:avLst/>
              <a:gdLst/>
              <a:ahLst/>
              <a:cxnLst/>
              <a:rect l="l" t="t" r="r" b="b"/>
              <a:pathLst>
                <a:path w="1529" h="3267" extrusionOk="0">
                  <a:moveTo>
                    <a:pt x="1258" y="1"/>
                  </a:moveTo>
                  <a:cubicBezTo>
                    <a:pt x="1191" y="1"/>
                    <a:pt x="1127" y="31"/>
                    <a:pt x="1096" y="101"/>
                  </a:cubicBezTo>
                  <a:cubicBezTo>
                    <a:pt x="845" y="649"/>
                    <a:pt x="617" y="1197"/>
                    <a:pt x="411" y="1745"/>
                  </a:cubicBezTo>
                  <a:cubicBezTo>
                    <a:pt x="251" y="2201"/>
                    <a:pt x="0" y="2680"/>
                    <a:pt x="23" y="3160"/>
                  </a:cubicBezTo>
                  <a:cubicBezTo>
                    <a:pt x="23" y="3231"/>
                    <a:pt x="77" y="3267"/>
                    <a:pt x="133" y="3267"/>
                  </a:cubicBezTo>
                  <a:cubicBezTo>
                    <a:pt x="168" y="3267"/>
                    <a:pt x="203" y="3254"/>
                    <a:pt x="229" y="3228"/>
                  </a:cubicBezTo>
                  <a:cubicBezTo>
                    <a:pt x="594" y="2863"/>
                    <a:pt x="754" y="2270"/>
                    <a:pt x="936" y="1790"/>
                  </a:cubicBezTo>
                  <a:cubicBezTo>
                    <a:pt x="1142" y="1288"/>
                    <a:pt x="1324" y="763"/>
                    <a:pt x="1484" y="261"/>
                  </a:cubicBezTo>
                  <a:cubicBezTo>
                    <a:pt x="1529" y="111"/>
                    <a:pt x="1387" y="1"/>
                    <a:pt x="125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3" name="Google Shape;8623;p298"/>
            <p:cNvSpPr/>
            <p:nvPr/>
          </p:nvSpPr>
          <p:spPr>
            <a:xfrm>
              <a:off x="5824600" y="4544075"/>
              <a:ext cx="49675" cy="96575"/>
            </a:xfrm>
            <a:custGeom>
              <a:avLst/>
              <a:gdLst/>
              <a:ahLst/>
              <a:cxnLst/>
              <a:rect l="l" t="t" r="r" b="b"/>
              <a:pathLst>
                <a:path w="1987" h="3863" extrusionOk="0">
                  <a:moveTo>
                    <a:pt x="1601" y="1"/>
                  </a:moveTo>
                  <a:cubicBezTo>
                    <a:pt x="1166" y="1"/>
                    <a:pt x="939" y="623"/>
                    <a:pt x="800" y="1001"/>
                  </a:cubicBezTo>
                  <a:cubicBezTo>
                    <a:pt x="457" y="1846"/>
                    <a:pt x="115" y="2759"/>
                    <a:pt x="1" y="3672"/>
                  </a:cubicBezTo>
                  <a:cubicBezTo>
                    <a:pt x="1" y="3777"/>
                    <a:pt x="100" y="3863"/>
                    <a:pt x="188" y="3863"/>
                  </a:cubicBezTo>
                  <a:cubicBezTo>
                    <a:pt x="233" y="3863"/>
                    <a:pt x="274" y="3840"/>
                    <a:pt x="297" y="3786"/>
                  </a:cubicBezTo>
                  <a:cubicBezTo>
                    <a:pt x="526" y="3215"/>
                    <a:pt x="708" y="2645"/>
                    <a:pt x="914" y="2074"/>
                  </a:cubicBezTo>
                  <a:cubicBezTo>
                    <a:pt x="1028" y="1823"/>
                    <a:pt x="1439" y="385"/>
                    <a:pt x="1735" y="362"/>
                  </a:cubicBezTo>
                  <a:cubicBezTo>
                    <a:pt x="1918" y="362"/>
                    <a:pt x="1987" y="111"/>
                    <a:pt x="1804" y="43"/>
                  </a:cubicBezTo>
                  <a:cubicBezTo>
                    <a:pt x="1731" y="14"/>
                    <a:pt x="1664" y="1"/>
                    <a:pt x="1601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4" name="Google Shape;8624;p298"/>
            <p:cNvSpPr/>
            <p:nvPr/>
          </p:nvSpPr>
          <p:spPr>
            <a:xfrm>
              <a:off x="5876375" y="4540750"/>
              <a:ext cx="23725" cy="54675"/>
            </a:xfrm>
            <a:custGeom>
              <a:avLst/>
              <a:gdLst/>
              <a:ahLst/>
              <a:cxnLst/>
              <a:rect l="l" t="t" r="r" b="b"/>
              <a:pathLst>
                <a:path w="949" h="2187" extrusionOk="0">
                  <a:moveTo>
                    <a:pt x="772" y="1"/>
                  </a:moveTo>
                  <a:cubicBezTo>
                    <a:pt x="721" y="1"/>
                    <a:pt x="671" y="26"/>
                    <a:pt x="646" y="84"/>
                  </a:cubicBezTo>
                  <a:cubicBezTo>
                    <a:pt x="372" y="701"/>
                    <a:pt x="167" y="1317"/>
                    <a:pt x="30" y="2002"/>
                  </a:cubicBezTo>
                  <a:cubicBezTo>
                    <a:pt x="1" y="2103"/>
                    <a:pt x="101" y="2187"/>
                    <a:pt x="195" y="2187"/>
                  </a:cubicBezTo>
                  <a:cubicBezTo>
                    <a:pt x="249" y="2187"/>
                    <a:pt x="302" y="2159"/>
                    <a:pt x="326" y="2093"/>
                  </a:cubicBezTo>
                  <a:cubicBezTo>
                    <a:pt x="577" y="1477"/>
                    <a:pt x="783" y="838"/>
                    <a:pt x="920" y="176"/>
                  </a:cubicBezTo>
                  <a:cubicBezTo>
                    <a:pt x="949" y="75"/>
                    <a:pt x="859" y="1"/>
                    <a:pt x="772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5" name="Google Shape;8625;p298"/>
            <p:cNvSpPr/>
            <p:nvPr/>
          </p:nvSpPr>
          <p:spPr>
            <a:xfrm>
              <a:off x="5464100" y="4208075"/>
              <a:ext cx="334850" cy="317675"/>
            </a:xfrm>
            <a:custGeom>
              <a:avLst/>
              <a:gdLst/>
              <a:ahLst/>
              <a:cxnLst/>
              <a:rect l="l" t="t" r="r" b="b"/>
              <a:pathLst>
                <a:path w="13394" h="12707" extrusionOk="0">
                  <a:moveTo>
                    <a:pt x="2027" y="792"/>
                  </a:moveTo>
                  <a:cubicBezTo>
                    <a:pt x="5450" y="1682"/>
                    <a:pt x="8783" y="2732"/>
                    <a:pt x="12115" y="3896"/>
                  </a:cubicBezTo>
                  <a:cubicBezTo>
                    <a:pt x="8212" y="6270"/>
                    <a:pt x="4423" y="8804"/>
                    <a:pt x="817" y="11588"/>
                  </a:cubicBezTo>
                  <a:cubicBezTo>
                    <a:pt x="1319" y="8027"/>
                    <a:pt x="1821" y="4467"/>
                    <a:pt x="2049" y="906"/>
                  </a:cubicBezTo>
                  <a:cubicBezTo>
                    <a:pt x="2049" y="860"/>
                    <a:pt x="2049" y="838"/>
                    <a:pt x="2027" y="792"/>
                  </a:cubicBezTo>
                  <a:close/>
                  <a:moveTo>
                    <a:pt x="1919" y="0"/>
                  </a:moveTo>
                  <a:cubicBezTo>
                    <a:pt x="1586" y="0"/>
                    <a:pt x="1459" y="471"/>
                    <a:pt x="1707" y="678"/>
                  </a:cubicBezTo>
                  <a:cubicBezTo>
                    <a:pt x="1616" y="701"/>
                    <a:pt x="1547" y="769"/>
                    <a:pt x="1547" y="860"/>
                  </a:cubicBezTo>
                  <a:cubicBezTo>
                    <a:pt x="954" y="4649"/>
                    <a:pt x="566" y="8484"/>
                    <a:pt x="18" y="12273"/>
                  </a:cubicBezTo>
                  <a:cubicBezTo>
                    <a:pt x="0" y="12483"/>
                    <a:pt x="158" y="12707"/>
                    <a:pt x="355" y="12707"/>
                  </a:cubicBezTo>
                  <a:cubicBezTo>
                    <a:pt x="415" y="12707"/>
                    <a:pt x="479" y="12686"/>
                    <a:pt x="543" y="12638"/>
                  </a:cubicBezTo>
                  <a:cubicBezTo>
                    <a:pt x="4560" y="9534"/>
                    <a:pt x="8760" y="6658"/>
                    <a:pt x="13165" y="4124"/>
                  </a:cubicBezTo>
                  <a:cubicBezTo>
                    <a:pt x="13371" y="3987"/>
                    <a:pt x="13394" y="3577"/>
                    <a:pt x="13120" y="3485"/>
                  </a:cubicBezTo>
                  <a:cubicBezTo>
                    <a:pt x="9490" y="2139"/>
                    <a:pt x="5770" y="997"/>
                    <a:pt x="2027" y="16"/>
                  </a:cubicBezTo>
                  <a:cubicBezTo>
                    <a:pt x="1989" y="5"/>
                    <a:pt x="1953" y="0"/>
                    <a:pt x="1919" y="0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6" name="Google Shape;8626;p298"/>
            <p:cNvSpPr/>
            <p:nvPr/>
          </p:nvSpPr>
          <p:spPr>
            <a:xfrm>
              <a:off x="5495775" y="4342975"/>
              <a:ext cx="376800" cy="309500"/>
            </a:xfrm>
            <a:custGeom>
              <a:avLst/>
              <a:gdLst/>
              <a:ahLst/>
              <a:cxnLst/>
              <a:rect l="l" t="t" r="r" b="b"/>
              <a:pathLst>
                <a:path w="15072" h="12380" extrusionOk="0">
                  <a:moveTo>
                    <a:pt x="12525" y="1060"/>
                  </a:moveTo>
                  <a:cubicBezTo>
                    <a:pt x="13211" y="1060"/>
                    <a:pt x="13706" y="2403"/>
                    <a:pt x="13930" y="2768"/>
                  </a:cubicBezTo>
                  <a:cubicBezTo>
                    <a:pt x="14546" y="3933"/>
                    <a:pt x="8201" y="7858"/>
                    <a:pt x="7242" y="8520"/>
                  </a:cubicBezTo>
                  <a:cubicBezTo>
                    <a:pt x="6055" y="9342"/>
                    <a:pt x="4868" y="10164"/>
                    <a:pt x="3681" y="10986"/>
                  </a:cubicBezTo>
                  <a:cubicBezTo>
                    <a:pt x="3388" y="11187"/>
                    <a:pt x="3129" y="11274"/>
                    <a:pt x="2897" y="11274"/>
                  </a:cubicBezTo>
                  <a:cubicBezTo>
                    <a:pt x="1977" y="11274"/>
                    <a:pt x="1485" y="9907"/>
                    <a:pt x="919" y="8977"/>
                  </a:cubicBezTo>
                  <a:cubicBezTo>
                    <a:pt x="2996" y="7402"/>
                    <a:pt x="5074" y="5827"/>
                    <a:pt x="7151" y="4252"/>
                  </a:cubicBezTo>
                  <a:cubicBezTo>
                    <a:pt x="8223" y="3453"/>
                    <a:pt x="9342" y="2700"/>
                    <a:pt x="10483" y="2038"/>
                  </a:cubicBezTo>
                  <a:cubicBezTo>
                    <a:pt x="11077" y="1696"/>
                    <a:pt x="11670" y="1399"/>
                    <a:pt x="12264" y="1125"/>
                  </a:cubicBezTo>
                  <a:cubicBezTo>
                    <a:pt x="12354" y="1080"/>
                    <a:pt x="12441" y="1060"/>
                    <a:pt x="12525" y="1060"/>
                  </a:cubicBezTo>
                  <a:close/>
                  <a:moveTo>
                    <a:pt x="12828" y="1"/>
                  </a:moveTo>
                  <a:cubicBezTo>
                    <a:pt x="11774" y="1"/>
                    <a:pt x="10261" y="1278"/>
                    <a:pt x="9525" y="1741"/>
                  </a:cubicBezTo>
                  <a:cubicBezTo>
                    <a:pt x="6215" y="3818"/>
                    <a:pt x="3248" y="6512"/>
                    <a:pt x="189" y="8908"/>
                  </a:cubicBezTo>
                  <a:cubicBezTo>
                    <a:pt x="1" y="9059"/>
                    <a:pt x="139" y="9365"/>
                    <a:pt x="334" y="9365"/>
                  </a:cubicBezTo>
                  <a:cubicBezTo>
                    <a:pt x="375" y="9365"/>
                    <a:pt x="419" y="9351"/>
                    <a:pt x="463" y="9319"/>
                  </a:cubicBezTo>
                  <a:cubicBezTo>
                    <a:pt x="486" y="9296"/>
                    <a:pt x="509" y="9274"/>
                    <a:pt x="531" y="9251"/>
                  </a:cubicBezTo>
                  <a:cubicBezTo>
                    <a:pt x="1125" y="10278"/>
                    <a:pt x="1741" y="11282"/>
                    <a:pt x="2426" y="12241"/>
                  </a:cubicBezTo>
                  <a:cubicBezTo>
                    <a:pt x="2485" y="12329"/>
                    <a:pt x="2582" y="12380"/>
                    <a:pt x="2680" y="12380"/>
                  </a:cubicBezTo>
                  <a:cubicBezTo>
                    <a:pt x="2734" y="12380"/>
                    <a:pt x="2788" y="12365"/>
                    <a:pt x="2837" y="12332"/>
                  </a:cubicBezTo>
                  <a:cubicBezTo>
                    <a:pt x="6991" y="9662"/>
                    <a:pt x="11396" y="6968"/>
                    <a:pt x="14934" y="3453"/>
                  </a:cubicBezTo>
                  <a:cubicBezTo>
                    <a:pt x="15071" y="3316"/>
                    <a:pt x="15048" y="3111"/>
                    <a:pt x="14957" y="2951"/>
                  </a:cubicBezTo>
                  <a:cubicBezTo>
                    <a:pt x="14592" y="2266"/>
                    <a:pt x="13930" y="212"/>
                    <a:pt x="13085" y="29"/>
                  </a:cubicBezTo>
                  <a:cubicBezTo>
                    <a:pt x="13003" y="10"/>
                    <a:pt x="12917" y="1"/>
                    <a:pt x="12828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7" name="Google Shape;8627;p298"/>
            <p:cNvSpPr/>
            <p:nvPr/>
          </p:nvSpPr>
          <p:spPr>
            <a:xfrm>
              <a:off x="5582050" y="4477650"/>
              <a:ext cx="376675" cy="310075"/>
            </a:xfrm>
            <a:custGeom>
              <a:avLst/>
              <a:gdLst/>
              <a:ahLst/>
              <a:cxnLst/>
              <a:rect l="l" t="t" r="r" b="b"/>
              <a:pathLst>
                <a:path w="15067" h="12403" extrusionOk="0">
                  <a:moveTo>
                    <a:pt x="12512" y="1065"/>
                  </a:moveTo>
                  <a:cubicBezTo>
                    <a:pt x="13207" y="1065"/>
                    <a:pt x="13721" y="2403"/>
                    <a:pt x="13925" y="2791"/>
                  </a:cubicBezTo>
                  <a:cubicBezTo>
                    <a:pt x="14542" y="3932"/>
                    <a:pt x="8196" y="7881"/>
                    <a:pt x="7238" y="8543"/>
                  </a:cubicBezTo>
                  <a:cubicBezTo>
                    <a:pt x="6051" y="9365"/>
                    <a:pt x="4864" y="10186"/>
                    <a:pt x="3677" y="11008"/>
                  </a:cubicBezTo>
                  <a:cubicBezTo>
                    <a:pt x="3383" y="11210"/>
                    <a:pt x="3124" y="11297"/>
                    <a:pt x="2893" y="11297"/>
                  </a:cubicBezTo>
                  <a:cubicBezTo>
                    <a:pt x="1973" y="11297"/>
                    <a:pt x="1480" y="9930"/>
                    <a:pt x="915" y="8999"/>
                  </a:cubicBezTo>
                  <a:cubicBezTo>
                    <a:pt x="2992" y="7425"/>
                    <a:pt x="5069" y="5850"/>
                    <a:pt x="7169" y="4275"/>
                  </a:cubicBezTo>
                  <a:cubicBezTo>
                    <a:pt x="8219" y="3453"/>
                    <a:pt x="9338" y="2723"/>
                    <a:pt x="10502" y="2038"/>
                  </a:cubicBezTo>
                  <a:cubicBezTo>
                    <a:pt x="11072" y="1718"/>
                    <a:pt x="11666" y="1422"/>
                    <a:pt x="12259" y="1125"/>
                  </a:cubicBezTo>
                  <a:cubicBezTo>
                    <a:pt x="12346" y="1084"/>
                    <a:pt x="12430" y="1065"/>
                    <a:pt x="12512" y="1065"/>
                  </a:cubicBezTo>
                  <a:close/>
                  <a:moveTo>
                    <a:pt x="12827" y="1"/>
                  </a:moveTo>
                  <a:cubicBezTo>
                    <a:pt x="11773" y="1"/>
                    <a:pt x="10258" y="1300"/>
                    <a:pt x="9520" y="1764"/>
                  </a:cubicBezTo>
                  <a:cubicBezTo>
                    <a:pt x="6233" y="3841"/>
                    <a:pt x="3266" y="6512"/>
                    <a:pt x="207" y="8931"/>
                  </a:cubicBezTo>
                  <a:cubicBezTo>
                    <a:pt x="0" y="9082"/>
                    <a:pt x="135" y="9388"/>
                    <a:pt x="329" y="9388"/>
                  </a:cubicBezTo>
                  <a:cubicBezTo>
                    <a:pt x="371" y="9388"/>
                    <a:pt x="415" y="9374"/>
                    <a:pt x="459" y="9342"/>
                  </a:cubicBezTo>
                  <a:cubicBezTo>
                    <a:pt x="481" y="9319"/>
                    <a:pt x="504" y="9296"/>
                    <a:pt x="550" y="9273"/>
                  </a:cubicBezTo>
                  <a:cubicBezTo>
                    <a:pt x="1120" y="10301"/>
                    <a:pt x="1737" y="11282"/>
                    <a:pt x="2421" y="12263"/>
                  </a:cubicBezTo>
                  <a:cubicBezTo>
                    <a:pt x="2480" y="12352"/>
                    <a:pt x="2577" y="12402"/>
                    <a:pt x="2676" y="12402"/>
                  </a:cubicBezTo>
                  <a:cubicBezTo>
                    <a:pt x="2730" y="12402"/>
                    <a:pt x="2784" y="12387"/>
                    <a:pt x="2832" y="12355"/>
                  </a:cubicBezTo>
                  <a:cubicBezTo>
                    <a:pt x="7009" y="9661"/>
                    <a:pt x="11392" y="6968"/>
                    <a:pt x="14930" y="3476"/>
                  </a:cubicBezTo>
                  <a:cubicBezTo>
                    <a:pt x="15067" y="3339"/>
                    <a:pt x="15067" y="3111"/>
                    <a:pt x="14975" y="2951"/>
                  </a:cubicBezTo>
                  <a:cubicBezTo>
                    <a:pt x="14587" y="2289"/>
                    <a:pt x="13925" y="235"/>
                    <a:pt x="13081" y="29"/>
                  </a:cubicBezTo>
                  <a:cubicBezTo>
                    <a:pt x="13000" y="10"/>
                    <a:pt x="12915" y="1"/>
                    <a:pt x="12827" y="1"/>
                  </a:cubicBezTo>
                  <a:close/>
                </a:path>
              </a:pathLst>
            </a:custGeom>
            <a:solidFill>
              <a:srgbClr val="212A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28" name="Google Shape;8628;p298"/>
          <p:cNvGrpSpPr/>
          <p:nvPr/>
        </p:nvGrpSpPr>
        <p:grpSpPr>
          <a:xfrm rot="9456294">
            <a:off x="6849678" y="3273665"/>
            <a:ext cx="2306042" cy="512923"/>
            <a:chOff x="7051300" y="3461525"/>
            <a:chExt cx="2305989" cy="512912"/>
          </a:xfrm>
        </p:grpSpPr>
        <p:sp>
          <p:nvSpPr>
            <p:cNvPr id="8629" name="Google Shape;8629;p298"/>
            <p:cNvSpPr/>
            <p:nvPr/>
          </p:nvSpPr>
          <p:spPr>
            <a:xfrm>
              <a:off x="7075817" y="3564700"/>
              <a:ext cx="2271819" cy="396457"/>
            </a:xfrm>
            <a:custGeom>
              <a:avLst/>
              <a:gdLst/>
              <a:ahLst/>
              <a:cxnLst/>
              <a:rect l="l" t="t" r="r" b="b"/>
              <a:pathLst>
                <a:path w="46702" h="8150" extrusionOk="0">
                  <a:moveTo>
                    <a:pt x="46666" y="1"/>
                  </a:moveTo>
                  <a:lnTo>
                    <a:pt x="41068" y="704"/>
                  </a:lnTo>
                  <a:lnTo>
                    <a:pt x="39932" y="848"/>
                  </a:lnTo>
                  <a:lnTo>
                    <a:pt x="40221" y="3156"/>
                  </a:lnTo>
                  <a:lnTo>
                    <a:pt x="41357" y="3011"/>
                  </a:lnTo>
                  <a:lnTo>
                    <a:pt x="41303" y="2606"/>
                  </a:lnTo>
                  <a:lnTo>
                    <a:pt x="46702" y="271"/>
                  </a:lnTo>
                  <a:lnTo>
                    <a:pt x="46666" y="1"/>
                  </a:lnTo>
                  <a:close/>
                  <a:moveTo>
                    <a:pt x="1560" y="5644"/>
                  </a:moveTo>
                  <a:lnTo>
                    <a:pt x="1" y="5842"/>
                  </a:lnTo>
                  <a:lnTo>
                    <a:pt x="298" y="8149"/>
                  </a:lnTo>
                  <a:lnTo>
                    <a:pt x="1858" y="7960"/>
                  </a:lnTo>
                  <a:lnTo>
                    <a:pt x="1560" y="5644"/>
                  </a:lnTo>
                  <a:close/>
                </a:path>
              </a:pathLst>
            </a:custGeom>
            <a:solidFill>
              <a:srgbClr val="EE8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0" name="Google Shape;8630;p298"/>
            <p:cNvSpPr/>
            <p:nvPr/>
          </p:nvSpPr>
          <p:spPr>
            <a:xfrm>
              <a:off x="7056554" y="3473929"/>
              <a:ext cx="2293709" cy="379334"/>
            </a:xfrm>
            <a:custGeom>
              <a:avLst/>
              <a:gdLst/>
              <a:ahLst/>
              <a:cxnLst/>
              <a:rect l="l" t="t" r="r" b="b"/>
              <a:pathLst>
                <a:path w="47152" h="7798" extrusionOk="0">
                  <a:moveTo>
                    <a:pt x="43312" y="1515"/>
                  </a:moveTo>
                  <a:cubicBezTo>
                    <a:pt x="43664" y="1533"/>
                    <a:pt x="43682" y="1687"/>
                    <a:pt x="43691" y="1741"/>
                  </a:cubicBezTo>
                  <a:cubicBezTo>
                    <a:pt x="43700" y="1858"/>
                    <a:pt x="43682" y="1993"/>
                    <a:pt x="43393" y="2029"/>
                  </a:cubicBezTo>
                  <a:cubicBezTo>
                    <a:pt x="43361" y="2033"/>
                    <a:pt x="43331" y="2035"/>
                    <a:pt x="43305" y="2035"/>
                  </a:cubicBezTo>
                  <a:cubicBezTo>
                    <a:pt x="43091" y="2035"/>
                    <a:pt x="43041" y="1916"/>
                    <a:pt x="43033" y="1804"/>
                  </a:cubicBezTo>
                  <a:cubicBezTo>
                    <a:pt x="43006" y="1623"/>
                    <a:pt x="43069" y="1542"/>
                    <a:pt x="43231" y="1515"/>
                  </a:cubicBezTo>
                  <a:close/>
                  <a:moveTo>
                    <a:pt x="42113" y="1308"/>
                  </a:moveTo>
                  <a:cubicBezTo>
                    <a:pt x="42366" y="1335"/>
                    <a:pt x="42501" y="1479"/>
                    <a:pt x="42537" y="1750"/>
                  </a:cubicBezTo>
                  <a:cubicBezTo>
                    <a:pt x="42546" y="1858"/>
                    <a:pt x="42528" y="1966"/>
                    <a:pt x="42474" y="2065"/>
                  </a:cubicBezTo>
                  <a:cubicBezTo>
                    <a:pt x="42420" y="2164"/>
                    <a:pt x="42348" y="2218"/>
                    <a:pt x="42239" y="2236"/>
                  </a:cubicBezTo>
                  <a:cubicBezTo>
                    <a:pt x="42209" y="2239"/>
                    <a:pt x="42181" y="2241"/>
                    <a:pt x="42154" y="2241"/>
                  </a:cubicBezTo>
                  <a:cubicBezTo>
                    <a:pt x="42019" y="2241"/>
                    <a:pt x="41924" y="2203"/>
                    <a:pt x="41879" y="2128"/>
                  </a:cubicBezTo>
                  <a:cubicBezTo>
                    <a:pt x="41861" y="2092"/>
                    <a:pt x="41843" y="2029"/>
                    <a:pt x="41825" y="1858"/>
                  </a:cubicBezTo>
                  <a:cubicBezTo>
                    <a:pt x="41762" y="1353"/>
                    <a:pt x="41969" y="1326"/>
                    <a:pt x="42041" y="1317"/>
                  </a:cubicBezTo>
                  <a:cubicBezTo>
                    <a:pt x="42059" y="1308"/>
                    <a:pt x="42086" y="1308"/>
                    <a:pt x="42113" y="1308"/>
                  </a:cubicBezTo>
                  <a:close/>
                  <a:moveTo>
                    <a:pt x="41221" y="1"/>
                  </a:moveTo>
                  <a:lnTo>
                    <a:pt x="39932" y="163"/>
                  </a:lnTo>
                  <a:lnTo>
                    <a:pt x="40256" y="2795"/>
                  </a:lnTo>
                  <a:lnTo>
                    <a:pt x="47152" y="1930"/>
                  </a:lnTo>
                  <a:lnTo>
                    <a:pt x="47080" y="1335"/>
                  </a:lnTo>
                  <a:lnTo>
                    <a:pt x="41275" y="425"/>
                  </a:lnTo>
                  <a:lnTo>
                    <a:pt x="41221" y="1"/>
                  </a:lnTo>
                  <a:close/>
                  <a:moveTo>
                    <a:pt x="1713" y="4941"/>
                  </a:moveTo>
                  <a:lnTo>
                    <a:pt x="0" y="5157"/>
                  </a:lnTo>
                  <a:lnTo>
                    <a:pt x="334" y="7798"/>
                  </a:lnTo>
                  <a:lnTo>
                    <a:pt x="2046" y="7582"/>
                  </a:lnTo>
                  <a:lnTo>
                    <a:pt x="1713" y="4941"/>
                  </a:lnTo>
                  <a:close/>
                </a:path>
              </a:pathLst>
            </a:custGeom>
            <a:solidFill>
              <a:srgbClr val="EEA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1" name="Google Shape;8631;p298"/>
            <p:cNvSpPr/>
            <p:nvPr/>
          </p:nvSpPr>
          <p:spPr>
            <a:xfrm>
              <a:off x="9084585" y="3533956"/>
              <a:ext cx="102106" cy="52683"/>
            </a:xfrm>
            <a:custGeom>
              <a:avLst/>
              <a:gdLst/>
              <a:ahLst/>
              <a:cxnLst/>
              <a:rect l="l" t="t" r="r" b="b"/>
              <a:pathLst>
                <a:path w="2099" h="1083" extrusionOk="0">
                  <a:moveTo>
                    <a:pt x="1621" y="200"/>
                  </a:moveTo>
                  <a:cubicBezTo>
                    <a:pt x="1351" y="200"/>
                    <a:pt x="1233" y="326"/>
                    <a:pt x="1261" y="579"/>
                  </a:cubicBezTo>
                  <a:cubicBezTo>
                    <a:pt x="1284" y="782"/>
                    <a:pt x="1402" y="883"/>
                    <a:pt x="1609" y="883"/>
                  </a:cubicBezTo>
                  <a:cubicBezTo>
                    <a:pt x="1641" y="883"/>
                    <a:pt x="1675" y="881"/>
                    <a:pt x="1711" y="876"/>
                  </a:cubicBezTo>
                  <a:cubicBezTo>
                    <a:pt x="1982" y="840"/>
                    <a:pt x="2099" y="714"/>
                    <a:pt x="2072" y="498"/>
                  </a:cubicBezTo>
                  <a:cubicBezTo>
                    <a:pt x="2054" y="317"/>
                    <a:pt x="1900" y="218"/>
                    <a:pt x="1621" y="200"/>
                  </a:cubicBezTo>
                  <a:close/>
                  <a:moveTo>
                    <a:pt x="397" y="1"/>
                  </a:moveTo>
                  <a:cubicBezTo>
                    <a:pt x="115" y="1"/>
                    <a:pt x="1" y="217"/>
                    <a:pt x="53" y="633"/>
                  </a:cubicBezTo>
                  <a:cubicBezTo>
                    <a:pt x="71" y="777"/>
                    <a:pt x="89" y="867"/>
                    <a:pt x="116" y="921"/>
                  </a:cubicBezTo>
                  <a:cubicBezTo>
                    <a:pt x="182" y="1032"/>
                    <a:pt x="290" y="1082"/>
                    <a:pt x="446" y="1082"/>
                  </a:cubicBezTo>
                  <a:cubicBezTo>
                    <a:pt x="481" y="1082"/>
                    <a:pt x="518" y="1079"/>
                    <a:pt x="557" y="1075"/>
                  </a:cubicBezTo>
                  <a:cubicBezTo>
                    <a:pt x="693" y="1066"/>
                    <a:pt x="783" y="993"/>
                    <a:pt x="846" y="867"/>
                  </a:cubicBezTo>
                  <a:cubicBezTo>
                    <a:pt x="909" y="750"/>
                    <a:pt x="936" y="633"/>
                    <a:pt x="918" y="507"/>
                  </a:cubicBezTo>
                  <a:cubicBezTo>
                    <a:pt x="882" y="200"/>
                    <a:pt x="720" y="29"/>
                    <a:pt x="431" y="2"/>
                  </a:cubicBezTo>
                  <a:cubicBezTo>
                    <a:pt x="419" y="1"/>
                    <a:pt x="408" y="1"/>
                    <a:pt x="397" y="1"/>
                  </a:cubicBezTo>
                  <a:close/>
                </a:path>
              </a:pathLst>
            </a:custGeom>
            <a:solidFill>
              <a:srgbClr val="EECA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2" name="Google Shape;8632;p298"/>
            <p:cNvSpPr/>
            <p:nvPr/>
          </p:nvSpPr>
          <p:spPr>
            <a:xfrm>
              <a:off x="7151702" y="3605512"/>
              <a:ext cx="1882416" cy="359584"/>
            </a:xfrm>
            <a:custGeom>
              <a:avLst/>
              <a:gdLst/>
              <a:ahLst/>
              <a:cxnLst/>
              <a:rect l="l" t="t" r="r" b="b"/>
              <a:pathLst>
                <a:path w="38697" h="7392" extrusionOk="0">
                  <a:moveTo>
                    <a:pt x="38372" y="0"/>
                  </a:moveTo>
                  <a:lnTo>
                    <a:pt x="25555" y="1614"/>
                  </a:lnTo>
                  <a:cubicBezTo>
                    <a:pt x="25645" y="2506"/>
                    <a:pt x="25104" y="3353"/>
                    <a:pt x="23932" y="4156"/>
                  </a:cubicBezTo>
                  <a:cubicBezTo>
                    <a:pt x="23752" y="4282"/>
                    <a:pt x="23563" y="4399"/>
                    <a:pt x="23373" y="4507"/>
                  </a:cubicBezTo>
                  <a:lnTo>
                    <a:pt x="38697" y="2587"/>
                  </a:lnTo>
                  <a:lnTo>
                    <a:pt x="38661" y="2317"/>
                  </a:lnTo>
                  <a:lnTo>
                    <a:pt x="38372" y="0"/>
                  </a:lnTo>
                  <a:close/>
                  <a:moveTo>
                    <a:pt x="12593" y="3236"/>
                  </a:moveTo>
                  <a:lnTo>
                    <a:pt x="0" y="4805"/>
                  </a:lnTo>
                  <a:lnTo>
                    <a:pt x="298" y="7121"/>
                  </a:lnTo>
                  <a:lnTo>
                    <a:pt x="325" y="7392"/>
                  </a:lnTo>
                  <a:lnTo>
                    <a:pt x="15423" y="5499"/>
                  </a:lnTo>
                  <a:cubicBezTo>
                    <a:pt x="15207" y="5445"/>
                    <a:pt x="14999" y="5381"/>
                    <a:pt x="14792" y="5300"/>
                  </a:cubicBezTo>
                  <a:cubicBezTo>
                    <a:pt x="13458" y="4814"/>
                    <a:pt x="12728" y="4129"/>
                    <a:pt x="12593" y="3236"/>
                  </a:cubicBezTo>
                  <a:close/>
                </a:path>
              </a:pathLst>
            </a:custGeom>
            <a:solidFill>
              <a:srgbClr val="D767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3" name="Google Shape;8633;p298"/>
            <p:cNvSpPr/>
            <p:nvPr/>
          </p:nvSpPr>
          <p:spPr>
            <a:xfrm>
              <a:off x="7764232" y="3683976"/>
              <a:ext cx="634963" cy="189034"/>
            </a:xfrm>
            <a:custGeom>
              <a:avLst/>
              <a:gdLst/>
              <a:ahLst/>
              <a:cxnLst/>
              <a:rect l="l" t="t" r="r" b="b"/>
              <a:pathLst>
                <a:path w="13053" h="3886" extrusionOk="0">
                  <a:moveTo>
                    <a:pt x="12963" y="1"/>
                  </a:moveTo>
                  <a:lnTo>
                    <a:pt x="1" y="1623"/>
                  </a:lnTo>
                  <a:cubicBezTo>
                    <a:pt x="136" y="2516"/>
                    <a:pt x="866" y="3201"/>
                    <a:pt x="2200" y="3687"/>
                  </a:cubicBezTo>
                  <a:cubicBezTo>
                    <a:pt x="2407" y="3768"/>
                    <a:pt x="2615" y="3832"/>
                    <a:pt x="2831" y="3886"/>
                  </a:cubicBezTo>
                  <a:lnTo>
                    <a:pt x="10781" y="2894"/>
                  </a:lnTo>
                  <a:cubicBezTo>
                    <a:pt x="10971" y="2786"/>
                    <a:pt x="11160" y="2669"/>
                    <a:pt x="11340" y="2543"/>
                  </a:cubicBezTo>
                  <a:cubicBezTo>
                    <a:pt x="12512" y="1740"/>
                    <a:pt x="13053" y="893"/>
                    <a:pt x="12963" y="1"/>
                  </a:cubicBezTo>
                  <a:close/>
                </a:path>
              </a:pathLst>
            </a:custGeom>
            <a:solidFill>
              <a:srgbClr val="C2BC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4" name="Google Shape;8634;p298"/>
            <p:cNvSpPr/>
            <p:nvPr/>
          </p:nvSpPr>
          <p:spPr>
            <a:xfrm>
              <a:off x="7758540" y="3565575"/>
              <a:ext cx="636277" cy="197401"/>
            </a:xfrm>
            <a:custGeom>
              <a:avLst/>
              <a:gdLst/>
              <a:ahLst/>
              <a:cxnLst/>
              <a:rect l="l" t="t" r="r" b="b"/>
              <a:pathLst>
                <a:path w="13080" h="4058" extrusionOk="0">
                  <a:moveTo>
                    <a:pt x="9997" y="1"/>
                  </a:moveTo>
                  <a:lnTo>
                    <a:pt x="2506" y="938"/>
                  </a:lnTo>
                  <a:cubicBezTo>
                    <a:pt x="2227" y="1092"/>
                    <a:pt x="1966" y="1245"/>
                    <a:pt x="1722" y="1407"/>
                  </a:cubicBezTo>
                  <a:cubicBezTo>
                    <a:pt x="532" y="2218"/>
                    <a:pt x="0" y="3093"/>
                    <a:pt x="118" y="4012"/>
                  </a:cubicBezTo>
                  <a:cubicBezTo>
                    <a:pt x="118" y="4030"/>
                    <a:pt x="118" y="4039"/>
                    <a:pt x="118" y="4057"/>
                  </a:cubicBezTo>
                  <a:lnTo>
                    <a:pt x="13080" y="2435"/>
                  </a:lnTo>
                  <a:cubicBezTo>
                    <a:pt x="13071" y="2417"/>
                    <a:pt x="13071" y="2408"/>
                    <a:pt x="13071" y="2390"/>
                  </a:cubicBezTo>
                  <a:cubicBezTo>
                    <a:pt x="12953" y="1470"/>
                    <a:pt x="12223" y="758"/>
                    <a:pt x="10871" y="262"/>
                  </a:cubicBezTo>
                  <a:cubicBezTo>
                    <a:pt x="10583" y="172"/>
                    <a:pt x="10294" y="82"/>
                    <a:pt x="9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5" name="Google Shape;8635;p298"/>
            <p:cNvSpPr/>
            <p:nvPr/>
          </p:nvSpPr>
          <p:spPr>
            <a:xfrm>
              <a:off x="7130639" y="3466487"/>
              <a:ext cx="1892096" cy="377145"/>
            </a:xfrm>
            <a:custGeom>
              <a:avLst/>
              <a:gdLst/>
              <a:ahLst/>
              <a:cxnLst/>
              <a:rect l="l" t="t" r="r" b="b"/>
              <a:pathLst>
                <a:path w="38896" h="7753" extrusionOk="0">
                  <a:moveTo>
                    <a:pt x="38526" y="1"/>
                  </a:moveTo>
                  <a:lnTo>
                    <a:pt x="22896" y="1957"/>
                  </a:lnTo>
                  <a:lnTo>
                    <a:pt x="22878" y="2110"/>
                  </a:lnTo>
                  <a:cubicBezTo>
                    <a:pt x="23175" y="2191"/>
                    <a:pt x="23464" y="2281"/>
                    <a:pt x="23752" y="2371"/>
                  </a:cubicBezTo>
                  <a:cubicBezTo>
                    <a:pt x="25068" y="2858"/>
                    <a:pt x="25789" y="3552"/>
                    <a:pt x="25907" y="4481"/>
                  </a:cubicBezTo>
                  <a:lnTo>
                    <a:pt x="25916" y="4553"/>
                  </a:lnTo>
                  <a:lnTo>
                    <a:pt x="38896" y="2930"/>
                  </a:lnTo>
                  <a:lnTo>
                    <a:pt x="38526" y="1"/>
                  </a:lnTo>
                  <a:close/>
                  <a:moveTo>
                    <a:pt x="15405" y="2903"/>
                  </a:moveTo>
                  <a:lnTo>
                    <a:pt x="1" y="4823"/>
                  </a:lnTo>
                  <a:lnTo>
                    <a:pt x="370" y="7753"/>
                  </a:lnTo>
                  <a:lnTo>
                    <a:pt x="13035" y="6166"/>
                  </a:lnTo>
                  <a:lnTo>
                    <a:pt x="13107" y="6121"/>
                  </a:lnTo>
                  <a:lnTo>
                    <a:pt x="13098" y="6040"/>
                  </a:lnTo>
                  <a:cubicBezTo>
                    <a:pt x="12990" y="5157"/>
                    <a:pt x="13521" y="4300"/>
                    <a:pt x="14675" y="3507"/>
                  </a:cubicBezTo>
                  <a:cubicBezTo>
                    <a:pt x="14910" y="3354"/>
                    <a:pt x="15171" y="3192"/>
                    <a:pt x="15450" y="3047"/>
                  </a:cubicBezTo>
                  <a:lnTo>
                    <a:pt x="15405" y="2903"/>
                  </a:lnTo>
                  <a:close/>
                </a:path>
              </a:pathLst>
            </a:custGeom>
            <a:solidFill>
              <a:srgbClr val="EE87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6" name="Google Shape;8636;p298"/>
            <p:cNvSpPr/>
            <p:nvPr/>
          </p:nvSpPr>
          <p:spPr>
            <a:xfrm>
              <a:off x="8992842" y="3474999"/>
              <a:ext cx="35997" cy="141362"/>
            </a:xfrm>
            <a:custGeom>
              <a:avLst/>
              <a:gdLst/>
              <a:ahLst/>
              <a:cxnLst/>
              <a:rect l="l" t="t" r="r" b="b"/>
              <a:pathLst>
                <a:path w="740" h="2906" extrusionOk="0">
                  <a:moveTo>
                    <a:pt x="218" y="0"/>
                  </a:moveTo>
                  <a:cubicBezTo>
                    <a:pt x="203" y="0"/>
                    <a:pt x="187" y="2"/>
                    <a:pt x="172" y="6"/>
                  </a:cubicBezTo>
                  <a:cubicBezTo>
                    <a:pt x="73" y="24"/>
                    <a:pt x="1" y="123"/>
                    <a:pt x="19" y="231"/>
                  </a:cubicBezTo>
                  <a:cubicBezTo>
                    <a:pt x="91" y="637"/>
                    <a:pt x="163" y="1052"/>
                    <a:pt x="217" y="1466"/>
                  </a:cubicBezTo>
                  <a:cubicBezTo>
                    <a:pt x="271" y="1881"/>
                    <a:pt x="334" y="2296"/>
                    <a:pt x="334" y="2710"/>
                  </a:cubicBezTo>
                  <a:cubicBezTo>
                    <a:pt x="334" y="2728"/>
                    <a:pt x="334" y="2746"/>
                    <a:pt x="334" y="2764"/>
                  </a:cubicBezTo>
                  <a:cubicBezTo>
                    <a:pt x="357" y="2848"/>
                    <a:pt x="437" y="2906"/>
                    <a:pt x="527" y="2906"/>
                  </a:cubicBezTo>
                  <a:cubicBezTo>
                    <a:pt x="543" y="2906"/>
                    <a:pt x="561" y="2904"/>
                    <a:pt x="578" y="2899"/>
                  </a:cubicBezTo>
                  <a:cubicBezTo>
                    <a:pt x="677" y="2872"/>
                    <a:pt x="740" y="2764"/>
                    <a:pt x="713" y="2665"/>
                  </a:cubicBezTo>
                  <a:cubicBezTo>
                    <a:pt x="614" y="2259"/>
                    <a:pt x="569" y="1845"/>
                    <a:pt x="523" y="1430"/>
                  </a:cubicBezTo>
                  <a:cubicBezTo>
                    <a:pt x="469" y="1016"/>
                    <a:pt x="433" y="601"/>
                    <a:pt x="406" y="177"/>
                  </a:cubicBezTo>
                  <a:cubicBezTo>
                    <a:pt x="406" y="168"/>
                    <a:pt x="406" y="168"/>
                    <a:pt x="397" y="159"/>
                  </a:cubicBezTo>
                  <a:cubicBezTo>
                    <a:pt x="382" y="67"/>
                    <a:pt x="307" y="0"/>
                    <a:pt x="2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7" name="Google Shape;8637;p298"/>
            <p:cNvSpPr/>
            <p:nvPr/>
          </p:nvSpPr>
          <p:spPr>
            <a:xfrm>
              <a:off x="8234282" y="3461525"/>
              <a:ext cx="850704" cy="234469"/>
            </a:xfrm>
            <a:custGeom>
              <a:avLst/>
              <a:gdLst/>
              <a:ahLst/>
              <a:cxnLst/>
              <a:rect l="l" t="t" r="r" b="b"/>
              <a:pathLst>
                <a:path w="17488" h="4820" extrusionOk="0">
                  <a:moveTo>
                    <a:pt x="15781" y="1"/>
                  </a:moveTo>
                  <a:cubicBezTo>
                    <a:pt x="15770" y="1"/>
                    <a:pt x="15759" y="2"/>
                    <a:pt x="15748" y="4"/>
                  </a:cubicBezTo>
                  <a:lnTo>
                    <a:pt x="190" y="1951"/>
                  </a:lnTo>
                  <a:cubicBezTo>
                    <a:pt x="118" y="1960"/>
                    <a:pt x="55" y="2005"/>
                    <a:pt x="28" y="2086"/>
                  </a:cubicBezTo>
                  <a:cubicBezTo>
                    <a:pt x="1" y="2185"/>
                    <a:pt x="55" y="2293"/>
                    <a:pt x="163" y="2329"/>
                  </a:cubicBezTo>
                  <a:cubicBezTo>
                    <a:pt x="334" y="2356"/>
                    <a:pt x="505" y="2401"/>
                    <a:pt x="668" y="2437"/>
                  </a:cubicBezTo>
                  <a:cubicBezTo>
                    <a:pt x="839" y="2473"/>
                    <a:pt x="1010" y="2509"/>
                    <a:pt x="1172" y="2564"/>
                  </a:cubicBezTo>
                  <a:cubicBezTo>
                    <a:pt x="1488" y="2672"/>
                    <a:pt x="1812" y="2807"/>
                    <a:pt x="2101" y="2987"/>
                  </a:cubicBezTo>
                  <a:cubicBezTo>
                    <a:pt x="2245" y="3077"/>
                    <a:pt x="2380" y="3176"/>
                    <a:pt x="2506" y="3294"/>
                  </a:cubicBezTo>
                  <a:cubicBezTo>
                    <a:pt x="2642" y="3393"/>
                    <a:pt x="2750" y="3528"/>
                    <a:pt x="2849" y="3663"/>
                  </a:cubicBezTo>
                  <a:cubicBezTo>
                    <a:pt x="3038" y="3934"/>
                    <a:pt x="3137" y="4267"/>
                    <a:pt x="3101" y="4592"/>
                  </a:cubicBezTo>
                  <a:cubicBezTo>
                    <a:pt x="3101" y="4628"/>
                    <a:pt x="3101" y="4655"/>
                    <a:pt x="3110" y="4682"/>
                  </a:cubicBezTo>
                  <a:cubicBezTo>
                    <a:pt x="3139" y="4767"/>
                    <a:pt x="3218" y="4819"/>
                    <a:pt x="3304" y="4819"/>
                  </a:cubicBezTo>
                  <a:cubicBezTo>
                    <a:pt x="3326" y="4819"/>
                    <a:pt x="3349" y="4816"/>
                    <a:pt x="3372" y="4808"/>
                  </a:cubicBezTo>
                  <a:cubicBezTo>
                    <a:pt x="3471" y="4772"/>
                    <a:pt x="3525" y="4655"/>
                    <a:pt x="3489" y="4547"/>
                  </a:cubicBezTo>
                  <a:cubicBezTo>
                    <a:pt x="3426" y="4366"/>
                    <a:pt x="3372" y="4186"/>
                    <a:pt x="3282" y="4024"/>
                  </a:cubicBezTo>
                  <a:cubicBezTo>
                    <a:pt x="3201" y="3853"/>
                    <a:pt x="3101" y="3699"/>
                    <a:pt x="2984" y="3555"/>
                  </a:cubicBezTo>
                  <a:cubicBezTo>
                    <a:pt x="2768" y="3276"/>
                    <a:pt x="2497" y="3032"/>
                    <a:pt x="2200" y="2834"/>
                  </a:cubicBezTo>
                  <a:cubicBezTo>
                    <a:pt x="1903" y="2645"/>
                    <a:pt x="1578" y="2482"/>
                    <a:pt x="1254" y="2338"/>
                  </a:cubicBezTo>
                  <a:cubicBezTo>
                    <a:pt x="1170" y="2301"/>
                    <a:pt x="1086" y="2267"/>
                    <a:pt x="1002" y="2233"/>
                  </a:cubicBezTo>
                  <a:lnTo>
                    <a:pt x="1002" y="2233"/>
                  </a:lnTo>
                  <a:lnTo>
                    <a:pt x="15600" y="406"/>
                  </a:lnTo>
                  <a:lnTo>
                    <a:pt x="15600" y="406"/>
                  </a:lnTo>
                  <a:lnTo>
                    <a:pt x="15613" y="508"/>
                  </a:lnTo>
                  <a:lnTo>
                    <a:pt x="15667" y="617"/>
                  </a:lnTo>
                  <a:cubicBezTo>
                    <a:pt x="15686" y="660"/>
                    <a:pt x="15726" y="687"/>
                    <a:pt x="15770" y="687"/>
                  </a:cubicBezTo>
                  <a:cubicBezTo>
                    <a:pt x="15790" y="687"/>
                    <a:pt x="15810" y="682"/>
                    <a:pt x="15829" y="671"/>
                  </a:cubicBezTo>
                  <a:cubicBezTo>
                    <a:pt x="16009" y="589"/>
                    <a:pt x="16199" y="553"/>
                    <a:pt x="16388" y="526"/>
                  </a:cubicBezTo>
                  <a:cubicBezTo>
                    <a:pt x="16483" y="517"/>
                    <a:pt x="16577" y="511"/>
                    <a:pt x="16673" y="511"/>
                  </a:cubicBezTo>
                  <a:cubicBezTo>
                    <a:pt x="16710" y="511"/>
                    <a:pt x="16747" y="512"/>
                    <a:pt x="16784" y="514"/>
                  </a:cubicBezTo>
                  <a:lnTo>
                    <a:pt x="16784" y="514"/>
                  </a:lnTo>
                  <a:cubicBezTo>
                    <a:pt x="16865" y="872"/>
                    <a:pt x="16927" y="1235"/>
                    <a:pt x="16983" y="1599"/>
                  </a:cubicBezTo>
                  <a:cubicBezTo>
                    <a:pt x="17037" y="2005"/>
                    <a:pt x="17109" y="2419"/>
                    <a:pt x="17064" y="2843"/>
                  </a:cubicBezTo>
                  <a:cubicBezTo>
                    <a:pt x="17055" y="2879"/>
                    <a:pt x="17064" y="2906"/>
                    <a:pt x="17073" y="2933"/>
                  </a:cubicBezTo>
                  <a:cubicBezTo>
                    <a:pt x="17100" y="3015"/>
                    <a:pt x="17175" y="3066"/>
                    <a:pt x="17252" y="3066"/>
                  </a:cubicBezTo>
                  <a:cubicBezTo>
                    <a:pt x="17277" y="3066"/>
                    <a:pt x="17301" y="3061"/>
                    <a:pt x="17325" y="3050"/>
                  </a:cubicBezTo>
                  <a:cubicBezTo>
                    <a:pt x="17433" y="3014"/>
                    <a:pt x="17488" y="2897"/>
                    <a:pt x="17442" y="2798"/>
                  </a:cubicBezTo>
                  <a:cubicBezTo>
                    <a:pt x="17298" y="2392"/>
                    <a:pt x="17262" y="1978"/>
                    <a:pt x="17217" y="1563"/>
                  </a:cubicBezTo>
                  <a:cubicBezTo>
                    <a:pt x="17172" y="1148"/>
                    <a:pt x="17145" y="734"/>
                    <a:pt x="17136" y="319"/>
                  </a:cubicBezTo>
                  <a:cubicBezTo>
                    <a:pt x="17136" y="220"/>
                    <a:pt x="17055" y="148"/>
                    <a:pt x="16965" y="148"/>
                  </a:cubicBezTo>
                  <a:lnTo>
                    <a:pt x="16920" y="148"/>
                  </a:lnTo>
                  <a:cubicBezTo>
                    <a:pt x="16739" y="229"/>
                    <a:pt x="16550" y="265"/>
                    <a:pt x="16361" y="292"/>
                  </a:cubicBezTo>
                  <a:cubicBezTo>
                    <a:pt x="16260" y="307"/>
                    <a:pt x="16158" y="316"/>
                    <a:pt x="16056" y="316"/>
                  </a:cubicBezTo>
                  <a:cubicBezTo>
                    <a:pt x="16031" y="316"/>
                    <a:pt x="16007" y="315"/>
                    <a:pt x="15983" y="314"/>
                  </a:cubicBezTo>
                  <a:lnTo>
                    <a:pt x="15983" y="314"/>
                  </a:lnTo>
                  <a:lnTo>
                    <a:pt x="15964" y="166"/>
                  </a:lnTo>
                  <a:cubicBezTo>
                    <a:pt x="15948" y="69"/>
                    <a:pt x="15874" y="1"/>
                    <a:pt x="1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8" name="Google Shape;8638;p298"/>
            <p:cNvSpPr/>
            <p:nvPr/>
          </p:nvSpPr>
          <p:spPr>
            <a:xfrm>
              <a:off x="9007776" y="3586979"/>
              <a:ext cx="90772" cy="141168"/>
            </a:xfrm>
            <a:custGeom>
              <a:avLst/>
              <a:gdLst/>
              <a:ahLst/>
              <a:cxnLst/>
              <a:rect l="l" t="t" r="r" b="b"/>
              <a:pathLst>
                <a:path w="1866" h="2902" extrusionOk="0">
                  <a:moveTo>
                    <a:pt x="1344" y="0"/>
                  </a:moveTo>
                  <a:cubicBezTo>
                    <a:pt x="1323" y="0"/>
                    <a:pt x="1301" y="4"/>
                    <a:pt x="1280" y="12"/>
                  </a:cubicBezTo>
                  <a:cubicBezTo>
                    <a:pt x="1172" y="48"/>
                    <a:pt x="1118" y="165"/>
                    <a:pt x="1163" y="264"/>
                  </a:cubicBezTo>
                  <a:cubicBezTo>
                    <a:pt x="1298" y="643"/>
                    <a:pt x="1334" y="1030"/>
                    <a:pt x="1379" y="1409"/>
                  </a:cubicBezTo>
                  <a:cubicBezTo>
                    <a:pt x="1397" y="1607"/>
                    <a:pt x="1415" y="1796"/>
                    <a:pt x="1424" y="1995"/>
                  </a:cubicBezTo>
                  <a:cubicBezTo>
                    <a:pt x="1438" y="2136"/>
                    <a:pt x="1446" y="2283"/>
                    <a:pt x="1450" y="2430"/>
                  </a:cubicBezTo>
                  <a:lnTo>
                    <a:pt x="1450" y="2430"/>
                  </a:lnTo>
                  <a:cubicBezTo>
                    <a:pt x="1414" y="2442"/>
                    <a:pt x="1379" y="2453"/>
                    <a:pt x="1343" y="2463"/>
                  </a:cubicBezTo>
                  <a:cubicBezTo>
                    <a:pt x="1244" y="2481"/>
                    <a:pt x="1154" y="2499"/>
                    <a:pt x="1055" y="2508"/>
                  </a:cubicBezTo>
                  <a:cubicBezTo>
                    <a:pt x="960" y="2517"/>
                    <a:pt x="865" y="2524"/>
                    <a:pt x="770" y="2524"/>
                  </a:cubicBezTo>
                  <a:cubicBezTo>
                    <a:pt x="738" y="2524"/>
                    <a:pt x="705" y="2523"/>
                    <a:pt x="673" y="2522"/>
                  </a:cubicBezTo>
                  <a:lnTo>
                    <a:pt x="673" y="2522"/>
                  </a:lnTo>
                  <a:cubicBezTo>
                    <a:pt x="626" y="2191"/>
                    <a:pt x="579" y="1854"/>
                    <a:pt x="532" y="1517"/>
                  </a:cubicBezTo>
                  <a:cubicBezTo>
                    <a:pt x="478" y="1138"/>
                    <a:pt x="433" y="751"/>
                    <a:pt x="406" y="363"/>
                  </a:cubicBezTo>
                  <a:cubicBezTo>
                    <a:pt x="406" y="354"/>
                    <a:pt x="406" y="345"/>
                    <a:pt x="406" y="345"/>
                  </a:cubicBezTo>
                  <a:cubicBezTo>
                    <a:pt x="390" y="248"/>
                    <a:pt x="308" y="180"/>
                    <a:pt x="214" y="180"/>
                  </a:cubicBezTo>
                  <a:cubicBezTo>
                    <a:pt x="203" y="180"/>
                    <a:pt x="192" y="181"/>
                    <a:pt x="180" y="183"/>
                  </a:cubicBezTo>
                  <a:cubicBezTo>
                    <a:pt x="72" y="201"/>
                    <a:pt x="0" y="300"/>
                    <a:pt x="27" y="408"/>
                  </a:cubicBezTo>
                  <a:cubicBezTo>
                    <a:pt x="90" y="796"/>
                    <a:pt x="144" y="1174"/>
                    <a:pt x="189" y="1562"/>
                  </a:cubicBezTo>
                  <a:cubicBezTo>
                    <a:pt x="234" y="1950"/>
                    <a:pt x="280" y="2337"/>
                    <a:pt x="316" y="2716"/>
                  </a:cubicBezTo>
                  <a:lnTo>
                    <a:pt x="316" y="2770"/>
                  </a:lnTo>
                  <a:cubicBezTo>
                    <a:pt x="316" y="2779"/>
                    <a:pt x="325" y="2797"/>
                    <a:pt x="334" y="2815"/>
                  </a:cubicBezTo>
                  <a:cubicBezTo>
                    <a:pt x="353" y="2868"/>
                    <a:pt x="407" y="2901"/>
                    <a:pt x="466" y="2901"/>
                  </a:cubicBezTo>
                  <a:cubicBezTo>
                    <a:pt x="488" y="2901"/>
                    <a:pt x="510" y="2897"/>
                    <a:pt x="532" y="2887"/>
                  </a:cubicBezTo>
                  <a:cubicBezTo>
                    <a:pt x="712" y="2806"/>
                    <a:pt x="902" y="2770"/>
                    <a:pt x="1091" y="2734"/>
                  </a:cubicBezTo>
                  <a:cubicBezTo>
                    <a:pt x="1181" y="2725"/>
                    <a:pt x="1280" y="2716"/>
                    <a:pt x="1370" y="2716"/>
                  </a:cubicBezTo>
                  <a:cubicBezTo>
                    <a:pt x="1469" y="2716"/>
                    <a:pt x="1569" y="2725"/>
                    <a:pt x="1668" y="2743"/>
                  </a:cubicBezTo>
                  <a:cubicBezTo>
                    <a:pt x="1677" y="2747"/>
                    <a:pt x="1688" y="2750"/>
                    <a:pt x="1700" y="2750"/>
                  </a:cubicBezTo>
                  <a:cubicBezTo>
                    <a:pt x="1713" y="2750"/>
                    <a:pt x="1726" y="2747"/>
                    <a:pt x="1740" y="2743"/>
                  </a:cubicBezTo>
                  <a:cubicBezTo>
                    <a:pt x="1812" y="2725"/>
                    <a:pt x="1866" y="2644"/>
                    <a:pt x="1839" y="2563"/>
                  </a:cubicBezTo>
                  <a:lnTo>
                    <a:pt x="1830" y="2526"/>
                  </a:lnTo>
                  <a:cubicBezTo>
                    <a:pt x="1785" y="2337"/>
                    <a:pt x="1749" y="2148"/>
                    <a:pt x="1713" y="1959"/>
                  </a:cubicBezTo>
                  <a:cubicBezTo>
                    <a:pt x="1677" y="1769"/>
                    <a:pt x="1641" y="1580"/>
                    <a:pt x="1614" y="1382"/>
                  </a:cubicBezTo>
                  <a:cubicBezTo>
                    <a:pt x="1560" y="1003"/>
                    <a:pt x="1505" y="616"/>
                    <a:pt x="1541" y="219"/>
                  </a:cubicBezTo>
                  <a:cubicBezTo>
                    <a:pt x="1551" y="192"/>
                    <a:pt x="1541" y="156"/>
                    <a:pt x="1532" y="129"/>
                  </a:cubicBezTo>
                  <a:cubicBezTo>
                    <a:pt x="1504" y="51"/>
                    <a:pt x="1425" y="0"/>
                    <a:pt x="1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9" name="Google Shape;8639;p298"/>
            <p:cNvSpPr/>
            <p:nvPr/>
          </p:nvSpPr>
          <p:spPr>
            <a:xfrm>
              <a:off x="9050291" y="3487988"/>
              <a:ext cx="305685" cy="86102"/>
            </a:xfrm>
            <a:custGeom>
              <a:avLst/>
              <a:gdLst/>
              <a:ahLst/>
              <a:cxnLst/>
              <a:rect l="l" t="t" r="r" b="b"/>
              <a:pathLst>
                <a:path w="6284" h="1770" extrusionOk="0">
                  <a:moveTo>
                    <a:pt x="208" y="0"/>
                  </a:moveTo>
                  <a:cubicBezTo>
                    <a:pt x="100" y="0"/>
                    <a:pt x="9" y="82"/>
                    <a:pt x="0" y="190"/>
                  </a:cubicBezTo>
                  <a:cubicBezTo>
                    <a:pt x="0" y="298"/>
                    <a:pt x="82" y="388"/>
                    <a:pt x="190" y="388"/>
                  </a:cubicBezTo>
                  <a:cubicBezTo>
                    <a:pt x="1172" y="442"/>
                    <a:pt x="2137" y="613"/>
                    <a:pt x="3101" y="767"/>
                  </a:cubicBezTo>
                  <a:cubicBezTo>
                    <a:pt x="3588" y="848"/>
                    <a:pt x="4066" y="938"/>
                    <a:pt x="4552" y="1019"/>
                  </a:cubicBezTo>
                  <a:cubicBezTo>
                    <a:pt x="4982" y="1100"/>
                    <a:pt x="5412" y="1189"/>
                    <a:pt x="5849" y="1278"/>
                  </a:cubicBezTo>
                  <a:lnTo>
                    <a:pt x="5849" y="1278"/>
                  </a:lnTo>
                  <a:lnTo>
                    <a:pt x="5887" y="1605"/>
                  </a:lnTo>
                  <a:cubicBezTo>
                    <a:pt x="5903" y="1695"/>
                    <a:pt x="5978" y="1770"/>
                    <a:pt x="6073" y="1770"/>
                  </a:cubicBezTo>
                  <a:cubicBezTo>
                    <a:pt x="6083" y="1770"/>
                    <a:pt x="6093" y="1769"/>
                    <a:pt x="6103" y="1767"/>
                  </a:cubicBezTo>
                  <a:cubicBezTo>
                    <a:pt x="6211" y="1758"/>
                    <a:pt x="6283" y="1659"/>
                    <a:pt x="6274" y="1551"/>
                  </a:cubicBezTo>
                  <a:lnTo>
                    <a:pt x="6211" y="1091"/>
                  </a:lnTo>
                  <a:lnTo>
                    <a:pt x="6211" y="1082"/>
                  </a:lnTo>
                  <a:cubicBezTo>
                    <a:pt x="6202" y="1001"/>
                    <a:pt x="6139" y="929"/>
                    <a:pt x="6049" y="920"/>
                  </a:cubicBezTo>
                  <a:cubicBezTo>
                    <a:pt x="5562" y="875"/>
                    <a:pt x="5075" y="812"/>
                    <a:pt x="4589" y="749"/>
                  </a:cubicBezTo>
                  <a:cubicBezTo>
                    <a:pt x="4111" y="685"/>
                    <a:pt x="3624" y="622"/>
                    <a:pt x="3137" y="550"/>
                  </a:cubicBezTo>
                  <a:cubicBezTo>
                    <a:pt x="2173" y="397"/>
                    <a:pt x="1199" y="262"/>
                    <a:pt x="244" y="9"/>
                  </a:cubicBezTo>
                  <a:cubicBezTo>
                    <a:pt x="235" y="0"/>
                    <a:pt x="217" y="0"/>
                    <a:pt x="2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0" name="Google Shape;8640;p298"/>
            <p:cNvSpPr/>
            <p:nvPr/>
          </p:nvSpPr>
          <p:spPr>
            <a:xfrm>
              <a:off x="9073980" y="3552587"/>
              <a:ext cx="283308" cy="148610"/>
            </a:xfrm>
            <a:custGeom>
              <a:avLst/>
              <a:gdLst/>
              <a:ahLst/>
              <a:cxnLst/>
              <a:rect l="l" t="t" r="r" b="b"/>
              <a:pathLst>
                <a:path w="5824" h="3055" extrusionOk="0">
                  <a:moveTo>
                    <a:pt x="5588" y="1"/>
                  </a:moveTo>
                  <a:cubicBezTo>
                    <a:pt x="5570" y="1"/>
                    <a:pt x="5553" y="3"/>
                    <a:pt x="5535" y="6"/>
                  </a:cubicBezTo>
                  <a:cubicBezTo>
                    <a:pt x="5418" y="34"/>
                    <a:pt x="5336" y="160"/>
                    <a:pt x="5373" y="277"/>
                  </a:cubicBezTo>
                  <a:lnTo>
                    <a:pt x="5406" y="415"/>
                  </a:lnTo>
                  <a:lnTo>
                    <a:pt x="5406" y="415"/>
                  </a:lnTo>
                  <a:cubicBezTo>
                    <a:pt x="5013" y="613"/>
                    <a:pt x="4620" y="805"/>
                    <a:pt x="4228" y="989"/>
                  </a:cubicBezTo>
                  <a:cubicBezTo>
                    <a:pt x="3786" y="1196"/>
                    <a:pt x="3335" y="1395"/>
                    <a:pt x="2885" y="1584"/>
                  </a:cubicBezTo>
                  <a:cubicBezTo>
                    <a:pt x="2434" y="1773"/>
                    <a:pt x="1983" y="1972"/>
                    <a:pt x="1524" y="2152"/>
                  </a:cubicBezTo>
                  <a:cubicBezTo>
                    <a:pt x="1073" y="2332"/>
                    <a:pt x="613" y="2512"/>
                    <a:pt x="153" y="2675"/>
                  </a:cubicBezTo>
                  <a:cubicBezTo>
                    <a:pt x="144" y="2684"/>
                    <a:pt x="135" y="2684"/>
                    <a:pt x="126" y="2684"/>
                  </a:cubicBezTo>
                  <a:cubicBezTo>
                    <a:pt x="36" y="2738"/>
                    <a:pt x="0" y="2855"/>
                    <a:pt x="45" y="2945"/>
                  </a:cubicBezTo>
                  <a:cubicBezTo>
                    <a:pt x="77" y="3016"/>
                    <a:pt x="146" y="3054"/>
                    <a:pt x="219" y="3054"/>
                  </a:cubicBezTo>
                  <a:cubicBezTo>
                    <a:pt x="248" y="3054"/>
                    <a:pt x="278" y="3048"/>
                    <a:pt x="307" y="3035"/>
                  </a:cubicBezTo>
                  <a:cubicBezTo>
                    <a:pt x="748" y="2810"/>
                    <a:pt x="1190" y="2602"/>
                    <a:pt x="1632" y="2395"/>
                  </a:cubicBezTo>
                  <a:cubicBezTo>
                    <a:pt x="2073" y="2188"/>
                    <a:pt x="2524" y="1990"/>
                    <a:pt x="2975" y="1791"/>
                  </a:cubicBezTo>
                  <a:cubicBezTo>
                    <a:pt x="3416" y="1593"/>
                    <a:pt x="3876" y="1404"/>
                    <a:pt x="4327" y="1214"/>
                  </a:cubicBezTo>
                  <a:cubicBezTo>
                    <a:pt x="4778" y="1034"/>
                    <a:pt x="5237" y="854"/>
                    <a:pt x="5706" y="701"/>
                  </a:cubicBezTo>
                  <a:cubicBezTo>
                    <a:pt x="5769" y="674"/>
                    <a:pt x="5823" y="610"/>
                    <a:pt x="5823" y="529"/>
                  </a:cubicBezTo>
                  <a:lnTo>
                    <a:pt x="5823" y="493"/>
                  </a:lnTo>
                  <a:lnTo>
                    <a:pt x="5814" y="223"/>
                  </a:lnTo>
                  <a:cubicBezTo>
                    <a:pt x="5814" y="205"/>
                    <a:pt x="5814" y="187"/>
                    <a:pt x="5805" y="169"/>
                  </a:cubicBezTo>
                  <a:cubicBezTo>
                    <a:pt x="5782" y="68"/>
                    <a:pt x="5692" y="1"/>
                    <a:pt x="5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1" name="Google Shape;8641;p298"/>
            <p:cNvSpPr/>
            <p:nvPr/>
          </p:nvSpPr>
          <p:spPr>
            <a:xfrm>
              <a:off x="7051300" y="3556236"/>
              <a:ext cx="1992937" cy="418201"/>
            </a:xfrm>
            <a:custGeom>
              <a:avLst/>
              <a:gdLst/>
              <a:ahLst/>
              <a:cxnLst/>
              <a:rect l="l" t="t" r="r" b="b"/>
              <a:pathLst>
                <a:path w="40969" h="8597" extrusionOk="0">
                  <a:moveTo>
                    <a:pt x="24542" y="1"/>
                  </a:moveTo>
                  <a:cubicBezTo>
                    <a:pt x="24531" y="1"/>
                    <a:pt x="24520" y="2"/>
                    <a:pt x="24509" y="4"/>
                  </a:cubicBezTo>
                  <a:lnTo>
                    <a:pt x="18812" y="761"/>
                  </a:lnTo>
                  <a:lnTo>
                    <a:pt x="15964" y="1130"/>
                  </a:lnTo>
                  <a:lnTo>
                    <a:pt x="13115" y="1491"/>
                  </a:lnTo>
                  <a:cubicBezTo>
                    <a:pt x="11213" y="1734"/>
                    <a:pt x="9311" y="1978"/>
                    <a:pt x="7409" y="2203"/>
                  </a:cubicBezTo>
                  <a:cubicBezTo>
                    <a:pt x="5508" y="2437"/>
                    <a:pt x="3606" y="2654"/>
                    <a:pt x="1695" y="2861"/>
                  </a:cubicBezTo>
                  <a:cubicBezTo>
                    <a:pt x="1586" y="2870"/>
                    <a:pt x="1514" y="2969"/>
                    <a:pt x="1532" y="3068"/>
                  </a:cubicBezTo>
                  <a:lnTo>
                    <a:pt x="1532" y="3077"/>
                  </a:lnTo>
                  <a:lnTo>
                    <a:pt x="1544" y="3172"/>
                  </a:lnTo>
                  <a:lnTo>
                    <a:pt x="1544" y="3172"/>
                  </a:lnTo>
                  <a:lnTo>
                    <a:pt x="171" y="3339"/>
                  </a:lnTo>
                  <a:cubicBezTo>
                    <a:pt x="72" y="3357"/>
                    <a:pt x="0" y="3438"/>
                    <a:pt x="9" y="3537"/>
                  </a:cubicBezTo>
                  <a:lnTo>
                    <a:pt x="9" y="3555"/>
                  </a:lnTo>
                  <a:cubicBezTo>
                    <a:pt x="36" y="4366"/>
                    <a:pt x="117" y="5169"/>
                    <a:pt x="216" y="5962"/>
                  </a:cubicBezTo>
                  <a:cubicBezTo>
                    <a:pt x="316" y="6764"/>
                    <a:pt x="433" y="7557"/>
                    <a:pt x="604" y="8350"/>
                  </a:cubicBezTo>
                  <a:lnTo>
                    <a:pt x="613" y="8368"/>
                  </a:lnTo>
                  <a:cubicBezTo>
                    <a:pt x="630" y="8461"/>
                    <a:pt x="710" y="8523"/>
                    <a:pt x="802" y="8523"/>
                  </a:cubicBezTo>
                  <a:cubicBezTo>
                    <a:pt x="808" y="8523"/>
                    <a:pt x="814" y="8522"/>
                    <a:pt x="820" y="8522"/>
                  </a:cubicBezTo>
                  <a:lnTo>
                    <a:pt x="2189" y="8348"/>
                  </a:lnTo>
                  <a:lnTo>
                    <a:pt x="2189" y="8348"/>
                  </a:lnTo>
                  <a:lnTo>
                    <a:pt x="2199" y="8423"/>
                  </a:lnTo>
                  <a:lnTo>
                    <a:pt x="2199" y="8432"/>
                  </a:lnTo>
                  <a:lnTo>
                    <a:pt x="2199" y="8441"/>
                  </a:lnTo>
                  <a:cubicBezTo>
                    <a:pt x="2216" y="8529"/>
                    <a:pt x="2297" y="8597"/>
                    <a:pt x="2385" y="8597"/>
                  </a:cubicBezTo>
                  <a:cubicBezTo>
                    <a:pt x="2395" y="8597"/>
                    <a:pt x="2405" y="8596"/>
                    <a:pt x="2416" y="8594"/>
                  </a:cubicBezTo>
                  <a:cubicBezTo>
                    <a:pt x="5598" y="8089"/>
                    <a:pt x="8798" y="7701"/>
                    <a:pt x="11998" y="7305"/>
                  </a:cubicBezTo>
                  <a:lnTo>
                    <a:pt x="21588" y="6124"/>
                  </a:lnTo>
                  <a:lnTo>
                    <a:pt x="31188" y="4943"/>
                  </a:lnTo>
                  <a:lnTo>
                    <a:pt x="40779" y="3789"/>
                  </a:lnTo>
                  <a:lnTo>
                    <a:pt x="40788" y="3789"/>
                  </a:lnTo>
                  <a:cubicBezTo>
                    <a:pt x="40887" y="3780"/>
                    <a:pt x="40968" y="3681"/>
                    <a:pt x="40950" y="3573"/>
                  </a:cubicBezTo>
                  <a:lnTo>
                    <a:pt x="40914" y="3303"/>
                  </a:lnTo>
                  <a:cubicBezTo>
                    <a:pt x="40906" y="3201"/>
                    <a:pt x="40817" y="3131"/>
                    <a:pt x="40716" y="3131"/>
                  </a:cubicBezTo>
                  <a:cubicBezTo>
                    <a:pt x="40710" y="3131"/>
                    <a:pt x="40704" y="3131"/>
                    <a:pt x="40698" y="3131"/>
                  </a:cubicBezTo>
                  <a:cubicBezTo>
                    <a:pt x="40599" y="3149"/>
                    <a:pt x="40518" y="3249"/>
                    <a:pt x="40536" y="3348"/>
                  </a:cubicBezTo>
                  <a:lnTo>
                    <a:pt x="40544" y="3427"/>
                  </a:lnTo>
                  <a:lnTo>
                    <a:pt x="40544" y="3427"/>
                  </a:lnTo>
                  <a:lnTo>
                    <a:pt x="31152" y="4655"/>
                  </a:lnTo>
                  <a:lnTo>
                    <a:pt x="21561" y="5872"/>
                  </a:lnTo>
                  <a:lnTo>
                    <a:pt x="11971" y="7098"/>
                  </a:lnTo>
                  <a:cubicBezTo>
                    <a:pt x="8834" y="7495"/>
                    <a:pt x="5706" y="7893"/>
                    <a:pt x="2562" y="8188"/>
                  </a:cubicBezTo>
                  <a:lnTo>
                    <a:pt x="2562" y="8188"/>
                  </a:lnTo>
                  <a:lnTo>
                    <a:pt x="2551" y="8107"/>
                  </a:lnTo>
                  <a:cubicBezTo>
                    <a:pt x="2534" y="8005"/>
                    <a:pt x="2453" y="7935"/>
                    <a:pt x="2353" y="7935"/>
                  </a:cubicBezTo>
                  <a:cubicBezTo>
                    <a:pt x="2347" y="7935"/>
                    <a:pt x="2341" y="7935"/>
                    <a:pt x="2335" y="7936"/>
                  </a:cubicBezTo>
                  <a:lnTo>
                    <a:pt x="984" y="8108"/>
                  </a:lnTo>
                  <a:lnTo>
                    <a:pt x="984" y="8108"/>
                  </a:lnTo>
                  <a:cubicBezTo>
                    <a:pt x="950" y="7364"/>
                    <a:pt x="866" y="6627"/>
                    <a:pt x="775" y="5899"/>
                  </a:cubicBezTo>
                  <a:cubicBezTo>
                    <a:pt x="684" y="5161"/>
                    <a:pt x="578" y="4430"/>
                    <a:pt x="428" y="3701"/>
                  </a:cubicBezTo>
                  <a:lnTo>
                    <a:pt x="428" y="3701"/>
                  </a:lnTo>
                  <a:lnTo>
                    <a:pt x="1785" y="3528"/>
                  </a:lnTo>
                  <a:cubicBezTo>
                    <a:pt x="1884" y="3519"/>
                    <a:pt x="1965" y="3420"/>
                    <a:pt x="1947" y="3312"/>
                  </a:cubicBezTo>
                  <a:lnTo>
                    <a:pt x="1935" y="3213"/>
                  </a:lnTo>
                  <a:lnTo>
                    <a:pt x="1935" y="3213"/>
                  </a:lnTo>
                  <a:cubicBezTo>
                    <a:pt x="3766" y="2952"/>
                    <a:pt x="5606" y="2700"/>
                    <a:pt x="7437" y="2464"/>
                  </a:cubicBezTo>
                  <a:cubicBezTo>
                    <a:pt x="9338" y="2221"/>
                    <a:pt x="11240" y="1987"/>
                    <a:pt x="13142" y="1752"/>
                  </a:cubicBezTo>
                  <a:lnTo>
                    <a:pt x="16000" y="1401"/>
                  </a:lnTo>
                  <a:lnTo>
                    <a:pt x="18848" y="1058"/>
                  </a:lnTo>
                  <a:lnTo>
                    <a:pt x="24554" y="382"/>
                  </a:lnTo>
                  <a:lnTo>
                    <a:pt x="24563" y="382"/>
                  </a:lnTo>
                  <a:cubicBezTo>
                    <a:pt x="24671" y="373"/>
                    <a:pt x="24743" y="274"/>
                    <a:pt x="24725" y="166"/>
                  </a:cubicBezTo>
                  <a:cubicBezTo>
                    <a:pt x="24717" y="69"/>
                    <a:pt x="24637" y="1"/>
                    <a:pt x="245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2" name="Google Shape;8642;p298"/>
            <p:cNvSpPr/>
            <p:nvPr/>
          </p:nvSpPr>
          <p:spPr>
            <a:xfrm>
              <a:off x="7753724" y="3601377"/>
              <a:ext cx="138152" cy="171960"/>
            </a:xfrm>
            <a:custGeom>
              <a:avLst/>
              <a:gdLst/>
              <a:ahLst/>
              <a:cxnLst/>
              <a:rect l="l" t="t" r="r" b="b"/>
              <a:pathLst>
                <a:path w="2840" h="3535" extrusionOk="0">
                  <a:moveTo>
                    <a:pt x="2624" y="1"/>
                  </a:moveTo>
                  <a:cubicBezTo>
                    <a:pt x="2587" y="1"/>
                    <a:pt x="2549" y="11"/>
                    <a:pt x="2515" y="31"/>
                  </a:cubicBezTo>
                  <a:lnTo>
                    <a:pt x="2065" y="329"/>
                  </a:lnTo>
                  <a:cubicBezTo>
                    <a:pt x="1920" y="428"/>
                    <a:pt x="1767" y="509"/>
                    <a:pt x="1623" y="626"/>
                  </a:cubicBezTo>
                  <a:cubicBezTo>
                    <a:pt x="1343" y="842"/>
                    <a:pt x="1064" y="1068"/>
                    <a:pt x="821" y="1338"/>
                  </a:cubicBezTo>
                  <a:cubicBezTo>
                    <a:pt x="577" y="1599"/>
                    <a:pt x="370" y="1897"/>
                    <a:pt x="217" y="2239"/>
                  </a:cubicBezTo>
                  <a:cubicBezTo>
                    <a:pt x="63" y="2582"/>
                    <a:pt x="0" y="2961"/>
                    <a:pt x="27" y="3339"/>
                  </a:cubicBezTo>
                  <a:lnTo>
                    <a:pt x="27" y="3348"/>
                  </a:lnTo>
                  <a:cubicBezTo>
                    <a:pt x="27" y="3357"/>
                    <a:pt x="27" y="3375"/>
                    <a:pt x="27" y="3384"/>
                  </a:cubicBezTo>
                  <a:cubicBezTo>
                    <a:pt x="51" y="3469"/>
                    <a:pt x="133" y="3534"/>
                    <a:pt x="224" y="3534"/>
                  </a:cubicBezTo>
                  <a:cubicBezTo>
                    <a:pt x="240" y="3534"/>
                    <a:pt x="255" y="3532"/>
                    <a:pt x="271" y="3528"/>
                  </a:cubicBezTo>
                  <a:cubicBezTo>
                    <a:pt x="370" y="3501"/>
                    <a:pt x="433" y="3393"/>
                    <a:pt x="415" y="3294"/>
                  </a:cubicBezTo>
                  <a:cubicBezTo>
                    <a:pt x="334" y="2979"/>
                    <a:pt x="361" y="2654"/>
                    <a:pt x="478" y="2348"/>
                  </a:cubicBezTo>
                  <a:cubicBezTo>
                    <a:pt x="595" y="2041"/>
                    <a:pt x="794" y="1762"/>
                    <a:pt x="1019" y="1518"/>
                  </a:cubicBezTo>
                  <a:cubicBezTo>
                    <a:pt x="1253" y="1275"/>
                    <a:pt x="1524" y="1059"/>
                    <a:pt x="1803" y="878"/>
                  </a:cubicBezTo>
                  <a:lnTo>
                    <a:pt x="1911" y="806"/>
                  </a:lnTo>
                  <a:lnTo>
                    <a:pt x="2019" y="743"/>
                  </a:lnTo>
                  <a:cubicBezTo>
                    <a:pt x="2092" y="698"/>
                    <a:pt x="2173" y="653"/>
                    <a:pt x="2245" y="617"/>
                  </a:cubicBezTo>
                  <a:cubicBezTo>
                    <a:pt x="2398" y="536"/>
                    <a:pt x="2542" y="455"/>
                    <a:pt x="2695" y="374"/>
                  </a:cubicBezTo>
                  <a:lnTo>
                    <a:pt x="2714" y="365"/>
                  </a:lnTo>
                  <a:cubicBezTo>
                    <a:pt x="2714" y="365"/>
                    <a:pt x="2723" y="365"/>
                    <a:pt x="2732" y="356"/>
                  </a:cubicBezTo>
                  <a:cubicBezTo>
                    <a:pt x="2822" y="301"/>
                    <a:pt x="2840" y="175"/>
                    <a:pt x="2786" y="85"/>
                  </a:cubicBezTo>
                  <a:cubicBezTo>
                    <a:pt x="2746" y="29"/>
                    <a:pt x="2686" y="1"/>
                    <a:pt x="26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3" name="Google Shape;8643;p298"/>
            <p:cNvSpPr/>
            <p:nvPr/>
          </p:nvSpPr>
          <p:spPr>
            <a:xfrm>
              <a:off x="8276797" y="3673322"/>
              <a:ext cx="127207" cy="161161"/>
            </a:xfrm>
            <a:custGeom>
              <a:avLst/>
              <a:gdLst/>
              <a:ahLst/>
              <a:cxnLst/>
              <a:rect l="l" t="t" r="r" b="b"/>
              <a:pathLst>
                <a:path w="2615" h="3313" extrusionOk="0">
                  <a:moveTo>
                    <a:pt x="2417" y="0"/>
                  </a:moveTo>
                  <a:cubicBezTo>
                    <a:pt x="2405" y="0"/>
                    <a:pt x="2393" y="1"/>
                    <a:pt x="2381" y="3"/>
                  </a:cubicBezTo>
                  <a:cubicBezTo>
                    <a:pt x="2272" y="30"/>
                    <a:pt x="2209" y="129"/>
                    <a:pt x="2227" y="238"/>
                  </a:cubicBezTo>
                  <a:cubicBezTo>
                    <a:pt x="2254" y="382"/>
                    <a:pt x="2272" y="526"/>
                    <a:pt x="2254" y="670"/>
                  </a:cubicBezTo>
                  <a:cubicBezTo>
                    <a:pt x="2245" y="815"/>
                    <a:pt x="2218" y="968"/>
                    <a:pt x="2155" y="1103"/>
                  </a:cubicBezTo>
                  <a:cubicBezTo>
                    <a:pt x="2056" y="1382"/>
                    <a:pt x="1876" y="1644"/>
                    <a:pt x="1668" y="1869"/>
                  </a:cubicBezTo>
                  <a:cubicBezTo>
                    <a:pt x="1461" y="2104"/>
                    <a:pt x="1218" y="2302"/>
                    <a:pt x="965" y="2473"/>
                  </a:cubicBezTo>
                  <a:cubicBezTo>
                    <a:pt x="830" y="2563"/>
                    <a:pt x="704" y="2653"/>
                    <a:pt x="569" y="2735"/>
                  </a:cubicBezTo>
                  <a:cubicBezTo>
                    <a:pt x="434" y="2807"/>
                    <a:pt x="298" y="2879"/>
                    <a:pt x="154" y="2942"/>
                  </a:cubicBezTo>
                  <a:cubicBezTo>
                    <a:pt x="145" y="2942"/>
                    <a:pt x="136" y="2951"/>
                    <a:pt x="127" y="2951"/>
                  </a:cubicBezTo>
                  <a:cubicBezTo>
                    <a:pt x="28" y="3005"/>
                    <a:pt x="1" y="3131"/>
                    <a:pt x="64" y="3221"/>
                  </a:cubicBezTo>
                  <a:cubicBezTo>
                    <a:pt x="99" y="3280"/>
                    <a:pt x="162" y="3312"/>
                    <a:pt x="226" y="3312"/>
                  </a:cubicBezTo>
                  <a:cubicBezTo>
                    <a:pt x="260" y="3312"/>
                    <a:pt x="294" y="3303"/>
                    <a:pt x="325" y="3284"/>
                  </a:cubicBezTo>
                  <a:lnTo>
                    <a:pt x="334" y="3284"/>
                  </a:lnTo>
                  <a:cubicBezTo>
                    <a:pt x="614" y="3104"/>
                    <a:pt x="875" y="2906"/>
                    <a:pt x="1128" y="2707"/>
                  </a:cubicBezTo>
                  <a:cubicBezTo>
                    <a:pt x="1389" y="2500"/>
                    <a:pt x="1632" y="2284"/>
                    <a:pt x="1849" y="2031"/>
                  </a:cubicBezTo>
                  <a:cubicBezTo>
                    <a:pt x="2065" y="1788"/>
                    <a:pt x="2263" y="1518"/>
                    <a:pt x="2399" y="1202"/>
                  </a:cubicBezTo>
                  <a:cubicBezTo>
                    <a:pt x="2543" y="896"/>
                    <a:pt x="2615" y="553"/>
                    <a:pt x="2615" y="193"/>
                  </a:cubicBezTo>
                  <a:cubicBezTo>
                    <a:pt x="2615" y="184"/>
                    <a:pt x="2615" y="166"/>
                    <a:pt x="2615" y="157"/>
                  </a:cubicBezTo>
                  <a:cubicBezTo>
                    <a:pt x="2591" y="61"/>
                    <a:pt x="2510" y="0"/>
                    <a:pt x="2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4" name="Google Shape;8644;p298"/>
            <p:cNvSpPr/>
            <p:nvPr/>
          </p:nvSpPr>
          <p:spPr>
            <a:xfrm>
              <a:off x="7126261" y="3708687"/>
              <a:ext cx="37311" cy="143746"/>
            </a:xfrm>
            <a:custGeom>
              <a:avLst/>
              <a:gdLst/>
              <a:ahLst/>
              <a:cxnLst/>
              <a:rect l="l" t="t" r="r" b="b"/>
              <a:pathLst>
                <a:path w="767" h="2955" extrusionOk="0">
                  <a:moveTo>
                    <a:pt x="226" y="1"/>
                  </a:moveTo>
                  <a:cubicBezTo>
                    <a:pt x="211" y="1"/>
                    <a:pt x="196" y="3"/>
                    <a:pt x="181" y="6"/>
                  </a:cubicBezTo>
                  <a:cubicBezTo>
                    <a:pt x="73" y="24"/>
                    <a:pt x="0" y="124"/>
                    <a:pt x="27" y="232"/>
                  </a:cubicBezTo>
                  <a:cubicBezTo>
                    <a:pt x="100" y="637"/>
                    <a:pt x="163" y="1052"/>
                    <a:pt x="217" y="1467"/>
                  </a:cubicBezTo>
                  <a:lnTo>
                    <a:pt x="307" y="2089"/>
                  </a:lnTo>
                  <a:cubicBezTo>
                    <a:pt x="325" y="2296"/>
                    <a:pt x="379" y="2494"/>
                    <a:pt x="334" y="2711"/>
                  </a:cubicBezTo>
                  <a:cubicBezTo>
                    <a:pt x="325" y="2756"/>
                    <a:pt x="334" y="2801"/>
                    <a:pt x="352" y="2837"/>
                  </a:cubicBezTo>
                  <a:cubicBezTo>
                    <a:pt x="384" y="2914"/>
                    <a:pt x="458" y="2955"/>
                    <a:pt x="534" y="2955"/>
                  </a:cubicBezTo>
                  <a:cubicBezTo>
                    <a:pt x="564" y="2955"/>
                    <a:pt x="594" y="2949"/>
                    <a:pt x="622" y="2936"/>
                  </a:cubicBezTo>
                  <a:cubicBezTo>
                    <a:pt x="722" y="2891"/>
                    <a:pt x="767" y="2765"/>
                    <a:pt x="722" y="2666"/>
                  </a:cubicBezTo>
                  <a:cubicBezTo>
                    <a:pt x="622" y="2467"/>
                    <a:pt x="622" y="2251"/>
                    <a:pt x="595" y="2053"/>
                  </a:cubicBezTo>
                  <a:lnTo>
                    <a:pt x="523" y="1431"/>
                  </a:lnTo>
                  <a:cubicBezTo>
                    <a:pt x="478" y="1016"/>
                    <a:pt x="433" y="601"/>
                    <a:pt x="406" y="178"/>
                  </a:cubicBezTo>
                  <a:cubicBezTo>
                    <a:pt x="406" y="178"/>
                    <a:pt x="406" y="169"/>
                    <a:pt x="406" y="160"/>
                  </a:cubicBezTo>
                  <a:cubicBezTo>
                    <a:pt x="391" y="67"/>
                    <a:pt x="316" y="1"/>
                    <a:pt x="2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5" name="Google Shape;8645;p298"/>
            <p:cNvSpPr/>
            <p:nvPr/>
          </p:nvSpPr>
          <p:spPr>
            <a:xfrm>
              <a:off x="7753724" y="3752661"/>
              <a:ext cx="159215" cy="130125"/>
            </a:xfrm>
            <a:custGeom>
              <a:avLst/>
              <a:gdLst/>
              <a:ahLst/>
              <a:cxnLst/>
              <a:rect l="l" t="t" r="r" b="b"/>
              <a:pathLst>
                <a:path w="3273" h="2675" extrusionOk="0">
                  <a:moveTo>
                    <a:pt x="215" y="1"/>
                  </a:moveTo>
                  <a:cubicBezTo>
                    <a:pt x="203" y="1"/>
                    <a:pt x="192" y="2"/>
                    <a:pt x="181" y="4"/>
                  </a:cubicBezTo>
                  <a:cubicBezTo>
                    <a:pt x="72" y="31"/>
                    <a:pt x="0" y="130"/>
                    <a:pt x="27" y="238"/>
                  </a:cubicBezTo>
                  <a:cubicBezTo>
                    <a:pt x="99" y="581"/>
                    <a:pt x="253" y="905"/>
                    <a:pt x="460" y="1176"/>
                  </a:cubicBezTo>
                  <a:cubicBezTo>
                    <a:pt x="676" y="1446"/>
                    <a:pt x="938" y="1662"/>
                    <a:pt x="1208" y="1843"/>
                  </a:cubicBezTo>
                  <a:cubicBezTo>
                    <a:pt x="1488" y="2023"/>
                    <a:pt x="1776" y="2176"/>
                    <a:pt x="2083" y="2302"/>
                  </a:cubicBezTo>
                  <a:cubicBezTo>
                    <a:pt x="2371" y="2438"/>
                    <a:pt x="2677" y="2564"/>
                    <a:pt x="3002" y="2663"/>
                  </a:cubicBezTo>
                  <a:cubicBezTo>
                    <a:pt x="3011" y="2663"/>
                    <a:pt x="3020" y="2672"/>
                    <a:pt x="3029" y="2672"/>
                  </a:cubicBezTo>
                  <a:cubicBezTo>
                    <a:pt x="3039" y="2674"/>
                    <a:pt x="3049" y="2674"/>
                    <a:pt x="3059" y="2674"/>
                  </a:cubicBezTo>
                  <a:cubicBezTo>
                    <a:pt x="3155" y="2674"/>
                    <a:pt x="3238" y="2599"/>
                    <a:pt x="3254" y="2510"/>
                  </a:cubicBezTo>
                  <a:cubicBezTo>
                    <a:pt x="3272" y="2402"/>
                    <a:pt x="3191" y="2302"/>
                    <a:pt x="3092" y="2284"/>
                  </a:cubicBezTo>
                  <a:cubicBezTo>
                    <a:pt x="2939" y="2266"/>
                    <a:pt x="2786" y="2230"/>
                    <a:pt x="2641" y="2185"/>
                  </a:cubicBezTo>
                  <a:cubicBezTo>
                    <a:pt x="2488" y="2140"/>
                    <a:pt x="2335" y="2086"/>
                    <a:pt x="2191" y="2032"/>
                  </a:cubicBezTo>
                  <a:cubicBezTo>
                    <a:pt x="1902" y="1915"/>
                    <a:pt x="1623" y="1789"/>
                    <a:pt x="1361" y="1608"/>
                  </a:cubicBezTo>
                  <a:cubicBezTo>
                    <a:pt x="1118" y="1437"/>
                    <a:pt x="875" y="1239"/>
                    <a:pt x="712" y="986"/>
                  </a:cubicBezTo>
                  <a:cubicBezTo>
                    <a:pt x="622" y="869"/>
                    <a:pt x="559" y="734"/>
                    <a:pt x="505" y="599"/>
                  </a:cubicBezTo>
                  <a:cubicBezTo>
                    <a:pt x="451" y="464"/>
                    <a:pt x="424" y="319"/>
                    <a:pt x="415" y="175"/>
                  </a:cubicBezTo>
                  <a:lnTo>
                    <a:pt x="406" y="175"/>
                  </a:lnTo>
                  <a:cubicBezTo>
                    <a:pt x="406" y="166"/>
                    <a:pt x="406" y="166"/>
                    <a:pt x="406" y="157"/>
                  </a:cubicBezTo>
                  <a:cubicBezTo>
                    <a:pt x="390" y="61"/>
                    <a:pt x="303" y="1"/>
                    <a:pt x="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6" name="Google Shape;8646;p298"/>
            <p:cNvSpPr/>
            <p:nvPr/>
          </p:nvSpPr>
          <p:spPr>
            <a:xfrm>
              <a:off x="7140708" y="3828157"/>
              <a:ext cx="36046" cy="134163"/>
            </a:xfrm>
            <a:custGeom>
              <a:avLst/>
              <a:gdLst/>
              <a:ahLst/>
              <a:cxnLst/>
              <a:rect l="l" t="t" r="r" b="b"/>
              <a:pathLst>
                <a:path w="741" h="2758" extrusionOk="0">
                  <a:moveTo>
                    <a:pt x="230" y="0"/>
                  </a:moveTo>
                  <a:cubicBezTo>
                    <a:pt x="208" y="0"/>
                    <a:pt x="186" y="4"/>
                    <a:pt x="163" y="11"/>
                  </a:cubicBezTo>
                  <a:cubicBezTo>
                    <a:pt x="64" y="38"/>
                    <a:pt x="1" y="155"/>
                    <a:pt x="37" y="255"/>
                  </a:cubicBezTo>
                  <a:cubicBezTo>
                    <a:pt x="163" y="633"/>
                    <a:pt x="208" y="1021"/>
                    <a:pt x="253" y="1399"/>
                  </a:cubicBezTo>
                  <a:cubicBezTo>
                    <a:pt x="289" y="1787"/>
                    <a:pt x="325" y="2175"/>
                    <a:pt x="325" y="2562"/>
                  </a:cubicBezTo>
                  <a:cubicBezTo>
                    <a:pt x="325" y="2580"/>
                    <a:pt x="325" y="2598"/>
                    <a:pt x="334" y="2607"/>
                  </a:cubicBezTo>
                  <a:cubicBezTo>
                    <a:pt x="357" y="2698"/>
                    <a:pt x="431" y="2758"/>
                    <a:pt x="519" y="2758"/>
                  </a:cubicBezTo>
                  <a:cubicBezTo>
                    <a:pt x="535" y="2758"/>
                    <a:pt x="552" y="2756"/>
                    <a:pt x="569" y="2751"/>
                  </a:cubicBezTo>
                  <a:cubicBezTo>
                    <a:pt x="677" y="2724"/>
                    <a:pt x="740" y="2625"/>
                    <a:pt x="713" y="2517"/>
                  </a:cubicBezTo>
                  <a:cubicBezTo>
                    <a:pt x="623" y="2138"/>
                    <a:pt x="551" y="1760"/>
                    <a:pt x="497" y="1372"/>
                  </a:cubicBezTo>
                  <a:cubicBezTo>
                    <a:pt x="443" y="985"/>
                    <a:pt x="397" y="606"/>
                    <a:pt x="425" y="210"/>
                  </a:cubicBezTo>
                  <a:cubicBezTo>
                    <a:pt x="425" y="182"/>
                    <a:pt x="425" y="155"/>
                    <a:pt x="416" y="137"/>
                  </a:cubicBezTo>
                  <a:cubicBezTo>
                    <a:pt x="387" y="52"/>
                    <a:pt x="313" y="0"/>
                    <a:pt x="2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47" name="Google Shape;8647;p298"/>
          <p:cNvGrpSpPr/>
          <p:nvPr/>
        </p:nvGrpSpPr>
        <p:grpSpPr>
          <a:xfrm rot="854098">
            <a:off x="7782856" y="510397"/>
            <a:ext cx="639528" cy="438002"/>
            <a:chOff x="5501450" y="2545600"/>
            <a:chExt cx="639525" cy="438000"/>
          </a:xfrm>
        </p:grpSpPr>
        <p:sp>
          <p:nvSpPr>
            <p:cNvPr id="8648" name="Google Shape;8648;p298"/>
            <p:cNvSpPr/>
            <p:nvPr/>
          </p:nvSpPr>
          <p:spPr>
            <a:xfrm>
              <a:off x="5501450" y="2545600"/>
              <a:ext cx="639525" cy="438000"/>
            </a:xfrm>
            <a:custGeom>
              <a:avLst/>
              <a:gdLst/>
              <a:ahLst/>
              <a:cxnLst/>
              <a:rect l="l" t="t" r="r" b="b"/>
              <a:pathLst>
                <a:path w="25581" h="17520" extrusionOk="0">
                  <a:moveTo>
                    <a:pt x="2054" y="916"/>
                  </a:moveTo>
                  <a:cubicBezTo>
                    <a:pt x="4249" y="1273"/>
                    <a:pt x="6534" y="1376"/>
                    <a:pt x="8837" y="1376"/>
                  </a:cubicBezTo>
                  <a:cubicBezTo>
                    <a:pt x="11993" y="1376"/>
                    <a:pt x="15185" y="1183"/>
                    <a:pt x="18229" y="1183"/>
                  </a:cubicBezTo>
                  <a:cubicBezTo>
                    <a:pt x="18767" y="1183"/>
                    <a:pt x="19366" y="1142"/>
                    <a:pt x="19969" y="1142"/>
                  </a:cubicBezTo>
                  <a:cubicBezTo>
                    <a:pt x="21476" y="1142"/>
                    <a:pt x="23008" y="1398"/>
                    <a:pt x="23668" y="3189"/>
                  </a:cubicBezTo>
                  <a:cubicBezTo>
                    <a:pt x="24139" y="4443"/>
                    <a:pt x="23998" y="6292"/>
                    <a:pt x="24045" y="7625"/>
                  </a:cubicBezTo>
                  <a:cubicBezTo>
                    <a:pt x="24154" y="10242"/>
                    <a:pt x="24076" y="12876"/>
                    <a:pt x="23904" y="15493"/>
                  </a:cubicBezTo>
                  <a:cubicBezTo>
                    <a:pt x="19549" y="16044"/>
                    <a:pt x="15184" y="16308"/>
                    <a:pt x="10802" y="16308"/>
                  </a:cubicBezTo>
                  <a:cubicBezTo>
                    <a:pt x="9570" y="16308"/>
                    <a:pt x="8336" y="16287"/>
                    <a:pt x="7101" y="16246"/>
                  </a:cubicBezTo>
                  <a:cubicBezTo>
                    <a:pt x="5141" y="16167"/>
                    <a:pt x="2398" y="16543"/>
                    <a:pt x="1505" y="14036"/>
                  </a:cubicBezTo>
                  <a:cubicBezTo>
                    <a:pt x="1066" y="12782"/>
                    <a:pt x="1270" y="10916"/>
                    <a:pt x="1207" y="9600"/>
                  </a:cubicBezTo>
                  <a:cubicBezTo>
                    <a:pt x="1160" y="8659"/>
                    <a:pt x="235" y="1700"/>
                    <a:pt x="2054" y="916"/>
                  </a:cubicBezTo>
                  <a:close/>
                  <a:moveTo>
                    <a:pt x="1928" y="0"/>
                  </a:moveTo>
                  <a:cubicBezTo>
                    <a:pt x="478" y="0"/>
                    <a:pt x="29" y="2119"/>
                    <a:pt x="16" y="3518"/>
                  </a:cubicBezTo>
                  <a:cubicBezTo>
                    <a:pt x="0" y="5869"/>
                    <a:pt x="204" y="8252"/>
                    <a:pt x="282" y="10603"/>
                  </a:cubicBezTo>
                  <a:cubicBezTo>
                    <a:pt x="345" y="12139"/>
                    <a:pt x="157" y="14098"/>
                    <a:pt x="1003" y="15462"/>
                  </a:cubicBezTo>
                  <a:cubicBezTo>
                    <a:pt x="2119" y="17247"/>
                    <a:pt x="4806" y="17520"/>
                    <a:pt x="7212" y="17520"/>
                  </a:cubicBezTo>
                  <a:cubicBezTo>
                    <a:pt x="8268" y="17520"/>
                    <a:pt x="9269" y="17467"/>
                    <a:pt x="10061" y="17467"/>
                  </a:cubicBezTo>
                  <a:cubicBezTo>
                    <a:pt x="10126" y="17467"/>
                    <a:pt x="10189" y="17468"/>
                    <a:pt x="10251" y="17468"/>
                  </a:cubicBezTo>
                  <a:cubicBezTo>
                    <a:pt x="10550" y="17471"/>
                    <a:pt x="10848" y="17473"/>
                    <a:pt x="11146" y="17473"/>
                  </a:cubicBezTo>
                  <a:cubicBezTo>
                    <a:pt x="15785" y="17473"/>
                    <a:pt x="20422" y="17132"/>
                    <a:pt x="25016" y="16528"/>
                  </a:cubicBezTo>
                  <a:cubicBezTo>
                    <a:pt x="25581" y="16449"/>
                    <a:pt x="25549" y="15791"/>
                    <a:pt x="25189" y="15509"/>
                  </a:cubicBezTo>
                  <a:cubicBezTo>
                    <a:pt x="25440" y="11857"/>
                    <a:pt x="25534" y="8126"/>
                    <a:pt x="25110" y="4490"/>
                  </a:cubicBezTo>
                  <a:cubicBezTo>
                    <a:pt x="24907" y="2766"/>
                    <a:pt x="24515" y="995"/>
                    <a:pt x="22728" y="305"/>
                  </a:cubicBezTo>
                  <a:cubicBezTo>
                    <a:pt x="22098" y="64"/>
                    <a:pt x="21403" y="15"/>
                    <a:pt x="20716" y="15"/>
                  </a:cubicBezTo>
                  <a:cubicBezTo>
                    <a:pt x="20240" y="15"/>
                    <a:pt x="19769" y="38"/>
                    <a:pt x="19327" y="38"/>
                  </a:cubicBezTo>
                  <a:cubicBezTo>
                    <a:pt x="17132" y="38"/>
                    <a:pt x="14954" y="70"/>
                    <a:pt x="12759" y="70"/>
                  </a:cubicBezTo>
                  <a:cubicBezTo>
                    <a:pt x="12545" y="72"/>
                    <a:pt x="12330" y="73"/>
                    <a:pt x="12115" y="73"/>
                  </a:cubicBezTo>
                  <a:cubicBezTo>
                    <a:pt x="10641" y="73"/>
                    <a:pt x="9140" y="30"/>
                    <a:pt x="7640" y="30"/>
                  </a:cubicBezTo>
                  <a:cubicBezTo>
                    <a:pt x="6052" y="30"/>
                    <a:pt x="4466" y="78"/>
                    <a:pt x="2916" y="274"/>
                  </a:cubicBezTo>
                  <a:cubicBezTo>
                    <a:pt x="2544" y="84"/>
                    <a:pt x="2216" y="0"/>
                    <a:pt x="1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9" name="Google Shape;8649;p298"/>
            <p:cNvSpPr/>
            <p:nvPr/>
          </p:nvSpPr>
          <p:spPr>
            <a:xfrm>
              <a:off x="5714775" y="2654925"/>
              <a:ext cx="280075" cy="257600"/>
            </a:xfrm>
            <a:custGeom>
              <a:avLst/>
              <a:gdLst/>
              <a:ahLst/>
              <a:cxnLst/>
              <a:rect l="l" t="t" r="r" b="b"/>
              <a:pathLst>
                <a:path w="11203" h="10304" extrusionOk="0">
                  <a:moveTo>
                    <a:pt x="652" y="289"/>
                  </a:moveTo>
                  <a:cubicBezTo>
                    <a:pt x="809" y="415"/>
                    <a:pt x="966" y="540"/>
                    <a:pt x="1138" y="650"/>
                  </a:cubicBezTo>
                  <a:cubicBezTo>
                    <a:pt x="1076" y="697"/>
                    <a:pt x="1044" y="775"/>
                    <a:pt x="1029" y="854"/>
                  </a:cubicBezTo>
                  <a:cubicBezTo>
                    <a:pt x="1029" y="1042"/>
                    <a:pt x="1044" y="1214"/>
                    <a:pt x="1044" y="1387"/>
                  </a:cubicBezTo>
                  <a:cubicBezTo>
                    <a:pt x="919" y="1449"/>
                    <a:pt x="825" y="1543"/>
                    <a:pt x="778" y="1669"/>
                  </a:cubicBezTo>
                  <a:cubicBezTo>
                    <a:pt x="746" y="1214"/>
                    <a:pt x="699" y="760"/>
                    <a:pt x="652" y="305"/>
                  </a:cubicBezTo>
                  <a:cubicBezTo>
                    <a:pt x="652" y="305"/>
                    <a:pt x="652" y="289"/>
                    <a:pt x="652" y="289"/>
                  </a:cubicBezTo>
                  <a:close/>
                  <a:moveTo>
                    <a:pt x="5778" y="4208"/>
                  </a:moveTo>
                  <a:lnTo>
                    <a:pt x="5778" y="4208"/>
                  </a:lnTo>
                  <a:cubicBezTo>
                    <a:pt x="6217" y="4333"/>
                    <a:pt x="6671" y="4443"/>
                    <a:pt x="7126" y="4521"/>
                  </a:cubicBezTo>
                  <a:cubicBezTo>
                    <a:pt x="7142" y="4537"/>
                    <a:pt x="7142" y="4537"/>
                    <a:pt x="7157" y="4553"/>
                  </a:cubicBezTo>
                  <a:cubicBezTo>
                    <a:pt x="6844" y="4725"/>
                    <a:pt x="6530" y="4913"/>
                    <a:pt x="6232" y="5101"/>
                  </a:cubicBezTo>
                  <a:cubicBezTo>
                    <a:pt x="6138" y="4804"/>
                    <a:pt x="5966" y="4490"/>
                    <a:pt x="5778" y="4208"/>
                  </a:cubicBezTo>
                  <a:close/>
                  <a:moveTo>
                    <a:pt x="840" y="2296"/>
                  </a:moveTo>
                  <a:lnTo>
                    <a:pt x="840" y="2296"/>
                  </a:lnTo>
                  <a:cubicBezTo>
                    <a:pt x="919" y="2672"/>
                    <a:pt x="1013" y="3032"/>
                    <a:pt x="1076" y="3393"/>
                  </a:cubicBezTo>
                  <a:cubicBezTo>
                    <a:pt x="1123" y="4694"/>
                    <a:pt x="1201" y="5995"/>
                    <a:pt x="1264" y="7280"/>
                  </a:cubicBezTo>
                  <a:cubicBezTo>
                    <a:pt x="1279" y="7500"/>
                    <a:pt x="1436" y="7641"/>
                    <a:pt x="1609" y="7688"/>
                  </a:cubicBezTo>
                  <a:cubicBezTo>
                    <a:pt x="1624" y="7923"/>
                    <a:pt x="1656" y="8142"/>
                    <a:pt x="1671" y="8377"/>
                  </a:cubicBezTo>
                  <a:cubicBezTo>
                    <a:pt x="1671" y="8503"/>
                    <a:pt x="1734" y="8612"/>
                    <a:pt x="1812" y="8706"/>
                  </a:cubicBezTo>
                  <a:cubicBezTo>
                    <a:pt x="1781" y="8753"/>
                    <a:pt x="1765" y="8801"/>
                    <a:pt x="1734" y="8848"/>
                  </a:cubicBezTo>
                  <a:cubicBezTo>
                    <a:pt x="1718" y="8910"/>
                    <a:pt x="1718" y="8957"/>
                    <a:pt x="1703" y="9004"/>
                  </a:cubicBezTo>
                  <a:cubicBezTo>
                    <a:pt x="1577" y="9130"/>
                    <a:pt x="1436" y="9239"/>
                    <a:pt x="1295" y="9365"/>
                  </a:cubicBezTo>
                  <a:cubicBezTo>
                    <a:pt x="1154" y="7014"/>
                    <a:pt x="1029" y="4647"/>
                    <a:pt x="840" y="2296"/>
                  </a:cubicBezTo>
                  <a:close/>
                  <a:moveTo>
                    <a:pt x="299" y="0"/>
                  </a:moveTo>
                  <a:cubicBezTo>
                    <a:pt x="146" y="0"/>
                    <a:pt x="0" y="102"/>
                    <a:pt x="10" y="305"/>
                  </a:cubicBezTo>
                  <a:cubicBezTo>
                    <a:pt x="88" y="3440"/>
                    <a:pt x="355" y="6575"/>
                    <a:pt x="574" y="9710"/>
                  </a:cubicBezTo>
                  <a:cubicBezTo>
                    <a:pt x="590" y="9866"/>
                    <a:pt x="684" y="9976"/>
                    <a:pt x="793" y="10023"/>
                  </a:cubicBezTo>
                  <a:cubicBezTo>
                    <a:pt x="841" y="10176"/>
                    <a:pt x="985" y="10303"/>
                    <a:pt x="1148" y="10303"/>
                  </a:cubicBezTo>
                  <a:cubicBezTo>
                    <a:pt x="1201" y="10303"/>
                    <a:pt x="1256" y="10289"/>
                    <a:pt x="1311" y="10258"/>
                  </a:cubicBezTo>
                  <a:cubicBezTo>
                    <a:pt x="1718" y="10070"/>
                    <a:pt x="2110" y="9851"/>
                    <a:pt x="2486" y="9647"/>
                  </a:cubicBezTo>
                  <a:cubicBezTo>
                    <a:pt x="2627" y="9631"/>
                    <a:pt x="2753" y="9569"/>
                    <a:pt x="2847" y="9475"/>
                  </a:cubicBezTo>
                  <a:cubicBezTo>
                    <a:pt x="2894" y="9427"/>
                    <a:pt x="2941" y="9396"/>
                    <a:pt x="2988" y="9349"/>
                  </a:cubicBezTo>
                  <a:cubicBezTo>
                    <a:pt x="5417" y="7938"/>
                    <a:pt x="7721" y="6199"/>
                    <a:pt x="10151" y="4819"/>
                  </a:cubicBezTo>
                  <a:cubicBezTo>
                    <a:pt x="10229" y="4757"/>
                    <a:pt x="10292" y="4694"/>
                    <a:pt x="10323" y="4615"/>
                  </a:cubicBezTo>
                  <a:cubicBezTo>
                    <a:pt x="10383" y="4639"/>
                    <a:pt x="10441" y="4649"/>
                    <a:pt x="10497" y="4649"/>
                  </a:cubicBezTo>
                  <a:cubicBezTo>
                    <a:pt x="10925" y="4649"/>
                    <a:pt x="11203" y="4024"/>
                    <a:pt x="10731" y="3816"/>
                  </a:cubicBezTo>
                  <a:cubicBezTo>
                    <a:pt x="9101" y="3032"/>
                    <a:pt x="7439" y="2296"/>
                    <a:pt x="5762" y="1606"/>
                  </a:cubicBezTo>
                  <a:cubicBezTo>
                    <a:pt x="4238" y="987"/>
                    <a:pt x="2525" y="34"/>
                    <a:pt x="860" y="34"/>
                  </a:cubicBezTo>
                  <a:cubicBezTo>
                    <a:pt x="796" y="34"/>
                    <a:pt x="732" y="36"/>
                    <a:pt x="668" y="39"/>
                  </a:cubicBezTo>
                  <a:cubicBezTo>
                    <a:pt x="621" y="39"/>
                    <a:pt x="590" y="70"/>
                    <a:pt x="558" y="117"/>
                  </a:cubicBezTo>
                  <a:cubicBezTo>
                    <a:pt x="492" y="39"/>
                    <a:pt x="394" y="0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50" name="Google Shape;8650;p298"/>
          <p:cNvGrpSpPr/>
          <p:nvPr/>
        </p:nvGrpSpPr>
        <p:grpSpPr>
          <a:xfrm>
            <a:off x="3239069" y="4008175"/>
            <a:ext cx="2620695" cy="176025"/>
            <a:chOff x="4345425" y="2175475"/>
            <a:chExt cx="800750" cy="176025"/>
          </a:xfrm>
        </p:grpSpPr>
        <p:sp>
          <p:nvSpPr>
            <p:cNvPr id="8651" name="Google Shape;8651;p29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2" name="Google Shape;8652;p29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8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8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8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7" name="Google Shape;8657;p299"/>
          <p:cNvSpPr txBox="1">
            <a:spLocks noGrp="1"/>
          </p:cNvSpPr>
          <p:nvPr>
            <p:ph type="subTitle" idx="1"/>
          </p:nvPr>
        </p:nvSpPr>
        <p:spPr>
          <a:xfrm>
            <a:off x="566438" y="957975"/>
            <a:ext cx="4239600" cy="22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8" name="Google Shape;8658;p299"/>
          <p:cNvSpPr txBox="1">
            <a:spLocks noGrp="1"/>
          </p:cNvSpPr>
          <p:nvPr>
            <p:ph type="title"/>
          </p:nvPr>
        </p:nvSpPr>
        <p:spPr>
          <a:xfrm>
            <a:off x="443225" y="298100"/>
            <a:ext cx="4416000" cy="50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Program (Help)</a:t>
            </a:r>
            <a:endParaRPr/>
          </a:p>
        </p:txBody>
      </p:sp>
      <p:grpSp>
        <p:nvGrpSpPr>
          <p:cNvPr id="8659" name="Google Shape;8659;p299"/>
          <p:cNvGrpSpPr/>
          <p:nvPr/>
        </p:nvGrpSpPr>
        <p:grpSpPr>
          <a:xfrm>
            <a:off x="588483" y="727950"/>
            <a:ext cx="4195530" cy="176025"/>
            <a:chOff x="4345425" y="2175475"/>
            <a:chExt cx="800750" cy="176025"/>
          </a:xfrm>
        </p:grpSpPr>
        <p:sp>
          <p:nvSpPr>
            <p:cNvPr id="8660" name="Google Shape;8660;p299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1" name="Google Shape;8661;p299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nline Notebook XL by Slidesgo">
  <a:themeElements>
    <a:clrScheme name="Simple Light">
      <a:dk1>
        <a:srgbClr val="1C4587"/>
      </a:dk1>
      <a:lt1>
        <a:srgbClr val="FFFFFF"/>
      </a:lt1>
      <a:dk2>
        <a:srgbClr val="000000"/>
      </a:dk2>
      <a:lt2>
        <a:srgbClr val="F6B0F7"/>
      </a:lt2>
      <a:accent1>
        <a:srgbClr val="CAFFCA"/>
      </a:accent1>
      <a:accent2>
        <a:srgbClr val="FFE599"/>
      </a:accent2>
      <a:accent3>
        <a:srgbClr val="FFF8D3"/>
      </a:accent3>
      <a:accent4>
        <a:srgbClr val="FFBBAA"/>
      </a:accent4>
      <a:accent5>
        <a:srgbClr val="FFFFF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nline Notebook XL by Slidesgo">
  <a:themeElements>
    <a:clrScheme name="Simple Light">
      <a:dk1>
        <a:srgbClr val="1C4587"/>
      </a:dk1>
      <a:lt1>
        <a:srgbClr val="FFFFFF"/>
      </a:lt1>
      <a:dk2>
        <a:srgbClr val="000000"/>
      </a:dk2>
      <a:lt2>
        <a:srgbClr val="F6B0F7"/>
      </a:lt2>
      <a:accent1>
        <a:srgbClr val="CAFFCA"/>
      </a:accent1>
      <a:accent2>
        <a:srgbClr val="FFE599"/>
      </a:accent2>
      <a:accent3>
        <a:srgbClr val="FFF8D3"/>
      </a:accent3>
      <a:accent4>
        <a:srgbClr val="FFBBAA"/>
      </a:accent4>
      <a:accent5>
        <a:srgbClr val="FFFFF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nline Notebook XL by Slidesgo">
  <a:themeElements>
    <a:clrScheme name="Simple Light">
      <a:dk1>
        <a:srgbClr val="1C4587"/>
      </a:dk1>
      <a:lt1>
        <a:srgbClr val="FFFFFF"/>
      </a:lt1>
      <a:dk2>
        <a:srgbClr val="000000"/>
      </a:dk2>
      <a:lt2>
        <a:srgbClr val="F6B0F7"/>
      </a:lt2>
      <a:accent1>
        <a:srgbClr val="CAFFCA"/>
      </a:accent1>
      <a:accent2>
        <a:srgbClr val="FFE599"/>
      </a:accent2>
      <a:accent3>
        <a:srgbClr val="FFF8D3"/>
      </a:accent3>
      <a:accent4>
        <a:srgbClr val="FFBBAA"/>
      </a:accent4>
      <a:accent5>
        <a:srgbClr val="FFFFF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nline Notebook XL by Slidesgo">
  <a:themeElements>
    <a:clrScheme name="Simple Light">
      <a:dk1>
        <a:srgbClr val="1C4587"/>
      </a:dk1>
      <a:lt1>
        <a:srgbClr val="FFFFFF"/>
      </a:lt1>
      <a:dk2>
        <a:srgbClr val="000000"/>
      </a:dk2>
      <a:lt2>
        <a:srgbClr val="F6B0F7"/>
      </a:lt2>
      <a:accent1>
        <a:srgbClr val="CAFFCA"/>
      </a:accent1>
      <a:accent2>
        <a:srgbClr val="FFE599"/>
      </a:accent2>
      <a:accent3>
        <a:srgbClr val="FFF8D3"/>
      </a:accent3>
      <a:accent4>
        <a:srgbClr val="FFBBAA"/>
      </a:accent4>
      <a:accent5>
        <a:srgbClr val="FFFFF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nline Notebook XL by Slidesgo">
  <a:themeElements>
    <a:clrScheme name="Simple Light">
      <a:dk1>
        <a:srgbClr val="1C4587"/>
      </a:dk1>
      <a:lt1>
        <a:srgbClr val="FFFFFF"/>
      </a:lt1>
      <a:dk2>
        <a:srgbClr val="000000"/>
      </a:dk2>
      <a:lt2>
        <a:srgbClr val="F6B0F7"/>
      </a:lt2>
      <a:accent1>
        <a:srgbClr val="CAFFCA"/>
      </a:accent1>
      <a:accent2>
        <a:srgbClr val="FFE599"/>
      </a:accent2>
      <a:accent3>
        <a:srgbClr val="FFF8D3"/>
      </a:accent3>
      <a:accent4>
        <a:srgbClr val="FFBBAA"/>
      </a:accent4>
      <a:accent5>
        <a:srgbClr val="FFFFF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29374dd-2437-4816-8d63-bf9cc1b578e5}" enabled="1" method="Privileged" siteId="{39b03722-b836-496a-85ec-850f0957ca6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1305</Words>
  <Application>Microsoft Office PowerPoint</Application>
  <PresentationFormat>On-screen Show (16:9)</PresentationFormat>
  <Paragraphs>188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Muli</vt:lpstr>
      <vt:lpstr>Courier New</vt:lpstr>
      <vt:lpstr>Permanent Marker</vt:lpstr>
      <vt:lpstr>Arial</vt:lpstr>
      <vt:lpstr>Itim</vt:lpstr>
      <vt:lpstr>Calibri</vt:lpstr>
      <vt:lpstr>Simple Light</vt:lpstr>
      <vt:lpstr>Online Notebook XL by Slidesgo</vt:lpstr>
      <vt:lpstr>Online Notebook XL by Slidesgo</vt:lpstr>
      <vt:lpstr>Online Notebook XL by Slidesgo</vt:lpstr>
      <vt:lpstr>Online Notebook XL by Slidesgo</vt:lpstr>
      <vt:lpstr>Online Notebook XL by Slidesgo</vt:lpstr>
      <vt:lpstr>Tech Mentorship: Tuples</vt:lpstr>
      <vt:lpstr>Tuple Data Type</vt:lpstr>
      <vt:lpstr>Mutable Vs. Immutable</vt:lpstr>
      <vt:lpstr>What is an Ordered List?</vt:lpstr>
      <vt:lpstr>What is a Tuple?</vt:lpstr>
      <vt:lpstr>Tuple Format</vt:lpstr>
      <vt:lpstr>List vs. Tuple</vt:lpstr>
      <vt:lpstr>Create a Tuple Answer</vt:lpstr>
      <vt:lpstr>Create a Tuple: Answer</vt:lpstr>
      <vt:lpstr>Tuple Indices</vt:lpstr>
      <vt:lpstr>Indexes in Action</vt:lpstr>
      <vt:lpstr>Tuple Index Example: #1</vt:lpstr>
      <vt:lpstr>Tuple Index Example: #1 Answer</vt:lpstr>
      <vt:lpstr>Slice Tuple</vt:lpstr>
      <vt:lpstr>What is a Inclusive &amp; Exclusive</vt:lpstr>
      <vt:lpstr>Slicing a Tuple</vt:lpstr>
      <vt:lpstr>Slicing with List: #1 </vt:lpstr>
      <vt:lpstr>Slicing with List: #1 Answer</vt:lpstr>
      <vt:lpstr>Change Element</vt:lpstr>
      <vt:lpstr>How Can You Change Elements?</vt:lpstr>
      <vt:lpstr>Removing Elements</vt:lpstr>
      <vt:lpstr>How Can You Remove Elements?</vt:lpstr>
      <vt:lpstr>Adding Elements</vt:lpstr>
      <vt:lpstr>How Can You Add Elements?</vt:lpstr>
      <vt:lpstr>Review</vt:lpstr>
      <vt:lpstr>Why use Tuples?</vt:lpstr>
      <vt:lpstr>Mutable Vs. Immutable</vt:lpstr>
      <vt:lpstr>Ordered List Vs. Unordered List</vt:lpstr>
      <vt:lpstr>What is a Inclusive &amp; Exclusive</vt:lpstr>
      <vt:lpstr>Tuple Challenge Activity</vt:lpstr>
      <vt:lpstr>Create a Program (Help)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Halsall</cp:lastModifiedBy>
  <cp:revision>4</cp:revision>
  <dcterms:modified xsi:type="dcterms:W3CDTF">2025-12-09T15:43:01Z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9374dd-2437-4816-8d63-bf9cc1b578e5_Enabled">
    <vt:lpwstr>true</vt:lpwstr>
  </property>
  <property fmtid="{D5CDD505-2E9C-101B-9397-08002B2CF9AE}" pid="3" name="MSIP_Label_029374dd-2437-4816-8d63-bf9cc1b578e5_SetDate">
    <vt:lpwstr>2024-12-09T19:09:47Z</vt:lpwstr>
  </property>
  <property fmtid="{D5CDD505-2E9C-101B-9397-08002B2CF9AE}" pid="4" name="MSIP_Label_029374dd-2437-4816-8d63-bf9cc1b578e5_Method">
    <vt:lpwstr>Privileged</vt:lpwstr>
  </property>
  <property fmtid="{D5CDD505-2E9C-101B-9397-08002B2CF9AE}" pid="5" name="MSIP_Label_029374dd-2437-4816-8d63-bf9cc1b578e5_Name">
    <vt:lpwstr>Public</vt:lpwstr>
  </property>
  <property fmtid="{D5CDD505-2E9C-101B-9397-08002B2CF9AE}" pid="6" name="MSIP_Label_029374dd-2437-4816-8d63-bf9cc1b578e5_SiteId">
    <vt:lpwstr>39b03722-b836-496a-85ec-850f0957ca6b</vt:lpwstr>
  </property>
  <property fmtid="{D5CDD505-2E9C-101B-9397-08002B2CF9AE}" pid="7" name="MSIP_Label_029374dd-2437-4816-8d63-bf9cc1b578e5_ActionId">
    <vt:lpwstr>7b4ce658-dfe7-43d4-a603-6c9c90a67be6</vt:lpwstr>
  </property>
  <property fmtid="{D5CDD505-2E9C-101B-9397-08002B2CF9AE}" pid="8" name="MSIP_Label_029374dd-2437-4816-8d63-bf9cc1b578e5_ContentBits">
    <vt:lpwstr>2</vt:lpwstr>
  </property>
  <property fmtid="{D5CDD505-2E9C-101B-9397-08002B2CF9AE}" pid="9" name="ClassificationContentMarkingFooterLocations">
    <vt:lpwstr>Simple Light:3\Online Notebook XL by Slidesgo:3\Online Notebook XL by Slidesgo:3\Online Notebook XL by Slidesgo:3\Online Notebook XL by Slidesgo:3\Online Notebook XL by Slidesgo:3</vt:lpwstr>
  </property>
  <property fmtid="{D5CDD505-2E9C-101B-9397-08002B2CF9AE}" pid="10" name="ClassificationContentMarkingFooterText">
    <vt:lpwstr>Public</vt:lpwstr>
  </property>
</Properties>
</file>